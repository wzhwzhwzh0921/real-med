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3" r:id="rId5"/>
    <p:sldMasterId id="214748367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6489EBC-20A0-49D9-801C-75504C25FA00}">
  <a:tblStyle styleId="{36489EBC-20A0-49D9-801C-75504C25FA0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B320256E-47B7-4436-BFD6-F601235C38E9}"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 name="Shape 430"/>
        <p:cNvGrpSpPr/>
        <p:nvPr/>
      </p:nvGrpSpPr>
      <p:grpSpPr>
        <a:xfrm>
          <a:off x="0" y="0"/>
          <a:ext cx="0" cy="0"/>
          <a:chOff x="0" y="0"/>
          <a:chExt cx="0" cy="0"/>
        </a:xfrm>
      </p:grpSpPr>
      <p:sp>
        <p:nvSpPr>
          <p:cNvPr id="431" name="Google Shape;431;g2b1c677c10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 name="Google Shape;432;g2b1c677c10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2b1c677c108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2b1c677c108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 name="Shape 751"/>
        <p:cNvGrpSpPr/>
        <p:nvPr/>
      </p:nvGrpSpPr>
      <p:grpSpPr>
        <a:xfrm>
          <a:off x="0" y="0"/>
          <a:ext cx="0" cy="0"/>
          <a:chOff x="0" y="0"/>
          <a:chExt cx="0" cy="0"/>
        </a:xfrm>
      </p:grpSpPr>
      <p:sp>
        <p:nvSpPr>
          <p:cNvPr id="752" name="Google Shape;752;g111e7c571f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 name="Google Shape;753;g111e7c571f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 name="Shape 777"/>
        <p:cNvGrpSpPr/>
        <p:nvPr/>
      </p:nvGrpSpPr>
      <p:grpSpPr>
        <a:xfrm>
          <a:off x="0" y="0"/>
          <a:ext cx="0" cy="0"/>
          <a:chOff x="0" y="0"/>
          <a:chExt cx="0" cy="0"/>
        </a:xfrm>
      </p:grpSpPr>
      <p:sp>
        <p:nvSpPr>
          <p:cNvPr id="778" name="Google Shape;778;g2b1c677c108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 name="Google Shape;779;g2b1c677c108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2b1c677c108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2b1c677c108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2b1c677c108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2b1c677c108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 name="Shape 831"/>
        <p:cNvGrpSpPr/>
        <p:nvPr/>
      </p:nvGrpSpPr>
      <p:grpSpPr>
        <a:xfrm>
          <a:off x="0" y="0"/>
          <a:ext cx="0" cy="0"/>
          <a:chOff x="0" y="0"/>
          <a:chExt cx="0" cy="0"/>
        </a:xfrm>
      </p:grpSpPr>
      <p:sp>
        <p:nvSpPr>
          <p:cNvPr id="832" name="Google Shape;832;g2b1c677c108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 name="Google Shape;833;g2b1c677c108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2b1c677c108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2b1c677c108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 name="Shape 1010"/>
        <p:cNvGrpSpPr/>
        <p:nvPr/>
      </p:nvGrpSpPr>
      <p:grpSpPr>
        <a:xfrm>
          <a:off x="0" y="0"/>
          <a:ext cx="0" cy="0"/>
          <a:chOff x="0" y="0"/>
          <a:chExt cx="0" cy="0"/>
        </a:xfrm>
      </p:grpSpPr>
      <p:sp>
        <p:nvSpPr>
          <p:cNvPr id="1011" name="Google Shape;1011;g2b1c677c108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 name="Google Shape;1012;g2b1c677c108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 name="Shape 1017"/>
        <p:cNvGrpSpPr/>
        <p:nvPr/>
      </p:nvGrpSpPr>
      <p:grpSpPr>
        <a:xfrm>
          <a:off x="0" y="0"/>
          <a:ext cx="0" cy="0"/>
          <a:chOff x="0" y="0"/>
          <a:chExt cx="0" cy="0"/>
        </a:xfrm>
      </p:grpSpPr>
      <p:sp>
        <p:nvSpPr>
          <p:cNvPr id="1018" name="Google Shape;1018;g2b1c677c108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 name="Google Shape;1019;g2b1c677c108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 name="Shape 1026"/>
        <p:cNvGrpSpPr/>
        <p:nvPr/>
      </p:nvGrpSpPr>
      <p:grpSpPr>
        <a:xfrm>
          <a:off x="0" y="0"/>
          <a:ext cx="0" cy="0"/>
          <a:chOff x="0" y="0"/>
          <a:chExt cx="0" cy="0"/>
        </a:xfrm>
      </p:grpSpPr>
      <p:sp>
        <p:nvSpPr>
          <p:cNvPr id="1027" name="Google Shape;1027;g2b1c677c108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 name="Google Shape;1028;g2b1c677c108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 name="Shape 1032"/>
        <p:cNvGrpSpPr/>
        <p:nvPr/>
      </p:nvGrpSpPr>
      <p:grpSpPr>
        <a:xfrm>
          <a:off x="0" y="0"/>
          <a:ext cx="0" cy="0"/>
          <a:chOff x="0" y="0"/>
          <a:chExt cx="0" cy="0"/>
        </a:xfrm>
      </p:grpSpPr>
      <p:sp>
        <p:nvSpPr>
          <p:cNvPr id="1033" name="Google Shape;1033;g2b1c677c108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 name="Google Shape;1034;g2b1c677c108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 name="Shape 1109"/>
        <p:cNvGrpSpPr/>
        <p:nvPr/>
      </p:nvGrpSpPr>
      <p:grpSpPr>
        <a:xfrm>
          <a:off x="0" y="0"/>
          <a:ext cx="0" cy="0"/>
          <a:chOff x="0" y="0"/>
          <a:chExt cx="0" cy="0"/>
        </a:xfrm>
      </p:grpSpPr>
      <p:sp>
        <p:nvSpPr>
          <p:cNvPr id="1110" name="Google Shape;1110;g2b1c677c108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 name="Google Shape;1111;g2b1c677c108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 name="Shape 1122"/>
        <p:cNvGrpSpPr/>
        <p:nvPr/>
      </p:nvGrpSpPr>
      <p:grpSpPr>
        <a:xfrm>
          <a:off x="0" y="0"/>
          <a:ext cx="0" cy="0"/>
          <a:chOff x="0" y="0"/>
          <a:chExt cx="0" cy="0"/>
        </a:xfrm>
      </p:grpSpPr>
      <p:sp>
        <p:nvSpPr>
          <p:cNvPr id="1123" name="Google Shape;1123;g2b1c677c108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 name="Google Shape;1124;g2b1c677c108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 name="Shape 1159"/>
        <p:cNvGrpSpPr/>
        <p:nvPr/>
      </p:nvGrpSpPr>
      <p:grpSpPr>
        <a:xfrm>
          <a:off x="0" y="0"/>
          <a:ext cx="0" cy="0"/>
          <a:chOff x="0" y="0"/>
          <a:chExt cx="0" cy="0"/>
        </a:xfrm>
      </p:grpSpPr>
      <p:sp>
        <p:nvSpPr>
          <p:cNvPr id="1160" name="Google Shape;1160;g2b1c677c108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 name="Google Shape;1161;g2b1c677c108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 name="Shape 1177"/>
        <p:cNvGrpSpPr/>
        <p:nvPr/>
      </p:nvGrpSpPr>
      <p:grpSpPr>
        <a:xfrm>
          <a:off x="0" y="0"/>
          <a:ext cx="0" cy="0"/>
          <a:chOff x="0" y="0"/>
          <a:chExt cx="0" cy="0"/>
        </a:xfrm>
      </p:grpSpPr>
      <p:sp>
        <p:nvSpPr>
          <p:cNvPr id="1178" name="Google Shape;1178;g2b1c677c108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 name="Google Shape;1179;g2b1c677c108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 name="Shape 1186"/>
        <p:cNvGrpSpPr/>
        <p:nvPr/>
      </p:nvGrpSpPr>
      <p:grpSpPr>
        <a:xfrm>
          <a:off x="0" y="0"/>
          <a:ext cx="0" cy="0"/>
          <a:chOff x="0" y="0"/>
          <a:chExt cx="0" cy="0"/>
        </a:xfrm>
      </p:grpSpPr>
      <p:sp>
        <p:nvSpPr>
          <p:cNvPr id="1187" name="Google Shape;1187;g2b1c677c108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8" name="Google Shape;1188;g2b1c677c108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3" name="Shape 1383"/>
        <p:cNvGrpSpPr/>
        <p:nvPr/>
      </p:nvGrpSpPr>
      <p:grpSpPr>
        <a:xfrm>
          <a:off x="0" y="0"/>
          <a:ext cx="0" cy="0"/>
          <a:chOff x="0" y="0"/>
          <a:chExt cx="0" cy="0"/>
        </a:xfrm>
      </p:grpSpPr>
      <p:sp>
        <p:nvSpPr>
          <p:cNvPr id="1384" name="Google Shape;1384;g2b1c677c108_0_13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5" name="Google Shape;1385;g2b1c677c108_0_13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2b1c677c108_0_13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2b1c677c108_0_13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2b1c677c108_0_4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 name="Google Shape;1563;g2b1c677c108_0_4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2b1c677c108_0_4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2b1c677c108_0_4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3" name="Shape 1573"/>
        <p:cNvGrpSpPr/>
        <p:nvPr/>
      </p:nvGrpSpPr>
      <p:grpSpPr>
        <a:xfrm>
          <a:off x="0" y="0"/>
          <a:ext cx="0" cy="0"/>
          <a:chOff x="0" y="0"/>
          <a:chExt cx="0" cy="0"/>
        </a:xfrm>
      </p:grpSpPr>
      <p:sp>
        <p:nvSpPr>
          <p:cNvPr id="1574" name="Google Shape;1574;g2b1c677c108_0_4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5" name="Google Shape;1575;g2b1c677c108_0_4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 name="Shape 1593"/>
        <p:cNvGrpSpPr/>
        <p:nvPr/>
      </p:nvGrpSpPr>
      <p:grpSpPr>
        <a:xfrm>
          <a:off x="0" y="0"/>
          <a:ext cx="0" cy="0"/>
          <a:chOff x="0" y="0"/>
          <a:chExt cx="0" cy="0"/>
        </a:xfrm>
      </p:grpSpPr>
      <p:sp>
        <p:nvSpPr>
          <p:cNvPr id="1594" name="Google Shape;1594;g2b1c677c108_0_4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 name="Google Shape;1595;g2b1c677c108_0_4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9" name="Shape 1609"/>
        <p:cNvGrpSpPr/>
        <p:nvPr/>
      </p:nvGrpSpPr>
      <p:grpSpPr>
        <a:xfrm>
          <a:off x="0" y="0"/>
          <a:ext cx="0" cy="0"/>
          <a:chOff x="0" y="0"/>
          <a:chExt cx="0" cy="0"/>
        </a:xfrm>
      </p:grpSpPr>
      <p:sp>
        <p:nvSpPr>
          <p:cNvPr id="1610" name="Google Shape;1610;g2b1c677c108_0_4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1" name="Google Shape;1611;g2b1c677c108_0_4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8" name="Shape 1948"/>
        <p:cNvGrpSpPr/>
        <p:nvPr/>
      </p:nvGrpSpPr>
      <p:grpSpPr>
        <a:xfrm>
          <a:off x="0" y="0"/>
          <a:ext cx="0" cy="0"/>
          <a:chOff x="0" y="0"/>
          <a:chExt cx="0" cy="0"/>
        </a:xfrm>
      </p:grpSpPr>
      <p:sp>
        <p:nvSpPr>
          <p:cNvPr id="1949" name="Google Shape;1949;g2b1c677c108_0_4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0" name="Google Shape;1950;g2b1c677c108_0_4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9" name="Shape 4149"/>
        <p:cNvGrpSpPr/>
        <p:nvPr/>
      </p:nvGrpSpPr>
      <p:grpSpPr>
        <a:xfrm>
          <a:off x="0" y="0"/>
          <a:ext cx="0" cy="0"/>
          <a:chOff x="0" y="0"/>
          <a:chExt cx="0" cy="0"/>
        </a:xfrm>
      </p:grpSpPr>
      <p:sp>
        <p:nvSpPr>
          <p:cNvPr id="4150" name="Google Shape;4150;g2b1c677c108_0_6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1" name="Google Shape;4151;g2b1c677c108_0_6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8" name="Shape 4568"/>
        <p:cNvGrpSpPr/>
        <p:nvPr/>
      </p:nvGrpSpPr>
      <p:grpSpPr>
        <a:xfrm>
          <a:off x="0" y="0"/>
          <a:ext cx="0" cy="0"/>
          <a:chOff x="0" y="0"/>
          <a:chExt cx="0" cy="0"/>
        </a:xfrm>
      </p:grpSpPr>
      <p:sp>
        <p:nvSpPr>
          <p:cNvPr id="4569" name="Google Shape;4569;g2b1c677c108_0_7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0" name="Google Shape;4570;g2b1c677c108_0_7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8" name="Shape 4738"/>
        <p:cNvGrpSpPr/>
        <p:nvPr/>
      </p:nvGrpSpPr>
      <p:grpSpPr>
        <a:xfrm>
          <a:off x="0" y="0"/>
          <a:ext cx="0" cy="0"/>
          <a:chOff x="0" y="0"/>
          <a:chExt cx="0" cy="0"/>
        </a:xfrm>
      </p:grpSpPr>
      <p:sp>
        <p:nvSpPr>
          <p:cNvPr id="4739" name="Google Shape;4739;g2b1c677c108_0_7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0" name="Google Shape;4740;g2b1c677c108_0_7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3" name="Shape 5143"/>
        <p:cNvGrpSpPr/>
        <p:nvPr/>
      </p:nvGrpSpPr>
      <p:grpSpPr>
        <a:xfrm>
          <a:off x="0" y="0"/>
          <a:ext cx="0" cy="0"/>
          <a:chOff x="0" y="0"/>
          <a:chExt cx="0" cy="0"/>
        </a:xfrm>
      </p:grpSpPr>
      <p:sp>
        <p:nvSpPr>
          <p:cNvPr id="5144" name="Google Shape;5144;g2b1c677c108_0_7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5" name="Google Shape;5145;g2b1c677c108_0_7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3" name="Shape 5523"/>
        <p:cNvGrpSpPr/>
        <p:nvPr/>
      </p:nvGrpSpPr>
      <p:grpSpPr>
        <a:xfrm>
          <a:off x="0" y="0"/>
          <a:ext cx="0" cy="0"/>
          <a:chOff x="0" y="0"/>
          <a:chExt cx="0" cy="0"/>
        </a:xfrm>
      </p:grpSpPr>
      <p:sp>
        <p:nvSpPr>
          <p:cNvPr id="5524" name="Google Shape;5524;g2b1c677c108_0_8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5" name="Google Shape;5525;g2b1c677c108_0_8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9" name="Shape 5949"/>
        <p:cNvGrpSpPr/>
        <p:nvPr/>
      </p:nvGrpSpPr>
      <p:grpSpPr>
        <a:xfrm>
          <a:off x="0" y="0"/>
          <a:ext cx="0" cy="0"/>
          <a:chOff x="0" y="0"/>
          <a:chExt cx="0" cy="0"/>
        </a:xfrm>
      </p:grpSpPr>
      <p:sp>
        <p:nvSpPr>
          <p:cNvPr id="5950" name="Google Shape;5950;g2b1c677c108_0_8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1" name="Google Shape;5951;g2b1c677c108_0_8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0" name="Shape 6310"/>
        <p:cNvGrpSpPr/>
        <p:nvPr/>
      </p:nvGrpSpPr>
      <p:grpSpPr>
        <a:xfrm>
          <a:off x="0" y="0"/>
          <a:ext cx="0" cy="0"/>
          <a:chOff x="0" y="0"/>
          <a:chExt cx="0" cy="0"/>
        </a:xfrm>
      </p:grpSpPr>
      <p:sp>
        <p:nvSpPr>
          <p:cNvPr id="6311" name="Google Shape;6311;g2b1c677c108_0_9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2" name="Google Shape;6312;g2b1c677c108_0_9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0" name="Shape 6820"/>
        <p:cNvGrpSpPr/>
        <p:nvPr/>
      </p:nvGrpSpPr>
      <p:grpSpPr>
        <a:xfrm>
          <a:off x="0" y="0"/>
          <a:ext cx="0" cy="0"/>
          <a:chOff x="0" y="0"/>
          <a:chExt cx="0" cy="0"/>
        </a:xfrm>
      </p:grpSpPr>
      <p:sp>
        <p:nvSpPr>
          <p:cNvPr id="6821" name="Google Shape;6821;g2b1c677c108_0_9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2" name="Google Shape;6822;g2b1c677c108_0_9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0" name="Shape 7440"/>
        <p:cNvGrpSpPr/>
        <p:nvPr/>
      </p:nvGrpSpPr>
      <p:grpSpPr>
        <a:xfrm>
          <a:off x="0" y="0"/>
          <a:ext cx="0" cy="0"/>
          <a:chOff x="0" y="0"/>
          <a:chExt cx="0" cy="0"/>
        </a:xfrm>
      </p:grpSpPr>
      <p:sp>
        <p:nvSpPr>
          <p:cNvPr id="7441" name="Google Shape;7441;g2b1c677c108_0_10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2" name="Google Shape;7442;g2b1c677c108_0_10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4" name="Shape 8034"/>
        <p:cNvGrpSpPr/>
        <p:nvPr/>
      </p:nvGrpSpPr>
      <p:grpSpPr>
        <a:xfrm>
          <a:off x="0" y="0"/>
          <a:ext cx="0" cy="0"/>
          <a:chOff x="0" y="0"/>
          <a:chExt cx="0" cy="0"/>
        </a:xfrm>
      </p:grpSpPr>
      <p:sp>
        <p:nvSpPr>
          <p:cNvPr id="8035" name="Google Shape;8035;g2b1c677c108_0_10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6" name="Google Shape;8036;g2b1c677c108_0_10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5" name="Shape 8355"/>
        <p:cNvGrpSpPr/>
        <p:nvPr/>
      </p:nvGrpSpPr>
      <p:grpSpPr>
        <a:xfrm>
          <a:off x="0" y="0"/>
          <a:ext cx="0" cy="0"/>
          <a:chOff x="0" y="0"/>
          <a:chExt cx="0" cy="0"/>
        </a:xfrm>
      </p:grpSpPr>
      <p:sp>
        <p:nvSpPr>
          <p:cNvPr id="8356" name="Google Shape;8356;g2b1c677c108_0_11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7" name="Google Shape;8357;g2b1c677c108_0_11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3" name="Shape 8663"/>
        <p:cNvGrpSpPr/>
        <p:nvPr/>
      </p:nvGrpSpPr>
      <p:grpSpPr>
        <a:xfrm>
          <a:off x="0" y="0"/>
          <a:ext cx="0" cy="0"/>
          <a:chOff x="0" y="0"/>
          <a:chExt cx="0" cy="0"/>
        </a:xfrm>
      </p:grpSpPr>
      <p:sp>
        <p:nvSpPr>
          <p:cNvPr id="8664" name="Google Shape;8664;g2b1c677c108_0_11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5" name="Google Shape;8665;g2b1c677c108_0_11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g2b1c677c108_0_11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0" name="Google Shape;8820;g2b1c677c108_0_11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4" name="Shape 8864"/>
        <p:cNvGrpSpPr/>
        <p:nvPr/>
      </p:nvGrpSpPr>
      <p:grpSpPr>
        <a:xfrm>
          <a:off x="0" y="0"/>
          <a:ext cx="0" cy="0"/>
          <a:chOff x="0" y="0"/>
          <a:chExt cx="0" cy="0"/>
        </a:xfrm>
      </p:grpSpPr>
      <p:sp>
        <p:nvSpPr>
          <p:cNvPr id="8865" name="Google Shape;8865;g2b1c677c108_0_11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6" name="Google Shape;8866;g2b1c677c108_0_11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0" name="Shape 9080"/>
        <p:cNvGrpSpPr/>
        <p:nvPr/>
      </p:nvGrpSpPr>
      <p:grpSpPr>
        <a:xfrm>
          <a:off x="0" y="0"/>
          <a:ext cx="0" cy="0"/>
          <a:chOff x="0" y="0"/>
          <a:chExt cx="0" cy="0"/>
        </a:xfrm>
      </p:grpSpPr>
      <p:sp>
        <p:nvSpPr>
          <p:cNvPr id="9081" name="Google Shape;9081;g2b1c677c108_0_11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2" name="Google Shape;9082;g2b1c677c108_0_11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2" name="Shape 9372"/>
        <p:cNvGrpSpPr/>
        <p:nvPr/>
      </p:nvGrpSpPr>
      <p:grpSpPr>
        <a:xfrm>
          <a:off x="0" y="0"/>
          <a:ext cx="0" cy="0"/>
          <a:chOff x="0" y="0"/>
          <a:chExt cx="0" cy="0"/>
        </a:xfrm>
      </p:grpSpPr>
      <p:sp>
        <p:nvSpPr>
          <p:cNvPr id="9373" name="Google Shape;9373;g2b1c677c108_0_12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4" name="Google Shape;9374;g2b1c677c108_0_12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3" name="Shape 9643"/>
        <p:cNvGrpSpPr/>
        <p:nvPr/>
      </p:nvGrpSpPr>
      <p:grpSpPr>
        <a:xfrm>
          <a:off x="0" y="0"/>
          <a:ext cx="0" cy="0"/>
          <a:chOff x="0" y="0"/>
          <a:chExt cx="0" cy="0"/>
        </a:xfrm>
      </p:grpSpPr>
      <p:sp>
        <p:nvSpPr>
          <p:cNvPr id="9644" name="Google Shape;9644;g2b1c677c108_0_12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5" name="Google Shape;9645;g2b1c677c108_0_12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7" name="Shape 9997"/>
        <p:cNvGrpSpPr/>
        <p:nvPr/>
      </p:nvGrpSpPr>
      <p:grpSpPr>
        <a:xfrm>
          <a:off x="0" y="0"/>
          <a:ext cx="0" cy="0"/>
          <a:chOff x="0" y="0"/>
          <a:chExt cx="0" cy="0"/>
        </a:xfrm>
      </p:grpSpPr>
      <p:sp>
        <p:nvSpPr>
          <p:cNvPr id="9998" name="Google Shape;9998;g2b1c677c108_0_12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9" name="Google Shape;9999;g2b1c677c108_0_12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8" name="Shape 10298"/>
        <p:cNvGrpSpPr/>
        <p:nvPr/>
      </p:nvGrpSpPr>
      <p:grpSpPr>
        <a:xfrm>
          <a:off x="0" y="0"/>
          <a:ext cx="0" cy="0"/>
          <a:chOff x="0" y="0"/>
          <a:chExt cx="0" cy="0"/>
        </a:xfrm>
      </p:grpSpPr>
      <p:sp>
        <p:nvSpPr>
          <p:cNvPr id="10299" name="Google Shape;10299;g2b1c677c108_0_13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0" name="Google Shape;10300;g2b1c677c108_0_13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3" name="Shape 10303"/>
        <p:cNvGrpSpPr/>
        <p:nvPr/>
      </p:nvGrpSpPr>
      <p:grpSpPr>
        <a:xfrm>
          <a:off x="0" y="0"/>
          <a:ext cx="0" cy="0"/>
          <a:chOff x="0" y="0"/>
          <a:chExt cx="0" cy="0"/>
        </a:xfrm>
      </p:grpSpPr>
      <p:sp>
        <p:nvSpPr>
          <p:cNvPr id="10304" name="Google Shape;10304;g2b1c677c108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5" name="Google Shape;10305;g2b1c677c108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8" name="Shape 10308"/>
        <p:cNvGrpSpPr/>
        <p:nvPr/>
      </p:nvGrpSpPr>
      <p:grpSpPr>
        <a:xfrm>
          <a:off x="0" y="0"/>
          <a:ext cx="0" cy="0"/>
          <a:chOff x="0" y="0"/>
          <a:chExt cx="0" cy="0"/>
        </a:xfrm>
      </p:grpSpPr>
      <p:sp>
        <p:nvSpPr>
          <p:cNvPr id="10309" name="Google Shape;10309;g2b1c677c108_0_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0" name="Google Shape;10310;g2b1c677c108_0_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0" name="Google Shape;10;p2"/>
          <p:cNvGrpSpPr/>
          <p:nvPr/>
        </p:nvGrpSpPr>
        <p:grpSpPr>
          <a:xfrm>
            <a:off x="351451" y="298200"/>
            <a:ext cx="8441100" cy="4547100"/>
            <a:chOff x="313350" y="260150"/>
            <a:chExt cx="8441100" cy="4547100"/>
          </a:xfrm>
        </p:grpSpPr>
        <p:sp>
          <p:nvSpPr>
            <p:cNvPr id="11" name="Google Shape;11;p2"/>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 name="Google Shape;12;p2"/>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 name="Google Shape;13;p2"/>
          <p:cNvSpPr txBox="1"/>
          <p:nvPr>
            <p:ph type="ctrTitle"/>
          </p:nvPr>
        </p:nvSpPr>
        <p:spPr>
          <a:xfrm>
            <a:off x="734700" y="595659"/>
            <a:ext cx="7674900" cy="14898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4" name="Google Shape;14;p2"/>
          <p:cNvSpPr txBox="1"/>
          <p:nvPr>
            <p:ph idx="1" type="subTitle"/>
          </p:nvPr>
        </p:nvSpPr>
        <p:spPr>
          <a:xfrm>
            <a:off x="5863925" y="3869841"/>
            <a:ext cx="2545800" cy="678000"/>
          </a:xfrm>
          <a:prstGeom prst="rect">
            <a:avLst/>
          </a:prstGeom>
        </p:spPr>
        <p:txBody>
          <a:bodyPr anchorCtr="0" anchor="t" bIns="91425" lIns="91425" spcFirstLastPara="1" rIns="91425" wrap="square" tIns="91425">
            <a:noAutofit/>
          </a:bodyPr>
          <a:lstStyle>
            <a:lvl1pPr lvl="0" algn="r">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pic>
        <p:nvPicPr>
          <p:cNvPr id="16" name="Google Shape;16;p3"/>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7" name="Google Shape;17;p3"/>
          <p:cNvGrpSpPr/>
          <p:nvPr/>
        </p:nvGrpSpPr>
        <p:grpSpPr>
          <a:xfrm>
            <a:off x="351451" y="298200"/>
            <a:ext cx="8441100" cy="4547100"/>
            <a:chOff x="313350" y="260150"/>
            <a:chExt cx="8441100" cy="4547100"/>
          </a:xfrm>
        </p:grpSpPr>
        <p:sp>
          <p:nvSpPr>
            <p:cNvPr id="18" name="Google Shape;18;p3"/>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3"/>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0" name="Google Shape;20;p3"/>
          <p:cNvSpPr txBox="1"/>
          <p:nvPr>
            <p:ph type="title"/>
          </p:nvPr>
        </p:nvSpPr>
        <p:spPr>
          <a:xfrm>
            <a:off x="715100" y="3685825"/>
            <a:ext cx="3943500" cy="9087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 name="Google Shape;21;p3"/>
          <p:cNvSpPr txBox="1"/>
          <p:nvPr>
            <p:ph hasCustomPrompt="1" idx="2" type="title"/>
          </p:nvPr>
        </p:nvSpPr>
        <p:spPr>
          <a:xfrm>
            <a:off x="715100" y="548975"/>
            <a:ext cx="1117500" cy="11220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b="1"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pic>
        <p:nvPicPr>
          <p:cNvPr id="23" name="Google Shape;23;p4"/>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24" name="Google Shape;24;p4"/>
          <p:cNvGrpSpPr/>
          <p:nvPr/>
        </p:nvGrpSpPr>
        <p:grpSpPr>
          <a:xfrm>
            <a:off x="351451" y="298200"/>
            <a:ext cx="8441100" cy="4547100"/>
            <a:chOff x="313350" y="260150"/>
            <a:chExt cx="8441100" cy="4547100"/>
          </a:xfrm>
        </p:grpSpPr>
        <p:sp>
          <p:nvSpPr>
            <p:cNvPr id="25" name="Google Shape;25;p4"/>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 name="Google Shape;26;p4"/>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7" name="Google Shape;27;p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8" name="Google Shape;28;p4"/>
          <p:cNvSpPr txBox="1"/>
          <p:nvPr>
            <p:ph idx="1" type="body"/>
          </p:nvPr>
        </p:nvSpPr>
        <p:spPr>
          <a:xfrm>
            <a:off x="720000" y="1152475"/>
            <a:ext cx="3852000" cy="18414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lt2"/>
              </a:buClr>
              <a:buSzPts val="1200"/>
              <a:buChar char="●"/>
              <a:defRPr>
                <a:solidFill>
                  <a:srgbClr val="434343"/>
                </a:solidFill>
              </a:defRPr>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pic>
        <p:nvPicPr>
          <p:cNvPr id="30" name="Google Shape;30;p5"/>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31" name="Google Shape;31;p5"/>
          <p:cNvGrpSpPr/>
          <p:nvPr/>
        </p:nvGrpSpPr>
        <p:grpSpPr>
          <a:xfrm>
            <a:off x="351450" y="298200"/>
            <a:ext cx="8441100" cy="4547100"/>
            <a:chOff x="313350" y="260150"/>
            <a:chExt cx="8441100" cy="4547100"/>
          </a:xfrm>
        </p:grpSpPr>
        <p:sp>
          <p:nvSpPr>
            <p:cNvPr id="32" name="Google Shape;32;p5"/>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 name="Google Shape;33;p5"/>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4" name="Google Shape;34;p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5" name="Google Shape;35;p5"/>
          <p:cNvSpPr txBox="1"/>
          <p:nvPr>
            <p:ph idx="1" type="subTitle"/>
          </p:nvPr>
        </p:nvSpPr>
        <p:spPr>
          <a:xfrm>
            <a:off x="4993246" y="2633473"/>
            <a:ext cx="2608200" cy="148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6" name="Google Shape;36;p5"/>
          <p:cNvSpPr txBox="1"/>
          <p:nvPr>
            <p:ph idx="2" type="subTitle"/>
          </p:nvPr>
        </p:nvSpPr>
        <p:spPr>
          <a:xfrm>
            <a:off x="1540754" y="2633472"/>
            <a:ext cx="2545200" cy="148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 name="Google Shape;37;p5"/>
          <p:cNvSpPr txBox="1"/>
          <p:nvPr>
            <p:ph idx="3" type="subTitle"/>
          </p:nvPr>
        </p:nvSpPr>
        <p:spPr>
          <a:xfrm>
            <a:off x="1540754" y="2342086"/>
            <a:ext cx="25452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38" name="Google Shape;38;p5"/>
          <p:cNvSpPr txBox="1"/>
          <p:nvPr>
            <p:ph idx="4" type="subTitle"/>
          </p:nvPr>
        </p:nvSpPr>
        <p:spPr>
          <a:xfrm>
            <a:off x="4993246" y="2342086"/>
            <a:ext cx="26100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 name="Shape 39"/>
        <p:cNvGrpSpPr/>
        <p:nvPr/>
      </p:nvGrpSpPr>
      <p:grpSpPr>
        <a:xfrm>
          <a:off x="0" y="0"/>
          <a:ext cx="0" cy="0"/>
          <a:chOff x="0" y="0"/>
          <a:chExt cx="0" cy="0"/>
        </a:xfrm>
      </p:grpSpPr>
      <p:pic>
        <p:nvPicPr>
          <p:cNvPr id="40" name="Google Shape;40;p6"/>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41" name="Google Shape;41;p6"/>
          <p:cNvGrpSpPr/>
          <p:nvPr/>
        </p:nvGrpSpPr>
        <p:grpSpPr>
          <a:xfrm>
            <a:off x="351451" y="298200"/>
            <a:ext cx="8441100" cy="4547100"/>
            <a:chOff x="313350" y="260150"/>
            <a:chExt cx="8441100" cy="4547100"/>
          </a:xfrm>
        </p:grpSpPr>
        <p:sp>
          <p:nvSpPr>
            <p:cNvPr id="42" name="Google Shape;42;p6"/>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6"/>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pic>
        <p:nvPicPr>
          <p:cNvPr id="46" name="Google Shape;46;p7"/>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47" name="Google Shape;47;p7"/>
          <p:cNvGrpSpPr/>
          <p:nvPr/>
        </p:nvGrpSpPr>
        <p:grpSpPr>
          <a:xfrm>
            <a:off x="351450" y="298200"/>
            <a:ext cx="8441100" cy="4547100"/>
            <a:chOff x="313350" y="260150"/>
            <a:chExt cx="8441100" cy="4547100"/>
          </a:xfrm>
        </p:grpSpPr>
        <p:sp>
          <p:nvSpPr>
            <p:cNvPr id="48" name="Google Shape;48;p7"/>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 name="Google Shape;49;p7"/>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0" name="Google Shape;50;p7"/>
          <p:cNvSpPr txBox="1"/>
          <p:nvPr>
            <p:ph type="title"/>
          </p:nvPr>
        </p:nvSpPr>
        <p:spPr>
          <a:xfrm>
            <a:off x="720000" y="792556"/>
            <a:ext cx="3852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1" name="Google Shape;51;p7"/>
          <p:cNvSpPr txBox="1"/>
          <p:nvPr>
            <p:ph idx="1" type="body"/>
          </p:nvPr>
        </p:nvSpPr>
        <p:spPr>
          <a:xfrm>
            <a:off x="720000" y="1425944"/>
            <a:ext cx="3852000" cy="2925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2"/>
              </a:buClr>
              <a:buSzPts val="1400"/>
              <a:buChar char="●"/>
              <a:defRPr sz="1400">
                <a:solidFill>
                  <a:srgbClr val="434343"/>
                </a:solidFill>
              </a:defRPr>
            </a:lvl1pPr>
            <a:lvl2pPr indent="-304800" lvl="1" marL="914400" rtl="0">
              <a:lnSpc>
                <a:spcPct val="115000"/>
              </a:lnSpc>
              <a:spcBef>
                <a:spcPts val="100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52" name="Google Shape;52;p7"/>
          <p:cNvSpPr/>
          <p:nvPr>
            <p:ph idx="2" type="pic"/>
          </p:nvPr>
        </p:nvSpPr>
        <p:spPr>
          <a:xfrm>
            <a:off x="5200800" y="535001"/>
            <a:ext cx="3366000" cy="40734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 name="Shape 53"/>
        <p:cNvGrpSpPr/>
        <p:nvPr/>
      </p:nvGrpSpPr>
      <p:grpSpPr>
        <a:xfrm>
          <a:off x="0" y="0"/>
          <a:ext cx="0" cy="0"/>
          <a:chOff x="0" y="0"/>
          <a:chExt cx="0" cy="0"/>
        </a:xfrm>
      </p:grpSpPr>
      <p:pic>
        <p:nvPicPr>
          <p:cNvPr id="54" name="Google Shape;54;p8"/>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55" name="Google Shape;55;p8"/>
          <p:cNvGrpSpPr/>
          <p:nvPr/>
        </p:nvGrpSpPr>
        <p:grpSpPr>
          <a:xfrm>
            <a:off x="351451" y="298200"/>
            <a:ext cx="8441100" cy="4547100"/>
            <a:chOff x="313350" y="260150"/>
            <a:chExt cx="8441100" cy="4547100"/>
          </a:xfrm>
        </p:grpSpPr>
        <p:sp>
          <p:nvSpPr>
            <p:cNvPr id="56" name="Google Shape;56;p8"/>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 name="Google Shape;57;p8"/>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8" name="Google Shape;58;p8"/>
          <p:cNvSpPr txBox="1"/>
          <p:nvPr>
            <p:ph type="title"/>
          </p:nvPr>
        </p:nvSpPr>
        <p:spPr>
          <a:xfrm>
            <a:off x="2724150" y="1307100"/>
            <a:ext cx="3695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9" name="Shape 59"/>
        <p:cNvGrpSpPr/>
        <p:nvPr/>
      </p:nvGrpSpPr>
      <p:grpSpPr>
        <a:xfrm>
          <a:off x="0" y="0"/>
          <a:ext cx="0" cy="0"/>
          <a:chOff x="0" y="0"/>
          <a:chExt cx="0" cy="0"/>
        </a:xfrm>
      </p:grpSpPr>
      <p:pic>
        <p:nvPicPr>
          <p:cNvPr id="60" name="Google Shape;60;p9"/>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61" name="Google Shape;61;p9"/>
          <p:cNvGrpSpPr/>
          <p:nvPr/>
        </p:nvGrpSpPr>
        <p:grpSpPr>
          <a:xfrm>
            <a:off x="351451" y="298200"/>
            <a:ext cx="8441100" cy="4547100"/>
            <a:chOff x="313350" y="260150"/>
            <a:chExt cx="8441100" cy="4547100"/>
          </a:xfrm>
        </p:grpSpPr>
        <p:sp>
          <p:nvSpPr>
            <p:cNvPr id="62" name="Google Shape;62;p9"/>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 name="Google Shape;63;p9"/>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4" name="Google Shape;64;p9"/>
          <p:cNvSpPr txBox="1"/>
          <p:nvPr>
            <p:ph type="title"/>
          </p:nvPr>
        </p:nvSpPr>
        <p:spPr>
          <a:xfrm>
            <a:off x="2201850" y="1584874"/>
            <a:ext cx="4740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5" name="Google Shape;65;p9"/>
          <p:cNvSpPr txBox="1"/>
          <p:nvPr>
            <p:ph idx="1" type="subTitle"/>
          </p:nvPr>
        </p:nvSpPr>
        <p:spPr>
          <a:xfrm>
            <a:off x="2201925" y="2427926"/>
            <a:ext cx="4740300" cy="113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6" name="Shape 66"/>
        <p:cNvGrpSpPr/>
        <p:nvPr/>
      </p:nvGrpSpPr>
      <p:grpSpPr>
        <a:xfrm>
          <a:off x="0" y="0"/>
          <a:ext cx="0" cy="0"/>
          <a:chOff x="0" y="0"/>
          <a:chExt cx="0" cy="0"/>
        </a:xfrm>
      </p:grpSpPr>
      <p:sp>
        <p:nvSpPr>
          <p:cNvPr id="67" name="Google Shape;67;p10"/>
          <p:cNvSpPr/>
          <p:nvPr>
            <p:ph idx="2" type="pic"/>
          </p:nvPr>
        </p:nvSpPr>
        <p:spPr>
          <a:xfrm>
            <a:off x="-6875" y="0"/>
            <a:ext cx="9144000" cy="5157300"/>
          </a:xfrm>
          <a:prstGeom prst="rect">
            <a:avLst/>
          </a:prstGeom>
          <a:noFill/>
          <a:ln>
            <a:noFill/>
          </a:ln>
        </p:spPr>
      </p:sp>
      <p:sp>
        <p:nvSpPr>
          <p:cNvPr id="68" name="Google Shape;68;p10"/>
          <p:cNvSpPr txBox="1"/>
          <p:nvPr>
            <p:ph type="title"/>
          </p:nvPr>
        </p:nvSpPr>
        <p:spPr>
          <a:xfrm>
            <a:off x="720000" y="403800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9" name="Shape 69"/>
        <p:cNvGrpSpPr/>
        <p:nvPr/>
      </p:nvGrpSpPr>
      <p:grpSpPr>
        <a:xfrm>
          <a:off x="0" y="0"/>
          <a:ext cx="0" cy="0"/>
          <a:chOff x="0" y="0"/>
          <a:chExt cx="0" cy="0"/>
        </a:xfrm>
      </p:grpSpPr>
      <p:pic>
        <p:nvPicPr>
          <p:cNvPr id="70" name="Google Shape;70;p11"/>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71" name="Google Shape;71;p11"/>
          <p:cNvGrpSpPr/>
          <p:nvPr/>
        </p:nvGrpSpPr>
        <p:grpSpPr>
          <a:xfrm>
            <a:off x="351451" y="298200"/>
            <a:ext cx="8441100" cy="4547100"/>
            <a:chOff x="313350" y="260150"/>
            <a:chExt cx="8441100" cy="4547100"/>
          </a:xfrm>
        </p:grpSpPr>
        <p:sp>
          <p:nvSpPr>
            <p:cNvPr id="72" name="Google Shape;72;p11"/>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3" name="Google Shape;73;p11"/>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4" name="Google Shape;74;p11"/>
          <p:cNvSpPr txBox="1"/>
          <p:nvPr>
            <p:ph hasCustomPrompt="1" type="title"/>
          </p:nvPr>
        </p:nvSpPr>
        <p:spPr>
          <a:xfrm>
            <a:off x="5137000" y="895100"/>
            <a:ext cx="3291900" cy="962700"/>
          </a:xfrm>
          <a:prstGeom prst="rect">
            <a:avLst/>
          </a:prstGeom>
        </p:spPr>
        <p:txBody>
          <a:bodyPr anchorCtr="0" anchor="b" bIns="91425" lIns="91425" spcFirstLastPara="1" rIns="91425" wrap="square" tIns="91425">
            <a:noAutofit/>
          </a:bodyPr>
          <a:lstStyle>
            <a:lvl1pPr lvl="0" algn="r">
              <a:spcBef>
                <a:spcPts val="0"/>
              </a:spcBef>
              <a:spcAft>
                <a:spcPts val="0"/>
              </a:spcAft>
              <a:buSzPts val="9600"/>
              <a:buNone/>
              <a:defRPr b="1"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5" name="Google Shape;75;p11"/>
          <p:cNvSpPr txBox="1"/>
          <p:nvPr>
            <p:ph idx="1" type="subTitle"/>
          </p:nvPr>
        </p:nvSpPr>
        <p:spPr>
          <a:xfrm>
            <a:off x="5137000" y="3242500"/>
            <a:ext cx="3291900" cy="1005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6" name="Shape 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7" name="Shape 77"/>
        <p:cNvGrpSpPr/>
        <p:nvPr/>
      </p:nvGrpSpPr>
      <p:grpSpPr>
        <a:xfrm>
          <a:off x="0" y="0"/>
          <a:ext cx="0" cy="0"/>
          <a:chOff x="0" y="0"/>
          <a:chExt cx="0" cy="0"/>
        </a:xfrm>
      </p:grpSpPr>
      <p:pic>
        <p:nvPicPr>
          <p:cNvPr id="78" name="Google Shape;78;p13"/>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79" name="Google Shape;79;p13"/>
          <p:cNvGrpSpPr/>
          <p:nvPr/>
        </p:nvGrpSpPr>
        <p:grpSpPr>
          <a:xfrm>
            <a:off x="351450" y="298200"/>
            <a:ext cx="8441100" cy="4547100"/>
            <a:chOff x="313350" y="260150"/>
            <a:chExt cx="8441100" cy="4547100"/>
          </a:xfrm>
        </p:grpSpPr>
        <p:sp>
          <p:nvSpPr>
            <p:cNvPr id="80" name="Google Shape;80;p13"/>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1" name="Google Shape;81;p13"/>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82" name="Google Shape;82;p1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83" name="Google Shape;83;p13"/>
          <p:cNvSpPr txBox="1"/>
          <p:nvPr>
            <p:ph hasCustomPrompt="1" idx="2" type="title"/>
          </p:nvPr>
        </p:nvSpPr>
        <p:spPr>
          <a:xfrm>
            <a:off x="720000" y="1746992"/>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3" type="title"/>
          </p:nvPr>
        </p:nvSpPr>
        <p:spPr>
          <a:xfrm>
            <a:off x="720000" y="3180400"/>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hasCustomPrompt="1" idx="4" type="title"/>
          </p:nvPr>
        </p:nvSpPr>
        <p:spPr>
          <a:xfrm>
            <a:off x="2701596" y="1746992"/>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hasCustomPrompt="1" idx="5" type="title"/>
          </p:nvPr>
        </p:nvSpPr>
        <p:spPr>
          <a:xfrm>
            <a:off x="2701596" y="3180400"/>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p:nvPr>
            <p:ph hasCustomPrompt="1" idx="6" type="title"/>
          </p:nvPr>
        </p:nvSpPr>
        <p:spPr>
          <a:xfrm>
            <a:off x="4683192" y="1746992"/>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hasCustomPrompt="1" idx="7" type="title"/>
          </p:nvPr>
        </p:nvSpPr>
        <p:spPr>
          <a:xfrm>
            <a:off x="4683192" y="3180400"/>
            <a:ext cx="734700" cy="4476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3"/>
          <p:cNvSpPr txBox="1"/>
          <p:nvPr>
            <p:ph idx="1" type="subTitle"/>
          </p:nvPr>
        </p:nvSpPr>
        <p:spPr>
          <a:xfrm>
            <a:off x="720000" y="2094083"/>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90" name="Google Shape;90;p13"/>
          <p:cNvSpPr txBox="1"/>
          <p:nvPr>
            <p:ph idx="8" type="subTitle"/>
          </p:nvPr>
        </p:nvSpPr>
        <p:spPr>
          <a:xfrm>
            <a:off x="2701596" y="2094083"/>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91" name="Google Shape;91;p13"/>
          <p:cNvSpPr txBox="1"/>
          <p:nvPr>
            <p:ph idx="9" type="subTitle"/>
          </p:nvPr>
        </p:nvSpPr>
        <p:spPr>
          <a:xfrm>
            <a:off x="4683192" y="2094083"/>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92" name="Google Shape;92;p13"/>
          <p:cNvSpPr txBox="1"/>
          <p:nvPr>
            <p:ph idx="13" type="subTitle"/>
          </p:nvPr>
        </p:nvSpPr>
        <p:spPr>
          <a:xfrm>
            <a:off x="720000" y="3527558"/>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93" name="Google Shape;93;p13"/>
          <p:cNvSpPr txBox="1"/>
          <p:nvPr>
            <p:ph idx="14" type="subTitle"/>
          </p:nvPr>
        </p:nvSpPr>
        <p:spPr>
          <a:xfrm>
            <a:off x="2701596" y="3527558"/>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94" name="Google Shape;94;p13"/>
          <p:cNvSpPr txBox="1"/>
          <p:nvPr>
            <p:ph idx="15" type="subTitle"/>
          </p:nvPr>
        </p:nvSpPr>
        <p:spPr>
          <a:xfrm>
            <a:off x="4683192" y="3527558"/>
            <a:ext cx="1971300" cy="45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95" name="Shape 95"/>
        <p:cNvGrpSpPr/>
        <p:nvPr/>
      </p:nvGrpSpPr>
      <p:grpSpPr>
        <a:xfrm>
          <a:off x="0" y="0"/>
          <a:ext cx="0" cy="0"/>
          <a:chOff x="0" y="0"/>
          <a:chExt cx="0" cy="0"/>
        </a:xfrm>
      </p:grpSpPr>
      <p:pic>
        <p:nvPicPr>
          <p:cNvPr id="96" name="Google Shape;96;p14"/>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97" name="Google Shape;97;p14"/>
          <p:cNvGrpSpPr/>
          <p:nvPr/>
        </p:nvGrpSpPr>
        <p:grpSpPr>
          <a:xfrm>
            <a:off x="351451" y="298200"/>
            <a:ext cx="8441100" cy="4547100"/>
            <a:chOff x="313350" y="260150"/>
            <a:chExt cx="8441100" cy="4547100"/>
          </a:xfrm>
        </p:grpSpPr>
        <p:sp>
          <p:nvSpPr>
            <p:cNvPr id="98" name="Google Shape;98;p14"/>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9" name="Google Shape;99;p14"/>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00" name="Google Shape;100;p14"/>
          <p:cNvSpPr txBox="1"/>
          <p:nvPr>
            <p:ph hasCustomPrompt="1" type="title"/>
          </p:nvPr>
        </p:nvSpPr>
        <p:spPr>
          <a:xfrm>
            <a:off x="798388" y="861233"/>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b="1" sz="4800"/>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101" name="Google Shape;101;p14"/>
          <p:cNvSpPr txBox="1"/>
          <p:nvPr>
            <p:ph idx="1" type="subTitle"/>
          </p:nvPr>
        </p:nvSpPr>
        <p:spPr>
          <a:xfrm>
            <a:off x="798388" y="1543956"/>
            <a:ext cx="3492600" cy="41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102" name="Google Shape;102;p14"/>
          <p:cNvSpPr txBox="1"/>
          <p:nvPr>
            <p:ph hasCustomPrompt="1" idx="2" type="title"/>
          </p:nvPr>
        </p:nvSpPr>
        <p:spPr>
          <a:xfrm>
            <a:off x="798400" y="3187954"/>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b="1" sz="4800"/>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103" name="Google Shape;103;p14"/>
          <p:cNvSpPr txBox="1"/>
          <p:nvPr>
            <p:ph idx="3" type="subTitle"/>
          </p:nvPr>
        </p:nvSpPr>
        <p:spPr>
          <a:xfrm>
            <a:off x="798400" y="3870667"/>
            <a:ext cx="3492600" cy="41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104" name="Google Shape;104;p14"/>
          <p:cNvSpPr txBox="1"/>
          <p:nvPr>
            <p:ph hasCustomPrompt="1" idx="4" type="title"/>
          </p:nvPr>
        </p:nvSpPr>
        <p:spPr>
          <a:xfrm>
            <a:off x="4853013" y="861233"/>
            <a:ext cx="34926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b="1" sz="4800"/>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105" name="Google Shape;105;p14"/>
          <p:cNvSpPr txBox="1"/>
          <p:nvPr>
            <p:ph idx="5" type="subTitle"/>
          </p:nvPr>
        </p:nvSpPr>
        <p:spPr>
          <a:xfrm>
            <a:off x="4853013" y="1543956"/>
            <a:ext cx="3492600" cy="41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06" name="Shape 106"/>
        <p:cNvGrpSpPr/>
        <p:nvPr/>
      </p:nvGrpSpPr>
      <p:grpSpPr>
        <a:xfrm>
          <a:off x="0" y="0"/>
          <a:ext cx="0" cy="0"/>
          <a:chOff x="0" y="0"/>
          <a:chExt cx="0" cy="0"/>
        </a:xfrm>
      </p:grpSpPr>
      <p:pic>
        <p:nvPicPr>
          <p:cNvPr id="107" name="Google Shape;107;p15"/>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08" name="Google Shape;108;p15"/>
          <p:cNvGrpSpPr/>
          <p:nvPr/>
        </p:nvGrpSpPr>
        <p:grpSpPr>
          <a:xfrm>
            <a:off x="351451" y="298200"/>
            <a:ext cx="8441100" cy="4547100"/>
            <a:chOff x="313350" y="260150"/>
            <a:chExt cx="8441100" cy="4547100"/>
          </a:xfrm>
        </p:grpSpPr>
        <p:sp>
          <p:nvSpPr>
            <p:cNvPr id="109" name="Google Shape;109;p15"/>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0" name="Google Shape;110;p15"/>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1" name="Google Shape;111;p15"/>
          <p:cNvSpPr txBox="1"/>
          <p:nvPr>
            <p:ph type="title"/>
          </p:nvPr>
        </p:nvSpPr>
        <p:spPr>
          <a:xfrm>
            <a:off x="720000" y="2991988"/>
            <a:ext cx="3218700" cy="5949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12" name="Google Shape;112;p15"/>
          <p:cNvSpPr txBox="1"/>
          <p:nvPr>
            <p:ph idx="1" type="subTitle"/>
          </p:nvPr>
        </p:nvSpPr>
        <p:spPr>
          <a:xfrm>
            <a:off x="720000" y="3490063"/>
            <a:ext cx="3218700" cy="7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3" name="Google Shape;113;p15"/>
          <p:cNvSpPr/>
          <p:nvPr>
            <p:ph idx="2" type="pic"/>
          </p:nvPr>
        </p:nvSpPr>
        <p:spPr>
          <a:xfrm>
            <a:off x="5474800" y="519750"/>
            <a:ext cx="2954100" cy="4104000"/>
          </a:xfrm>
          <a:prstGeom prst="rect">
            <a:avLst/>
          </a:prstGeom>
          <a:noFill/>
          <a:ln>
            <a:noFill/>
          </a:ln>
        </p:spPr>
      </p:sp>
      <p:sp>
        <p:nvSpPr>
          <p:cNvPr id="114" name="Google Shape;114;p15"/>
          <p:cNvSpPr/>
          <p:nvPr>
            <p:ph idx="3" type="pic"/>
          </p:nvPr>
        </p:nvSpPr>
        <p:spPr>
          <a:xfrm>
            <a:off x="715100" y="535000"/>
            <a:ext cx="2541000" cy="1937100"/>
          </a:xfrm>
          <a:prstGeom prst="rect">
            <a:avLst/>
          </a:prstGeom>
          <a:noFill/>
          <a:ln>
            <a:noFill/>
          </a:ln>
        </p:spPr>
      </p:sp>
      <p:sp>
        <p:nvSpPr>
          <p:cNvPr id="115" name="Google Shape;115;p15"/>
          <p:cNvSpPr/>
          <p:nvPr>
            <p:ph idx="4" type="pic"/>
          </p:nvPr>
        </p:nvSpPr>
        <p:spPr>
          <a:xfrm>
            <a:off x="3346050" y="535000"/>
            <a:ext cx="2038800" cy="19371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116" name="Shape 116"/>
        <p:cNvGrpSpPr/>
        <p:nvPr/>
      </p:nvGrpSpPr>
      <p:grpSpPr>
        <a:xfrm>
          <a:off x="0" y="0"/>
          <a:ext cx="0" cy="0"/>
          <a:chOff x="0" y="0"/>
          <a:chExt cx="0" cy="0"/>
        </a:xfrm>
      </p:grpSpPr>
      <p:pic>
        <p:nvPicPr>
          <p:cNvPr id="117" name="Google Shape;117;p16"/>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18" name="Google Shape;118;p16"/>
          <p:cNvGrpSpPr/>
          <p:nvPr/>
        </p:nvGrpSpPr>
        <p:grpSpPr>
          <a:xfrm>
            <a:off x="351451" y="298200"/>
            <a:ext cx="8441100" cy="4547100"/>
            <a:chOff x="313350" y="260150"/>
            <a:chExt cx="8441100" cy="4547100"/>
          </a:xfrm>
        </p:grpSpPr>
        <p:sp>
          <p:nvSpPr>
            <p:cNvPr id="119" name="Google Shape;119;p16"/>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0" name="Google Shape;120;p16"/>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1" name="Google Shape;121;p16"/>
          <p:cNvSpPr txBox="1"/>
          <p:nvPr>
            <p:ph type="title"/>
          </p:nvPr>
        </p:nvSpPr>
        <p:spPr>
          <a:xfrm>
            <a:off x="717487" y="841750"/>
            <a:ext cx="3492900" cy="11184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22" name="Google Shape;122;p16"/>
          <p:cNvSpPr txBox="1"/>
          <p:nvPr>
            <p:ph idx="1" type="subTitle"/>
          </p:nvPr>
        </p:nvSpPr>
        <p:spPr>
          <a:xfrm>
            <a:off x="717487" y="3387350"/>
            <a:ext cx="3492900" cy="91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3" name="Google Shape;123;p16"/>
          <p:cNvSpPr/>
          <p:nvPr>
            <p:ph idx="2" type="pic"/>
          </p:nvPr>
        </p:nvSpPr>
        <p:spPr>
          <a:xfrm>
            <a:off x="5060512" y="535000"/>
            <a:ext cx="3366000" cy="40734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24" name="Shape 124"/>
        <p:cNvGrpSpPr/>
        <p:nvPr/>
      </p:nvGrpSpPr>
      <p:grpSpPr>
        <a:xfrm>
          <a:off x="0" y="0"/>
          <a:ext cx="0" cy="0"/>
          <a:chOff x="0" y="0"/>
          <a:chExt cx="0" cy="0"/>
        </a:xfrm>
      </p:grpSpPr>
      <p:pic>
        <p:nvPicPr>
          <p:cNvPr id="125" name="Google Shape;125;p17"/>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26" name="Google Shape;126;p17"/>
          <p:cNvGrpSpPr/>
          <p:nvPr/>
        </p:nvGrpSpPr>
        <p:grpSpPr>
          <a:xfrm>
            <a:off x="351450" y="298200"/>
            <a:ext cx="8441100" cy="4547100"/>
            <a:chOff x="313350" y="260150"/>
            <a:chExt cx="8441100" cy="4547100"/>
          </a:xfrm>
        </p:grpSpPr>
        <p:sp>
          <p:nvSpPr>
            <p:cNvPr id="127" name="Google Shape;127;p17"/>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8" name="Google Shape;128;p17"/>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9" name="Google Shape;129;p1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30" name="Google Shape;130;p17"/>
          <p:cNvSpPr txBox="1"/>
          <p:nvPr>
            <p:ph idx="1" type="body"/>
          </p:nvPr>
        </p:nvSpPr>
        <p:spPr>
          <a:xfrm>
            <a:off x="724175" y="1168500"/>
            <a:ext cx="3844500" cy="2523300"/>
          </a:xfrm>
          <a:prstGeom prst="rect">
            <a:avLst/>
          </a:prstGeom>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lt2"/>
              </a:buClr>
              <a:buSzPts val="1200"/>
              <a:buChar char="●"/>
              <a:defRPr/>
            </a:lvl1pPr>
            <a:lvl2pPr indent="-304800" lvl="1" marL="914400">
              <a:spcBef>
                <a:spcPts val="0"/>
              </a:spcBef>
              <a:spcAft>
                <a:spcPts val="0"/>
              </a:spcAft>
              <a:buSzPts val="1200"/>
              <a:buChar char="○"/>
              <a:defRPr/>
            </a:lvl2pPr>
            <a:lvl3pPr indent="-304800" lvl="2" marL="1371600">
              <a:spcBef>
                <a:spcPts val="0"/>
              </a:spcBef>
              <a:spcAft>
                <a:spcPts val="0"/>
              </a:spcAft>
              <a:buSzPts val="1200"/>
              <a:buChar char="■"/>
              <a:defRPr/>
            </a:lvl3pPr>
            <a:lvl4pPr indent="-304800" lvl="3" marL="1828800">
              <a:spcBef>
                <a:spcPts val="0"/>
              </a:spcBef>
              <a:spcAft>
                <a:spcPts val="0"/>
              </a:spcAft>
              <a:buSzPts val="1200"/>
              <a:buChar char="●"/>
              <a:defRPr/>
            </a:lvl4pPr>
            <a:lvl5pPr indent="-304800" lvl="4" marL="2286000">
              <a:spcBef>
                <a:spcPts val="0"/>
              </a:spcBef>
              <a:spcAft>
                <a:spcPts val="0"/>
              </a:spcAft>
              <a:buSzPts val="1200"/>
              <a:buChar char="○"/>
              <a:defRPr/>
            </a:lvl5pPr>
            <a:lvl6pPr indent="-304800" lvl="5" marL="2743200">
              <a:spcBef>
                <a:spcPts val="0"/>
              </a:spcBef>
              <a:spcAft>
                <a:spcPts val="0"/>
              </a:spcAft>
              <a:buSzPts val="1200"/>
              <a:buChar char="■"/>
              <a:defRPr/>
            </a:lvl6pPr>
            <a:lvl7pPr indent="-304800" lvl="6" marL="3200400">
              <a:spcBef>
                <a:spcPts val="0"/>
              </a:spcBef>
              <a:spcAft>
                <a:spcPts val="0"/>
              </a:spcAft>
              <a:buSzPts val="1200"/>
              <a:buChar char="●"/>
              <a:defRPr/>
            </a:lvl7pPr>
            <a:lvl8pPr indent="-304800" lvl="7" marL="3657600">
              <a:spcBef>
                <a:spcPts val="0"/>
              </a:spcBef>
              <a:spcAft>
                <a:spcPts val="0"/>
              </a:spcAft>
              <a:buSzPts val="1200"/>
              <a:buChar char="○"/>
              <a:defRPr/>
            </a:lvl8pPr>
            <a:lvl9pPr indent="-304800" lvl="8" marL="4114800">
              <a:spcBef>
                <a:spcPts val="0"/>
              </a:spcBef>
              <a:spcAft>
                <a:spcPts val="0"/>
              </a:spcAft>
              <a:buSzPts val="1200"/>
              <a:buChar char="■"/>
              <a:defRPr/>
            </a:lvl9pPr>
          </a:lstStyle>
          <a:p/>
        </p:txBody>
      </p:sp>
      <p:sp>
        <p:nvSpPr>
          <p:cNvPr id="131" name="Google Shape;131;p17"/>
          <p:cNvSpPr txBox="1"/>
          <p:nvPr>
            <p:ph idx="2" type="body"/>
          </p:nvPr>
        </p:nvSpPr>
        <p:spPr>
          <a:xfrm>
            <a:off x="4575326" y="1168500"/>
            <a:ext cx="3844500" cy="25233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lt2"/>
              </a:buClr>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8">
    <p:spTree>
      <p:nvGrpSpPr>
        <p:cNvPr id="132" name="Shape 132"/>
        <p:cNvGrpSpPr/>
        <p:nvPr/>
      </p:nvGrpSpPr>
      <p:grpSpPr>
        <a:xfrm>
          <a:off x="0" y="0"/>
          <a:ext cx="0" cy="0"/>
          <a:chOff x="0" y="0"/>
          <a:chExt cx="0" cy="0"/>
        </a:xfrm>
      </p:grpSpPr>
      <p:pic>
        <p:nvPicPr>
          <p:cNvPr id="133" name="Google Shape;133;p18"/>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34" name="Google Shape;134;p18"/>
          <p:cNvGrpSpPr/>
          <p:nvPr/>
        </p:nvGrpSpPr>
        <p:grpSpPr>
          <a:xfrm>
            <a:off x="351451" y="298200"/>
            <a:ext cx="8441100" cy="4547100"/>
            <a:chOff x="313350" y="260150"/>
            <a:chExt cx="8441100" cy="4547100"/>
          </a:xfrm>
        </p:grpSpPr>
        <p:sp>
          <p:nvSpPr>
            <p:cNvPr id="135" name="Google Shape;135;p18"/>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6" name="Google Shape;136;p18"/>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7" name="Google Shape;13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38" name="Google Shape;138;p18"/>
          <p:cNvSpPr txBox="1"/>
          <p:nvPr>
            <p:ph idx="1" type="subTitle"/>
          </p:nvPr>
        </p:nvSpPr>
        <p:spPr>
          <a:xfrm>
            <a:off x="715100" y="1289950"/>
            <a:ext cx="7704000" cy="77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39" name="Google Shape;139;p18"/>
          <p:cNvSpPr txBox="1"/>
          <p:nvPr>
            <p:ph idx="2" type="subTitle"/>
          </p:nvPr>
        </p:nvSpPr>
        <p:spPr>
          <a:xfrm>
            <a:off x="715100" y="2179650"/>
            <a:ext cx="7704000" cy="131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40" name="Google Shape;140;p18"/>
          <p:cNvSpPr txBox="1"/>
          <p:nvPr>
            <p:ph idx="3" type="subTitle"/>
          </p:nvPr>
        </p:nvSpPr>
        <p:spPr>
          <a:xfrm>
            <a:off x="715100" y="3611150"/>
            <a:ext cx="7704000" cy="9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
    <p:spTree>
      <p:nvGrpSpPr>
        <p:cNvPr id="141" name="Shape 141"/>
        <p:cNvGrpSpPr/>
        <p:nvPr/>
      </p:nvGrpSpPr>
      <p:grpSpPr>
        <a:xfrm>
          <a:off x="0" y="0"/>
          <a:ext cx="0" cy="0"/>
          <a:chOff x="0" y="0"/>
          <a:chExt cx="0" cy="0"/>
        </a:xfrm>
      </p:grpSpPr>
      <p:pic>
        <p:nvPicPr>
          <p:cNvPr id="142" name="Google Shape;142;p19"/>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43" name="Google Shape;143;p19"/>
          <p:cNvGrpSpPr/>
          <p:nvPr/>
        </p:nvGrpSpPr>
        <p:grpSpPr>
          <a:xfrm>
            <a:off x="351451" y="298200"/>
            <a:ext cx="8441100" cy="4547100"/>
            <a:chOff x="313350" y="260150"/>
            <a:chExt cx="8441100" cy="4547100"/>
          </a:xfrm>
        </p:grpSpPr>
        <p:sp>
          <p:nvSpPr>
            <p:cNvPr id="144" name="Google Shape;144;p19"/>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5" name="Google Shape;145;p19"/>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46" name="Google Shape;146;p1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47" name="Google Shape;147;p19"/>
          <p:cNvSpPr txBox="1"/>
          <p:nvPr>
            <p:ph idx="1" type="subTitle"/>
          </p:nvPr>
        </p:nvSpPr>
        <p:spPr>
          <a:xfrm>
            <a:off x="1005776" y="2637629"/>
            <a:ext cx="2213100" cy="16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8" name="Google Shape;148;p19"/>
          <p:cNvSpPr txBox="1"/>
          <p:nvPr>
            <p:ph idx="2" type="subTitle"/>
          </p:nvPr>
        </p:nvSpPr>
        <p:spPr>
          <a:xfrm>
            <a:off x="3469050" y="2637627"/>
            <a:ext cx="2209500" cy="16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9" name="Google Shape;149;p19"/>
          <p:cNvSpPr txBox="1"/>
          <p:nvPr>
            <p:ph idx="3" type="subTitle"/>
          </p:nvPr>
        </p:nvSpPr>
        <p:spPr>
          <a:xfrm>
            <a:off x="5928724" y="2637627"/>
            <a:ext cx="2209500" cy="16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0" name="Google Shape;150;p19"/>
          <p:cNvSpPr txBox="1"/>
          <p:nvPr>
            <p:ph idx="4" type="subTitle"/>
          </p:nvPr>
        </p:nvSpPr>
        <p:spPr>
          <a:xfrm>
            <a:off x="1005776" y="2339589"/>
            <a:ext cx="22095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51" name="Google Shape;151;p19"/>
          <p:cNvSpPr txBox="1"/>
          <p:nvPr>
            <p:ph idx="5" type="subTitle"/>
          </p:nvPr>
        </p:nvSpPr>
        <p:spPr>
          <a:xfrm>
            <a:off x="3467250" y="2339589"/>
            <a:ext cx="22095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52" name="Google Shape;152;p19"/>
          <p:cNvSpPr txBox="1"/>
          <p:nvPr>
            <p:ph idx="6" type="subTitle"/>
          </p:nvPr>
        </p:nvSpPr>
        <p:spPr>
          <a:xfrm>
            <a:off x="5928724" y="2339589"/>
            <a:ext cx="2209500" cy="37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53" name="Shape 153"/>
        <p:cNvGrpSpPr/>
        <p:nvPr/>
      </p:nvGrpSpPr>
      <p:grpSpPr>
        <a:xfrm>
          <a:off x="0" y="0"/>
          <a:ext cx="0" cy="0"/>
          <a:chOff x="0" y="0"/>
          <a:chExt cx="0" cy="0"/>
        </a:xfrm>
      </p:grpSpPr>
      <p:pic>
        <p:nvPicPr>
          <p:cNvPr id="154" name="Google Shape;154;p20"/>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55" name="Google Shape;155;p20"/>
          <p:cNvGrpSpPr/>
          <p:nvPr/>
        </p:nvGrpSpPr>
        <p:grpSpPr>
          <a:xfrm>
            <a:off x="351451" y="298200"/>
            <a:ext cx="8441100" cy="4547100"/>
            <a:chOff x="313350" y="260150"/>
            <a:chExt cx="8441100" cy="4547100"/>
          </a:xfrm>
        </p:grpSpPr>
        <p:sp>
          <p:nvSpPr>
            <p:cNvPr id="156" name="Google Shape;156;p20"/>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7" name="Google Shape;157;p20"/>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58" name="Google Shape;158;p2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59" name="Google Shape;159;p20"/>
          <p:cNvSpPr txBox="1"/>
          <p:nvPr>
            <p:ph idx="1" type="subTitle"/>
          </p:nvPr>
        </p:nvSpPr>
        <p:spPr>
          <a:xfrm>
            <a:off x="731520" y="1522750"/>
            <a:ext cx="3775500" cy="438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2pPr>
            <a:lvl3pPr lvl="2"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3pPr>
            <a:lvl4pPr lvl="3"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4pPr>
            <a:lvl5pPr lvl="4"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5pPr>
            <a:lvl6pPr lvl="5"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6pPr>
            <a:lvl7pPr lvl="6"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7pPr>
            <a:lvl8pPr lvl="7"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8pPr>
            <a:lvl9pPr lvl="8"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9pPr>
          </a:lstStyle>
          <a:p/>
        </p:txBody>
      </p:sp>
      <p:sp>
        <p:nvSpPr>
          <p:cNvPr id="160" name="Google Shape;160;p20"/>
          <p:cNvSpPr txBox="1"/>
          <p:nvPr>
            <p:ph idx="2" type="subTitle"/>
          </p:nvPr>
        </p:nvSpPr>
        <p:spPr>
          <a:xfrm>
            <a:off x="731522" y="1896249"/>
            <a:ext cx="37755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1" name="Google Shape;161;p20"/>
          <p:cNvSpPr txBox="1"/>
          <p:nvPr>
            <p:ph idx="3" type="subTitle"/>
          </p:nvPr>
        </p:nvSpPr>
        <p:spPr>
          <a:xfrm>
            <a:off x="4636980" y="1896249"/>
            <a:ext cx="37755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2" name="Google Shape;162;p20"/>
          <p:cNvSpPr txBox="1"/>
          <p:nvPr>
            <p:ph idx="4" type="subTitle"/>
          </p:nvPr>
        </p:nvSpPr>
        <p:spPr>
          <a:xfrm>
            <a:off x="731522" y="3468078"/>
            <a:ext cx="37755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3" name="Google Shape;163;p20"/>
          <p:cNvSpPr txBox="1"/>
          <p:nvPr>
            <p:ph idx="5" type="subTitle"/>
          </p:nvPr>
        </p:nvSpPr>
        <p:spPr>
          <a:xfrm>
            <a:off x="4636980" y="3468078"/>
            <a:ext cx="3775500" cy="91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4" name="Google Shape;164;p20"/>
          <p:cNvSpPr txBox="1"/>
          <p:nvPr>
            <p:ph idx="6" type="subTitle"/>
          </p:nvPr>
        </p:nvSpPr>
        <p:spPr>
          <a:xfrm>
            <a:off x="731520" y="3094579"/>
            <a:ext cx="3775500" cy="438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2pPr>
            <a:lvl3pPr lvl="2"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3pPr>
            <a:lvl4pPr lvl="3"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4pPr>
            <a:lvl5pPr lvl="4"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5pPr>
            <a:lvl6pPr lvl="5"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6pPr>
            <a:lvl7pPr lvl="6"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7pPr>
            <a:lvl8pPr lvl="7"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8pPr>
            <a:lvl9pPr lvl="8"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9pPr>
          </a:lstStyle>
          <a:p/>
        </p:txBody>
      </p:sp>
      <p:sp>
        <p:nvSpPr>
          <p:cNvPr id="165" name="Google Shape;165;p20"/>
          <p:cNvSpPr txBox="1"/>
          <p:nvPr>
            <p:ph idx="7" type="subTitle"/>
          </p:nvPr>
        </p:nvSpPr>
        <p:spPr>
          <a:xfrm>
            <a:off x="4636977" y="1522750"/>
            <a:ext cx="3775500" cy="438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2pPr>
            <a:lvl3pPr lvl="2"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3pPr>
            <a:lvl4pPr lvl="3"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4pPr>
            <a:lvl5pPr lvl="4"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5pPr>
            <a:lvl6pPr lvl="5"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6pPr>
            <a:lvl7pPr lvl="6"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7pPr>
            <a:lvl8pPr lvl="7"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8pPr>
            <a:lvl9pPr lvl="8"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9pPr>
          </a:lstStyle>
          <a:p/>
        </p:txBody>
      </p:sp>
      <p:sp>
        <p:nvSpPr>
          <p:cNvPr id="166" name="Google Shape;166;p20"/>
          <p:cNvSpPr txBox="1"/>
          <p:nvPr>
            <p:ph idx="8" type="subTitle"/>
          </p:nvPr>
        </p:nvSpPr>
        <p:spPr>
          <a:xfrm>
            <a:off x="4636977" y="3094579"/>
            <a:ext cx="3775500" cy="438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2pPr>
            <a:lvl3pPr lvl="2"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3pPr>
            <a:lvl4pPr lvl="3"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4pPr>
            <a:lvl5pPr lvl="4"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5pPr>
            <a:lvl6pPr lvl="5"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6pPr>
            <a:lvl7pPr lvl="6"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7pPr>
            <a:lvl8pPr lvl="7"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8pPr>
            <a:lvl9pPr lvl="8" rtl="0" algn="ctr">
              <a:lnSpc>
                <a:spcPct val="100000"/>
              </a:lnSpc>
              <a:spcBef>
                <a:spcPts val="0"/>
              </a:spcBef>
              <a:spcAft>
                <a:spcPts val="0"/>
              </a:spcAft>
              <a:buClr>
                <a:schemeClr val="dk1"/>
              </a:buClr>
              <a:buSzPts val="2400"/>
              <a:buFont typeface="Frank Ruhl Libre"/>
              <a:buNone/>
              <a:defRPr sz="2400">
                <a:solidFill>
                  <a:schemeClr val="dk1"/>
                </a:solidFill>
                <a:latin typeface="Frank Ruhl Libre"/>
                <a:ea typeface="Frank Ruhl Libre"/>
                <a:cs typeface="Frank Ruhl Libre"/>
                <a:sym typeface="Frank Ruhl Libr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7" name="Shape 167"/>
        <p:cNvGrpSpPr/>
        <p:nvPr/>
      </p:nvGrpSpPr>
      <p:grpSpPr>
        <a:xfrm>
          <a:off x="0" y="0"/>
          <a:ext cx="0" cy="0"/>
          <a:chOff x="0" y="0"/>
          <a:chExt cx="0" cy="0"/>
        </a:xfrm>
      </p:grpSpPr>
      <p:pic>
        <p:nvPicPr>
          <p:cNvPr id="168" name="Google Shape;168;p21"/>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69" name="Google Shape;169;p21"/>
          <p:cNvGrpSpPr/>
          <p:nvPr/>
        </p:nvGrpSpPr>
        <p:grpSpPr>
          <a:xfrm>
            <a:off x="351451" y="298200"/>
            <a:ext cx="8441100" cy="4547100"/>
            <a:chOff x="313350" y="260150"/>
            <a:chExt cx="8441100" cy="4547100"/>
          </a:xfrm>
        </p:grpSpPr>
        <p:sp>
          <p:nvSpPr>
            <p:cNvPr id="170" name="Google Shape;170;p21"/>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1" name="Google Shape;171;p21"/>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72" name="Google Shape;172;p2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73" name="Google Shape;173;p21"/>
          <p:cNvSpPr txBox="1"/>
          <p:nvPr>
            <p:ph idx="1" type="subTitle"/>
          </p:nvPr>
        </p:nvSpPr>
        <p:spPr>
          <a:xfrm>
            <a:off x="731050" y="1549655"/>
            <a:ext cx="32034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21"/>
          <p:cNvSpPr txBox="1"/>
          <p:nvPr>
            <p:ph idx="2" type="subTitle"/>
          </p:nvPr>
        </p:nvSpPr>
        <p:spPr>
          <a:xfrm>
            <a:off x="728674" y="2701075"/>
            <a:ext cx="32034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5" name="Google Shape;175;p21"/>
          <p:cNvSpPr txBox="1"/>
          <p:nvPr>
            <p:ph idx="3" type="subTitle"/>
          </p:nvPr>
        </p:nvSpPr>
        <p:spPr>
          <a:xfrm>
            <a:off x="731050" y="3852494"/>
            <a:ext cx="32073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6" name="Google Shape;176;p21"/>
          <p:cNvSpPr txBox="1"/>
          <p:nvPr>
            <p:ph idx="4" type="subTitle"/>
          </p:nvPr>
        </p:nvSpPr>
        <p:spPr>
          <a:xfrm>
            <a:off x="5216702" y="3852494"/>
            <a:ext cx="32073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7" name="Google Shape;177;p21"/>
          <p:cNvSpPr txBox="1"/>
          <p:nvPr>
            <p:ph idx="5" type="subTitle"/>
          </p:nvPr>
        </p:nvSpPr>
        <p:spPr>
          <a:xfrm>
            <a:off x="5216702" y="1549655"/>
            <a:ext cx="32034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8" name="Google Shape;178;p21"/>
          <p:cNvSpPr txBox="1"/>
          <p:nvPr>
            <p:ph idx="6" type="subTitle"/>
          </p:nvPr>
        </p:nvSpPr>
        <p:spPr>
          <a:xfrm>
            <a:off x="5216702" y="2701075"/>
            <a:ext cx="3203400" cy="75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9" name="Google Shape;179;p21"/>
          <p:cNvSpPr txBox="1"/>
          <p:nvPr>
            <p:ph idx="7" type="subTitle"/>
          </p:nvPr>
        </p:nvSpPr>
        <p:spPr>
          <a:xfrm>
            <a:off x="731056" y="1270375"/>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80" name="Google Shape;180;p21"/>
          <p:cNvSpPr txBox="1"/>
          <p:nvPr>
            <p:ph idx="8" type="subTitle"/>
          </p:nvPr>
        </p:nvSpPr>
        <p:spPr>
          <a:xfrm>
            <a:off x="728679" y="2421638"/>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81" name="Google Shape;181;p21"/>
          <p:cNvSpPr txBox="1"/>
          <p:nvPr>
            <p:ph idx="9" type="subTitle"/>
          </p:nvPr>
        </p:nvSpPr>
        <p:spPr>
          <a:xfrm>
            <a:off x="5216702" y="1270375"/>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82" name="Google Shape;182;p21"/>
          <p:cNvSpPr txBox="1"/>
          <p:nvPr>
            <p:ph idx="13" type="subTitle"/>
          </p:nvPr>
        </p:nvSpPr>
        <p:spPr>
          <a:xfrm>
            <a:off x="731056" y="3576129"/>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83" name="Google Shape;183;p21"/>
          <p:cNvSpPr txBox="1"/>
          <p:nvPr>
            <p:ph idx="14" type="subTitle"/>
          </p:nvPr>
        </p:nvSpPr>
        <p:spPr>
          <a:xfrm>
            <a:off x="5216702" y="3576129"/>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
        <p:nvSpPr>
          <p:cNvPr id="184" name="Google Shape;184;p21"/>
          <p:cNvSpPr txBox="1"/>
          <p:nvPr>
            <p:ph idx="15" type="subTitle"/>
          </p:nvPr>
        </p:nvSpPr>
        <p:spPr>
          <a:xfrm>
            <a:off x="5216702" y="2421641"/>
            <a:ext cx="3207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Frank Ruhl Libre"/>
              <a:buNone/>
              <a:defRPr sz="1800">
                <a:solidFill>
                  <a:schemeClr val="dk1"/>
                </a:solidFill>
                <a:latin typeface="Frank Ruhl Libre"/>
                <a:ea typeface="Frank Ruhl Libre"/>
                <a:cs typeface="Frank Ruhl Libre"/>
                <a:sym typeface="Frank Ruhl Libre"/>
              </a:defRPr>
            </a:lvl1pPr>
            <a:lvl2pPr lvl="1"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2pPr>
            <a:lvl3pPr lvl="2"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3pPr>
            <a:lvl4pPr lvl="3"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4pPr>
            <a:lvl5pPr lvl="4"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5pPr>
            <a:lvl6pPr lvl="5"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6pPr>
            <a:lvl7pPr lvl="6"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7pPr>
            <a:lvl8pPr lvl="7"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8pPr>
            <a:lvl9pPr lvl="8" rtl="0" algn="ctr">
              <a:lnSpc>
                <a:spcPct val="100000"/>
              </a:lnSpc>
              <a:spcBef>
                <a:spcPts val="0"/>
              </a:spcBef>
              <a:spcAft>
                <a:spcPts val="0"/>
              </a:spcAft>
              <a:buSzPts val="2400"/>
              <a:buFont typeface="Frank Ruhl Libre"/>
              <a:buNone/>
              <a:defRPr sz="2400">
                <a:latin typeface="Frank Ruhl Libre"/>
                <a:ea typeface="Frank Ruhl Libre"/>
                <a:cs typeface="Frank Ruhl Libre"/>
                <a:sym typeface="Frank Ruhl Libr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85" name="Shape 185"/>
        <p:cNvGrpSpPr/>
        <p:nvPr/>
      </p:nvGrpSpPr>
      <p:grpSpPr>
        <a:xfrm>
          <a:off x="0" y="0"/>
          <a:ext cx="0" cy="0"/>
          <a:chOff x="0" y="0"/>
          <a:chExt cx="0" cy="0"/>
        </a:xfrm>
      </p:grpSpPr>
      <p:pic>
        <p:nvPicPr>
          <p:cNvPr id="186" name="Google Shape;186;p22"/>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87" name="Google Shape;187;p22"/>
          <p:cNvGrpSpPr/>
          <p:nvPr/>
        </p:nvGrpSpPr>
        <p:grpSpPr>
          <a:xfrm>
            <a:off x="351451" y="298200"/>
            <a:ext cx="8441100" cy="4547100"/>
            <a:chOff x="313350" y="260150"/>
            <a:chExt cx="8441100" cy="4547100"/>
          </a:xfrm>
        </p:grpSpPr>
        <p:sp>
          <p:nvSpPr>
            <p:cNvPr id="188" name="Google Shape;188;p22"/>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9" name="Google Shape;189;p22"/>
            <p:cNvSpPr/>
            <p:nvPr/>
          </p:nvSpPr>
          <p:spPr>
            <a:xfrm>
              <a:off x="389550" y="3363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90" name="Google Shape;190;p22"/>
          <p:cNvSpPr txBox="1"/>
          <p:nvPr>
            <p:ph type="ctrTitle"/>
          </p:nvPr>
        </p:nvSpPr>
        <p:spPr>
          <a:xfrm>
            <a:off x="715100" y="517425"/>
            <a:ext cx="3319200" cy="9978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1" name="Google Shape;191;p22"/>
          <p:cNvSpPr txBox="1"/>
          <p:nvPr>
            <p:ph idx="1" type="subTitle"/>
          </p:nvPr>
        </p:nvSpPr>
        <p:spPr>
          <a:xfrm>
            <a:off x="715100" y="1475950"/>
            <a:ext cx="3319200" cy="109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2" name="Google Shape;192;p22"/>
          <p:cNvSpPr txBox="1"/>
          <p:nvPr/>
        </p:nvSpPr>
        <p:spPr>
          <a:xfrm>
            <a:off x="720850" y="3988550"/>
            <a:ext cx="3808800" cy="619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dk1"/>
                </a:solidFill>
                <a:latin typeface="Chivo Medium"/>
                <a:ea typeface="Chivo Medium"/>
                <a:cs typeface="Chivo Medium"/>
                <a:sym typeface="Chivo Medium"/>
              </a:rPr>
              <a:t>CREDITS:</a:t>
            </a:r>
            <a:r>
              <a:rPr lang="en" sz="1000">
                <a:solidFill>
                  <a:schemeClr val="dk1"/>
                </a:solidFill>
                <a:latin typeface="Chivo"/>
                <a:ea typeface="Chivo"/>
                <a:cs typeface="Chivo"/>
                <a:sym typeface="Chivo"/>
              </a:rPr>
              <a:t> This presentation template was created by </a:t>
            </a:r>
            <a:r>
              <a:rPr b="1" lang="en" sz="1000" u="sng">
                <a:solidFill>
                  <a:schemeClr val="dk1"/>
                </a:solidFill>
                <a:latin typeface="Chivo"/>
                <a:ea typeface="Chivo"/>
                <a:cs typeface="Chivo"/>
                <a:sym typeface="Chivo"/>
                <a:hlinkClick r:id="rId3">
                  <a:extLst>
                    <a:ext uri="{A12FA001-AC4F-418D-AE19-62706E023703}">
                      <ahyp:hlinkClr val="tx"/>
                    </a:ext>
                  </a:extLst>
                </a:hlinkClick>
              </a:rPr>
              <a:t>Slidesgo</a:t>
            </a:r>
            <a:r>
              <a:rPr b="1" lang="en" sz="1000" u="sng">
                <a:solidFill>
                  <a:schemeClr val="dk1"/>
                </a:solidFill>
                <a:latin typeface="Chivo"/>
                <a:ea typeface="Chivo"/>
                <a:cs typeface="Chivo"/>
                <a:sym typeface="Chivo"/>
              </a:rPr>
              <a:t>,</a:t>
            </a:r>
            <a:r>
              <a:rPr b="1" lang="en" sz="1000">
                <a:solidFill>
                  <a:schemeClr val="dk1"/>
                </a:solidFill>
                <a:latin typeface="Chivo"/>
                <a:ea typeface="Chivo"/>
                <a:cs typeface="Chivo"/>
                <a:sym typeface="Chivo"/>
              </a:rPr>
              <a:t> </a:t>
            </a:r>
            <a:r>
              <a:rPr lang="en" sz="1000">
                <a:solidFill>
                  <a:schemeClr val="dk1"/>
                </a:solidFill>
                <a:latin typeface="Chivo"/>
                <a:ea typeface="Chivo"/>
                <a:cs typeface="Chivo"/>
                <a:sym typeface="Chivo"/>
              </a:rPr>
              <a:t>and includes </a:t>
            </a:r>
            <a:r>
              <a:rPr lang="en" sz="1000">
                <a:solidFill>
                  <a:schemeClr val="dk1"/>
                </a:solidFill>
                <a:latin typeface="Chivo"/>
                <a:ea typeface="Chivo"/>
                <a:cs typeface="Chivo"/>
                <a:sym typeface="Chivo"/>
              </a:rPr>
              <a:t>icons by </a:t>
            </a:r>
            <a:r>
              <a:rPr b="1" lang="en" sz="1000" u="sng">
                <a:solidFill>
                  <a:schemeClr val="dk1"/>
                </a:solidFill>
                <a:latin typeface="Chivo"/>
                <a:ea typeface="Chivo"/>
                <a:cs typeface="Chivo"/>
                <a:sym typeface="Chivo"/>
                <a:hlinkClick r:id="rId4">
                  <a:extLst>
                    <a:ext uri="{A12FA001-AC4F-418D-AE19-62706E023703}">
                      <ahyp:hlinkClr val="tx"/>
                    </a:ext>
                  </a:extLst>
                </a:hlinkClick>
              </a:rPr>
              <a:t>Flaticon</a:t>
            </a:r>
            <a:r>
              <a:rPr b="1" lang="en" sz="1000">
                <a:solidFill>
                  <a:schemeClr val="dk1"/>
                </a:solidFill>
                <a:latin typeface="Chivo"/>
                <a:ea typeface="Chivo"/>
                <a:cs typeface="Chivo"/>
                <a:sym typeface="Chivo"/>
              </a:rPr>
              <a:t> </a:t>
            </a:r>
            <a:r>
              <a:rPr lang="en" sz="1000">
                <a:solidFill>
                  <a:schemeClr val="dk1"/>
                </a:solidFill>
                <a:latin typeface="Chivo"/>
                <a:ea typeface="Chivo"/>
                <a:cs typeface="Chivo"/>
                <a:sym typeface="Chivo"/>
              </a:rPr>
              <a:t>and infographics &amp; images by </a:t>
            </a:r>
            <a:r>
              <a:rPr b="1" lang="en" sz="1000" u="sng">
                <a:solidFill>
                  <a:schemeClr val="dk1"/>
                </a:solidFill>
                <a:latin typeface="Chivo"/>
                <a:ea typeface="Chivo"/>
                <a:cs typeface="Chivo"/>
                <a:sym typeface="Chivo"/>
                <a:hlinkClick r:id="rId5">
                  <a:extLst>
                    <a:ext uri="{A12FA001-AC4F-418D-AE19-62706E023703}">
                      <ahyp:hlinkClr val="tx"/>
                    </a:ext>
                  </a:extLst>
                </a:hlinkClick>
              </a:rPr>
              <a:t>Freepik</a:t>
            </a:r>
            <a:r>
              <a:rPr lang="en" sz="1000">
                <a:solidFill>
                  <a:schemeClr val="dk1"/>
                </a:solidFill>
                <a:latin typeface="Chivo"/>
                <a:ea typeface="Chivo"/>
                <a:cs typeface="Chivo"/>
                <a:sym typeface="Chivo"/>
              </a:rPr>
              <a:t> and illustrations by </a:t>
            </a:r>
            <a:r>
              <a:rPr b="1" lang="en" sz="1000" u="sng">
                <a:solidFill>
                  <a:schemeClr val="hlink"/>
                </a:solidFill>
                <a:latin typeface="Chivo"/>
                <a:ea typeface="Chivo"/>
                <a:cs typeface="Chivo"/>
                <a:sym typeface="Chivo"/>
                <a:hlinkClick r:id="rId6"/>
              </a:rPr>
              <a:t>Storyset</a:t>
            </a:r>
            <a:endParaRPr b="1" sz="1100" u="sng">
              <a:solidFill>
                <a:schemeClr val="dk1"/>
              </a:solidFill>
              <a:highlight>
                <a:srgbClr val="DFDEFC"/>
              </a:highlight>
              <a:latin typeface="Chivo"/>
              <a:ea typeface="Chivo"/>
              <a:cs typeface="Chivo"/>
              <a:sym typeface="Chivo"/>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93" name="Shape 193"/>
        <p:cNvGrpSpPr/>
        <p:nvPr/>
      </p:nvGrpSpPr>
      <p:grpSpPr>
        <a:xfrm>
          <a:off x="0" y="0"/>
          <a:ext cx="0" cy="0"/>
          <a:chOff x="0" y="0"/>
          <a:chExt cx="0" cy="0"/>
        </a:xfrm>
      </p:grpSpPr>
      <p:pic>
        <p:nvPicPr>
          <p:cNvPr id="194" name="Google Shape;194;p23"/>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sp>
        <p:nvSpPr>
          <p:cNvPr id="195" name="Google Shape;195;p23"/>
          <p:cNvSpPr/>
          <p:nvPr/>
        </p:nvSpPr>
        <p:spPr>
          <a:xfrm>
            <a:off x="344650" y="282700"/>
            <a:ext cx="8454600" cy="4578000"/>
          </a:xfrm>
          <a:prstGeom prst="bevel">
            <a:avLst>
              <a:gd fmla="val 1587"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96" name="Shape 196"/>
        <p:cNvGrpSpPr/>
        <p:nvPr/>
      </p:nvGrpSpPr>
      <p:grpSpPr>
        <a:xfrm>
          <a:off x="0" y="0"/>
          <a:ext cx="0" cy="0"/>
          <a:chOff x="0" y="0"/>
          <a:chExt cx="0" cy="0"/>
        </a:xfrm>
      </p:grpSpPr>
      <p:pic>
        <p:nvPicPr>
          <p:cNvPr id="197" name="Google Shape;197;p24"/>
          <p:cNvPicPr preferRelativeResize="0"/>
          <p:nvPr/>
        </p:nvPicPr>
        <p:blipFill rotWithShape="1">
          <a:blip r:embed="rId2">
            <a:alphaModFix amt="40000"/>
          </a:blip>
          <a:srcRect b="7805" l="-140" r="-160" t="7813"/>
          <a:stretch/>
        </p:blipFill>
        <p:spPr>
          <a:xfrm>
            <a:off x="-14400" y="0"/>
            <a:ext cx="9172803" cy="5143501"/>
          </a:xfrm>
          <a:prstGeom prst="rect">
            <a:avLst/>
          </a:prstGeom>
          <a:noFill/>
          <a:ln>
            <a:noFill/>
          </a:ln>
        </p:spPr>
      </p:pic>
      <p:grpSp>
        <p:nvGrpSpPr>
          <p:cNvPr id="198" name="Google Shape;198;p24"/>
          <p:cNvGrpSpPr/>
          <p:nvPr/>
        </p:nvGrpSpPr>
        <p:grpSpPr>
          <a:xfrm>
            <a:off x="351450" y="298200"/>
            <a:ext cx="8441100" cy="4547100"/>
            <a:chOff x="275251" y="222000"/>
            <a:chExt cx="8441100" cy="4547100"/>
          </a:xfrm>
        </p:grpSpPr>
        <p:grpSp>
          <p:nvGrpSpPr>
            <p:cNvPr id="199" name="Google Shape;199;p24"/>
            <p:cNvGrpSpPr/>
            <p:nvPr/>
          </p:nvGrpSpPr>
          <p:grpSpPr>
            <a:xfrm>
              <a:off x="351451" y="222000"/>
              <a:ext cx="8364900" cy="4547100"/>
              <a:chOff x="313350" y="183950"/>
              <a:chExt cx="8364900" cy="4547100"/>
            </a:xfrm>
          </p:grpSpPr>
          <p:sp>
            <p:nvSpPr>
              <p:cNvPr id="200" name="Google Shape;200;p24"/>
              <p:cNvSpPr/>
              <p:nvPr/>
            </p:nvSpPr>
            <p:spPr>
              <a:xfrm>
                <a:off x="313350" y="2601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1" name="Google Shape;201;p24"/>
              <p:cNvSpPr/>
              <p:nvPr/>
            </p:nvSpPr>
            <p:spPr>
              <a:xfrm>
                <a:off x="313350" y="18395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02" name="Google Shape;202;p24"/>
            <p:cNvSpPr/>
            <p:nvPr/>
          </p:nvSpPr>
          <p:spPr>
            <a:xfrm>
              <a:off x="275251" y="22200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3" name="Google Shape;203;p24"/>
            <p:cNvSpPr/>
            <p:nvPr/>
          </p:nvSpPr>
          <p:spPr>
            <a:xfrm>
              <a:off x="275251" y="298200"/>
              <a:ext cx="8364900" cy="4470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7" name="Shape 20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8" name="Shape 208"/>
        <p:cNvGrpSpPr/>
        <p:nvPr/>
      </p:nvGrpSpPr>
      <p:grpSpPr>
        <a:xfrm>
          <a:off x="0" y="0"/>
          <a:ext cx="0" cy="0"/>
          <a:chOff x="0" y="0"/>
          <a:chExt cx="0" cy="0"/>
        </a:xfrm>
      </p:grpSpPr>
      <p:sp>
        <p:nvSpPr>
          <p:cNvPr id="209" name="Google Shape;209;p2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1pPr>
            <a:lvl2pPr lvl="1"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2pPr>
            <a:lvl3pPr lvl="2"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3pPr>
            <a:lvl4pPr lvl="3"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4pPr>
            <a:lvl5pPr lvl="4"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5pPr>
            <a:lvl6pPr lvl="5"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6pPr>
            <a:lvl7pPr lvl="6"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7pPr>
            <a:lvl8pPr lvl="7"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8pPr>
            <a:lvl9pPr lvl="8" rtl="0">
              <a:spcBef>
                <a:spcPts val="0"/>
              </a:spcBef>
              <a:spcAft>
                <a:spcPts val="0"/>
              </a:spcAft>
              <a:buClr>
                <a:schemeClr val="dk1"/>
              </a:buClr>
              <a:buSzPts val="3300"/>
              <a:buFont typeface="Frank Ruhl Libre"/>
              <a:buNone/>
              <a:defRPr sz="3300">
                <a:solidFill>
                  <a:schemeClr val="dk1"/>
                </a:solidFill>
                <a:latin typeface="Frank Ruhl Libre"/>
                <a:ea typeface="Frank Ruhl Libre"/>
                <a:cs typeface="Frank Ruhl Libre"/>
                <a:sym typeface="Frank Ruhl Libr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1pPr>
            <a:lvl2pPr indent="-304800" lvl="1" marL="9144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2pPr>
            <a:lvl3pPr indent="-304800" lvl="2" marL="13716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3pPr>
            <a:lvl4pPr indent="-304800" lvl="3" marL="18288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4pPr>
            <a:lvl5pPr indent="-304800" lvl="4" marL="22860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5pPr>
            <a:lvl6pPr indent="-304800" lvl="5" marL="27432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6pPr>
            <a:lvl7pPr indent="-304800" lvl="6" marL="32004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7pPr>
            <a:lvl8pPr indent="-304800" lvl="7" marL="36576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8pPr>
            <a:lvl9pPr indent="-304800" lvl="8" marL="4114800">
              <a:lnSpc>
                <a:spcPct val="100000"/>
              </a:lnSpc>
              <a:spcBef>
                <a:spcPts val="0"/>
              </a:spcBef>
              <a:spcAft>
                <a:spcPts val="0"/>
              </a:spcAft>
              <a:buClr>
                <a:schemeClr val="dk1"/>
              </a:buClr>
              <a:buSzPts val="1200"/>
              <a:buFont typeface="Chivo"/>
              <a:buChar char="■"/>
              <a:defRPr sz="1200">
                <a:solidFill>
                  <a:schemeClr val="dk1"/>
                </a:solidFill>
                <a:latin typeface="Chivo"/>
                <a:ea typeface="Chivo"/>
                <a:cs typeface="Chivo"/>
                <a:sym typeface="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4" name="Shape 204"/>
        <p:cNvGrpSpPr/>
        <p:nvPr/>
      </p:nvGrpSpPr>
      <p:grpSpPr>
        <a:xfrm>
          <a:off x="0" y="0"/>
          <a:ext cx="0" cy="0"/>
          <a:chOff x="0" y="0"/>
          <a:chExt cx="0" cy="0"/>
        </a:xfrm>
      </p:grpSpPr>
      <p:sp>
        <p:nvSpPr>
          <p:cNvPr id="205" name="Google Shape;20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6" name="Google Shape;20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10.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3meUIGNLmgwjSlp5-qz-I7HmdBcXOwxNSGg4YbQHIMo/copy#gid=0" TargetMode="External"/><Relationship Id="rId5" Type="http://schemas.openxmlformats.org/officeDocument/2006/relationships/image" Target="../media/image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11.jpg"/><Relationship Id="rId4" Type="http://schemas.openxmlformats.org/officeDocument/2006/relationships/image" Target="../media/image12.jpg"/><Relationship Id="rId5" Type="http://schemas.openxmlformats.org/officeDocument/2006/relationships/image" Target="../media/image9.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storyset.com/illustration/female-reproductive-system/bro/?utm_source=slidesgo_template&amp;utm_medium=referral-link&amp;utm_campaign=sg_resources&amp;utm_content=storyset#a46e5e" TargetMode="External"/><Relationship Id="rId4" Type="http://schemas.openxmlformats.org/officeDocument/2006/relationships/hyperlink" Target="https://storyset.com/illustration/types-of-male-body-shapes/bro/?utm_source=slidesgo_template&amp;utm_medium=referral-link&amp;utm_campaign=sg_resources&amp;utm_content=storyset#a46e5e" TargetMode="External"/><Relationship Id="rId5" Type="http://schemas.openxmlformats.org/officeDocument/2006/relationships/hyperlink" Target="https://storyset.com/illustration/types-of-female-body-shapes/bro/?utm_source=slidesgo_template&amp;utm_medium=referral-link&amp;utm_campaign=sg_resources&amp;utm_content=storyset#a46e5e" TargetMode="External"/><Relationship Id="rId6" Type="http://schemas.openxmlformats.org/officeDocument/2006/relationships/hyperlink" Target="https://storyset.com/illustration/body-anatomy/bro/?utm_source=slidesgo_template&amp;utm_medium=referral-link&amp;utm_campaign=sg_resources&amp;utm_content=storyset#a46e5e"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storyset.com/illustration/world-hepatitis-day/bro/?utm_source=slidesgo_template&amp;utm_medium=referral-link&amp;utm_campaign=sg_resources&amp;utm_content=storyset#a46e5e" TargetMode="External"/><Relationship Id="rId10" Type="http://schemas.openxmlformats.org/officeDocument/2006/relationships/hyperlink" Target="https://storyset.com/illustration/gut-health/bro/?utm_source=slidesgo_template&amp;utm_medium=referral-link&amp;utm_campaign=sg_resources&amp;utm_content=storyset#a46e5e" TargetMode="External"/><Relationship Id="rId13" Type="http://schemas.openxmlformats.org/officeDocument/2006/relationships/hyperlink" Target="https://storyset.com/illustration/brain-organ/bro/?utm_source=slidesgo_template&amp;utm_medium=referral-link&amp;utm_campaign=sg_resources&amp;utm_content=storyset#a46e5e" TargetMode="External"/><Relationship Id="rId12" Type="http://schemas.openxmlformats.org/officeDocument/2006/relationships/hyperlink" Target="https://storyset.com/illustration/cardiologist/bro/?utm_source=slidesgo_template&amp;utm_medium=referral-link&amp;utm_campaign=sg_resources&amp;utm_content=storyset#a46e5e" TargetMode="External"/><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free-photo/pale-wall-texture_1123789.htm/?utm_source=slidesgo_template&amp;utm_medium=referral-link&amp;utm_campaign=sg_resources&amp;utm_content=freepik" TargetMode="External"/><Relationship Id="rId4" Type="http://schemas.openxmlformats.org/officeDocument/2006/relationships/hyperlink" Target="https://www.freepik.com/free-photo/doctor-explaining-anatomy-front-view_33754003.htm/?utm_source=slidesgo_template&amp;utm_medium=referral-link&amp;utm_campaign=sg_resources&amp;utm_content=freepik" TargetMode="External"/><Relationship Id="rId9" Type="http://schemas.openxmlformats.org/officeDocument/2006/relationships/hyperlink" Target="https://storyset.com/illustration/body-anatomy/bro/?utm_source=slidesgo_template&amp;utm_medium=referral-link&amp;utm_campaign=sg_resources&amp;utm_content=storyset#a46e5e" TargetMode="External"/><Relationship Id="rId15" Type="http://schemas.openxmlformats.org/officeDocument/2006/relationships/hyperlink" Target="https://storyset.com/illustration/types-of-male-body-shapes/bro/?utm_source=slidesgo_template&amp;utm_medium=referral-link&amp;utm_campaign=sg_resources&amp;utm_content=storyset#a46e5e" TargetMode="External"/><Relationship Id="rId14" Type="http://schemas.openxmlformats.org/officeDocument/2006/relationships/hyperlink" Target="https://storyset.com/illustration/lungs/bro/?utm_source=slidesgo_template&amp;utm_medium=referral-link&amp;utm_campaign=sg_resources&amp;utm_content=storyset#a46e5e" TargetMode="External"/><Relationship Id="rId16" Type="http://schemas.openxmlformats.org/officeDocument/2006/relationships/hyperlink" Target="https://storyset.com/illustration/types-of-female-body-shapes/bro/?utm_source=slidesgo_template&amp;utm_medium=referral-link&amp;utm_campaign=sg_resources&amp;utm_content=storyset#a46e5e" TargetMode="External"/><Relationship Id="rId5" Type="http://schemas.openxmlformats.org/officeDocument/2006/relationships/hyperlink" Target="https://www.freepik.com/free-photo/close-up-therapy-salon_12160119.htm/?utm_source=slidesgo_template&amp;utm_medium=referral-link&amp;utm_campaign=sg_resources&amp;utm_content=freepik" TargetMode="External"/><Relationship Id="rId6" Type="http://schemas.openxmlformats.org/officeDocument/2006/relationships/hyperlink" Target="https://www.freepik.com/free-photo/front-view-doctor-holding-radiography_39571755.htm/?utm_source=slidesgo_template&amp;utm_medium=referral-link&amp;utm_campaign=sg_resources&amp;utm_content=freepik%C3%A7" TargetMode="External"/><Relationship Id="rId7" Type="http://schemas.openxmlformats.org/officeDocument/2006/relationships/hyperlink" Target="https://www.freepik.com/free-photo/side-view-head-structures_5048500.htm/?utm_source=slidesgo_template&amp;utm_medium=referral-link&amp;utm_campaign=sg_resources&amp;utm_content=freepik" TargetMode="External"/><Relationship Id="rId8" Type="http://schemas.openxmlformats.org/officeDocument/2006/relationships/hyperlink" Target="https://www.freepik.com/free-photo/x-ray-vertebral-column_416087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Frank+Ruhl+Libre" TargetMode="External"/><Relationship Id="rId4" Type="http://schemas.openxmlformats.org/officeDocument/2006/relationships/hyperlink" Target="https://fonts.google.com/specimen/Chivo"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6.png"/><Relationship Id="rId16" Type="http://schemas.openxmlformats.org/officeDocument/2006/relationships/image" Target="../media/image2.png"/><Relationship Id="rId5"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28"/>
          <p:cNvSpPr txBox="1"/>
          <p:nvPr>
            <p:ph type="ctrTitle"/>
          </p:nvPr>
        </p:nvSpPr>
        <p:spPr>
          <a:xfrm>
            <a:off x="734700" y="595659"/>
            <a:ext cx="7674900" cy="1489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a:t>
            </a:r>
            <a:r>
              <a:rPr lang="en"/>
              <a:t>natomy &amp; Physiology Case Report</a:t>
            </a:r>
            <a:endParaRPr/>
          </a:p>
        </p:txBody>
      </p:sp>
      <p:sp>
        <p:nvSpPr>
          <p:cNvPr id="215" name="Google Shape;215;p28"/>
          <p:cNvSpPr txBox="1"/>
          <p:nvPr>
            <p:ph idx="1" type="subTitle"/>
          </p:nvPr>
        </p:nvSpPr>
        <p:spPr>
          <a:xfrm>
            <a:off x="5863925" y="3869841"/>
            <a:ext cx="2545800" cy="678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grpSp>
        <p:nvGrpSpPr>
          <p:cNvPr id="216" name="Google Shape;216;p28"/>
          <p:cNvGrpSpPr/>
          <p:nvPr/>
        </p:nvGrpSpPr>
        <p:grpSpPr>
          <a:xfrm>
            <a:off x="715229" y="1676864"/>
            <a:ext cx="3821170" cy="2931810"/>
            <a:chOff x="715229" y="1676864"/>
            <a:chExt cx="3821170" cy="2931810"/>
          </a:xfrm>
        </p:grpSpPr>
        <p:grpSp>
          <p:nvGrpSpPr>
            <p:cNvPr id="217" name="Google Shape;217;p28"/>
            <p:cNvGrpSpPr/>
            <p:nvPr/>
          </p:nvGrpSpPr>
          <p:grpSpPr>
            <a:xfrm>
              <a:off x="3312483" y="1676864"/>
              <a:ext cx="1223916" cy="2931810"/>
              <a:chOff x="7243790" y="1149731"/>
              <a:chExt cx="1972468" cy="4724916"/>
            </a:xfrm>
          </p:grpSpPr>
          <p:sp>
            <p:nvSpPr>
              <p:cNvPr id="218" name="Google Shape;218;p28"/>
              <p:cNvSpPr/>
              <p:nvPr/>
            </p:nvSpPr>
            <p:spPr>
              <a:xfrm>
                <a:off x="7243790" y="1149731"/>
                <a:ext cx="1972468" cy="4724916"/>
              </a:xfrm>
              <a:custGeom>
                <a:rect b="b" l="l" r="r" t="t"/>
                <a:pathLst>
                  <a:path extrusionOk="0" h="4724916" w="1972468">
                    <a:moveTo>
                      <a:pt x="1223974" y="285929"/>
                    </a:moveTo>
                    <a:cubicBezTo>
                      <a:pt x="1223974" y="285929"/>
                      <a:pt x="1233528" y="152179"/>
                      <a:pt x="1171429" y="71128"/>
                    </a:cubicBezTo>
                    <a:cubicBezTo>
                      <a:pt x="1109331" y="-9923"/>
                      <a:pt x="966182" y="-10077"/>
                      <a:pt x="904084" y="13806"/>
                    </a:cubicBezTo>
                    <a:cubicBezTo>
                      <a:pt x="841986" y="37690"/>
                      <a:pt x="779888" y="80681"/>
                      <a:pt x="765403" y="152487"/>
                    </a:cubicBezTo>
                    <a:cubicBezTo>
                      <a:pt x="756620" y="204569"/>
                      <a:pt x="753385" y="257422"/>
                      <a:pt x="755850" y="310121"/>
                    </a:cubicBezTo>
                    <a:cubicBezTo>
                      <a:pt x="730887" y="315514"/>
                      <a:pt x="715016" y="340168"/>
                      <a:pt x="720409" y="365131"/>
                    </a:cubicBezTo>
                    <a:cubicBezTo>
                      <a:pt x="720871" y="367442"/>
                      <a:pt x="721488" y="369600"/>
                      <a:pt x="722412" y="371757"/>
                    </a:cubicBezTo>
                    <a:cubicBezTo>
                      <a:pt x="729963" y="401804"/>
                      <a:pt x="744756" y="429694"/>
                      <a:pt x="765403" y="452808"/>
                    </a:cubicBezTo>
                    <a:cubicBezTo>
                      <a:pt x="765403" y="452808"/>
                      <a:pt x="779734" y="519683"/>
                      <a:pt x="789287" y="548344"/>
                    </a:cubicBezTo>
                    <a:cubicBezTo>
                      <a:pt x="798841" y="577004"/>
                      <a:pt x="850923" y="639102"/>
                      <a:pt x="850923" y="639102"/>
                    </a:cubicBezTo>
                    <a:cubicBezTo>
                      <a:pt x="850923" y="639102"/>
                      <a:pt x="860477" y="710754"/>
                      <a:pt x="827039" y="734638"/>
                    </a:cubicBezTo>
                    <a:cubicBezTo>
                      <a:pt x="793602" y="758522"/>
                      <a:pt x="712397" y="777629"/>
                      <a:pt x="597908" y="815689"/>
                    </a:cubicBezTo>
                    <a:cubicBezTo>
                      <a:pt x="483419" y="853749"/>
                      <a:pt x="378176" y="954370"/>
                      <a:pt x="354292" y="1083189"/>
                    </a:cubicBezTo>
                    <a:cubicBezTo>
                      <a:pt x="339962" y="1160234"/>
                      <a:pt x="336726" y="1239128"/>
                      <a:pt x="344738" y="1317097"/>
                    </a:cubicBezTo>
                    <a:lnTo>
                      <a:pt x="301901" y="1589219"/>
                    </a:lnTo>
                    <a:cubicBezTo>
                      <a:pt x="273087" y="1663953"/>
                      <a:pt x="256907" y="1743001"/>
                      <a:pt x="254134" y="1823127"/>
                    </a:cubicBezTo>
                    <a:cubicBezTo>
                      <a:pt x="249357" y="1956877"/>
                      <a:pt x="225473" y="2223761"/>
                      <a:pt x="225473" y="2223761"/>
                    </a:cubicBezTo>
                    <a:cubicBezTo>
                      <a:pt x="225473" y="2223761"/>
                      <a:pt x="254134" y="2242868"/>
                      <a:pt x="187259" y="2276305"/>
                    </a:cubicBezTo>
                    <a:cubicBezTo>
                      <a:pt x="120384" y="2309743"/>
                      <a:pt x="115607" y="2333627"/>
                      <a:pt x="106054" y="2357511"/>
                    </a:cubicBezTo>
                    <a:cubicBezTo>
                      <a:pt x="96500" y="2381394"/>
                      <a:pt x="91723" y="2429162"/>
                      <a:pt x="72616" y="2443493"/>
                    </a:cubicBezTo>
                    <a:cubicBezTo>
                      <a:pt x="53509" y="2457823"/>
                      <a:pt x="-8435" y="2443493"/>
                      <a:pt x="964" y="2491106"/>
                    </a:cubicBezTo>
                    <a:cubicBezTo>
                      <a:pt x="10364" y="2538720"/>
                      <a:pt x="78009" y="2510213"/>
                      <a:pt x="78009" y="2510213"/>
                    </a:cubicBezTo>
                    <a:lnTo>
                      <a:pt x="121000" y="2500660"/>
                    </a:lnTo>
                    <a:lnTo>
                      <a:pt x="121000" y="2744276"/>
                    </a:lnTo>
                    <a:cubicBezTo>
                      <a:pt x="121000" y="2768159"/>
                      <a:pt x="135331" y="2801597"/>
                      <a:pt x="159215" y="2772936"/>
                    </a:cubicBezTo>
                    <a:cubicBezTo>
                      <a:pt x="159215" y="2772936"/>
                      <a:pt x="183098" y="2806374"/>
                      <a:pt x="197429" y="2792043"/>
                    </a:cubicBezTo>
                    <a:lnTo>
                      <a:pt x="220696" y="2778484"/>
                    </a:lnTo>
                    <a:cubicBezTo>
                      <a:pt x="220696" y="2778484"/>
                      <a:pt x="248895" y="2790194"/>
                      <a:pt x="262146" y="2785263"/>
                    </a:cubicBezTo>
                    <a:cubicBezTo>
                      <a:pt x="275398" y="2780333"/>
                      <a:pt x="302056" y="2743659"/>
                      <a:pt x="302056" y="2743659"/>
                    </a:cubicBezTo>
                    <a:cubicBezTo>
                      <a:pt x="302056" y="2743659"/>
                      <a:pt x="308681" y="2763537"/>
                      <a:pt x="332874" y="2733797"/>
                    </a:cubicBezTo>
                    <a:cubicBezTo>
                      <a:pt x="357066" y="2704058"/>
                      <a:pt x="361072" y="2667385"/>
                      <a:pt x="367698" y="2642422"/>
                    </a:cubicBezTo>
                    <a:cubicBezTo>
                      <a:pt x="374324" y="2617460"/>
                      <a:pt x="396050" y="2481399"/>
                      <a:pt x="402676" y="2457515"/>
                    </a:cubicBezTo>
                    <a:cubicBezTo>
                      <a:pt x="409302" y="2433631"/>
                      <a:pt x="402676" y="2311438"/>
                      <a:pt x="402676" y="2311438"/>
                    </a:cubicBezTo>
                    <a:lnTo>
                      <a:pt x="397591" y="2258277"/>
                    </a:lnTo>
                    <a:cubicBezTo>
                      <a:pt x="397591" y="2258277"/>
                      <a:pt x="505454" y="1964582"/>
                      <a:pt x="523790" y="1894779"/>
                    </a:cubicBezTo>
                    <a:cubicBezTo>
                      <a:pt x="543206" y="1828367"/>
                      <a:pt x="558153" y="1760721"/>
                      <a:pt x="568631" y="1692305"/>
                    </a:cubicBezTo>
                    <a:cubicBezTo>
                      <a:pt x="576644" y="1640223"/>
                      <a:pt x="587584" y="1588603"/>
                      <a:pt x="601298" y="1537753"/>
                    </a:cubicBezTo>
                    <a:lnTo>
                      <a:pt x="616707" y="1484130"/>
                    </a:lnTo>
                    <a:cubicBezTo>
                      <a:pt x="616707" y="1484130"/>
                      <a:pt x="616707" y="1792310"/>
                      <a:pt x="610697" y="1828521"/>
                    </a:cubicBezTo>
                    <a:cubicBezTo>
                      <a:pt x="604688" y="1864732"/>
                      <a:pt x="554300" y="1932993"/>
                      <a:pt x="559231" y="2019284"/>
                    </a:cubicBezTo>
                    <a:cubicBezTo>
                      <a:pt x="564162" y="2105574"/>
                      <a:pt x="534423" y="2251651"/>
                      <a:pt x="526102" y="2301422"/>
                    </a:cubicBezTo>
                    <a:cubicBezTo>
                      <a:pt x="517781" y="2351193"/>
                      <a:pt x="454759" y="2520537"/>
                      <a:pt x="481262" y="2797745"/>
                    </a:cubicBezTo>
                    <a:cubicBezTo>
                      <a:pt x="507765" y="3074952"/>
                      <a:pt x="563392" y="3230274"/>
                      <a:pt x="595596" y="3353546"/>
                    </a:cubicBezTo>
                    <a:cubicBezTo>
                      <a:pt x="627801" y="3476818"/>
                      <a:pt x="619172" y="3556020"/>
                      <a:pt x="604380" y="3673282"/>
                    </a:cubicBezTo>
                    <a:cubicBezTo>
                      <a:pt x="589587" y="3790544"/>
                      <a:pt x="613163" y="3842781"/>
                      <a:pt x="654304" y="3993019"/>
                    </a:cubicBezTo>
                    <a:cubicBezTo>
                      <a:pt x="695447" y="4143256"/>
                      <a:pt x="768793" y="4301198"/>
                      <a:pt x="777576" y="4359752"/>
                    </a:cubicBezTo>
                    <a:cubicBezTo>
                      <a:pt x="786359" y="4418306"/>
                      <a:pt x="759856" y="4424316"/>
                      <a:pt x="745218" y="4459602"/>
                    </a:cubicBezTo>
                    <a:cubicBezTo>
                      <a:pt x="730579" y="4494888"/>
                      <a:pt x="651377" y="4585647"/>
                      <a:pt x="648449" y="4623861"/>
                    </a:cubicBezTo>
                    <a:cubicBezTo>
                      <a:pt x="645522" y="4662076"/>
                      <a:pt x="671871" y="4691353"/>
                      <a:pt x="745218" y="4711847"/>
                    </a:cubicBezTo>
                    <a:cubicBezTo>
                      <a:pt x="818564" y="4732341"/>
                      <a:pt x="871417" y="4732341"/>
                      <a:pt x="906550" y="4685497"/>
                    </a:cubicBezTo>
                    <a:cubicBezTo>
                      <a:pt x="941682" y="4638654"/>
                      <a:pt x="944764" y="4609223"/>
                      <a:pt x="941836" y="4573936"/>
                    </a:cubicBezTo>
                    <a:cubicBezTo>
                      <a:pt x="938908" y="4538650"/>
                      <a:pt x="930125" y="4532949"/>
                      <a:pt x="941836" y="4500590"/>
                    </a:cubicBezTo>
                    <a:cubicBezTo>
                      <a:pt x="953547" y="4468231"/>
                      <a:pt x="968186" y="4450819"/>
                      <a:pt x="959402" y="4395039"/>
                    </a:cubicBezTo>
                    <a:cubicBezTo>
                      <a:pt x="950619" y="4339258"/>
                      <a:pt x="956475" y="4389183"/>
                      <a:pt x="933053" y="4274695"/>
                    </a:cubicBezTo>
                    <a:cubicBezTo>
                      <a:pt x="909631" y="4160205"/>
                      <a:pt x="935980" y="4010739"/>
                      <a:pt x="935980" y="3946175"/>
                    </a:cubicBezTo>
                    <a:cubicBezTo>
                      <a:pt x="935980" y="3881612"/>
                      <a:pt x="935980" y="3729063"/>
                      <a:pt x="920571" y="3653405"/>
                    </a:cubicBezTo>
                    <a:cubicBezTo>
                      <a:pt x="905162" y="3577747"/>
                      <a:pt x="902851" y="3612263"/>
                      <a:pt x="894068" y="3506711"/>
                    </a:cubicBezTo>
                    <a:cubicBezTo>
                      <a:pt x="885285" y="3401160"/>
                      <a:pt x="899923" y="3389295"/>
                      <a:pt x="899923" y="3313021"/>
                    </a:cubicBezTo>
                    <a:cubicBezTo>
                      <a:pt x="899923" y="3267718"/>
                      <a:pt x="895147" y="3222416"/>
                      <a:pt x="885285" y="3178192"/>
                    </a:cubicBezTo>
                    <a:cubicBezTo>
                      <a:pt x="885285" y="3178192"/>
                      <a:pt x="943993" y="2873095"/>
                      <a:pt x="946921" y="2861230"/>
                    </a:cubicBezTo>
                    <a:cubicBezTo>
                      <a:pt x="949849" y="2849365"/>
                      <a:pt x="993918" y="2647199"/>
                      <a:pt x="993918" y="2647199"/>
                    </a:cubicBezTo>
                    <a:cubicBezTo>
                      <a:pt x="1004088" y="2649048"/>
                      <a:pt x="1012717" y="2655520"/>
                      <a:pt x="1017340" y="2664765"/>
                    </a:cubicBezTo>
                    <a:cubicBezTo>
                      <a:pt x="1023195" y="2679404"/>
                      <a:pt x="1099470" y="3175265"/>
                      <a:pt x="1099470" y="3175265"/>
                    </a:cubicBezTo>
                    <a:cubicBezTo>
                      <a:pt x="1099470" y="3175265"/>
                      <a:pt x="1070193" y="3254467"/>
                      <a:pt x="1073121" y="3307165"/>
                    </a:cubicBezTo>
                    <a:cubicBezTo>
                      <a:pt x="1076048" y="3359864"/>
                      <a:pt x="1108253" y="3509639"/>
                      <a:pt x="1108253" y="3509639"/>
                    </a:cubicBezTo>
                    <a:cubicBezTo>
                      <a:pt x="1108253" y="3509639"/>
                      <a:pt x="1084831" y="3603480"/>
                      <a:pt x="1064183" y="3750173"/>
                    </a:cubicBezTo>
                    <a:cubicBezTo>
                      <a:pt x="1043535" y="3896866"/>
                      <a:pt x="1076048" y="4049415"/>
                      <a:pt x="1073121" y="4140328"/>
                    </a:cubicBezTo>
                    <a:cubicBezTo>
                      <a:pt x="1072350" y="4199653"/>
                      <a:pt x="1065416" y="4258669"/>
                      <a:pt x="1052473" y="4316453"/>
                    </a:cubicBezTo>
                    <a:cubicBezTo>
                      <a:pt x="1043689" y="4357441"/>
                      <a:pt x="1029051" y="4416149"/>
                      <a:pt x="1043689" y="4460218"/>
                    </a:cubicBezTo>
                    <a:lnTo>
                      <a:pt x="1058328" y="4504134"/>
                    </a:lnTo>
                    <a:cubicBezTo>
                      <a:pt x="1051702" y="4543889"/>
                      <a:pt x="1048620" y="4584106"/>
                      <a:pt x="1049545" y="4624478"/>
                    </a:cubicBezTo>
                    <a:cubicBezTo>
                      <a:pt x="1052473" y="4677330"/>
                      <a:pt x="1076048" y="4712463"/>
                      <a:pt x="1111181" y="4718318"/>
                    </a:cubicBezTo>
                    <a:cubicBezTo>
                      <a:pt x="1133986" y="4720322"/>
                      <a:pt x="1156175" y="4710306"/>
                      <a:pt x="1169889" y="4691969"/>
                    </a:cubicBezTo>
                    <a:cubicBezTo>
                      <a:pt x="1197471" y="4707840"/>
                      <a:pt x="1230138" y="4712001"/>
                      <a:pt x="1260802" y="4703680"/>
                    </a:cubicBezTo>
                    <a:cubicBezTo>
                      <a:pt x="1310727" y="4689041"/>
                      <a:pt x="1345859" y="4668394"/>
                      <a:pt x="1334149" y="4627406"/>
                    </a:cubicBezTo>
                    <a:cubicBezTo>
                      <a:pt x="1324749" y="4585955"/>
                      <a:pt x="1306721" y="4546971"/>
                      <a:pt x="1281295" y="4512917"/>
                    </a:cubicBezTo>
                    <a:cubicBezTo>
                      <a:pt x="1249091" y="4469001"/>
                      <a:pt x="1228597" y="4463146"/>
                      <a:pt x="1219660" y="4410293"/>
                    </a:cubicBezTo>
                    <a:cubicBezTo>
                      <a:pt x="1209952" y="4356362"/>
                      <a:pt x="1214113" y="4300890"/>
                      <a:pt x="1231371" y="4248961"/>
                    </a:cubicBezTo>
                    <a:cubicBezTo>
                      <a:pt x="1248937" y="4201964"/>
                      <a:pt x="1325211" y="4058198"/>
                      <a:pt x="1360344" y="3867589"/>
                    </a:cubicBezTo>
                    <a:cubicBezTo>
                      <a:pt x="1395476" y="3676980"/>
                      <a:pt x="1389775" y="3665116"/>
                      <a:pt x="1380992" y="3597624"/>
                    </a:cubicBezTo>
                    <a:cubicBezTo>
                      <a:pt x="1373287" y="3502705"/>
                      <a:pt x="1377294" y="3407015"/>
                      <a:pt x="1392703" y="3313021"/>
                    </a:cubicBezTo>
                    <a:cubicBezTo>
                      <a:pt x="1407341" y="3239674"/>
                      <a:pt x="1509965" y="2975718"/>
                      <a:pt x="1509965" y="2761534"/>
                    </a:cubicBezTo>
                    <a:cubicBezTo>
                      <a:pt x="1506883" y="2585255"/>
                      <a:pt x="1488238" y="2409439"/>
                      <a:pt x="1454338" y="2236396"/>
                    </a:cubicBezTo>
                    <a:cubicBezTo>
                      <a:pt x="1444939" y="2190785"/>
                      <a:pt x="1438005" y="2144867"/>
                      <a:pt x="1433690" y="2098486"/>
                    </a:cubicBezTo>
                    <a:cubicBezTo>
                      <a:pt x="1443706" y="2055032"/>
                      <a:pt x="1443706" y="2010038"/>
                      <a:pt x="1433690" y="1966585"/>
                    </a:cubicBezTo>
                    <a:cubicBezTo>
                      <a:pt x="1416124" y="1904949"/>
                      <a:pt x="1404413" y="1881373"/>
                      <a:pt x="1389775" y="1814036"/>
                    </a:cubicBezTo>
                    <a:cubicBezTo>
                      <a:pt x="1377910" y="1754866"/>
                      <a:pt x="1368973" y="1695079"/>
                      <a:pt x="1363271" y="1634984"/>
                    </a:cubicBezTo>
                    <a:lnTo>
                      <a:pt x="1363271" y="1520649"/>
                    </a:lnTo>
                    <a:cubicBezTo>
                      <a:pt x="1363271" y="1520649"/>
                      <a:pt x="1419052" y="1655478"/>
                      <a:pt x="1445555" y="1749473"/>
                    </a:cubicBezTo>
                    <a:cubicBezTo>
                      <a:pt x="1472059" y="1843467"/>
                      <a:pt x="1471904" y="1899094"/>
                      <a:pt x="1501182" y="1987079"/>
                    </a:cubicBezTo>
                    <a:cubicBezTo>
                      <a:pt x="1530459" y="2075064"/>
                      <a:pt x="1592095" y="2239324"/>
                      <a:pt x="1603959" y="2274610"/>
                    </a:cubicBezTo>
                    <a:cubicBezTo>
                      <a:pt x="1615825" y="2309897"/>
                      <a:pt x="1588550" y="2371378"/>
                      <a:pt x="1601032" y="2465219"/>
                    </a:cubicBezTo>
                    <a:cubicBezTo>
                      <a:pt x="1613513" y="2559060"/>
                      <a:pt x="1624454" y="2720546"/>
                      <a:pt x="1644947" y="2743967"/>
                    </a:cubicBezTo>
                    <a:cubicBezTo>
                      <a:pt x="1665441" y="2767389"/>
                      <a:pt x="1689017" y="2741040"/>
                      <a:pt x="1689017" y="2741040"/>
                    </a:cubicBezTo>
                    <a:cubicBezTo>
                      <a:pt x="1689017" y="2741040"/>
                      <a:pt x="1697800" y="2787267"/>
                      <a:pt x="1715366" y="2793893"/>
                    </a:cubicBezTo>
                    <a:cubicBezTo>
                      <a:pt x="1732932" y="2800518"/>
                      <a:pt x="1756508" y="2782028"/>
                      <a:pt x="1756508" y="2782028"/>
                    </a:cubicBezTo>
                    <a:cubicBezTo>
                      <a:pt x="1758511" y="2795279"/>
                      <a:pt x="1770992" y="2804217"/>
                      <a:pt x="1784090" y="2802213"/>
                    </a:cubicBezTo>
                    <a:cubicBezTo>
                      <a:pt x="1786710" y="2801751"/>
                      <a:pt x="1789329" y="2800981"/>
                      <a:pt x="1791640" y="2799748"/>
                    </a:cubicBezTo>
                    <a:cubicBezTo>
                      <a:pt x="1807512" y="2794663"/>
                      <a:pt x="1820456" y="2782798"/>
                      <a:pt x="1826927" y="2767389"/>
                    </a:cubicBezTo>
                    <a:cubicBezTo>
                      <a:pt x="1826927" y="2767389"/>
                      <a:pt x="1870843" y="2784955"/>
                      <a:pt x="1864987" y="2726401"/>
                    </a:cubicBezTo>
                    <a:cubicBezTo>
                      <a:pt x="1859132" y="2667847"/>
                      <a:pt x="1844494" y="2588491"/>
                      <a:pt x="1844494" y="2570925"/>
                    </a:cubicBezTo>
                    <a:cubicBezTo>
                      <a:pt x="1844494" y="2553359"/>
                      <a:pt x="1847421" y="2497578"/>
                      <a:pt x="1847421" y="2497578"/>
                    </a:cubicBezTo>
                    <a:cubicBezTo>
                      <a:pt x="1862984" y="2510059"/>
                      <a:pt x="1881013" y="2519151"/>
                      <a:pt x="1900274" y="2523927"/>
                    </a:cubicBezTo>
                    <a:cubicBezTo>
                      <a:pt x="1923695" y="2526855"/>
                      <a:pt x="1946501" y="2550277"/>
                      <a:pt x="1964683" y="2523927"/>
                    </a:cubicBezTo>
                    <a:cubicBezTo>
                      <a:pt x="1982866" y="2497578"/>
                      <a:pt x="1967611" y="2488795"/>
                      <a:pt x="1935406" y="2468147"/>
                    </a:cubicBezTo>
                    <a:cubicBezTo>
                      <a:pt x="1903202" y="2447499"/>
                      <a:pt x="1900274" y="2441798"/>
                      <a:pt x="1876698" y="2406511"/>
                    </a:cubicBezTo>
                    <a:cubicBezTo>
                      <a:pt x="1853123" y="2371224"/>
                      <a:pt x="1873771" y="2362596"/>
                      <a:pt x="1823999" y="2318526"/>
                    </a:cubicBezTo>
                    <a:cubicBezTo>
                      <a:pt x="1774229" y="2274456"/>
                      <a:pt x="1741716" y="2253962"/>
                      <a:pt x="1741716" y="2215902"/>
                    </a:cubicBezTo>
                    <a:cubicBezTo>
                      <a:pt x="1741716" y="2177842"/>
                      <a:pt x="1779930" y="1940082"/>
                      <a:pt x="1744643" y="1769967"/>
                    </a:cubicBezTo>
                    <a:cubicBezTo>
                      <a:pt x="1709357" y="1599852"/>
                      <a:pt x="1691945" y="1555782"/>
                      <a:pt x="1686089" y="1529433"/>
                    </a:cubicBezTo>
                    <a:cubicBezTo>
                      <a:pt x="1680234" y="1503083"/>
                      <a:pt x="1627381" y="1303537"/>
                      <a:pt x="1627381" y="1303537"/>
                    </a:cubicBezTo>
                    <a:cubicBezTo>
                      <a:pt x="1627381" y="1303537"/>
                      <a:pt x="1674378" y="1118629"/>
                      <a:pt x="1592095" y="963153"/>
                    </a:cubicBezTo>
                    <a:cubicBezTo>
                      <a:pt x="1509811" y="807676"/>
                      <a:pt x="1398558" y="819387"/>
                      <a:pt x="1313500" y="781327"/>
                    </a:cubicBezTo>
                    <a:cubicBezTo>
                      <a:pt x="1228443" y="743267"/>
                      <a:pt x="1160951" y="735100"/>
                      <a:pt x="1149241" y="710908"/>
                    </a:cubicBezTo>
                    <a:cubicBezTo>
                      <a:pt x="1140612" y="690260"/>
                      <a:pt x="1134602" y="668533"/>
                      <a:pt x="1131520" y="646345"/>
                    </a:cubicBezTo>
                    <a:cubicBezTo>
                      <a:pt x="1131520" y="646345"/>
                      <a:pt x="1207795" y="540793"/>
                      <a:pt x="1210723" y="505507"/>
                    </a:cubicBezTo>
                    <a:lnTo>
                      <a:pt x="1213650" y="470374"/>
                    </a:lnTo>
                    <a:cubicBezTo>
                      <a:pt x="1213650" y="470374"/>
                      <a:pt x="1260648" y="452808"/>
                      <a:pt x="1272358" y="362511"/>
                    </a:cubicBezTo>
                    <a:cubicBezTo>
                      <a:pt x="1284069" y="272215"/>
                      <a:pt x="1223974" y="285929"/>
                      <a:pt x="1223974" y="2859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28"/>
              <p:cNvSpPr/>
              <p:nvPr/>
            </p:nvSpPr>
            <p:spPr>
              <a:xfrm>
                <a:off x="8053851" y="1476956"/>
                <a:ext cx="178009" cy="560424"/>
              </a:xfrm>
              <a:custGeom>
                <a:rect b="b" l="l" r="r" t="t"/>
                <a:pathLst>
                  <a:path extrusionOk="0" h="560424" w="178009">
                    <a:moveTo>
                      <a:pt x="174458" y="42529"/>
                    </a:moveTo>
                    <a:cubicBezTo>
                      <a:pt x="172147" y="110790"/>
                      <a:pt x="159820" y="178282"/>
                      <a:pt x="137939" y="242845"/>
                    </a:cubicBezTo>
                    <a:cubicBezTo>
                      <a:pt x="120989" y="233754"/>
                      <a:pt x="104964" y="222968"/>
                      <a:pt x="90171" y="210487"/>
                    </a:cubicBezTo>
                    <a:cubicBezTo>
                      <a:pt x="70448" y="194307"/>
                      <a:pt x="53960" y="174430"/>
                      <a:pt x="41787" y="151932"/>
                    </a:cubicBezTo>
                    <a:cubicBezTo>
                      <a:pt x="18828" y="104165"/>
                      <a:pt x="4651" y="52699"/>
                      <a:pt x="29" y="0"/>
                    </a:cubicBezTo>
                    <a:cubicBezTo>
                      <a:pt x="-279" y="26812"/>
                      <a:pt x="1878" y="53623"/>
                      <a:pt x="6655" y="80127"/>
                    </a:cubicBezTo>
                    <a:cubicBezTo>
                      <a:pt x="11123" y="106938"/>
                      <a:pt x="18211" y="133133"/>
                      <a:pt x="27919" y="158404"/>
                    </a:cubicBezTo>
                    <a:cubicBezTo>
                      <a:pt x="38705" y="184137"/>
                      <a:pt x="54422" y="207559"/>
                      <a:pt x="74146" y="227436"/>
                    </a:cubicBezTo>
                    <a:cubicBezTo>
                      <a:pt x="90479" y="243924"/>
                      <a:pt x="108662" y="258562"/>
                      <a:pt x="128232" y="271044"/>
                    </a:cubicBezTo>
                    <a:cubicBezTo>
                      <a:pt x="125304" y="279673"/>
                      <a:pt x="122222" y="288302"/>
                      <a:pt x="118986" y="296931"/>
                    </a:cubicBezTo>
                    <a:lnTo>
                      <a:pt x="95718" y="358567"/>
                    </a:lnTo>
                    <a:lnTo>
                      <a:pt x="83854" y="389385"/>
                    </a:lnTo>
                    <a:cubicBezTo>
                      <a:pt x="80155" y="400171"/>
                      <a:pt x="76611" y="411111"/>
                      <a:pt x="73529" y="422206"/>
                    </a:cubicBezTo>
                    <a:cubicBezTo>
                      <a:pt x="67212" y="444395"/>
                      <a:pt x="62897" y="467046"/>
                      <a:pt x="60278" y="490005"/>
                    </a:cubicBezTo>
                    <a:cubicBezTo>
                      <a:pt x="57350" y="513427"/>
                      <a:pt x="56888" y="537003"/>
                      <a:pt x="58891" y="560424"/>
                    </a:cubicBezTo>
                    <a:lnTo>
                      <a:pt x="105118" y="555647"/>
                    </a:lnTo>
                    <a:cubicBezTo>
                      <a:pt x="104039" y="535153"/>
                      <a:pt x="104347" y="514505"/>
                      <a:pt x="106043" y="494012"/>
                    </a:cubicBezTo>
                    <a:cubicBezTo>
                      <a:pt x="107892" y="473363"/>
                      <a:pt x="110819" y="452715"/>
                      <a:pt x="114672" y="432376"/>
                    </a:cubicBezTo>
                    <a:cubicBezTo>
                      <a:pt x="116829" y="422052"/>
                      <a:pt x="119294" y="411882"/>
                      <a:pt x="122068" y="401558"/>
                    </a:cubicBezTo>
                    <a:lnTo>
                      <a:pt x="130697" y="369969"/>
                    </a:lnTo>
                    <a:lnTo>
                      <a:pt x="148263" y="306022"/>
                    </a:lnTo>
                    <a:cubicBezTo>
                      <a:pt x="159820" y="263031"/>
                      <a:pt x="168295" y="219270"/>
                      <a:pt x="173688" y="175046"/>
                    </a:cubicBezTo>
                    <a:cubicBezTo>
                      <a:pt x="179235" y="131130"/>
                      <a:pt x="179389" y="86598"/>
                      <a:pt x="174458" y="425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28"/>
              <p:cNvSpPr/>
              <p:nvPr/>
            </p:nvSpPr>
            <p:spPr>
              <a:xfrm>
                <a:off x="8265184" y="1476956"/>
                <a:ext cx="178109" cy="560424"/>
              </a:xfrm>
              <a:custGeom>
                <a:rect b="b" l="l" r="r" t="t"/>
                <a:pathLst>
                  <a:path extrusionOk="0" h="560424" w="178109">
                    <a:moveTo>
                      <a:pt x="3497" y="42529"/>
                    </a:moveTo>
                    <a:cubicBezTo>
                      <a:pt x="5808" y="110790"/>
                      <a:pt x="18135" y="178282"/>
                      <a:pt x="40170" y="242845"/>
                    </a:cubicBezTo>
                    <a:cubicBezTo>
                      <a:pt x="57120" y="233754"/>
                      <a:pt x="73145" y="222968"/>
                      <a:pt x="87784" y="210487"/>
                    </a:cubicBezTo>
                    <a:cubicBezTo>
                      <a:pt x="107661" y="194307"/>
                      <a:pt x="123995" y="174430"/>
                      <a:pt x="136168" y="151932"/>
                    </a:cubicBezTo>
                    <a:cubicBezTo>
                      <a:pt x="147725" y="128357"/>
                      <a:pt x="156970" y="103702"/>
                      <a:pt x="163904" y="78432"/>
                    </a:cubicBezTo>
                    <a:cubicBezTo>
                      <a:pt x="171147" y="52853"/>
                      <a:pt x="175923" y="26503"/>
                      <a:pt x="178080" y="0"/>
                    </a:cubicBezTo>
                    <a:cubicBezTo>
                      <a:pt x="178389" y="26812"/>
                      <a:pt x="176231" y="53777"/>
                      <a:pt x="171300" y="80127"/>
                    </a:cubicBezTo>
                    <a:cubicBezTo>
                      <a:pt x="166832" y="106784"/>
                      <a:pt x="159744" y="133133"/>
                      <a:pt x="150190" y="158404"/>
                    </a:cubicBezTo>
                    <a:cubicBezTo>
                      <a:pt x="139404" y="184137"/>
                      <a:pt x="123687" y="207559"/>
                      <a:pt x="103963" y="227436"/>
                    </a:cubicBezTo>
                    <a:cubicBezTo>
                      <a:pt x="87630" y="243924"/>
                      <a:pt x="69447" y="258562"/>
                      <a:pt x="49724" y="271044"/>
                    </a:cubicBezTo>
                    <a:lnTo>
                      <a:pt x="58969" y="296931"/>
                    </a:lnTo>
                    <a:lnTo>
                      <a:pt x="82237" y="358567"/>
                    </a:lnTo>
                    <a:lnTo>
                      <a:pt x="94102" y="389385"/>
                    </a:lnTo>
                    <a:cubicBezTo>
                      <a:pt x="97954" y="400171"/>
                      <a:pt x="101344" y="411111"/>
                      <a:pt x="104426" y="422206"/>
                    </a:cubicBezTo>
                    <a:cubicBezTo>
                      <a:pt x="110743" y="444395"/>
                      <a:pt x="115212" y="467046"/>
                      <a:pt x="117678" y="490005"/>
                    </a:cubicBezTo>
                    <a:cubicBezTo>
                      <a:pt x="120605" y="513427"/>
                      <a:pt x="121068" y="537003"/>
                      <a:pt x="119064" y="560424"/>
                    </a:cubicBezTo>
                    <a:lnTo>
                      <a:pt x="72837" y="555647"/>
                    </a:lnTo>
                    <a:cubicBezTo>
                      <a:pt x="73762" y="535153"/>
                      <a:pt x="73454" y="514505"/>
                      <a:pt x="71759" y="494012"/>
                    </a:cubicBezTo>
                    <a:cubicBezTo>
                      <a:pt x="70064" y="473363"/>
                      <a:pt x="67136" y="452715"/>
                      <a:pt x="63130" y="432376"/>
                    </a:cubicBezTo>
                    <a:cubicBezTo>
                      <a:pt x="60972" y="422052"/>
                      <a:pt x="58507" y="411882"/>
                      <a:pt x="55733" y="401558"/>
                    </a:cubicBezTo>
                    <a:lnTo>
                      <a:pt x="47104" y="369969"/>
                    </a:lnTo>
                    <a:lnTo>
                      <a:pt x="29692" y="306022"/>
                    </a:lnTo>
                    <a:cubicBezTo>
                      <a:pt x="18135" y="263031"/>
                      <a:pt x="9506" y="219270"/>
                      <a:pt x="4267" y="175046"/>
                    </a:cubicBezTo>
                    <a:cubicBezTo>
                      <a:pt x="-1126" y="131130"/>
                      <a:pt x="-1434" y="86598"/>
                      <a:pt x="3497" y="425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28"/>
              <p:cNvSpPr/>
              <p:nvPr/>
            </p:nvSpPr>
            <p:spPr>
              <a:xfrm>
                <a:off x="8211359" y="1982414"/>
                <a:ext cx="824225" cy="1897262"/>
              </a:xfrm>
              <a:custGeom>
                <a:rect b="b" l="l" r="r" t="t"/>
                <a:pathLst>
                  <a:path extrusionOk="0" h="1897262" w="824225">
                    <a:moveTo>
                      <a:pt x="782775" y="1824224"/>
                    </a:moveTo>
                    <a:cubicBezTo>
                      <a:pt x="783700" y="1850111"/>
                      <a:pt x="791559" y="1875381"/>
                      <a:pt x="805427" y="1897262"/>
                    </a:cubicBezTo>
                    <a:cubicBezTo>
                      <a:pt x="790172" y="1875844"/>
                      <a:pt x="781081" y="1850727"/>
                      <a:pt x="778769" y="1824532"/>
                    </a:cubicBezTo>
                    <a:cubicBezTo>
                      <a:pt x="777074" y="1798337"/>
                      <a:pt x="778923" y="1771987"/>
                      <a:pt x="784471" y="1746408"/>
                    </a:cubicBezTo>
                    <a:cubicBezTo>
                      <a:pt x="793870" y="1695251"/>
                      <a:pt x="810666" y="1644863"/>
                      <a:pt x="808509" y="1594630"/>
                    </a:cubicBezTo>
                    <a:cubicBezTo>
                      <a:pt x="806351" y="1569513"/>
                      <a:pt x="800804" y="1544859"/>
                      <a:pt x="792175" y="1521283"/>
                    </a:cubicBezTo>
                    <a:cubicBezTo>
                      <a:pt x="783854" y="1497245"/>
                      <a:pt x="773992" y="1473516"/>
                      <a:pt x="763360" y="1450094"/>
                    </a:cubicBezTo>
                    <a:cubicBezTo>
                      <a:pt x="746564" y="1413421"/>
                      <a:pt x="727765" y="1377364"/>
                      <a:pt x="707580" y="1342231"/>
                    </a:cubicBezTo>
                    <a:cubicBezTo>
                      <a:pt x="701262" y="1360106"/>
                      <a:pt x="694945" y="1377980"/>
                      <a:pt x="689397" y="1396008"/>
                    </a:cubicBezTo>
                    <a:cubicBezTo>
                      <a:pt x="682001" y="1418506"/>
                      <a:pt x="676916" y="1441773"/>
                      <a:pt x="673988" y="1465349"/>
                    </a:cubicBezTo>
                    <a:cubicBezTo>
                      <a:pt x="670907" y="1488925"/>
                      <a:pt x="672909" y="1512962"/>
                      <a:pt x="679998" y="1535614"/>
                    </a:cubicBezTo>
                    <a:cubicBezTo>
                      <a:pt x="669982" y="1513425"/>
                      <a:pt x="665205" y="1489233"/>
                      <a:pt x="665976" y="1464887"/>
                    </a:cubicBezTo>
                    <a:cubicBezTo>
                      <a:pt x="666900" y="1440540"/>
                      <a:pt x="670290" y="1416348"/>
                      <a:pt x="675991" y="1392618"/>
                    </a:cubicBezTo>
                    <a:cubicBezTo>
                      <a:pt x="681076" y="1368889"/>
                      <a:pt x="688473" y="1346392"/>
                      <a:pt x="695253" y="1322816"/>
                    </a:cubicBezTo>
                    <a:lnTo>
                      <a:pt x="695253" y="1322816"/>
                    </a:lnTo>
                    <a:lnTo>
                      <a:pt x="699105" y="1309872"/>
                    </a:lnTo>
                    <a:lnTo>
                      <a:pt x="699105" y="1309872"/>
                    </a:lnTo>
                    <a:cubicBezTo>
                      <a:pt x="704960" y="1292460"/>
                      <a:pt x="708967" y="1274432"/>
                      <a:pt x="710970" y="1256249"/>
                    </a:cubicBezTo>
                    <a:cubicBezTo>
                      <a:pt x="714976" y="1208944"/>
                      <a:pt x="716055" y="1161484"/>
                      <a:pt x="714052" y="1114024"/>
                    </a:cubicBezTo>
                    <a:cubicBezTo>
                      <a:pt x="711740" y="1018797"/>
                      <a:pt x="677840" y="926959"/>
                      <a:pt x="617900" y="852996"/>
                    </a:cubicBezTo>
                    <a:cubicBezTo>
                      <a:pt x="589393" y="814782"/>
                      <a:pt x="558575" y="778263"/>
                      <a:pt x="528527" y="740665"/>
                    </a:cubicBezTo>
                    <a:lnTo>
                      <a:pt x="510037" y="717089"/>
                    </a:lnTo>
                    <a:cubicBezTo>
                      <a:pt x="516663" y="744671"/>
                      <a:pt x="523751" y="771945"/>
                      <a:pt x="531147" y="799219"/>
                    </a:cubicBezTo>
                    <a:cubicBezTo>
                      <a:pt x="546556" y="853921"/>
                      <a:pt x="561965" y="907082"/>
                      <a:pt x="581997" y="961013"/>
                    </a:cubicBezTo>
                    <a:cubicBezTo>
                      <a:pt x="600488" y="1014945"/>
                      <a:pt x="615897" y="1069955"/>
                      <a:pt x="628224" y="1125581"/>
                    </a:cubicBezTo>
                    <a:cubicBezTo>
                      <a:pt x="640551" y="1181053"/>
                      <a:pt x="651953" y="1236834"/>
                      <a:pt x="659041" y="1293077"/>
                    </a:cubicBezTo>
                    <a:cubicBezTo>
                      <a:pt x="649180" y="1237142"/>
                      <a:pt x="635312" y="1182132"/>
                      <a:pt x="620519" y="1127430"/>
                    </a:cubicBezTo>
                    <a:cubicBezTo>
                      <a:pt x="605881" y="1073037"/>
                      <a:pt x="588314" y="1019413"/>
                      <a:pt x="567666" y="967023"/>
                    </a:cubicBezTo>
                    <a:cubicBezTo>
                      <a:pt x="545940" y="914632"/>
                      <a:pt x="526370" y="860701"/>
                      <a:pt x="509112" y="806461"/>
                    </a:cubicBezTo>
                    <a:cubicBezTo>
                      <a:pt x="491854" y="752222"/>
                      <a:pt x="476907" y="701680"/>
                      <a:pt x="462886" y="648365"/>
                    </a:cubicBezTo>
                    <a:lnTo>
                      <a:pt x="462886" y="648365"/>
                    </a:lnTo>
                    <a:cubicBezTo>
                      <a:pt x="457338" y="638504"/>
                      <a:pt x="452561" y="628180"/>
                      <a:pt x="448709" y="617547"/>
                    </a:cubicBezTo>
                    <a:cubicBezTo>
                      <a:pt x="439618" y="592431"/>
                      <a:pt x="438539" y="565157"/>
                      <a:pt x="445627" y="539424"/>
                    </a:cubicBezTo>
                    <a:cubicBezTo>
                      <a:pt x="452561" y="515386"/>
                      <a:pt x="462269" y="492118"/>
                      <a:pt x="474750" y="470392"/>
                    </a:cubicBezTo>
                    <a:cubicBezTo>
                      <a:pt x="499251" y="429866"/>
                      <a:pt x="521285" y="387954"/>
                      <a:pt x="541009" y="344809"/>
                    </a:cubicBezTo>
                    <a:cubicBezTo>
                      <a:pt x="558267" y="302588"/>
                      <a:pt x="566125" y="255745"/>
                      <a:pt x="551333" y="215836"/>
                    </a:cubicBezTo>
                    <a:cubicBezTo>
                      <a:pt x="536540" y="175926"/>
                      <a:pt x="500329" y="145879"/>
                      <a:pt x="461345" y="120916"/>
                    </a:cubicBezTo>
                    <a:cubicBezTo>
                      <a:pt x="441775" y="108281"/>
                      <a:pt x="421127" y="96416"/>
                      <a:pt x="400479" y="84859"/>
                    </a:cubicBezTo>
                    <a:cubicBezTo>
                      <a:pt x="380447" y="73457"/>
                      <a:pt x="359491" y="63903"/>
                      <a:pt x="337919" y="56045"/>
                    </a:cubicBezTo>
                    <a:cubicBezTo>
                      <a:pt x="296468" y="39557"/>
                      <a:pt x="251166" y="35859"/>
                      <a:pt x="207559" y="45104"/>
                    </a:cubicBezTo>
                    <a:cubicBezTo>
                      <a:pt x="186294" y="50035"/>
                      <a:pt x="166109" y="58510"/>
                      <a:pt x="147618" y="70221"/>
                    </a:cubicBezTo>
                    <a:cubicBezTo>
                      <a:pt x="138218" y="76076"/>
                      <a:pt x="129127" y="82394"/>
                      <a:pt x="120344" y="89328"/>
                    </a:cubicBezTo>
                    <a:cubicBezTo>
                      <a:pt x="112177" y="97032"/>
                      <a:pt x="103240" y="103504"/>
                      <a:pt x="95535" y="112133"/>
                    </a:cubicBezTo>
                    <a:cubicBezTo>
                      <a:pt x="80897" y="126464"/>
                      <a:pt x="67491" y="142027"/>
                      <a:pt x="55164" y="158360"/>
                    </a:cubicBezTo>
                    <a:cubicBezTo>
                      <a:pt x="45148" y="171920"/>
                      <a:pt x="36057" y="185942"/>
                      <a:pt x="27582" y="200427"/>
                    </a:cubicBezTo>
                    <a:cubicBezTo>
                      <a:pt x="19261" y="185942"/>
                      <a:pt x="10016" y="171766"/>
                      <a:pt x="0" y="158360"/>
                    </a:cubicBezTo>
                    <a:cubicBezTo>
                      <a:pt x="8475" y="145417"/>
                      <a:pt x="17720" y="132935"/>
                      <a:pt x="27582" y="120916"/>
                    </a:cubicBezTo>
                    <a:cubicBezTo>
                      <a:pt x="39293" y="106586"/>
                      <a:pt x="51928" y="93026"/>
                      <a:pt x="65334" y="80237"/>
                    </a:cubicBezTo>
                    <a:cubicBezTo>
                      <a:pt x="73963" y="71145"/>
                      <a:pt x="84595" y="63595"/>
                      <a:pt x="94149" y="55274"/>
                    </a:cubicBezTo>
                    <a:cubicBezTo>
                      <a:pt x="104473" y="47416"/>
                      <a:pt x="115105" y="40173"/>
                      <a:pt x="126353" y="33702"/>
                    </a:cubicBezTo>
                    <a:cubicBezTo>
                      <a:pt x="148851" y="20296"/>
                      <a:pt x="173351" y="10588"/>
                      <a:pt x="198930" y="5349"/>
                    </a:cubicBezTo>
                    <a:cubicBezTo>
                      <a:pt x="224509" y="-198"/>
                      <a:pt x="250704" y="-1431"/>
                      <a:pt x="276745" y="1651"/>
                    </a:cubicBezTo>
                    <a:cubicBezTo>
                      <a:pt x="302170" y="4887"/>
                      <a:pt x="326978" y="11050"/>
                      <a:pt x="350862" y="20296"/>
                    </a:cubicBezTo>
                    <a:cubicBezTo>
                      <a:pt x="374130" y="29233"/>
                      <a:pt x="396627" y="40019"/>
                      <a:pt x="418199" y="52655"/>
                    </a:cubicBezTo>
                    <a:cubicBezTo>
                      <a:pt x="439310" y="64982"/>
                      <a:pt x="459958" y="77309"/>
                      <a:pt x="479835" y="91023"/>
                    </a:cubicBezTo>
                    <a:cubicBezTo>
                      <a:pt x="500946" y="104737"/>
                      <a:pt x="520669" y="120454"/>
                      <a:pt x="538543" y="138174"/>
                    </a:cubicBezTo>
                    <a:cubicBezTo>
                      <a:pt x="557342" y="156819"/>
                      <a:pt x="571827" y="179316"/>
                      <a:pt x="580918" y="204125"/>
                    </a:cubicBezTo>
                    <a:cubicBezTo>
                      <a:pt x="589393" y="229241"/>
                      <a:pt x="591859" y="256053"/>
                      <a:pt x="588160" y="282248"/>
                    </a:cubicBezTo>
                    <a:cubicBezTo>
                      <a:pt x="586311" y="297965"/>
                      <a:pt x="582921" y="313528"/>
                      <a:pt x="577836" y="328475"/>
                    </a:cubicBezTo>
                    <a:cubicBezTo>
                      <a:pt x="586773" y="339416"/>
                      <a:pt x="594786" y="351126"/>
                      <a:pt x="601874" y="363453"/>
                    </a:cubicBezTo>
                    <a:cubicBezTo>
                      <a:pt x="610195" y="377476"/>
                      <a:pt x="617591" y="392114"/>
                      <a:pt x="623755" y="407215"/>
                    </a:cubicBezTo>
                    <a:cubicBezTo>
                      <a:pt x="636236" y="436954"/>
                      <a:pt x="645636" y="467926"/>
                      <a:pt x="651799" y="499669"/>
                    </a:cubicBezTo>
                    <a:cubicBezTo>
                      <a:pt x="657809" y="530949"/>
                      <a:pt x="661199" y="562691"/>
                      <a:pt x="662123" y="594588"/>
                    </a:cubicBezTo>
                    <a:cubicBezTo>
                      <a:pt x="662894" y="609997"/>
                      <a:pt x="662123" y="626331"/>
                      <a:pt x="662123" y="642048"/>
                    </a:cubicBezTo>
                    <a:lnTo>
                      <a:pt x="658733" y="689353"/>
                    </a:lnTo>
                    <a:lnTo>
                      <a:pt x="658733" y="642048"/>
                    </a:lnTo>
                    <a:cubicBezTo>
                      <a:pt x="657500" y="626639"/>
                      <a:pt x="657192" y="611230"/>
                      <a:pt x="655189" y="595821"/>
                    </a:cubicBezTo>
                    <a:cubicBezTo>
                      <a:pt x="651799" y="564541"/>
                      <a:pt x="645944" y="533723"/>
                      <a:pt x="637623" y="503367"/>
                    </a:cubicBezTo>
                    <a:cubicBezTo>
                      <a:pt x="629148" y="473628"/>
                      <a:pt x="617746" y="444813"/>
                      <a:pt x="603723" y="417385"/>
                    </a:cubicBezTo>
                    <a:cubicBezTo>
                      <a:pt x="596635" y="403825"/>
                      <a:pt x="588777" y="390727"/>
                      <a:pt x="579993" y="378246"/>
                    </a:cubicBezTo>
                    <a:cubicBezTo>
                      <a:pt x="575833" y="372237"/>
                      <a:pt x="571211" y="366227"/>
                      <a:pt x="566434" y="360526"/>
                    </a:cubicBezTo>
                    <a:cubicBezTo>
                      <a:pt x="545940" y="402746"/>
                      <a:pt x="523288" y="443888"/>
                      <a:pt x="498634" y="483798"/>
                    </a:cubicBezTo>
                    <a:cubicBezTo>
                      <a:pt x="486769" y="503367"/>
                      <a:pt x="477524" y="524477"/>
                      <a:pt x="470744" y="546358"/>
                    </a:cubicBezTo>
                    <a:cubicBezTo>
                      <a:pt x="464426" y="567006"/>
                      <a:pt x="464888" y="589195"/>
                      <a:pt x="471977" y="609689"/>
                    </a:cubicBezTo>
                    <a:cubicBezTo>
                      <a:pt x="475521" y="619859"/>
                      <a:pt x="479989" y="629875"/>
                      <a:pt x="485228" y="639274"/>
                    </a:cubicBezTo>
                    <a:lnTo>
                      <a:pt x="496323" y="657919"/>
                    </a:lnTo>
                    <a:lnTo>
                      <a:pt x="504181" y="670400"/>
                    </a:lnTo>
                    <a:cubicBezTo>
                      <a:pt x="516971" y="689970"/>
                      <a:pt x="531609" y="708923"/>
                      <a:pt x="545940" y="727876"/>
                    </a:cubicBezTo>
                    <a:cubicBezTo>
                      <a:pt x="575063" y="765628"/>
                      <a:pt x="605419" y="803071"/>
                      <a:pt x="633771" y="842210"/>
                    </a:cubicBezTo>
                    <a:cubicBezTo>
                      <a:pt x="663048" y="881349"/>
                      <a:pt x="686778" y="924340"/>
                      <a:pt x="704344" y="969950"/>
                    </a:cubicBezTo>
                    <a:cubicBezTo>
                      <a:pt x="735162" y="1062558"/>
                      <a:pt x="744562" y="1161022"/>
                      <a:pt x="731926" y="1257790"/>
                    </a:cubicBezTo>
                    <a:cubicBezTo>
                      <a:pt x="729923" y="1273815"/>
                      <a:pt x="726071" y="1289532"/>
                      <a:pt x="720677" y="1304787"/>
                    </a:cubicBezTo>
                    <a:lnTo>
                      <a:pt x="720677" y="1304787"/>
                    </a:lnTo>
                    <a:cubicBezTo>
                      <a:pt x="744407" y="1349165"/>
                      <a:pt x="765825" y="1394930"/>
                      <a:pt x="784624" y="1441619"/>
                    </a:cubicBezTo>
                    <a:cubicBezTo>
                      <a:pt x="794641" y="1465965"/>
                      <a:pt x="803270" y="1490774"/>
                      <a:pt x="810666" y="1516044"/>
                    </a:cubicBezTo>
                    <a:cubicBezTo>
                      <a:pt x="818679" y="1541623"/>
                      <a:pt x="823301" y="1568127"/>
                      <a:pt x="824226" y="1594938"/>
                    </a:cubicBezTo>
                    <a:cubicBezTo>
                      <a:pt x="824226" y="1649486"/>
                      <a:pt x="803886" y="1698641"/>
                      <a:pt x="792021" y="1749028"/>
                    </a:cubicBezTo>
                    <a:cubicBezTo>
                      <a:pt x="785549" y="1773528"/>
                      <a:pt x="782467" y="1798799"/>
                      <a:pt x="782775" y="182422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28"/>
              <p:cNvSpPr/>
              <p:nvPr/>
            </p:nvSpPr>
            <p:spPr>
              <a:xfrm>
                <a:off x="7441681" y="1982179"/>
                <a:ext cx="905739" cy="1898268"/>
              </a:xfrm>
              <a:custGeom>
                <a:rect b="b" l="l" r="r" t="t"/>
                <a:pathLst>
                  <a:path extrusionOk="0" h="1898268" w="905739">
                    <a:moveTo>
                      <a:pt x="905739" y="340576"/>
                    </a:moveTo>
                    <a:lnTo>
                      <a:pt x="856585" y="350283"/>
                    </a:lnTo>
                    <a:cubicBezTo>
                      <a:pt x="846415" y="305752"/>
                      <a:pt x="830543" y="262761"/>
                      <a:pt x="809433" y="222389"/>
                    </a:cubicBezTo>
                    <a:cubicBezTo>
                      <a:pt x="805735" y="215147"/>
                      <a:pt x="801729" y="207905"/>
                      <a:pt x="797568" y="200971"/>
                    </a:cubicBezTo>
                    <a:cubicBezTo>
                      <a:pt x="789247" y="186486"/>
                      <a:pt x="780002" y="172310"/>
                      <a:pt x="769986" y="158904"/>
                    </a:cubicBezTo>
                    <a:cubicBezTo>
                      <a:pt x="757659" y="142571"/>
                      <a:pt x="744254" y="127007"/>
                      <a:pt x="729615" y="112677"/>
                    </a:cubicBezTo>
                    <a:cubicBezTo>
                      <a:pt x="721910" y="104048"/>
                      <a:pt x="712973" y="97268"/>
                      <a:pt x="704807" y="89872"/>
                    </a:cubicBezTo>
                    <a:cubicBezTo>
                      <a:pt x="696177" y="83092"/>
                      <a:pt x="687086" y="76620"/>
                      <a:pt x="677687" y="70765"/>
                    </a:cubicBezTo>
                    <a:cubicBezTo>
                      <a:pt x="659196" y="59054"/>
                      <a:pt x="638856" y="50579"/>
                      <a:pt x="617592" y="45648"/>
                    </a:cubicBezTo>
                    <a:cubicBezTo>
                      <a:pt x="573984" y="36403"/>
                      <a:pt x="528682" y="40255"/>
                      <a:pt x="487232" y="56589"/>
                    </a:cubicBezTo>
                    <a:cubicBezTo>
                      <a:pt x="465659" y="64447"/>
                      <a:pt x="444703" y="74001"/>
                      <a:pt x="424671" y="85403"/>
                    </a:cubicBezTo>
                    <a:cubicBezTo>
                      <a:pt x="404023" y="96960"/>
                      <a:pt x="383375" y="108825"/>
                      <a:pt x="363806" y="121460"/>
                    </a:cubicBezTo>
                    <a:cubicBezTo>
                      <a:pt x="324975" y="146423"/>
                      <a:pt x="288456" y="176162"/>
                      <a:pt x="273971" y="216379"/>
                    </a:cubicBezTo>
                    <a:cubicBezTo>
                      <a:pt x="259487" y="256597"/>
                      <a:pt x="267038" y="303132"/>
                      <a:pt x="284296" y="345353"/>
                    </a:cubicBezTo>
                    <a:cubicBezTo>
                      <a:pt x="303865" y="388498"/>
                      <a:pt x="325900" y="430410"/>
                      <a:pt x="350554" y="470936"/>
                    </a:cubicBezTo>
                    <a:cubicBezTo>
                      <a:pt x="362882" y="492662"/>
                      <a:pt x="372743" y="515930"/>
                      <a:pt x="379677" y="539968"/>
                    </a:cubicBezTo>
                    <a:cubicBezTo>
                      <a:pt x="386765" y="565701"/>
                      <a:pt x="385686" y="592975"/>
                      <a:pt x="376441" y="618091"/>
                    </a:cubicBezTo>
                    <a:cubicBezTo>
                      <a:pt x="372589" y="628724"/>
                      <a:pt x="367812" y="639048"/>
                      <a:pt x="362265" y="648909"/>
                    </a:cubicBezTo>
                    <a:lnTo>
                      <a:pt x="362265" y="648909"/>
                    </a:lnTo>
                    <a:cubicBezTo>
                      <a:pt x="348551" y="702224"/>
                      <a:pt x="333296" y="754615"/>
                      <a:pt x="316038" y="807005"/>
                    </a:cubicBezTo>
                    <a:cubicBezTo>
                      <a:pt x="298780" y="859396"/>
                      <a:pt x="279210" y="914868"/>
                      <a:pt x="257484" y="967567"/>
                    </a:cubicBezTo>
                    <a:cubicBezTo>
                      <a:pt x="236836" y="1020265"/>
                      <a:pt x="219116" y="1073889"/>
                      <a:pt x="204477" y="1128590"/>
                    </a:cubicBezTo>
                    <a:cubicBezTo>
                      <a:pt x="189068" y="1183292"/>
                      <a:pt x="175816" y="1238302"/>
                      <a:pt x="165955" y="1294237"/>
                    </a:cubicBezTo>
                    <a:cubicBezTo>
                      <a:pt x="173197" y="1237994"/>
                      <a:pt x="184600" y="1182214"/>
                      <a:pt x="196773" y="1126741"/>
                    </a:cubicBezTo>
                    <a:cubicBezTo>
                      <a:pt x="209100" y="1071115"/>
                      <a:pt x="224509" y="1016105"/>
                      <a:pt x="243000" y="962174"/>
                    </a:cubicBezTo>
                    <a:cubicBezTo>
                      <a:pt x="262415" y="908704"/>
                      <a:pt x="279057" y="854311"/>
                      <a:pt x="293849" y="800379"/>
                    </a:cubicBezTo>
                    <a:cubicBezTo>
                      <a:pt x="301246" y="773105"/>
                      <a:pt x="308334" y="745832"/>
                      <a:pt x="314959" y="718250"/>
                    </a:cubicBezTo>
                    <a:lnTo>
                      <a:pt x="296315" y="741825"/>
                    </a:lnTo>
                    <a:cubicBezTo>
                      <a:pt x="266267" y="779423"/>
                      <a:pt x="235449" y="815942"/>
                      <a:pt x="206942" y="854157"/>
                    </a:cubicBezTo>
                    <a:cubicBezTo>
                      <a:pt x="177665" y="891138"/>
                      <a:pt x="154090" y="932280"/>
                      <a:pt x="137140" y="976350"/>
                    </a:cubicBezTo>
                    <a:cubicBezTo>
                      <a:pt x="121423" y="1021036"/>
                      <a:pt x="112332" y="1067725"/>
                      <a:pt x="110328" y="1115031"/>
                    </a:cubicBezTo>
                    <a:cubicBezTo>
                      <a:pt x="108325" y="1162490"/>
                      <a:pt x="109404" y="1209950"/>
                      <a:pt x="113410" y="1257255"/>
                    </a:cubicBezTo>
                    <a:cubicBezTo>
                      <a:pt x="115413" y="1275438"/>
                      <a:pt x="119420" y="1293466"/>
                      <a:pt x="125275" y="1310879"/>
                    </a:cubicBezTo>
                    <a:lnTo>
                      <a:pt x="125275" y="1310879"/>
                    </a:lnTo>
                    <a:lnTo>
                      <a:pt x="129127" y="1323822"/>
                    </a:lnTo>
                    <a:lnTo>
                      <a:pt x="129127" y="1323822"/>
                    </a:lnTo>
                    <a:cubicBezTo>
                      <a:pt x="136061" y="1346781"/>
                      <a:pt x="143304" y="1370049"/>
                      <a:pt x="148543" y="1393625"/>
                    </a:cubicBezTo>
                    <a:cubicBezTo>
                      <a:pt x="154090" y="1417354"/>
                      <a:pt x="157480" y="1441547"/>
                      <a:pt x="158404" y="1465893"/>
                    </a:cubicBezTo>
                    <a:cubicBezTo>
                      <a:pt x="159329" y="1490239"/>
                      <a:pt x="154552" y="1514431"/>
                      <a:pt x="144382" y="1536620"/>
                    </a:cubicBezTo>
                    <a:cubicBezTo>
                      <a:pt x="151624" y="1513969"/>
                      <a:pt x="153627" y="1489931"/>
                      <a:pt x="150392" y="1466355"/>
                    </a:cubicBezTo>
                    <a:cubicBezTo>
                      <a:pt x="147618" y="1442779"/>
                      <a:pt x="142379" y="1419512"/>
                      <a:pt x="134983" y="1397015"/>
                    </a:cubicBezTo>
                    <a:cubicBezTo>
                      <a:pt x="129435" y="1378986"/>
                      <a:pt x="123272" y="1361112"/>
                      <a:pt x="116800" y="1343237"/>
                    </a:cubicBezTo>
                    <a:cubicBezTo>
                      <a:pt x="96615" y="1378216"/>
                      <a:pt x="77816" y="1414273"/>
                      <a:pt x="61020" y="1451100"/>
                    </a:cubicBezTo>
                    <a:cubicBezTo>
                      <a:pt x="50388" y="1474522"/>
                      <a:pt x="40526" y="1498251"/>
                      <a:pt x="32205" y="1522290"/>
                    </a:cubicBezTo>
                    <a:cubicBezTo>
                      <a:pt x="23576" y="1545865"/>
                      <a:pt x="18029" y="1570520"/>
                      <a:pt x="15871" y="1595636"/>
                    </a:cubicBezTo>
                    <a:cubicBezTo>
                      <a:pt x="13714" y="1645869"/>
                      <a:pt x="30510" y="1696257"/>
                      <a:pt x="39909" y="1747414"/>
                    </a:cubicBezTo>
                    <a:cubicBezTo>
                      <a:pt x="45457" y="1772993"/>
                      <a:pt x="47306" y="1799343"/>
                      <a:pt x="45611" y="1825538"/>
                    </a:cubicBezTo>
                    <a:cubicBezTo>
                      <a:pt x="43299" y="1851733"/>
                      <a:pt x="34208" y="1876850"/>
                      <a:pt x="18953" y="1898268"/>
                    </a:cubicBezTo>
                    <a:cubicBezTo>
                      <a:pt x="32821" y="1876388"/>
                      <a:pt x="40680" y="1851117"/>
                      <a:pt x="41604" y="1825230"/>
                    </a:cubicBezTo>
                    <a:cubicBezTo>
                      <a:pt x="42067" y="1799497"/>
                      <a:pt x="38831" y="1773764"/>
                      <a:pt x="32205" y="1748955"/>
                    </a:cubicBezTo>
                    <a:cubicBezTo>
                      <a:pt x="20340" y="1699030"/>
                      <a:pt x="616" y="1649876"/>
                      <a:pt x="0" y="1594866"/>
                    </a:cubicBezTo>
                    <a:cubicBezTo>
                      <a:pt x="925" y="1568054"/>
                      <a:pt x="5547" y="1541551"/>
                      <a:pt x="13560" y="1515972"/>
                    </a:cubicBezTo>
                    <a:cubicBezTo>
                      <a:pt x="20956" y="1490701"/>
                      <a:pt x="29585" y="1465893"/>
                      <a:pt x="39601" y="1441547"/>
                    </a:cubicBezTo>
                    <a:cubicBezTo>
                      <a:pt x="58400" y="1394857"/>
                      <a:pt x="79818" y="1349093"/>
                      <a:pt x="103548" y="1304715"/>
                    </a:cubicBezTo>
                    <a:lnTo>
                      <a:pt x="103548" y="1304715"/>
                    </a:lnTo>
                    <a:cubicBezTo>
                      <a:pt x="98155" y="1289460"/>
                      <a:pt x="94303" y="1273743"/>
                      <a:pt x="92300" y="1257717"/>
                    </a:cubicBezTo>
                    <a:cubicBezTo>
                      <a:pt x="79818" y="1160949"/>
                      <a:pt x="89218" y="1062486"/>
                      <a:pt x="120036" y="969878"/>
                    </a:cubicBezTo>
                    <a:cubicBezTo>
                      <a:pt x="137448" y="924268"/>
                      <a:pt x="161178" y="881276"/>
                      <a:pt x="190455" y="842138"/>
                    </a:cubicBezTo>
                    <a:cubicBezTo>
                      <a:pt x="218808" y="802999"/>
                      <a:pt x="249163" y="765093"/>
                      <a:pt x="278286" y="727803"/>
                    </a:cubicBezTo>
                    <a:cubicBezTo>
                      <a:pt x="292770" y="708850"/>
                      <a:pt x="307255" y="689897"/>
                      <a:pt x="320045" y="670328"/>
                    </a:cubicBezTo>
                    <a:cubicBezTo>
                      <a:pt x="322664" y="666167"/>
                      <a:pt x="325437" y="662007"/>
                      <a:pt x="327903" y="657846"/>
                    </a:cubicBezTo>
                    <a:lnTo>
                      <a:pt x="338997" y="639202"/>
                    </a:lnTo>
                    <a:cubicBezTo>
                      <a:pt x="344236" y="629802"/>
                      <a:pt x="348705" y="619786"/>
                      <a:pt x="352249" y="609616"/>
                    </a:cubicBezTo>
                    <a:cubicBezTo>
                      <a:pt x="359337" y="589122"/>
                      <a:pt x="359954" y="566934"/>
                      <a:pt x="353636" y="546286"/>
                    </a:cubicBezTo>
                    <a:cubicBezTo>
                      <a:pt x="346856" y="524405"/>
                      <a:pt x="337456" y="503449"/>
                      <a:pt x="325746" y="483725"/>
                    </a:cubicBezTo>
                    <a:cubicBezTo>
                      <a:pt x="300937" y="443816"/>
                      <a:pt x="278286" y="402674"/>
                      <a:pt x="257792" y="360453"/>
                    </a:cubicBezTo>
                    <a:cubicBezTo>
                      <a:pt x="253015" y="366155"/>
                      <a:pt x="248393" y="372164"/>
                      <a:pt x="244232" y="378174"/>
                    </a:cubicBezTo>
                    <a:cubicBezTo>
                      <a:pt x="235449" y="390655"/>
                      <a:pt x="227591" y="403753"/>
                      <a:pt x="220657" y="417312"/>
                    </a:cubicBezTo>
                    <a:cubicBezTo>
                      <a:pt x="206480" y="444740"/>
                      <a:pt x="195078" y="473555"/>
                      <a:pt x="186757" y="503295"/>
                    </a:cubicBezTo>
                    <a:cubicBezTo>
                      <a:pt x="178282" y="533650"/>
                      <a:pt x="172426" y="564468"/>
                      <a:pt x="169036" y="595748"/>
                    </a:cubicBezTo>
                    <a:cubicBezTo>
                      <a:pt x="167033" y="611157"/>
                      <a:pt x="166725" y="626566"/>
                      <a:pt x="165493" y="641975"/>
                    </a:cubicBezTo>
                    <a:lnTo>
                      <a:pt x="165493" y="689281"/>
                    </a:lnTo>
                    <a:lnTo>
                      <a:pt x="161948" y="641975"/>
                    </a:lnTo>
                    <a:cubicBezTo>
                      <a:pt x="161948" y="626566"/>
                      <a:pt x="160870" y="611157"/>
                      <a:pt x="161948" y="594516"/>
                    </a:cubicBezTo>
                    <a:cubicBezTo>
                      <a:pt x="162873" y="562619"/>
                      <a:pt x="166263" y="530877"/>
                      <a:pt x="172272" y="499596"/>
                    </a:cubicBezTo>
                    <a:cubicBezTo>
                      <a:pt x="178590" y="467854"/>
                      <a:pt x="187990" y="437036"/>
                      <a:pt x="200317" y="407142"/>
                    </a:cubicBezTo>
                    <a:cubicBezTo>
                      <a:pt x="206634" y="392042"/>
                      <a:pt x="213877" y="377403"/>
                      <a:pt x="222198" y="363381"/>
                    </a:cubicBezTo>
                    <a:cubicBezTo>
                      <a:pt x="229286" y="351054"/>
                      <a:pt x="237298" y="339343"/>
                      <a:pt x="246235" y="328403"/>
                    </a:cubicBezTo>
                    <a:cubicBezTo>
                      <a:pt x="241305" y="313302"/>
                      <a:pt x="237760" y="297893"/>
                      <a:pt x="235911" y="282176"/>
                    </a:cubicBezTo>
                    <a:cubicBezTo>
                      <a:pt x="232213" y="255981"/>
                      <a:pt x="234679" y="229169"/>
                      <a:pt x="243154" y="204052"/>
                    </a:cubicBezTo>
                    <a:cubicBezTo>
                      <a:pt x="252245" y="179244"/>
                      <a:pt x="266729" y="156747"/>
                      <a:pt x="285528" y="138102"/>
                    </a:cubicBezTo>
                    <a:cubicBezTo>
                      <a:pt x="303403" y="120382"/>
                      <a:pt x="323126" y="104664"/>
                      <a:pt x="344236" y="90951"/>
                    </a:cubicBezTo>
                    <a:cubicBezTo>
                      <a:pt x="364731" y="77237"/>
                      <a:pt x="385378" y="64909"/>
                      <a:pt x="405872" y="52582"/>
                    </a:cubicBezTo>
                    <a:cubicBezTo>
                      <a:pt x="427445" y="39947"/>
                      <a:pt x="449942" y="29161"/>
                      <a:pt x="473210" y="20223"/>
                    </a:cubicBezTo>
                    <a:cubicBezTo>
                      <a:pt x="497093" y="10978"/>
                      <a:pt x="521902" y="4814"/>
                      <a:pt x="547327" y="1579"/>
                    </a:cubicBezTo>
                    <a:cubicBezTo>
                      <a:pt x="599717" y="-4431"/>
                      <a:pt x="652570" y="6818"/>
                      <a:pt x="697872" y="33629"/>
                    </a:cubicBezTo>
                    <a:cubicBezTo>
                      <a:pt x="708967" y="40255"/>
                      <a:pt x="719753" y="47343"/>
                      <a:pt x="730077" y="55202"/>
                    </a:cubicBezTo>
                    <a:cubicBezTo>
                      <a:pt x="739631" y="63523"/>
                      <a:pt x="750109" y="70611"/>
                      <a:pt x="758738" y="80164"/>
                    </a:cubicBezTo>
                    <a:cubicBezTo>
                      <a:pt x="772144" y="92954"/>
                      <a:pt x="784779" y="106514"/>
                      <a:pt x="796490" y="120844"/>
                    </a:cubicBezTo>
                    <a:cubicBezTo>
                      <a:pt x="806352" y="132863"/>
                      <a:pt x="815597" y="145344"/>
                      <a:pt x="824072" y="158288"/>
                    </a:cubicBezTo>
                    <a:cubicBezTo>
                      <a:pt x="833317" y="171693"/>
                      <a:pt x="841792" y="185407"/>
                      <a:pt x="849497" y="199738"/>
                    </a:cubicBezTo>
                    <a:cubicBezTo>
                      <a:pt x="874459" y="243962"/>
                      <a:pt x="893412" y="291267"/>
                      <a:pt x="905739" y="3405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28"/>
              <p:cNvSpPr/>
              <p:nvPr/>
            </p:nvSpPr>
            <p:spPr>
              <a:xfrm>
                <a:off x="8452355" y="2209807"/>
                <a:ext cx="145769" cy="130822"/>
              </a:xfrm>
              <a:custGeom>
                <a:rect b="b" l="l" r="r" t="t"/>
                <a:pathLst>
                  <a:path extrusionOk="0" h="130822" w="145769">
                    <a:moveTo>
                      <a:pt x="4314" y="99696"/>
                    </a:moveTo>
                    <a:cubicBezTo>
                      <a:pt x="11094" y="100621"/>
                      <a:pt x="18029" y="100621"/>
                      <a:pt x="24809" y="99696"/>
                    </a:cubicBezTo>
                    <a:cubicBezTo>
                      <a:pt x="32205" y="99080"/>
                      <a:pt x="39601" y="97847"/>
                      <a:pt x="46689" y="95690"/>
                    </a:cubicBezTo>
                    <a:cubicBezTo>
                      <a:pt x="61482" y="91375"/>
                      <a:pt x="75350" y="84441"/>
                      <a:pt x="87677" y="75350"/>
                    </a:cubicBezTo>
                    <a:cubicBezTo>
                      <a:pt x="100313" y="65642"/>
                      <a:pt x="111561" y="54240"/>
                      <a:pt x="121115" y="41450"/>
                    </a:cubicBezTo>
                    <a:cubicBezTo>
                      <a:pt x="126199" y="34978"/>
                      <a:pt x="130206" y="27890"/>
                      <a:pt x="134828" y="21110"/>
                    </a:cubicBezTo>
                    <a:lnTo>
                      <a:pt x="145769" y="0"/>
                    </a:lnTo>
                    <a:lnTo>
                      <a:pt x="137602" y="23422"/>
                    </a:lnTo>
                    <a:cubicBezTo>
                      <a:pt x="134058" y="30972"/>
                      <a:pt x="131130" y="38831"/>
                      <a:pt x="127124" y="46227"/>
                    </a:cubicBezTo>
                    <a:cubicBezTo>
                      <a:pt x="119112" y="61328"/>
                      <a:pt x="109096" y="75196"/>
                      <a:pt x="97231" y="87523"/>
                    </a:cubicBezTo>
                    <a:cubicBezTo>
                      <a:pt x="84904" y="100312"/>
                      <a:pt x="70265" y="110636"/>
                      <a:pt x="54240" y="118341"/>
                    </a:cubicBezTo>
                    <a:cubicBezTo>
                      <a:pt x="37290" y="126508"/>
                      <a:pt x="18799" y="130822"/>
                      <a:pt x="0" y="130822"/>
                    </a:cubicBezTo>
                    <a:lnTo>
                      <a:pt x="4314" y="9969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28"/>
              <p:cNvSpPr/>
              <p:nvPr/>
            </p:nvSpPr>
            <p:spPr>
              <a:xfrm>
                <a:off x="8358635" y="2052173"/>
                <a:ext cx="91409" cy="182596"/>
              </a:xfrm>
              <a:custGeom>
                <a:rect b="b" l="l" r="r" t="t"/>
                <a:pathLst>
                  <a:path extrusionOk="0" h="182596" w="91409">
                    <a:moveTo>
                      <a:pt x="89252" y="182596"/>
                    </a:moveTo>
                    <a:cubicBezTo>
                      <a:pt x="69067" y="179206"/>
                      <a:pt x="50268" y="170577"/>
                      <a:pt x="34705" y="157480"/>
                    </a:cubicBezTo>
                    <a:cubicBezTo>
                      <a:pt x="26846" y="150854"/>
                      <a:pt x="20374" y="142841"/>
                      <a:pt x="15598" y="133904"/>
                    </a:cubicBezTo>
                    <a:cubicBezTo>
                      <a:pt x="11283" y="125275"/>
                      <a:pt x="8201" y="116184"/>
                      <a:pt x="6352" y="106630"/>
                    </a:cubicBezTo>
                    <a:cubicBezTo>
                      <a:pt x="2808" y="88910"/>
                      <a:pt x="805" y="71035"/>
                      <a:pt x="342" y="53007"/>
                    </a:cubicBezTo>
                    <a:cubicBezTo>
                      <a:pt x="-428" y="35287"/>
                      <a:pt x="342" y="17566"/>
                      <a:pt x="342" y="0"/>
                    </a:cubicBezTo>
                    <a:cubicBezTo>
                      <a:pt x="2191" y="17566"/>
                      <a:pt x="4811" y="34978"/>
                      <a:pt x="8201" y="52082"/>
                    </a:cubicBezTo>
                    <a:cubicBezTo>
                      <a:pt x="11437" y="69032"/>
                      <a:pt x="15906" y="85828"/>
                      <a:pt x="21915" y="102007"/>
                    </a:cubicBezTo>
                    <a:cubicBezTo>
                      <a:pt x="26692" y="116800"/>
                      <a:pt x="36246" y="129743"/>
                      <a:pt x="49035" y="138527"/>
                    </a:cubicBezTo>
                    <a:cubicBezTo>
                      <a:pt x="61670" y="146539"/>
                      <a:pt x="76309" y="151162"/>
                      <a:pt x="91409" y="151778"/>
                    </a:cubicBezTo>
                    <a:lnTo>
                      <a:pt x="89252" y="18259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28"/>
              <p:cNvSpPr/>
              <p:nvPr/>
            </p:nvSpPr>
            <p:spPr>
              <a:xfrm>
                <a:off x="7831374" y="2052635"/>
                <a:ext cx="689089" cy="1139217"/>
              </a:xfrm>
              <a:custGeom>
                <a:rect b="b" l="l" r="r" t="t"/>
                <a:pathLst>
                  <a:path extrusionOk="0" h="1139217" w="689089">
                    <a:moveTo>
                      <a:pt x="638548" y="1016992"/>
                    </a:moveTo>
                    <a:cubicBezTo>
                      <a:pt x="659658" y="991105"/>
                      <a:pt x="675991" y="961674"/>
                      <a:pt x="686778" y="929931"/>
                    </a:cubicBezTo>
                    <a:cubicBezTo>
                      <a:pt x="678611" y="963060"/>
                      <a:pt x="664435" y="994341"/>
                      <a:pt x="645019" y="1022385"/>
                    </a:cubicBezTo>
                    <a:cubicBezTo>
                      <a:pt x="624834" y="1050583"/>
                      <a:pt x="598484" y="1073697"/>
                      <a:pt x="567974" y="1090339"/>
                    </a:cubicBezTo>
                    <a:cubicBezTo>
                      <a:pt x="537773" y="1106672"/>
                      <a:pt x="505722" y="1119308"/>
                      <a:pt x="472439" y="1127937"/>
                    </a:cubicBezTo>
                    <a:cubicBezTo>
                      <a:pt x="438539" y="1136720"/>
                      <a:pt x="403561" y="1140418"/>
                      <a:pt x="368583" y="1138877"/>
                    </a:cubicBezTo>
                    <a:cubicBezTo>
                      <a:pt x="333450" y="1137490"/>
                      <a:pt x="298626" y="1131327"/>
                      <a:pt x="265188" y="1120386"/>
                    </a:cubicBezTo>
                    <a:cubicBezTo>
                      <a:pt x="229748" y="1109446"/>
                      <a:pt x="197543" y="1089414"/>
                      <a:pt x="171964" y="1062602"/>
                    </a:cubicBezTo>
                    <a:cubicBezTo>
                      <a:pt x="158866" y="1047193"/>
                      <a:pt x="149467" y="1029165"/>
                      <a:pt x="144536" y="1009596"/>
                    </a:cubicBezTo>
                    <a:cubicBezTo>
                      <a:pt x="140530" y="991413"/>
                      <a:pt x="138526" y="972922"/>
                      <a:pt x="138526" y="954277"/>
                    </a:cubicBezTo>
                    <a:cubicBezTo>
                      <a:pt x="138835" y="918991"/>
                      <a:pt x="142687" y="883858"/>
                      <a:pt x="150083" y="849342"/>
                    </a:cubicBezTo>
                    <a:cubicBezTo>
                      <a:pt x="157325" y="814518"/>
                      <a:pt x="166879" y="780156"/>
                      <a:pt x="178590" y="746565"/>
                    </a:cubicBezTo>
                    <a:cubicBezTo>
                      <a:pt x="168728" y="750571"/>
                      <a:pt x="159945" y="756734"/>
                      <a:pt x="152703" y="764593"/>
                    </a:cubicBezTo>
                    <a:cubicBezTo>
                      <a:pt x="145153" y="773068"/>
                      <a:pt x="139143" y="782930"/>
                      <a:pt x="135136" y="793562"/>
                    </a:cubicBezTo>
                    <a:cubicBezTo>
                      <a:pt x="133133" y="799109"/>
                      <a:pt x="131284" y="804810"/>
                      <a:pt x="129897" y="810512"/>
                    </a:cubicBezTo>
                    <a:lnTo>
                      <a:pt x="126970" y="828386"/>
                    </a:lnTo>
                    <a:lnTo>
                      <a:pt x="126045" y="810204"/>
                    </a:lnTo>
                    <a:cubicBezTo>
                      <a:pt x="126045" y="804040"/>
                      <a:pt x="126045" y="797722"/>
                      <a:pt x="127586" y="791559"/>
                    </a:cubicBezTo>
                    <a:cubicBezTo>
                      <a:pt x="129589" y="778923"/>
                      <a:pt x="133904" y="766596"/>
                      <a:pt x="140222" y="755502"/>
                    </a:cubicBezTo>
                    <a:cubicBezTo>
                      <a:pt x="147155" y="743945"/>
                      <a:pt x="156555" y="733929"/>
                      <a:pt x="167650" y="726225"/>
                    </a:cubicBezTo>
                    <a:cubicBezTo>
                      <a:pt x="174738" y="721294"/>
                      <a:pt x="182442" y="717133"/>
                      <a:pt x="190609" y="714052"/>
                    </a:cubicBezTo>
                    <a:cubicBezTo>
                      <a:pt x="198621" y="693558"/>
                      <a:pt x="207405" y="673218"/>
                      <a:pt x="216650" y="653186"/>
                    </a:cubicBezTo>
                    <a:cubicBezTo>
                      <a:pt x="232059" y="620519"/>
                      <a:pt x="247468" y="594324"/>
                      <a:pt x="258562" y="563968"/>
                    </a:cubicBezTo>
                    <a:cubicBezTo>
                      <a:pt x="268578" y="537927"/>
                      <a:pt x="276899" y="511270"/>
                      <a:pt x="283833" y="484150"/>
                    </a:cubicBezTo>
                    <a:cubicBezTo>
                      <a:pt x="285066" y="479835"/>
                      <a:pt x="286298" y="475367"/>
                      <a:pt x="287377" y="470898"/>
                    </a:cubicBezTo>
                    <a:cubicBezTo>
                      <a:pt x="289226" y="463040"/>
                      <a:pt x="290921" y="455489"/>
                      <a:pt x="292616" y="447168"/>
                    </a:cubicBezTo>
                    <a:cubicBezTo>
                      <a:pt x="275512" y="439156"/>
                      <a:pt x="257946" y="432530"/>
                      <a:pt x="239764" y="427445"/>
                    </a:cubicBezTo>
                    <a:cubicBezTo>
                      <a:pt x="216342" y="420665"/>
                      <a:pt x="192150" y="417737"/>
                      <a:pt x="167803" y="418970"/>
                    </a:cubicBezTo>
                    <a:cubicBezTo>
                      <a:pt x="153165" y="420511"/>
                      <a:pt x="138526" y="423438"/>
                      <a:pt x="124504" y="427907"/>
                    </a:cubicBezTo>
                    <a:cubicBezTo>
                      <a:pt x="114181" y="438231"/>
                      <a:pt x="104627" y="449480"/>
                      <a:pt x="96152" y="461345"/>
                    </a:cubicBezTo>
                    <a:cubicBezTo>
                      <a:pt x="85982" y="475521"/>
                      <a:pt x="77661" y="491084"/>
                      <a:pt x="71497" y="507571"/>
                    </a:cubicBezTo>
                    <a:cubicBezTo>
                      <a:pt x="65796" y="524367"/>
                      <a:pt x="62715" y="541933"/>
                      <a:pt x="62098" y="559654"/>
                    </a:cubicBezTo>
                    <a:cubicBezTo>
                      <a:pt x="60557" y="577528"/>
                      <a:pt x="60557" y="595711"/>
                      <a:pt x="62098" y="613585"/>
                    </a:cubicBezTo>
                    <a:cubicBezTo>
                      <a:pt x="59478" y="595711"/>
                      <a:pt x="58400" y="577528"/>
                      <a:pt x="58554" y="559500"/>
                    </a:cubicBezTo>
                    <a:cubicBezTo>
                      <a:pt x="57938" y="541163"/>
                      <a:pt x="59941" y="522980"/>
                      <a:pt x="64409" y="505260"/>
                    </a:cubicBezTo>
                    <a:cubicBezTo>
                      <a:pt x="69648" y="487540"/>
                      <a:pt x="77045" y="470590"/>
                      <a:pt x="86753" y="454873"/>
                    </a:cubicBezTo>
                    <a:cubicBezTo>
                      <a:pt x="90451" y="448863"/>
                      <a:pt x="94457" y="443162"/>
                      <a:pt x="98463" y="437461"/>
                    </a:cubicBezTo>
                    <a:lnTo>
                      <a:pt x="96460" y="438231"/>
                    </a:lnTo>
                    <a:cubicBezTo>
                      <a:pt x="73347" y="448709"/>
                      <a:pt x="52853" y="464580"/>
                      <a:pt x="37136" y="484458"/>
                    </a:cubicBezTo>
                    <a:cubicBezTo>
                      <a:pt x="50079" y="461499"/>
                      <a:pt x="68570" y="441929"/>
                      <a:pt x="90759" y="427599"/>
                    </a:cubicBezTo>
                    <a:cubicBezTo>
                      <a:pt x="99388" y="421898"/>
                      <a:pt x="108479" y="416813"/>
                      <a:pt x="117724" y="412190"/>
                    </a:cubicBezTo>
                    <a:cubicBezTo>
                      <a:pt x="118495" y="411265"/>
                      <a:pt x="119112" y="410341"/>
                      <a:pt x="120036" y="409416"/>
                    </a:cubicBezTo>
                    <a:lnTo>
                      <a:pt x="121114" y="410495"/>
                    </a:lnTo>
                    <a:cubicBezTo>
                      <a:pt x="134983" y="404023"/>
                      <a:pt x="149467" y="398938"/>
                      <a:pt x="164414" y="395086"/>
                    </a:cubicBezTo>
                    <a:cubicBezTo>
                      <a:pt x="191380" y="389539"/>
                      <a:pt x="219270" y="388614"/>
                      <a:pt x="246544" y="392312"/>
                    </a:cubicBezTo>
                    <a:cubicBezTo>
                      <a:pt x="265342" y="394624"/>
                      <a:pt x="283833" y="398322"/>
                      <a:pt x="302016" y="403561"/>
                    </a:cubicBezTo>
                    <a:cubicBezTo>
                      <a:pt x="310336" y="361186"/>
                      <a:pt x="317425" y="318195"/>
                      <a:pt x="324205" y="274742"/>
                    </a:cubicBezTo>
                    <a:cubicBezTo>
                      <a:pt x="319582" y="267654"/>
                      <a:pt x="315576" y="260566"/>
                      <a:pt x="311569" y="253632"/>
                    </a:cubicBezTo>
                    <a:cubicBezTo>
                      <a:pt x="302940" y="238223"/>
                      <a:pt x="295236" y="222814"/>
                      <a:pt x="287531" y="207405"/>
                    </a:cubicBezTo>
                    <a:cubicBezTo>
                      <a:pt x="283063" y="198930"/>
                      <a:pt x="277978" y="190763"/>
                      <a:pt x="272122" y="183059"/>
                    </a:cubicBezTo>
                    <a:cubicBezTo>
                      <a:pt x="246081" y="179052"/>
                      <a:pt x="219424" y="182442"/>
                      <a:pt x="195078" y="192612"/>
                    </a:cubicBezTo>
                    <a:cubicBezTo>
                      <a:pt x="189684" y="195540"/>
                      <a:pt x="184908" y="199700"/>
                      <a:pt x="181210" y="204631"/>
                    </a:cubicBezTo>
                    <a:cubicBezTo>
                      <a:pt x="176895" y="210178"/>
                      <a:pt x="173043" y="216034"/>
                      <a:pt x="169653" y="222197"/>
                    </a:cubicBezTo>
                    <a:cubicBezTo>
                      <a:pt x="162564" y="234987"/>
                      <a:pt x="156247" y="248701"/>
                      <a:pt x="148851" y="262261"/>
                    </a:cubicBezTo>
                    <a:cubicBezTo>
                      <a:pt x="134983" y="290613"/>
                      <a:pt x="113718" y="314497"/>
                      <a:pt x="87215" y="331601"/>
                    </a:cubicBezTo>
                    <a:cubicBezTo>
                      <a:pt x="61636" y="349167"/>
                      <a:pt x="30818" y="357180"/>
                      <a:pt x="0" y="354098"/>
                    </a:cubicBezTo>
                    <a:cubicBezTo>
                      <a:pt x="30048" y="354560"/>
                      <a:pt x="59478" y="344390"/>
                      <a:pt x="82746" y="325283"/>
                    </a:cubicBezTo>
                    <a:cubicBezTo>
                      <a:pt x="106014" y="307255"/>
                      <a:pt x="123888" y="283063"/>
                      <a:pt x="134366" y="255635"/>
                    </a:cubicBezTo>
                    <a:cubicBezTo>
                      <a:pt x="140222" y="242075"/>
                      <a:pt x="145306" y="227745"/>
                      <a:pt x="151932" y="213568"/>
                    </a:cubicBezTo>
                    <a:cubicBezTo>
                      <a:pt x="155168" y="206172"/>
                      <a:pt x="159021" y="199084"/>
                      <a:pt x="163335" y="192304"/>
                    </a:cubicBezTo>
                    <a:cubicBezTo>
                      <a:pt x="165801" y="188606"/>
                      <a:pt x="168574" y="185062"/>
                      <a:pt x="171656" y="181826"/>
                    </a:cubicBezTo>
                    <a:cubicBezTo>
                      <a:pt x="174892" y="178590"/>
                      <a:pt x="178282" y="175816"/>
                      <a:pt x="181980" y="173197"/>
                    </a:cubicBezTo>
                    <a:cubicBezTo>
                      <a:pt x="196310" y="164260"/>
                      <a:pt x="212336" y="158250"/>
                      <a:pt x="229131" y="155785"/>
                    </a:cubicBezTo>
                    <a:cubicBezTo>
                      <a:pt x="234062" y="154860"/>
                      <a:pt x="238685" y="154552"/>
                      <a:pt x="243462" y="154090"/>
                    </a:cubicBezTo>
                    <a:cubicBezTo>
                      <a:pt x="236990" y="149467"/>
                      <a:pt x="230056" y="145461"/>
                      <a:pt x="222660" y="142225"/>
                    </a:cubicBezTo>
                    <a:cubicBezTo>
                      <a:pt x="207867" y="135599"/>
                      <a:pt x="192304" y="130822"/>
                      <a:pt x="176433" y="128049"/>
                    </a:cubicBezTo>
                    <a:cubicBezTo>
                      <a:pt x="159021" y="125275"/>
                      <a:pt x="141916" y="121269"/>
                      <a:pt x="125275" y="115876"/>
                    </a:cubicBezTo>
                    <a:cubicBezTo>
                      <a:pt x="108942" y="110020"/>
                      <a:pt x="93378" y="102007"/>
                      <a:pt x="79048" y="92146"/>
                    </a:cubicBezTo>
                    <a:cubicBezTo>
                      <a:pt x="64101" y="82438"/>
                      <a:pt x="54086" y="66721"/>
                      <a:pt x="51312" y="49155"/>
                    </a:cubicBezTo>
                    <a:cubicBezTo>
                      <a:pt x="55780" y="65642"/>
                      <a:pt x="67029" y="79356"/>
                      <a:pt x="82130" y="87215"/>
                    </a:cubicBezTo>
                    <a:cubicBezTo>
                      <a:pt x="97076" y="95073"/>
                      <a:pt x="112948" y="101083"/>
                      <a:pt x="129281" y="104935"/>
                    </a:cubicBezTo>
                    <a:cubicBezTo>
                      <a:pt x="160870" y="112177"/>
                      <a:pt x="196772" y="108479"/>
                      <a:pt x="232213" y="120344"/>
                    </a:cubicBezTo>
                    <a:cubicBezTo>
                      <a:pt x="250242" y="126045"/>
                      <a:pt x="266883" y="135291"/>
                      <a:pt x="281368" y="147464"/>
                    </a:cubicBezTo>
                    <a:cubicBezTo>
                      <a:pt x="295544" y="159791"/>
                      <a:pt x="308025" y="174121"/>
                      <a:pt x="318195" y="189838"/>
                    </a:cubicBezTo>
                    <a:cubicBezTo>
                      <a:pt x="323743" y="198313"/>
                      <a:pt x="329135" y="206634"/>
                      <a:pt x="334683" y="214801"/>
                    </a:cubicBezTo>
                    <a:cubicBezTo>
                      <a:pt x="337148" y="201087"/>
                      <a:pt x="339768" y="187219"/>
                      <a:pt x="343004" y="173351"/>
                    </a:cubicBezTo>
                    <a:cubicBezTo>
                      <a:pt x="347164" y="155939"/>
                      <a:pt x="352249" y="138835"/>
                      <a:pt x="358413" y="122039"/>
                    </a:cubicBezTo>
                    <a:cubicBezTo>
                      <a:pt x="361649" y="113102"/>
                      <a:pt x="365655" y="104319"/>
                      <a:pt x="370123" y="95998"/>
                    </a:cubicBezTo>
                    <a:cubicBezTo>
                      <a:pt x="372589" y="91221"/>
                      <a:pt x="375362" y="86753"/>
                      <a:pt x="378444" y="82438"/>
                    </a:cubicBezTo>
                    <a:cubicBezTo>
                      <a:pt x="380293" y="79973"/>
                      <a:pt x="382296" y="77661"/>
                      <a:pt x="384454" y="75350"/>
                    </a:cubicBezTo>
                    <a:cubicBezTo>
                      <a:pt x="385686" y="73963"/>
                      <a:pt x="387073" y="72730"/>
                      <a:pt x="388460" y="71498"/>
                    </a:cubicBezTo>
                    <a:cubicBezTo>
                      <a:pt x="391080" y="69186"/>
                      <a:pt x="394007" y="67337"/>
                      <a:pt x="397089" y="65950"/>
                    </a:cubicBezTo>
                    <a:lnTo>
                      <a:pt x="415272" y="108479"/>
                    </a:lnTo>
                    <a:lnTo>
                      <a:pt x="418508" y="106784"/>
                    </a:lnTo>
                    <a:lnTo>
                      <a:pt x="418508" y="106784"/>
                    </a:lnTo>
                    <a:cubicBezTo>
                      <a:pt x="417737" y="107555"/>
                      <a:pt x="417121" y="108479"/>
                      <a:pt x="416504" y="109404"/>
                    </a:cubicBezTo>
                    <a:cubicBezTo>
                      <a:pt x="414810" y="112023"/>
                      <a:pt x="413269" y="114797"/>
                      <a:pt x="411882" y="117571"/>
                    </a:cubicBezTo>
                    <a:cubicBezTo>
                      <a:pt x="408646" y="124042"/>
                      <a:pt x="406026" y="130822"/>
                      <a:pt x="403715" y="137756"/>
                    </a:cubicBezTo>
                    <a:cubicBezTo>
                      <a:pt x="398784" y="152857"/>
                      <a:pt x="394778" y="168266"/>
                      <a:pt x="391850" y="183983"/>
                    </a:cubicBezTo>
                    <a:cubicBezTo>
                      <a:pt x="385841" y="214801"/>
                      <a:pt x="381680" y="248701"/>
                      <a:pt x="376441" y="281984"/>
                    </a:cubicBezTo>
                    <a:cubicBezTo>
                      <a:pt x="376441" y="283987"/>
                      <a:pt x="376441" y="285991"/>
                      <a:pt x="375671" y="287840"/>
                    </a:cubicBezTo>
                    <a:lnTo>
                      <a:pt x="382605" y="291384"/>
                    </a:lnTo>
                    <a:cubicBezTo>
                      <a:pt x="380602" y="295390"/>
                      <a:pt x="377520" y="298626"/>
                      <a:pt x="373822" y="300937"/>
                    </a:cubicBezTo>
                    <a:cubicBezTo>
                      <a:pt x="366117" y="362111"/>
                      <a:pt x="355177" y="422976"/>
                      <a:pt x="341154" y="483071"/>
                    </a:cubicBezTo>
                    <a:cubicBezTo>
                      <a:pt x="339768" y="488464"/>
                      <a:pt x="338381" y="493857"/>
                      <a:pt x="336840" y="499251"/>
                    </a:cubicBezTo>
                    <a:cubicBezTo>
                      <a:pt x="335299" y="504644"/>
                      <a:pt x="335299" y="505722"/>
                      <a:pt x="334375" y="508958"/>
                    </a:cubicBezTo>
                    <a:lnTo>
                      <a:pt x="343928" y="501408"/>
                    </a:lnTo>
                    <a:cubicBezTo>
                      <a:pt x="394470" y="459958"/>
                      <a:pt x="433917" y="406643"/>
                      <a:pt x="458571" y="346085"/>
                    </a:cubicBezTo>
                    <a:cubicBezTo>
                      <a:pt x="473980" y="307255"/>
                      <a:pt x="475521" y="269041"/>
                      <a:pt x="436228" y="186294"/>
                    </a:cubicBezTo>
                    <a:lnTo>
                      <a:pt x="477832" y="166417"/>
                    </a:lnTo>
                    <a:cubicBezTo>
                      <a:pt x="518512" y="251474"/>
                      <a:pt x="524059" y="305098"/>
                      <a:pt x="501562" y="363189"/>
                    </a:cubicBezTo>
                    <a:cubicBezTo>
                      <a:pt x="477986" y="422052"/>
                      <a:pt x="441621" y="475059"/>
                      <a:pt x="395240" y="518358"/>
                    </a:cubicBezTo>
                    <a:cubicBezTo>
                      <a:pt x="369970" y="542550"/>
                      <a:pt x="341617" y="563198"/>
                      <a:pt x="310953" y="579994"/>
                    </a:cubicBezTo>
                    <a:cubicBezTo>
                      <a:pt x="310645" y="581072"/>
                      <a:pt x="310183" y="582305"/>
                      <a:pt x="309720" y="583384"/>
                    </a:cubicBezTo>
                    <a:cubicBezTo>
                      <a:pt x="306793" y="591550"/>
                      <a:pt x="303403" y="599717"/>
                      <a:pt x="299858" y="607884"/>
                    </a:cubicBezTo>
                    <a:lnTo>
                      <a:pt x="298009" y="611582"/>
                    </a:lnTo>
                    <a:cubicBezTo>
                      <a:pt x="308796" y="604956"/>
                      <a:pt x="319428" y="598176"/>
                      <a:pt x="329752" y="590780"/>
                    </a:cubicBezTo>
                    <a:cubicBezTo>
                      <a:pt x="357334" y="571056"/>
                      <a:pt x="383683" y="549638"/>
                      <a:pt x="408492" y="526524"/>
                    </a:cubicBezTo>
                    <a:lnTo>
                      <a:pt x="411728" y="523443"/>
                    </a:lnTo>
                    <a:cubicBezTo>
                      <a:pt x="422976" y="512810"/>
                      <a:pt x="434225" y="502024"/>
                      <a:pt x="445165" y="490622"/>
                    </a:cubicBezTo>
                    <a:lnTo>
                      <a:pt x="462886" y="472285"/>
                    </a:lnTo>
                    <a:cubicBezTo>
                      <a:pt x="468741" y="466275"/>
                      <a:pt x="474596" y="459958"/>
                      <a:pt x="480144" y="453640"/>
                    </a:cubicBezTo>
                    <a:cubicBezTo>
                      <a:pt x="502795" y="428369"/>
                      <a:pt x="523751" y="401712"/>
                      <a:pt x="543012" y="373667"/>
                    </a:cubicBezTo>
                    <a:cubicBezTo>
                      <a:pt x="561965" y="346856"/>
                      <a:pt x="577836" y="318195"/>
                      <a:pt x="590318" y="287840"/>
                    </a:cubicBezTo>
                    <a:cubicBezTo>
                      <a:pt x="602953" y="257176"/>
                      <a:pt x="609271" y="224201"/>
                      <a:pt x="609271" y="191071"/>
                    </a:cubicBezTo>
                    <a:cubicBezTo>
                      <a:pt x="608500" y="172889"/>
                      <a:pt x="609271" y="154860"/>
                      <a:pt x="611736" y="136832"/>
                    </a:cubicBezTo>
                    <a:cubicBezTo>
                      <a:pt x="614356" y="118803"/>
                      <a:pt x="618979" y="101083"/>
                      <a:pt x="625604" y="84133"/>
                    </a:cubicBezTo>
                    <a:cubicBezTo>
                      <a:pt x="637623" y="50233"/>
                      <a:pt x="659812" y="20802"/>
                      <a:pt x="689089" y="0"/>
                    </a:cubicBezTo>
                    <a:cubicBezTo>
                      <a:pt x="663356" y="23422"/>
                      <a:pt x="645636" y="54240"/>
                      <a:pt x="638240" y="88293"/>
                    </a:cubicBezTo>
                    <a:cubicBezTo>
                      <a:pt x="634233" y="104781"/>
                      <a:pt x="631922" y="121577"/>
                      <a:pt x="631614" y="138527"/>
                    </a:cubicBezTo>
                    <a:cubicBezTo>
                      <a:pt x="631614" y="155477"/>
                      <a:pt x="633000" y="172426"/>
                      <a:pt x="635774" y="189222"/>
                    </a:cubicBezTo>
                    <a:cubicBezTo>
                      <a:pt x="640551" y="226204"/>
                      <a:pt x="639164" y="263802"/>
                      <a:pt x="631460" y="300321"/>
                    </a:cubicBezTo>
                    <a:cubicBezTo>
                      <a:pt x="627299" y="318812"/>
                      <a:pt x="621136" y="336840"/>
                      <a:pt x="612969" y="353944"/>
                    </a:cubicBezTo>
                    <a:cubicBezTo>
                      <a:pt x="604648" y="370432"/>
                      <a:pt x="595249" y="386457"/>
                      <a:pt x="584924" y="401712"/>
                    </a:cubicBezTo>
                    <a:cubicBezTo>
                      <a:pt x="564893" y="431913"/>
                      <a:pt x="543012" y="460728"/>
                      <a:pt x="519282" y="488002"/>
                    </a:cubicBezTo>
                    <a:cubicBezTo>
                      <a:pt x="513427" y="494936"/>
                      <a:pt x="507417" y="501562"/>
                      <a:pt x="501254" y="508342"/>
                    </a:cubicBezTo>
                    <a:cubicBezTo>
                      <a:pt x="498018" y="511578"/>
                      <a:pt x="495090" y="514968"/>
                      <a:pt x="491700" y="518358"/>
                    </a:cubicBezTo>
                    <a:lnTo>
                      <a:pt x="482301" y="527603"/>
                    </a:lnTo>
                    <a:cubicBezTo>
                      <a:pt x="477832" y="532226"/>
                      <a:pt x="473364" y="536694"/>
                      <a:pt x="468741" y="541009"/>
                    </a:cubicBezTo>
                    <a:cubicBezTo>
                      <a:pt x="460574" y="549176"/>
                      <a:pt x="452099" y="556418"/>
                      <a:pt x="443624" y="564893"/>
                    </a:cubicBezTo>
                    <a:cubicBezTo>
                      <a:pt x="416812" y="589393"/>
                      <a:pt x="388306" y="611890"/>
                      <a:pt x="358259" y="632230"/>
                    </a:cubicBezTo>
                    <a:cubicBezTo>
                      <a:pt x="342850" y="642246"/>
                      <a:pt x="327441" y="651799"/>
                      <a:pt x="311261" y="660583"/>
                    </a:cubicBezTo>
                    <a:cubicBezTo>
                      <a:pt x="296006" y="669057"/>
                      <a:pt x="279981" y="676146"/>
                      <a:pt x="263493" y="681847"/>
                    </a:cubicBezTo>
                    <a:cubicBezTo>
                      <a:pt x="259487" y="690168"/>
                      <a:pt x="255635" y="698643"/>
                      <a:pt x="251937" y="706964"/>
                    </a:cubicBezTo>
                    <a:cubicBezTo>
                      <a:pt x="256559" y="711586"/>
                      <a:pt x="260411" y="716825"/>
                      <a:pt x="263801" y="722372"/>
                    </a:cubicBezTo>
                    <a:cubicBezTo>
                      <a:pt x="267808" y="729306"/>
                      <a:pt x="270736" y="736857"/>
                      <a:pt x="272739" y="744561"/>
                    </a:cubicBezTo>
                    <a:cubicBezTo>
                      <a:pt x="276745" y="759662"/>
                      <a:pt x="277207" y="775533"/>
                      <a:pt x="274126" y="790788"/>
                    </a:cubicBezTo>
                    <a:cubicBezTo>
                      <a:pt x="267808" y="818524"/>
                      <a:pt x="261952" y="843641"/>
                      <a:pt x="257638" y="870761"/>
                    </a:cubicBezTo>
                    <a:cubicBezTo>
                      <a:pt x="253169" y="897418"/>
                      <a:pt x="250396" y="924230"/>
                      <a:pt x="249163" y="951196"/>
                    </a:cubicBezTo>
                    <a:cubicBezTo>
                      <a:pt x="247160" y="978161"/>
                      <a:pt x="250550" y="1005435"/>
                      <a:pt x="259487" y="1031014"/>
                    </a:cubicBezTo>
                    <a:cubicBezTo>
                      <a:pt x="248238" y="1005897"/>
                      <a:pt x="242075" y="978778"/>
                      <a:pt x="241459" y="951350"/>
                    </a:cubicBezTo>
                    <a:cubicBezTo>
                      <a:pt x="240226" y="923922"/>
                      <a:pt x="240534" y="896340"/>
                      <a:pt x="242383" y="868912"/>
                    </a:cubicBezTo>
                    <a:cubicBezTo>
                      <a:pt x="243924" y="841946"/>
                      <a:pt x="247776" y="813285"/>
                      <a:pt x="251320" y="787706"/>
                    </a:cubicBezTo>
                    <a:cubicBezTo>
                      <a:pt x="252553" y="775842"/>
                      <a:pt x="251012" y="763977"/>
                      <a:pt x="247006" y="752728"/>
                    </a:cubicBezTo>
                    <a:cubicBezTo>
                      <a:pt x="245003" y="747335"/>
                      <a:pt x="242383" y="742096"/>
                      <a:pt x="239301" y="737319"/>
                    </a:cubicBezTo>
                    <a:lnTo>
                      <a:pt x="239301" y="737319"/>
                    </a:lnTo>
                    <a:cubicBezTo>
                      <a:pt x="223430" y="777074"/>
                      <a:pt x="210178" y="817908"/>
                      <a:pt x="199700" y="859512"/>
                    </a:cubicBezTo>
                    <a:cubicBezTo>
                      <a:pt x="191380" y="890484"/>
                      <a:pt x="186294" y="922227"/>
                      <a:pt x="184291" y="954123"/>
                    </a:cubicBezTo>
                    <a:cubicBezTo>
                      <a:pt x="183521" y="969224"/>
                      <a:pt x="184445" y="984325"/>
                      <a:pt x="187065" y="999118"/>
                    </a:cubicBezTo>
                    <a:cubicBezTo>
                      <a:pt x="189684" y="1012369"/>
                      <a:pt x="195232" y="1025005"/>
                      <a:pt x="203399" y="1035791"/>
                    </a:cubicBezTo>
                    <a:cubicBezTo>
                      <a:pt x="223430" y="1058750"/>
                      <a:pt x="248701" y="1076162"/>
                      <a:pt x="277207" y="1086795"/>
                    </a:cubicBezTo>
                    <a:cubicBezTo>
                      <a:pt x="337611" y="1110216"/>
                      <a:pt x="403407" y="1116534"/>
                      <a:pt x="467200" y="1105131"/>
                    </a:cubicBezTo>
                    <a:cubicBezTo>
                      <a:pt x="499405" y="1098968"/>
                      <a:pt x="530839" y="1088952"/>
                      <a:pt x="560732" y="1075238"/>
                    </a:cubicBezTo>
                    <a:cubicBezTo>
                      <a:pt x="590472" y="1061678"/>
                      <a:pt x="617129" y="1041800"/>
                      <a:pt x="638548" y="10169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28"/>
              <p:cNvSpPr/>
              <p:nvPr/>
            </p:nvSpPr>
            <p:spPr>
              <a:xfrm>
                <a:off x="7406605" y="1468173"/>
                <a:ext cx="1686713" cy="2451720"/>
              </a:xfrm>
              <a:custGeom>
                <a:rect b="b" l="l" r="r" t="t"/>
                <a:pathLst>
                  <a:path extrusionOk="0" h="2451720" w="1686713">
                    <a:moveTo>
                      <a:pt x="1675515" y="2330606"/>
                    </a:moveTo>
                    <a:cubicBezTo>
                      <a:pt x="1669197" y="2304565"/>
                      <a:pt x="1661031" y="2278987"/>
                      <a:pt x="1652402" y="2253562"/>
                    </a:cubicBezTo>
                    <a:cubicBezTo>
                      <a:pt x="1643772" y="2228137"/>
                      <a:pt x="1633911" y="2203482"/>
                      <a:pt x="1626052" y="2178982"/>
                    </a:cubicBezTo>
                    <a:cubicBezTo>
                      <a:pt x="1618347" y="2154174"/>
                      <a:pt x="1611876" y="2128903"/>
                      <a:pt x="1606945" y="2103324"/>
                    </a:cubicBezTo>
                    <a:lnTo>
                      <a:pt x="1591536" y="2025355"/>
                    </a:lnTo>
                    <a:cubicBezTo>
                      <a:pt x="1586914" y="2000392"/>
                      <a:pt x="1583369" y="1973427"/>
                      <a:pt x="1579209" y="1947231"/>
                    </a:cubicBezTo>
                    <a:cubicBezTo>
                      <a:pt x="1570888" y="1894687"/>
                      <a:pt x="1561797" y="1841988"/>
                      <a:pt x="1548391" y="1789598"/>
                    </a:cubicBezTo>
                    <a:cubicBezTo>
                      <a:pt x="1542227" y="1763094"/>
                      <a:pt x="1534060" y="1737053"/>
                      <a:pt x="1524045" y="1711628"/>
                    </a:cubicBezTo>
                    <a:cubicBezTo>
                      <a:pt x="1512642" y="1686974"/>
                      <a:pt x="1500161" y="1662936"/>
                      <a:pt x="1486292" y="1639514"/>
                    </a:cubicBezTo>
                    <a:cubicBezTo>
                      <a:pt x="1473349" y="1616401"/>
                      <a:pt x="1460406" y="1593287"/>
                      <a:pt x="1448695" y="1570020"/>
                    </a:cubicBezTo>
                    <a:cubicBezTo>
                      <a:pt x="1436830" y="1547677"/>
                      <a:pt x="1427431" y="1524101"/>
                      <a:pt x="1420959" y="1499601"/>
                    </a:cubicBezTo>
                    <a:cubicBezTo>
                      <a:pt x="1419726" y="1493899"/>
                      <a:pt x="1418955" y="1488198"/>
                      <a:pt x="1418493" y="1482497"/>
                    </a:cubicBezTo>
                    <a:lnTo>
                      <a:pt x="1418493" y="1464314"/>
                    </a:lnTo>
                    <a:lnTo>
                      <a:pt x="1421421" y="1424559"/>
                    </a:lnTo>
                    <a:cubicBezTo>
                      <a:pt x="1422654" y="1406993"/>
                      <a:pt x="1423732" y="1389273"/>
                      <a:pt x="1424657" y="1371398"/>
                    </a:cubicBezTo>
                    <a:lnTo>
                      <a:pt x="1433286" y="1375559"/>
                    </a:lnTo>
                    <a:cubicBezTo>
                      <a:pt x="1441144" y="1379719"/>
                      <a:pt x="1448695" y="1384496"/>
                      <a:pt x="1455937" y="1389735"/>
                    </a:cubicBezTo>
                    <a:cubicBezTo>
                      <a:pt x="1470730" y="1400675"/>
                      <a:pt x="1484290" y="1413465"/>
                      <a:pt x="1496154" y="1427487"/>
                    </a:cubicBezTo>
                    <a:cubicBezTo>
                      <a:pt x="1508481" y="1441817"/>
                      <a:pt x="1519268" y="1457380"/>
                      <a:pt x="1528667" y="1473714"/>
                    </a:cubicBezTo>
                    <a:cubicBezTo>
                      <a:pt x="1533598" y="1482035"/>
                      <a:pt x="1537605" y="1490664"/>
                      <a:pt x="1542227" y="1499293"/>
                    </a:cubicBezTo>
                    <a:lnTo>
                      <a:pt x="1553784" y="1525796"/>
                    </a:lnTo>
                    <a:lnTo>
                      <a:pt x="1546850" y="1497443"/>
                    </a:lnTo>
                    <a:cubicBezTo>
                      <a:pt x="1543768" y="1488198"/>
                      <a:pt x="1541303" y="1478799"/>
                      <a:pt x="1537759" y="1469553"/>
                    </a:cubicBezTo>
                    <a:cubicBezTo>
                      <a:pt x="1530825" y="1450908"/>
                      <a:pt x="1522350" y="1432880"/>
                      <a:pt x="1512334" y="1415776"/>
                    </a:cubicBezTo>
                    <a:cubicBezTo>
                      <a:pt x="1502010" y="1398210"/>
                      <a:pt x="1489682" y="1382030"/>
                      <a:pt x="1475661" y="1367238"/>
                    </a:cubicBezTo>
                    <a:cubicBezTo>
                      <a:pt x="1468264" y="1359687"/>
                      <a:pt x="1460560" y="1352753"/>
                      <a:pt x="1452239" y="1346282"/>
                    </a:cubicBezTo>
                    <a:cubicBezTo>
                      <a:pt x="1444072" y="1340272"/>
                      <a:pt x="1435443" y="1335187"/>
                      <a:pt x="1426198" y="1330873"/>
                    </a:cubicBezTo>
                    <a:cubicBezTo>
                      <a:pt x="1426198" y="1308684"/>
                      <a:pt x="1426968" y="1286495"/>
                      <a:pt x="1426198" y="1263998"/>
                    </a:cubicBezTo>
                    <a:cubicBezTo>
                      <a:pt x="1425582" y="1250130"/>
                      <a:pt x="1424041" y="1236262"/>
                      <a:pt x="1421575" y="1222548"/>
                    </a:cubicBezTo>
                    <a:cubicBezTo>
                      <a:pt x="1418802" y="1208988"/>
                      <a:pt x="1415257" y="1195428"/>
                      <a:pt x="1411097" y="1182176"/>
                    </a:cubicBezTo>
                    <a:cubicBezTo>
                      <a:pt x="1403084" y="1156135"/>
                      <a:pt x="1393993" y="1131635"/>
                      <a:pt x="1387675" y="1106826"/>
                    </a:cubicBezTo>
                    <a:cubicBezTo>
                      <a:pt x="1381357" y="1082018"/>
                      <a:pt x="1377043" y="1056747"/>
                      <a:pt x="1375040" y="1031168"/>
                    </a:cubicBezTo>
                    <a:cubicBezTo>
                      <a:pt x="1373191" y="997885"/>
                      <a:pt x="1370417" y="963523"/>
                      <a:pt x="1365795" y="929315"/>
                    </a:cubicBezTo>
                    <a:cubicBezTo>
                      <a:pt x="1368414" y="931164"/>
                      <a:pt x="1370879" y="933321"/>
                      <a:pt x="1373345" y="935478"/>
                    </a:cubicBezTo>
                    <a:cubicBezTo>
                      <a:pt x="1385364" y="947035"/>
                      <a:pt x="1396150" y="959670"/>
                      <a:pt x="1405395" y="973539"/>
                    </a:cubicBezTo>
                    <a:cubicBezTo>
                      <a:pt x="1414795" y="987869"/>
                      <a:pt x="1423732" y="1002816"/>
                      <a:pt x="1431899" y="1018379"/>
                    </a:cubicBezTo>
                    <a:cubicBezTo>
                      <a:pt x="1440066" y="1033942"/>
                      <a:pt x="1447308" y="1050121"/>
                      <a:pt x="1454550" y="1066301"/>
                    </a:cubicBezTo>
                    <a:cubicBezTo>
                      <a:pt x="1451160" y="1048888"/>
                      <a:pt x="1447616" y="1031476"/>
                      <a:pt x="1443148" y="1014064"/>
                    </a:cubicBezTo>
                    <a:cubicBezTo>
                      <a:pt x="1438525" y="996498"/>
                      <a:pt x="1433132" y="979240"/>
                      <a:pt x="1426660" y="962290"/>
                    </a:cubicBezTo>
                    <a:cubicBezTo>
                      <a:pt x="1419880" y="944724"/>
                      <a:pt x="1411251" y="927774"/>
                      <a:pt x="1400927" y="912057"/>
                    </a:cubicBezTo>
                    <a:cubicBezTo>
                      <a:pt x="1395226" y="903428"/>
                      <a:pt x="1388600" y="895569"/>
                      <a:pt x="1381204" y="888481"/>
                    </a:cubicBezTo>
                    <a:cubicBezTo>
                      <a:pt x="1377043" y="884475"/>
                      <a:pt x="1372420" y="880777"/>
                      <a:pt x="1367489" y="877695"/>
                    </a:cubicBezTo>
                    <a:cubicBezTo>
                      <a:pt x="1364870" y="875846"/>
                      <a:pt x="1361942" y="874305"/>
                      <a:pt x="1359015" y="873072"/>
                    </a:cubicBezTo>
                    <a:lnTo>
                      <a:pt x="1356087" y="871994"/>
                    </a:lnTo>
                    <a:lnTo>
                      <a:pt x="1356087" y="870915"/>
                    </a:lnTo>
                    <a:cubicBezTo>
                      <a:pt x="1334823" y="762436"/>
                      <a:pt x="1281045" y="662894"/>
                      <a:pt x="1201997" y="585541"/>
                    </a:cubicBezTo>
                    <a:cubicBezTo>
                      <a:pt x="1180887" y="565355"/>
                      <a:pt x="1155925" y="549638"/>
                      <a:pt x="1128497" y="539314"/>
                    </a:cubicBezTo>
                    <a:cubicBezTo>
                      <a:pt x="1099682" y="529298"/>
                      <a:pt x="1068556" y="528219"/>
                      <a:pt x="1039124" y="536232"/>
                    </a:cubicBezTo>
                    <a:cubicBezTo>
                      <a:pt x="1011388" y="544091"/>
                      <a:pt x="985193" y="556264"/>
                      <a:pt x="961309" y="572443"/>
                    </a:cubicBezTo>
                    <a:lnTo>
                      <a:pt x="952064" y="578915"/>
                    </a:lnTo>
                    <a:cubicBezTo>
                      <a:pt x="936193" y="547327"/>
                      <a:pt x="923865" y="513889"/>
                      <a:pt x="915390" y="479527"/>
                    </a:cubicBezTo>
                    <a:cubicBezTo>
                      <a:pt x="909535" y="455489"/>
                      <a:pt x="906761" y="430835"/>
                      <a:pt x="907069" y="406026"/>
                    </a:cubicBezTo>
                    <a:cubicBezTo>
                      <a:pt x="907224" y="393853"/>
                      <a:pt x="908456" y="381680"/>
                      <a:pt x="910768" y="369661"/>
                    </a:cubicBezTo>
                    <a:cubicBezTo>
                      <a:pt x="913541" y="357026"/>
                      <a:pt x="916315" y="344545"/>
                      <a:pt x="919551" y="331909"/>
                    </a:cubicBezTo>
                    <a:cubicBezTo>
                      <a:pt x="923865" y="314035"/>
                      <a:pt x="928796" y="296006"/>
                      <a:pt x="933727" y="278132"/>
                    </a:cubicBezTo>
                    <a:lnTo>
                      <a:pt x="936809" y="278132"/>
                    </a:lnTo>
                    <a:cubicBezTo>
                      <a:pt x="936809" y="276129"/>
                      <a:pt x="936038" y="274126"/>
                      <a:pt x="935576" y="272276"/>
                    </a:cubicBezTo>
                    <a:cubicBezTo>
                      <a:pt x="943897" y="241459"/>
                      <a:pt x="952064" y="211873"/>
                      <a:pt x="958227" y="180901"/>
                    </a:cubicBezTo>
                    <a:cubicBezTo>
                      <a:pt x="969322" y="129281"/>
                      <a:pt x="972249" y="76428"/>
                      <a:pt x="967010" y="23884"/>
                    </a:cubicBezTo>
                    <a:cubicBezTo>
                      <a:pt x="963929" y="49925"/>
                      <a:pt x="960693" y="75658"/>
                      <a:pt x="956378" y="100929"/>
                    </a:cubicBezTo>
                    <a:cubicBezTo>
                      <a:pt x="952064" y="126199"/>
                      <a:pt x="946516" y="151624"/>
                      <a:pt x="940199" y="176587"/>
                    </a:cubicBezTo>
                    <a:cubicBezTo>
                      <a:pt x="935730" y="193383"/>
                      <a:pt x="930799" y="210178"/>
                      <a:pt x="925715" y="226974"/>
                    </a:cubicBezTo>
                    <a:cubicBezTo>
                      <a:pt x="924636" y="221119"/>
                      <a:pt x="923403" y="215263"/>
                      <a:pt x="922325" y="209408"/>
                    </a:cubicBezTo>
                    <a:cubicBezTo>
                      <a:pt x="918164" y="186294"/>
                      <a:pt x="914774" y="163181"/>
                      <a:pt x="912463" y="139605"/>
                    </a:cubicBezTo>
                    <a:cubicBezTo>
                      <a:pt x="909997" y="116184"/>
                      <a:pt x="909073" y="92762"/>
                      <a:pt x="909689" y="69186"/>
                    </a:cubicBezTo>
                    <a:cubicBezTo>
                      <a:pt x="909843" y="45611"/>
                      <a:pt x="914004" y="22189"/>
                      <a:pt x="921708" y="0"/>
                    </a:cubicBezTo>
                    <a:cubicBezTo>
                      <a:pt x="911384" y="21573"/>
                      <a:pt x="904758" y="44840"/>
                      <a:pt x="902139" y="68570"/>
                    </a:cubicBezTo>
                    <a:cubicBezTo>
                      <a:pt x="898749" y="92300"/>
                      <a:pt x="897054" y="116184"/>
                      <a:pt x="897054" y="140222"/>
                    </a:cubicBezTo>
                    <a:cubicBezTo>
                      <a:pt x="897054" y="164260"/>
                      <a:pt x="897054" y="188298"/>
                      <a:pt x="899365" y="212181"/>
                    </a:cubicBezTo>
                    <a:cubicBezTo>
                      <a:pt x="901677" y="236065"/>
                      <a:pt x="903217" y="259795"/>
                      <a:pt x="906607" y="283987"/>
                    </a:cubicBezTo>
                    <a:lnTo>
                      <a:pt x="908148" y="283987"/>
                    </a:lnTo>
                    <a:cubicBezTo>
                      <a:pt x="903679" y="297855"/>
                      <a:pt x="899365" y="311878"/>
                      <a:pt x="895205" y="326054"/>
                    </a:cubicBezTo>
                    <a:cubicBezTo>
                      <a:pt x="891507" y="338689"/>
                      <a:pt x="888117" y="351324"/>
                      <a:pt x="884727" y="364114"/>
                    </a:cubicBezTo>
                    <a:cubicBezTo>
                      <a:pt x="881337" y="377520"/>
                      <a:pt x="879025" y="391234"/>
                      <a:pt x="877792" y="404948"/>
                    </a:cubicBezTo>
                    <a:cubicBezTo>
                      <a:pt x="875635" y="432376"/>
                      <a:pt x="876868" y="459804"/>
                      <a:pt x="881490" y="486923"/>
                    </a:cubicBezTo>
                    <a:cubicBezTo>
                      <a:pt x="885959" y="513581"/>
                      <a:pt x="892739" y="539930"/>
                      <a:pt x="901677" y="565509"/>
                    </a:cubicBezTo>
                    <a:cubicBezTo>
                      <a:pt x="906453" y="579377"/>
                      <a:pt x="911384" y="592783"/>
                      <a:pt x="917086" y="606189"/>
                    </a:cubicBezTo>
                    <a:cubicBezTo>
                      <a:pt x="909689" y="612352"/>
                      <a:pt x="902601" y="618978"/>
                      <a:pt x="895975" y="626066"/>
                    </a:cubicBezTo>
                    <a:cubicBezTo>
                      <a:pt x="875481" y="648409"/>
                      <a:pt x="857452" y="672910"/>
                      <a:pt x="842352" y="699105"/>
                    </a:cubicBezTo>
                    <a:cubicBezTo>
                      <a:pt x="827251" y="672910"/>
                      <a:pt x="809223" y="648409"/>
                      <a:pt x="788883" y="626066"/>
                    </a:cubicBezTo>
                    <a:cubicBezTo>
                      <a:pt x="782257" y="618978"/>
                      <a:pt x="775169" y="612352"/>
                      <a:pt x="767773" y="606189"/>
                    </a:cubicBezTo>
                    <a:cubicBezTo>
                      <a:pt x="773320" y="592783"/>
                      <a:pt x="778405" y="579377"/>
                      <a:pt x="783182" y="565509"/>
                    </a:cubicBezTo>
                    <a:cubicBezTo>
                      <a:pt x="791964" y="539930"/>
                      <a:pt x="798744" y="513581"/>
                      <a:pt x="803367" y="486923"/>
                    </a:cubicBezTo>
                    <a:cubicBezTo>
                      <a:pt x="807990" y="459804"/>
                      <a:pt x="809223" y="432376"/>
                      <a:pt x="807065" y="404948"/>
                    </a:cubicBezTo>
                    <a:cubicBezTo>
                      <a:pt x="805679" y="391234"/>
                      <a:pt x="803367" y="377520"/>
                      <a:pt x="799977" y="364114"/>
                    </a:cubicBezTo>
                    <a:cubicBezTo>
                      <a:pt x="796741" y="351324"/>
                      <a:pt x="793197" y="338689"/>
                      <a:pt x="789499" y="326054"/>
                    </a:cubicBezTo>
                    <a:cubicBezTo>
                      <a:pt x="785801" y="313418"/>
                      <a:pt x="781024" y="297855"/>
                      <a:pt x="776710" y="283987"/>
                    </a:cubicBezTo>
                    <a:lnTo>
                      <a:pt x="778096" y="283987"/>
                    </a:lnTo>
                    <a:cubicBezTo>
                      <a:pt x="781486" y="259795"/>
                      <a:pt x="783798" y="236219"/>
                      <a:pt x="785493" y="212181"/>
                    </a:cubicBezTo>
                    <a:cubicBezTo>
                      <a:pt x="787188" y="188144"/>
                      <a:pt x="787958" y="164260"/>
                      <a:pt x="787650" y="140222"/>
                    </a:cubicBezTo>
                    <a:cubicBezTo>
                      <a:pt x="787650" y="116184"/>
                      <a:pt x="785955" y="92300"/>
                      <a:pt x="782719" y="68570"/>
                    </a:cubicBezTo>
                    <a:cubicBezTo>
                      <a:pt x="779945" y="44840"/>
                      <a:pt x="773320" y="21573"/>
                      <a:pt x="762996" y="0"/>
                    </a:cubicBezTo>
                    <a:cubicBezTo>
                      <a:pt x="770854" y="22189"/>
                      <a:pt x="775015" y="45611"/>
                      <a:pt x="775015" y="69186"/>
                    </a:cubicBezTo>
                    <a:cubicBezTo>
                      <a:pt x="775785" y="92762"/>
                      <a:pt x="774861" y="116184"/>
                      <a:pt x="772241" y="139605"/>
                    </a:cubicBezTo>
                    <a:cubicBezTo>
                      <a:pt x="769930" y="163027"/>
                      <a:pt x="766694" y="186294"/>
                      <a:pt x="762534" y="209408"/>
                    </a:cubicBezTo>
                    <a:cubicBezTo>
                      <a:pt x="761455" y="215263"/>
                      <a:pt x="760222" y="221119"/>
                      <a:pt x="758989" y="226974"/>
                    </a:cubicBezTo>
                    <a:cubicBezTo>
                      <a:pt x="753904" y="210178"/>
                      <a:pt x="748974" y="193383"/>
                      <a:pt x="744659" y="176587"/>
                    </a:cubicBezTo>
                    <a:cubicBezTo>
                      <a:pt x="738341" y="151624"/>
                      <a:pt x="732640" y="126508"/>
                      <a:pt x="728326" y="100929"/>
                    </a:cubicBezTo>
                    <a:cubicBezTo>
                      <a:pt x="724011" y="75350"/>
                      <a:pt x="720775" y="49771"/>
                      <a:pt x="717847" y="23884"/>
                    </a:cubicBezTo>
                    <a:cubicBezTo>
                      <a:pt x="712608" y="76428"/>
                      <a:pt x="715536" y="129281"/>
                      <a:pt x="726476" y="180901"/>
                    </a:cubicBezTo>
                    <a:cubicBezTo>
                      <a:pt x="732640" y="211719"/>
                      <a:pt x="740961" y="242537"/>
                      <a:pt x="749282" y="272276"/>
                    </a:cubicBezTo>
                    <a:lnTo>
                      <a:pt x="747895" y="278132"/>
                    </a:lnTo>
                    <a:lnTo>
                      <a:pt x="750977" y="278132"/>
                    </a:lnTo>
                    <a:cubicBezTo>
                      <a:pt x="755907" y="296006"/>
                      <a:pt x="760838" y="314035"/>
                      <a:pt x="765307" y="331909"/>
                    </a:cubicBezTo>
                    <a:cubicBezTo>
                      <a:pt x="768389" y="344545"/>
                      <a:pt x="771316" y="357026"/>
                      <a:pt x="773936" y="369661"/>
                    </a:cubicBezTo>
                    <a:cubicBezTo>
                      <a:pt x="776247" y="381680"/>
                      <a:pt x="777480" y="393853"/>
                      <a:pt x="777788" y="406026"/>
                    </a:cubicBezTo>
                    <a:cubicBezTo>
                      <a:pt x="777943" y="430835"/>
                      <a:pt x="775169" y="455489"/>
                      <a:pt x="769467" y="479527"/>
                    </a:cubicBezTo>
                    <a:cubicBezTo>
                      <a:pt x="760993" y="513889"/>
                      <a:pt x="748665" y="547327"/>
                      <a:pt x="732640" y="578915"/>
                    </a:cubicBezTo>
                    <a:lnTo>
                      <a:pt x="723395" y="572443"/>
                    </a:lnTo>
                    <a:cubicBezTo>
                      <a:pt x="699819" y="556264"/>
                      <a:pt x="673778" y="544091"/>
                      <a:pt x="646350" y="536232"/>
                    </a:cubicBezTo>
                    <a:cubicBezTo>
                      <a:pt x="616919" y="528219"/>
                      <a:pt x="585639" y="529298"/>
                      <a:pt x="556824" y="539314"/>
                    </a:cubicBezTo>
                    <a:cubicBezTo>
                      <a:pt x="529396" y="549638"/>
                      <a:pt x="504433" y="565355"/>
                      <a:pt x="483323" y="585541"/>
                    </a:cubicBezTo>
                    <a:cubicBezTo>
                      <a:pt x="404275" y="662894"/>
                      <a:pt x="350497" y="762436"/>
                      <a:pt x="329233" y="870915"/>
                    </a:cubicBezTo>
                    <a:lnTo>
                      <a:pt x="329233" y="871994"/>
                    </a:lnTo>
                    <a:cubicBezTo>
                      <a:pt x="328155" y="872302"/>
                      <a:pt x="327230" y="872610"/>
                      <a:pt x="326305" y="873072"/>
                    </a:cubicBezTo>
                    <a:cubicBezTo>
                      <a:pt x="323224" y="874305"/>
                      <a:pt x="320450" y="875846"/>
                      <a:pt x="317676" y="877695"/>
                    </a:cubicBezTo>
                    <a:cubicBezTo>
                      <a:pt x="312746" y="880777"/>
                      <a:pt x="308277" y="884475"/>
                      <a:pt x="304117" y="888481"/>
                    </a:cubicBezTo>
                    <a:cubicBezTo>
                      <a:pt x="296566" y="895569"/>
                      <a:pt x="289940" y="903428"/>
                      <a:pt x="284239" y="912057"/>
                    </a:cubicBezTo>
                    <a:cubicBezTo>
                      <a:pt x="273915" y="927928"/>
                      <a:pt x="265286" y="944724"/>
                      <a:pt x="258506" y="962290"/>
                    </a:cubicBezTo>
                    <a:cubicBezTo>
                      <a:pt x="252188" y="979240"/>
                      <a:pt x="246641" y="996498"/>
                      <a:pt x="242172" y="1014064"/>
                    </a:cubicBezTo>
                    <a:cubicBezTo>
                      <a:pt x="237550" y="1031476"/>
                      <a:pt x="234160" y="1048888"/>
                      <a:pt x="230616" y="1066301"/>
                    </a:cubicBezTo>
                    <a:cubicBezTo>
                      <a:pt x="238012" y="1050892"/>
                      <a:pt x="245100" y="1033942"/>
                      <a:pt x="253421" y="1018379"/>
                    </a:cubicBezTo>
                    <a:cubicBezTo>
                      <a:pt x="261434" y="1002970"/>
                      <a:pt x="270217" y="988023"/>
                      <a:pt x="279925" y="973539"/>
                    </a:cubicBezTo>
                    <a:cubicBezTo>
                      <a:pt x="289170" y="959670"/>
                      <a:pt x="299802" y="947035"/>
                      <a:pt x="311821" y="935478"/>
                    </a:cubicBezTo>
                    <a:cubicBezTo>
                      <a:pt x="314286" y="933321"/>
                      <a:pt x="316906" y="931164"/>
                      <a:pt x="319372" y="929315"/>
                    </a:cubicBezTo>
                    <a:cubicBezTo>
                      <a:pt x="314749" y="963523"/>
                      <a:pt x="312129" y="997885"/>
                      <a:pt x="310126" y="1031168"/>
                    </a:cubicBezTo>
                    <a:cubicBezTo>
                      <a:pt x="308123" y="1056747"/>
                      <a:pt x="303963" y="1082018"/>
                      <a:pt x="297645" y="1106826"/>
                    </a:cubicBezTo>
                    <a:cubicBezTo>
                      <a:pt x="291327" y="1131635"/>
                      <a:pt x="282236" y="1156135"/>
                      <a:pt x="274223" y="1182176"/>
                    </a:cubicBezTo>
                    <a:cubicBezTo>
                      <a:pt x="269909" y="1195428"/>
                      <a:pt x="266365" y="1208834"/>
                      <a:pt x="263591" y="1222548"/>
                    </a:cubicBezTo>
                    <a:cubicBezTo>
                      <a:pt x="261279" y="1236262"/>
                      <a:pt x="259739" y="1250130"/>
                      <a:pt x="258968" y="1263998"/>
                    </a:cubicBezTo>
                    <a:cubicBezTo>
                      <a:pt x="257736" y="1286495"/>
                      <a:pt x="257890" y="1308684"/>
                      <a:pt x="258968" y="1330873"/>
                    </a:cubicBezTo>
                    <a:cubicBezTo>
                      <a:pt x="249877" y="1335187"/>
                      <a:pt x="241094" y="1340272"/>
                      <a:pt x="233081" y="1346282"/>
                    </a:cubicBezTo>
                    <a:cubicBezTo>
                      <a:pt x="224760" y="1352599"/>
                      <a:pt x="216902" y="1359687"/>
                      <a:pt x="209660" y="1367238"/>
                    </a:cubicBezTo>
                    <a:cubicBezTo>
                      <a:pt x="195483" y="1381876"/>
                      <a:pt x="183156" y="1398210"/>
                      <a:pt x="172832" y="1415776"/>
                    </a:cubicBezTo>
                    <a:cubicBezTo>
                      <a:pt x="162816" y="1432880"/>
                      <a:pt x="154342" y="1450908"/>
                      <a:pt x="147562" y="1469553"/>
                    </a:cubicBezTo>
                    <a:cubicBezTo>
                      <a:pt x="144017" y="1478799"/>
                      <a:pt x="141398" y="1488198"/>
                      <a:pt x="138470" y="1497443"/>
                    </a:cubicBezTo>
                    <a:lnTo>
                      <a:pt x="131382" y="1525796"/>
                    </a:lnTo>
                    <a:lnTo>
                      <a:pt x="143093" y="1499293"/>
                    </a:lnTo>
                    <a:cubicBezTo>
                      <a:pt x="147562" y="1490664"/>
                      <a:pt x="151568" y="1482035"/>
                      <a:pt x="156499" y="1473714"/>
                    </a:cubicBezTo>
                    <a:cubicBezTo>
                      <a:pt x="165898" y="1457380"/>
                      <a:pt x="176839" y="1441971"/>
                      <a:pt x="189012" y="1427487"/>
                    </a:cubicBezTo>
                    <a:cubicBezTo>
                      <a:pt x="200877" y="1413465"/>
                      <a:pt x="214436" y="1400675"/>
                      <a:pt x="229229" y="1389735"/>
                    </a:cubicBezTo>
                    <a:cubicBezTo>
                      <a:pt x="236471" y="1384496"/>
                      <a:pt x="244021" y="1379719"/>
                      <a:pt x="251880" y="1375559"/>
                    </a:cubicBezTo>
                    <a:lnTo>
                      <a:pt x="260663" y="1371398"/>
                    </a:lnTo>
                    <a:cubicBezTo>
                      <a:pt x="261588" y="1389273"/>
                      <a:pt x="262667" y="1406993"/>
                      <a:pt x="263899" y="1424559"/>
                    </a:cubicBezTo>
                    <a:lnTo>
                      <a:pt x="266673" y="1464314"/>
                    </a:lnTo>
                    <a:lnTo>
                      <a:pt x="266673" y="1482497"/>
                    </a:lnTo>
                    <a:cubicBezTo>
                      <a:pt x="266365" y="1488198"/>
                      <a:pt x="265594" y="1494054"/>
                      <a:pt x="264207" y="1499601"/>
                    </a:cubicBezTo>
                    <a:cubicBezTo>
                      <a:pt x="257890" y="1524101"/>
                      <a:pt x="248644" y="1547677"/>
                      <a:pt x="236625" y="1570020"/>
                    </a:cubicBezTo>
                    <a:cubicBezTo>
                      <a:pt x="224914" y="1593287"/>
                      <a:pt x="211971" y="1616247"/>
                      <a:pt x="199028" y="1639514"/>
                    </a:cubicBezTo>
                    <a:cubicBezTo>
                      <a:pt x="185160" y="1662936"/>
                      <a:pt x="172678" y="1686974"/>
                      <a:pt x="161275" y="1711628"/>
                    </a:cubicBezTo>
                    <a:cubicBezTo>
                      <a:pt x="151105" y="1736899"/>
                      <a:pt x="142939" y="1763094"/>
                      <a:pt x="136775" y="1789598"/>
                    </a:cubicBezTo>
                    <a:cubicBezTo>
                      <a:pt x="123832" y="1841988"/>
                      <a:pt x="114740" y="1894687"/>
                      <a:pt x="105957" y="1947231"/>
                    </a:cubicBezTo>
                    <a:cubicBezTo>
                      <a:pt x="101797" y="1973427"/>
                      <a:pt x="98253" y="2000392"/>
                      <a:pt x="93784" y="2025355"/>
                    </a:cubicBezTo>
                    <a:lnTo>
                      <a:pt x="78375" y="2103324"/>
                    </a:lnTo>
                    <a:cubicBezTo>
                      <a:pt x="73290" y="2128903"/>
                      <a:pt x="66818" y="2154174"/>
                      <a:pt x="59114" y="2178982"/>
                    </a:cubicBezTo>
                    <a:cubicBezTo>
                      <a:pt x="51256" y="2203482"/>
                      <a:pt x="41394" y="2228445"/>
                      <a:pt x="32919" y="2253562"/>
                    </a:cubicBezTo>
                    <a:cubicBezTo>
                      <a:pt x="24444" y="2278678"/>
                      <a:pt x="16123" y="2304411"/>
                      <a:pt x="9651" y="2330606"/>
                    </a:cubicBezTo>
                    <a:cubicBezTo>
                      <a:pt x="6415" y="2343704"/>
                      <a:pt x="3796" y="2356956"/>
                      <a:pt x="2101" y="2370362"/>
                    </a:cubicBezTo>
                    <a:cubicBezTo>
                      <a:pt x="-57" y="2383613"/>
                      <a:pt x="-519" y="2397173"/>
                      <a:pt x="560" y="2410579"/>
                    </a:cubicBezTo>
                    <a:cubicBezTo>
                      <a:pt x="5337" y="2384538"/>
                      <a:pt x="13041" y="2359267"/>
                      <a:pt x="23365" y="2334921"/>
                    </a:cubicBezTo>
                    <a:cubicBezTo>
                      <a:pt x="33073" y="2310421"/>
                      <a:pt x="43551" y="2286229"/>
                      <a:pt x="54183" y="2261883"/>
                    </a:cubicBezTo>
                    <a:cubicBezTo>
                      <a:pt x="54799" y="2260650"/>
                      <a:pt x="55416" y="2259263"/>
                      <a:pt x="55878" y="2257876"/>
                    </a:cubicBezTo>
                    <a:cubicBezTo>
                      <a:pt x="53721" y="2286537"/>
                      <a:pt x="51718" y="2315197"/>
                      <a:pt x="50023" y="2344012"/>
                    </a:cubicBezTo>
                    <a:cubicBezTo>
                      <a:pt x="49098" y="2361733"/>
                      <a:pt x="48328" y="2379453"/>
                      <a:pt x="47866" y="2397173"/>
                    </a:cubicBezTo>
                    <a:cubicBezTo>
                      <a:pt x="46941" y="2414893"/>
                      <a:pt x="47711" y="2432768"/>
                      <a:pt x="50023" y="2450334"/>
                    </a:cubicBezTo>
                    <a:cubicBezTo>
                      <a:pt x="50331" y="2432768"/>
                      <a:pt x="52180" y="2415202"/>
                      <a:pt x="55570" y="2397944"/>
                    </a:cubicBezTo>
                    <a:cubicBezTo>
                      <a:pt x="58498" y="2380532"/>
                      <a:pt x="61888" y="2363119"/>
                      <a:pt x="65432" y="2345861"/>
                    </a:cubicBezTo>
                    <a:cubicBezTo>
                      <a:pt x="70671" y="2319974"/>
                      <a:pt x="76218" y="2294241"/>
                      <a:pt x="82073" y="2268817"/>
                    </a:cubicBezTo>
                    <a:cubicBezTo>
                      <a:pt x="88083" y="2274364"/>
                      <a:pt x="95171" y="2278678"/>
                      <a:pt x="102875" y="2281606"/>
                    </a:cubicBezTo>
                    <a:cubicBezTo>
                      <a:pt x="105187" y="2282376"/>
                      <a:pt x="107652" y="2282993"/>
                      <a:pt x="110117" y="2283455"/>
                    </a:cubicBezTo>
                    <a:lnTo>
                      <a:pt x="104878" y="2429840"/>
                    </a:lnTo>
                    <a:lnTo>
                      <a:pt x="140011" y="2280990"/>
                    </a:lnTo>
                    <a:cubicBezTo>
                      <a:pt x="147715" y="2278524"/>
                      <a:pt x="155112" y="2275134"/>
                      <a:pt x="161892" y="2270820"/>
                    </a:cubicBezTo>
                    <a:cubicBezTo>
                      <a:pt x="165436" y="2286229"/>
                      <a:pt x="168672" y="2303178"/>
                      <a:pt x="171445" y="2319358"/>
                    </a:cubicBezTo>
                    <a:cubicBezTo>
                      <a:pt x="175760" y="2342009"/>
                      <a:pt x="178225" y="2364968"/>
                      <a:pt x="178842" y="2388082"/>
                    </a:cubicBezTo>
                    <a:cubicBezTo>
                      <a:pt x="183310" y="2365123"/>
                      <a:pt x="185930" y="2341855"/>
                      <a:pt x="186854" y="2318433"/>
                    </a:cubicBezTo>
                    <a:cubicBezTo>
                      <a:pt x="188087" y="2295012"/>
                      <a:pt x="188550" y="2272207"/>
                      <a:pt x="188395" y="2248014"/>
                    </a:cubicBezTo>
                    <a:lnTo>
                      <a:pt x="185005" y="2248014"/>
                    </a:lnTo>
                    <a:cubicBezTo>
                      <a:pt x="191631" y="2238461"/>
                      <a:pt x="195329" y="2227366"/>
                      <a:pt x="195946" y="2215810"/>
                    </a:cubicBezTo>
                    <a:cubicBezTo>
                      <a:pt x="195175" y="2182372"/>
                      <a:pt x="192556" y="2148781"/>
                      <a:pt x="187933" y="2115651"/>
                    </a:cubicBezTo>
                    <a:cubicBezTo>
                      <a:pt x="181770" y="2061103"/>
                      <a:pt x="174373" y="1993150"/>
                      <a:pt x="172524" y="1934750"/>
                    </a:cubicBezTo>
                    <a:cubicBezTo>
                      <a:pt x="170983" y="1846148"/>
                      <a:pt x="199336" y="1716713"/>
                      <a:pt x="207811" y="1680502"/>
                    </a:cubicBezTo>
                    <a:cubicBezTo>
                      <a:pt x="212741" y="1671565"/>
                      <a:pt x="217980" y="1662628"/>
                      <a:pt x="223220" y="1653845"/>
                    </a:cubicBezTo>
                    <a:cubicBezTo>
                      <a:pt x="236471" y="1630731"/>
                      <a:pt x="249569" y="1607618"/>
                      <a:pt x="262050" y="1583426"/>
                    </a:cubicBezTo>
                    <a:cubicBezTo>
                      <a:pt x="275456" y="1559079"/>
                      <a:pt x="285780" y="1533192"/>
                      <a:pt x="292868" y="1506381"/>
                    </a:cubicBezTo>
                    <a:cubicBezTo>
                      <a:pt x="294717" y="1499138"/>
                      <a:pt x="295796" y="1491742"/>
                      <a:pt x="296258" y="1484192"/>
                    </a:cubicBezTo>
                    <a:lnTo>
                      <a:pt x="296258" y="1462619"/>
                    </a:lnTo>
                    <a:lnTo>
                      <a:pt x="293638" y="1422864"/>
                    </a:lnTo>
                    <a:cubicBezTo>
                      <a:pt x="291944" y="1396361"/>
                      <a:pt x="290557" y="1370011"/>
                      <a:pt x="289786" y="1343816"/>
                    </a:cubicBezTo>
                    <a:cubicBezTo>
                      <a:pt x="289016" y="1317621"/>
                      <a:pt x="288862" y="1291426"/>
                      <a:pt x="290557" y="1265693"/>
                    </a:cubicBezTo>
                    <a:cubicBezTo>
                      <a:pt x="291173" y="1253057"/>
                      <a:pt x="292714" y="1240576"/>
                      <a:pt x="294871" y="1228095"/>
                    </a:cubicBezTo>
                    <a:cubicBezTo>
                      <a:pt x="297183" y="1216538"/>
                      <a:pt x="301035" y="1203749"/>
                      <a:pt x="304733" y="1191421"/>
                    </a:cubicBezTo>
                    <a:cubicBezTo>
                      <a:pt x="310588" y="1173085"/>
                      <a:pt x="317368" y="1154286"/>
                      <a:pt x="323378" y="1134871"/>
                    </a:cubicBezTo>
                    <a:cubicBezTo>
                      <a:pt x="344796" y="1172314"/>
                      <a:pt x="359589" y="1213148"/>
                      <a:pt x="367293" y="1255523"/>
                    </a:cubicBezTo>
                    <a:cubicBezTo>
                      <a:pt x="372224" y="1280948"/>
                      <a:pt x="374227" y="1306681"/>
                      <a:pt x="373303" y="1332568"/>
                    </a:cubicBezTo>
                    <a:cubicBezTo>
                      <a:pt x="372378" y="1358609"/>
                      <a:pt x="368834" y="1384342"/>
                      <a:pt x="362516" y="1409612"/>
                    </a:cubicBezTo>
                    <a:cubicBezTo>
                      <a:pt x="370837" y="1384650"/>
                      <a:pt x="376539" y="1358763"/>
                      <a:pt x="379466" y="1332568"/>
                    </a:cubicBezTo>
                    <a:cubicBezTo>
                      <a:pt x="382548" y="1306064"/>
                      <a:pt x="382548" y="1279407"/>
                      <a:pt x="379466" y="1252903"/>
                    </a:cubicBezTo>
                    <a:cubicBezTo>
                      <a:pt x="376847" y="1226246"/>
                      <a:pt x="371454" y="1200050"/>
                      <a:pt x="363287" y="1174472"/>
                    </a:cubicBezTo>
                    <a:cubicBezTo>
                      <a:pt x="355583" y="1149201"/>
                      <a:pt x="345258" y="1124701"/>
                      <a:pt x="332469" y="1101587"/>
                    </a:cubicBezTo>
                    <a:cubicBezTo>
                      <a:pt x="337554" y="1078936"/>
                      <a:pt x="341252" y="1056131"/>
                      <a:pt x="343409" y="1033017"/>
                    </a:cubicBezTo>
                    <a:cubicBezTo>
                      <a:pt x="345721" y="980627"/>
                      <a:pt x="352346" y="928544"/>
                      <a:pt x="362979" y="877233"/>
                    </a:cubicBezTo>
                    <a:cubicBezTo>
                      <a:pt x="373919" y="826845"/>
                      <a:pt x="391640" y="778153"/>
                      <a:pt x="415986" y="732542"/>
                    </a:cubicBezTo>
                    <a:cubicBezTo>
                      <a:pt x="428005" y="709891"/>
                      <a:pt x="441873" y="688319"/>
                      <a:pt x="457590" y="668133"/>
                    </a:cubicBezTo>
                    <a:cubicBezTo>
                      <a:pt x="472690" y="647639"/>
                      <a:pt x="489795" y="628840"/>
                      <a:pt x="508748" y="611890"/>
                    </a:cubicBezTo>
                    <a:cubicBezTo>
                      <a:pt x="526468" y="595248"/>
                      <a:pt x="547424" y="582613"/>
                      <a:pt x="570384" y="574446"/>
                    </a:cubicBezTo>
                    <a:cubicBezTo>
                      <a:pt x="592110" y="567204"/>
                      <a:pt x="615686" y="566742"/>
                      <a:pt x="637721" y="573214"/>
                    </a:cubicBezTo>
                    <a:cubicBezTo>
                      <a:pt x="661142" y="580148"/>
                      <a:pt x="683331" y="590934"/>
                      <a:pt x="703209" y="605110"/>
                    </a:cubicBezTo>
                    <a:lnTo>
                      <a:pt x="715228" y="613739"/>
                    </a:lnTo>
                    <a:lnTo>
                      <a:pt x="713841" y="616205"/>
                    </a:lnTo>
                    <a:lnTo>
                      <a:pt x="733718" y="627915"/>
                    </a:lnTo>
                    <a:cubicBezTo>
                      <a:pt x="743426" y="635466"/>
                      <a:pt x="752364" y="643787"/>
                      <a:pt x="760684" y="652878"/>
                    </a:cubicBezTo>
                    <a:cubicBezTo>
                      <a:pt x="784414" y="680152"/>
                      <a:pt x="804446" y="710353"/>
                      <a:pt x="820317" y="742866"/>
                    </a:cubicBezTo>
                    <a:cubicBezTo>
                      <a:pt x="816773" y="750109"/>
                      <a:pt x="813229" y="758275"/>
                      <a:pt x="809839" y="765055"/>
                    </a:cubicBezTo>
                    <a:cubicBezTo>
                      <a:pt x="787650" y="814826"/>
                      <a:pt x="769775" y="866446"/>
                      <a:pt x="756062" y="919145"/>
                    </a:cubicBezTo>
                    <a:lnTo>
                      <a:pt x="800748" y="929623"/>
                    </a:lnTo>
                    <a:cubicBezTo>
                      <a:pt x="811996" y="884013"/>
                      <a:pt x="826635" y="839326"/>
                      <a:pt x="844355" y="795873"/>
                    </a:cubicBezTo>
                    <a:cubicBezTo>
                      <a:pt x="862229" y="839326"/>
                      <a:pt x="876714" y="884013"/>
                      <a:pt x="887962" y="929623"/>
                    </a:cubicBezTo>
                    <a:lnTo>
                      <a:pt x="932648" y="919145"/>
                    </a:lnTo>
                    <a:cubicBezTo>
                      <a:pt x="918935" y="866446"/>
                      <a:pt x="901060" y="814826"/>
                      <a:pt x="878871" y="765055"/>
                    </a:cubicBezTo>
                    <a:cubicBezTo>
                      <a:pt x="875481" y="757659"/>
                      <a:pt x="872091" y="749646"/>
                      <a:pt x="868393" y="742866"/>
                    </a:cubicBezTo>
                    <a:cubicBezTo>
                      <a:pt x="884264" y="710353"/>
                      <a:pt x="904296" y="680152"/>
                      <a:pt x="928180" y="652878"/>
                    </a:cubicBezTo>
                    <a:cubicBezTo>
                      <a:pt x="936347" y="643787"/>
                      <a:pt x="945438" y="635466"/>
                      <a:pt x="954992" y="627915"/>
                    </a:cubicBezTo>
                    <a:lnTo>
                      <a:pt x="975023" y="616205"/>
                    </a:lnTo>
                    <a:cubicBezTo>
                      <a:pt x="975023" y="615434"/>
                      <a:pt x="974098" y="614510"/>
                      <a:pt x="973482" y="613739"/>
                    </a:cubicBezTo>
                    <a:cubicBezTo>
                      <a:pt x="977488" y="610812"/>
                      <a:pt x="981495" y="607884"/>
                      <a:pt x="985655" y="605110"/>
                    </a:cubicBezTo>
                    <a:cubicBezTo>
                      <a:pt x="1005533" y="590934"/>
                      <a:pt x="1027568" y="580148"/>
                      <a:pt x="1050989" y="573214"/>
                    </a:cubicBezTo>
                    <a:cubicBezTo>
                      <a:pt x="1073024" y="566742"/>
                      <a:pt x="1096600" y="567204"/>
                      <a:pt x="1118327" y="574446"/>
                    </a:cubicBezTo>
                    <a:cubicBezTo>
                      <a:pt x="1141132" y="582613"/>
                      <a:pt x="1162242" y="595403"/>
                      <a:pt x="1179963" y="611890"/>
                    </a:cubicBezTo>
                    <a:cubicBezTo>
                      <a:pt x="1198915" y="628840"/>
                      <a:pt x="1216020" y="647639"/>
                      <a:pt x="1231120" y="668133"/>
                    </a:cubicBezTo>
                    <a:cubicBezTo>
                      <a:pt x="1246683" y="688473"/>
                      <a:pt x="1260551" y="710045"/>
                      <a:pt x="1272724" y="732542"/>
                    </a:cubicBezTo>
                    <a:cubicBezTo>
                      <a:pt x="1296917" y="778153"/>
                      <a:pt x="1314791" y="826845"/>
                      <a:pt x="1325577" y="877233"/>
                    </a:cubicBezTo>
                    <a:cubicBezTo>
                      <a:pt x="1335747" y="929007"/>
                      <a:pt x="1341448" y="981551"/>
                      <a:pt x="1342835" y="1034404"/>
                    </a:cubicBezTo>
                    <a:cubicBezTo>
                      <a:pt x="1344993" y="1057518"/>
                      <a:pt x="1348691" y="1080477"/>
                      <a:pt x="1353929" y="1102974"/>
                    </a:cubicBezTo>
                    <a:cubicBezTo>
                      <a:pt x="1341140" y="1126087"/>
                      <a:pt x="1330816" y="1150588"/>
                      <a:pt x="1323112" y="1175858"/>
                    </a:cubicBezTo>
                    <a:cubicBezTo>
                      <a:pt x="1315099" y="1201437"/>
                      <a:pt x="1309706" y="1227632"/>
                      <a:pt x="1306932" y="1254290"/>
                    </a:cubicBezTo>
                    <a:cubicBezTo>
                      <a:pt x="1304005" y="1280793"/>
                      <a:pt x="1304005" y="1307451"/>
                      <a:pt x="1306932" y="1333954"/>
                    </a:cubicBezTo>
                    <a:cubicBezTo>
                      <a:pt x="1309860" y="1360150"/>
                      <a:pt x="1315561" y="1386037"/>
                      <a:pt x="1324036" y="1410999"/>
                    </a:cubicBezTo>
                    <a:cubicBezTo>
                      <a:pt x="1317565" y="1385728"/>
                      <a:pt x="1313867" y="1359996"/>
                      <a:pt x="1313096" y="1333954"/>
                    </a:cubicBezTo>
                    <a:cubicBezTo>
                      <a:pt x="1312171" y="1308067"/>
                      <a:pt x="1314175" y="1282334"/>
                      <a:pt x="1319106" y="1256910"/>
                    </a:cubicBezTo>
                    <a:cubicBezTo>
                      <a:pt x="1326964" y="1214535"/>
                      <a:pt x="1341911" y="1173855"/>
                      <a:pt x="1363021" y="1136257"/>
                    </a:cubicBezTo>
                    <a:cubicBezTo>
                      <a:pt x="1369030" y="1155673"/>
                      <a:pt x="1375965" y="1174472"/>
                      <a:pt x="1381666" y="1192808"/>
                    </a:cubicBezTo>
                    <a:cubicBezTo>
                      <a:pt x="1385672" y="1204827"/>
                      <a:pt x="1388908" y="1217154"/>
                      <a:pt x="1391527" y="1229482"/>
                    </a:cubicBezTo>
                    <a:cubicBezTo>
                      <a:pt x="1393685" y="1241963"/>
                      <a:pt x="1395226" y="1254444"/>
                      <a:pt x="1395996" y="1267079"/>
                    </a:cubicBezTo>
                    <a:cubicBezTo>
                      <a:pt x="1397537" y="1292812"/>
                      <a:pt x="1397537" y="1319008"/>
                      <a:pt x="1396766" y="1345203"/>
                    </a:cubicBezTo>
                    <a:cubicBezTo>
                      <a:pt x="1395996" y="1371398"/>
                      <a:pt x="1394455" y="1397747"/>
                      <a:pt x="1392760" y="1424251"/>
                    </a:cubicBezTo>
                    <a:lnTo>
                      <a:pt x="1390141" y="1464006"/>
                    </a:lnTo>
                    <a:lnTo>
                      <a:pt x="1390141" y="1485579"/>
                    </a:lnTo>
                    <a:cubicBezTo>
                      <a:pt x="1390603" y="1493129"/>
                      <a:pt x="1391682" y="1500525"/>
                      <a:pt x="1393376" y="1507767"/>
                    </a:cubicBezTo>
                    <a:cubicBezTo>
                      <a:pt x="1400619" y="1534579"/>
                      <a:pt x="1410943" y="1560466"/>
                      <a:pt x="1424194" y="1584812"/>
                    </a:cubicBezTo>
                    <a:cubicBezTo>
                      <a:pt x="1436522" y="1608850"/>
                      <a:pt x="1449773" y="1632118"/>
                      <a:pt x="1462871" y="1655231"/>
                    </a:cubicBezTo>
                    <a:lnTo>
                      <a:pt x="1478280" y="1681889"/>
                    </a:lnTo>
                    <a:cubicBezTo>
                      <a:pt x="1486601" y="1718100"/>
                      <a:pt x="1515108" y="1847535"/>
                      <a:pt x="1513412" y="1936137"/>
                    </a:cubicBezTo>
                    <a:cubicBezTo>
                      <a:pt x="1512488" y="1994537"/>
                      <a:pt x="1504938" y="2062490"/>
                      <a:pt x="1498928" y="2117038"/>
                    </a:cubicBezTo>
                    <a:cubicBezTo>
                      <a:pt x="1494305" y="2150168"/>
                      <a:pt x="1491532" y="2183605"/>
                      <a:pt x="1490761" y="2217196"/>
                    </a:cubicBezTo>
                    <a:cubicBezTo>
                      <a:pt x="1491532" y="2228753"/>
                      <a:pt x="1495230" y="2239848"/>
                      <a:pt x="1501701" y="2249401"/>
                    </a:cubicBezTo>
                    <a:lnTo>
                      <a:pt x="1498312" y="2249401"/>
                    </a:lnTo>
                    <a:cubicBezTo>
                      <a:pt x="1498312" y="2273131"/>
                      <a:pt x="1498312" y="2296398"/>
                      <a:pt x="1499852" y="2319820"/>
                    </a:cubicBezTo>
                    <a:cubicBezTo>
                      <a:pt x="1500777" y="2343242"/>
                      <a:pt x="1503397" y="2366509"/>
                      <a:pt x="1508019" y="2389469"/>
                    </a:cubicBezTo>
                    <a:cubicBezTo>
                      <a:pt x="1508636" y="2366355"/>
                      <a:pt x="1510947" y="2343396"/>
                      <a:pt x="1515261" y="2320745"/>
                    </a:cubicBezTo>
                    <a:cubicBezTo>
                      <a:pt x="1518035" y="2304565"/>
                      <a:pt x="1521271" y="2288232"/>
                      <a:pt x="1524815" y="2272207"/>
                    </a:cubicBezTo>
                    <a:cubicBezTo>
                      <a:pt x="1531749" y="2276521"/>
                      <a:pt x="1539146" y="2279911"/>
                      <a:pt x="1546850" y="2282376"/>
                    </a:cubicBezTo>
                    <a:lnTo>
                      <a:pt x="1581828" y="2431227"/>
                    </a:lnTo>
                    <a:lnTo>
                      <a:pt x="1576744" y="2284842"/>
                    </a:lnTo>
                    <a:cubicBezTo>
                      <a:pt x="1579209" y="2284380"/>
                      <a:pt x="1581520" y="2283763"/>
                      <a:pt x="1583832" y="2282993"/>
                    </a:cubicBezTo>
                    <a:cubicBezTo>
                      <a:pt x="1591536" y="2280065"/>
                      <a:pt x="1598624" y="2275751"/>
                      <a:pt x="1604634" y="2270203"/>
                    </a:cubicBezTo>
                    <a:cubicBezTo>
                      <a:pt x="1610489" y="2295936"/>
                      <a:pt x="1616190" y="2321669"/>
                      <a:pt x="1621429" y="2347248"/>
                    </a:cubicBezTo>
                    <a:cubicBezTo>
                      <a:pt x="1624819" y="2364506"/>
                      <a:pt x="1628209" y="2381918"/>
                      <a:pt x="1631137" y="2399331"/>
                    </a:cubicBezTo>
                    <a:cubicBezTo>
                      <a:pt x="1634527" y="2416588"/>
                      <a:pt x="1636530" y="2434155"/>
                      <a:pt x="1636838" y="2451721"/>
                    </a:cubicBezTo>
                    <a:cubicBezTo>
                      <a:pt x="1638995" y="2434155"/>
                      <a:pt x="1639766" y="2416280"/>
                      <a:pt x="1638842" y="2398560"/>
                    </a:cubicBezTo>
                    <a:cubicBezTo>
                      <a:pt x="1638842" y="2380840"/>
                      <a:pt x="1637609" y="2363119"/>
                      <a:pt x="1636684" y="2345399"/>
                    </a:cubicBezTo>
                    <a:cubicBezTo>
                      <a:pt x="1635143" y="2316584"/>
                      <a:pt x="1633140" y="2287924"/>
                      <a:pt x="1630829" y="2259263"/>
                    </a:cubicBezTo>
                    <a:lnTo>
                      <a:pt x="1632524" y="2263269"/>
                    </a:lnTo>
                    <a:cubicBezTo>
                      <a:pt x="1643002" y="2287616"/>
                      <a:pt x="1653480" y="2311807"/>
                      <a:pt x="1663342" y="2336308"/>
                    </a:cubicBezTo>
                    <a:cubicBezTo>
                      <a:pt x="1673666" y="2360654"/>
                      <a:pt x="1681370" y="2385925"/>
                      <a:pt x="1686147" y="2411966"/>
                    </a:cubicBezTo>
                    <a:cubicBezTo>
                      <a:pt x="1687226" y="2398560"/>
                      <a:pt x="1686763" y="2385000"/>
                      <a:pt x="1684760" y="2371748"/>
                    </a:cubicBezTo>
                    <a:cubicBezTo>
                      <a:pt x="1682449" y="2357880"/>
                      <a:pt x="1679367" y="2344166"/>
                      <a:pt x="1675515" y="2330606"/>
                    </a:cubicBezTo>
                    <a:close/>
                    <a:moveTo>
                      <a:pt x="172678" y="2214885"/>
                    </a:moveTo>
                    <a:cubicBezTo>
                      <a:pt x="171291" y="2229678"/>
                      <a:pt x="162816" y="2242929"/>
                      <a:pt x="150027" y="2250480"/>
                    </a:cubicBezTo>
                    <a:cubicBezTo>
                      <a:pt x="138778" y="2258955"/>
                      <a:pt x="124294" y="2262345"/>
                      <a:pt x="110426" y="2259571"/>
                    </a:cubicBezTo>
                    <a:cubicBezTo>
                      <a:pt x="93938" y="2250018"/>
                      <a:pt x="80533" y="2235841"/>
                      <a:pt x="72057" y="2218891"/>
                    </a:cubicBezTo>
                    <a:cubicBezTo>
                      <a:pt x="76372" y="2208721"/>
                      <a:pt x="80533" y="2198397"/>
                      <a:pt x="84539" y="2188073"/>
                    </a:cubicBezTo>
                    <a:cubicBezTo>
                      <a:pt x="93168" y="2162495"/>
                      <a:pt x="100564" y="2136299"/>
                      <a:pt x="106574" y="2109950"/>
                    </a:cubicBezTo>
                    <a:cubicBezTo>
                      <a:pt x="112737" y="2083909"/>
                      <a:pt x="117822" y="2057559"/>
                      <a:pt x="122907" y="2031672"/>
                    </a:cubicBezTo>
                    <a:cubicBezTo>
                      <a:pt x="127992" y="2005785"/>
                      <a:pt x="131228" y="1978666"/>
                      <a:pt x="135388" y="1952316"/>
                    </a:cubicBezTo>
                    <a:cubicBezTo>
                      <a:pt x="141860" y="1910404"/>
                      <a:pt x="148794" y="1868646"/>
                      <a:pt x="157577" y="1827504"/>
                    </a:cubicBezTo>
                    <a:cubicBezTo>
                      <a:pt x="152338" y="1863252"/>
                      <a:pt x="149873" y="1899309"/>
                      <a:pt x="149873" y="1935366"/>
                    </a:cubicBezTo>
                    <a:cubicBezTo>
                      <a:pt x="150952" y="1994845"/>
                      <a:pt x="158502" y="2063415"/>
                      <a:pt x="165282" y="2118425"/>
                    </a:cubicBezTo>
                    <a:cubicBezTo>
                      <a:pt x="169442" y="2150476"/>
                      <a:pt x="171908" y="2182680"/>
                      <a:pt x="172678" y="2214885"/>
                    </a:cubicBezTo>
                    <a:close/>
                    <a:moveTo>
                      <a:pt x="1574894" y="2259571"/>
                    </a:moveTo>
                    <a:cubicBezTo>
                      <a:pt x="1561026" y="2262345"/>
                      <a:pt x="1546542" y="2258955"/>
                      <a:pt x="1535139" y="2250480"/>
                    </a:cubicBezTo>
                    <a:cubicBezTo>
                      <a:pt x="1522350" y="2242929"/>
                      <a:pt x="1514029" y="2229678"/>
                      <a:pt x="1512642" y="2214885"/>
                    </a:cubicBezTo>
                    <a:cubicBezTo>
                      <a:pt x="1513567" y="2182680"/>
                      <a:pt x="1516186" y="2150476"/>
                      <a:pt x="1520655" y="2118425"/>
                    </a:cubicBezTo>
                    <a:cubicBezTo>
                      <a:pt x="1526664" y="2063415"/>
                      <a:pt x="1534369" y="1995153"/>
                      <a:pt x="1535293" y="1935366"/>
                    </a:cubicBezTo>
                    <a:cubicBezTo>
                      <a:pt x="1535293" y="1899309"/>
                      <a:pt x="1532828" y="1863252"/>
                      <a:pt x="1527743" y="1827504"/>
                    </a:cubicBezTo>
                    <a:cubicBezTo>
                      <a:pt x="1536526" y="1868646"/>
                      <a:pt x="1543152" y="1910404"/>
                      <a:pt x="1549778" y="1952316"/>
                    </a:cubicBezTo>
                    <a:cubicBezTo>
                      <a:pt x="1554092" y="1978666"/>
                      <a:pt x="1557328" y="2004399"/>
                      <a:pt x="1562413" y="2031672"/>
                    </a:cubicBezTo>
                    <a:cubicBezTo>
                      <a:pt x="1567498" y="2058946"/>
                      <a:pt x="1572583" y="2083909"/>
                      <a:pt x="1578746" y="2109950"/>
                    </a:cubicBezTo>
                    <a:cubicBezTo>
                      <a:pt x="1584756" y="2136299"/>
                      <a:pt x="1591998" y="2162495"/>
                      <a:pt x="1600781" y="2188073"/>
                    </a:cubicBezTo>
                    <a:cubicBezTo>
                      <a:pt x="1604634" y="2198706"/>
                      <a:pt x="1608948" y="2209030"/>
                      <a:pt x="1613108" y="2218891"/>
                    </a:cubicBezTo>
                    <a:cubicBezTo>
                      <a:pt x="1604634" y="2235995"/>
                      <a:pt x="1591228" y="2250172"/>
                      <a:pt x="1574740" y="2259571"/>
                    </a:cubicBezTo>
                    <a:lnTo>
                      <a:pt x="1574894" y="225957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28"/>
              <p:cNvSpPr/>
              <p:nvPr/>
            </p:nvSpPr>
            <p:spPr>
              <a:xfrm>
                <a:off x="9029267" y="3488905"/>
                <a:ext cx="150853" cy="155322"/>
              </a:xfrm>
              <a:custGeom>
                <a:rect b="b" l="l" r="r" t="t"/>
                <a:pathLst>
                  <a:path extrusionOk="0" h="155322" w="150853">
                    <a:moveTo>
                      <a:pt x="112332" y="115721"/>
                    </a:moveTo>
                    <a:cubicBezTo>
                      <a:pt x="100775" y="102316"/>
                      <a:pt x="90451" y="87831"/>
                      <a:pt x="81514" y="72576"/>
                    </a:cubicBezTo>
                    <a:lnTo>
                      <a:pt x="67183" y="49309"/>
                    </a:lnTo>
                    <a:cubicBezTo>
                      <a:pt x="62098" y="41142"/>
                      <a:pt x="55935" y="33746"/>
                      <a:pt x="49155" y="26966"/>
                    </a:cubicBezTo>
                    <a:cubicBezTo>
                      <a:pt x="36057" y="12943"/>
                      <a:pt x="18799" y="3544"/>
                      <a:pt x="0" y="0"/>
                    </a:cubicBezTo>
                    <a:cubicBezTo>
                      <a:pt x="15717" y="8629"/>
                      <a:pt x="29431" y="20494"/>
                      <a:pt x="40218" y="34824"/>
                    </a:cubicBezTo>
                    <a:cubicBezTo>
                      <a:pt x="50541" y="49617"/>
                      <a:pt x="59941" y="65026"/>
                      <a:pt x="68416" y="81051"/>
                    </a:cubicBezTo>
                    <a:cubicBezTo>
                      <a:pt x="78278" y="97231"/>
                      <a:pt x="90451" y="111869"/>
                      <a:pt x="104627" y="124504"/>
                    </a:cubicBezTo>
                    <a:cubicBezTo>
                      <a:pt x="118495" y="136832"/>
                      <a:pt x="134058" y="147156"/>
                      <a:pt x="150854" y="155322"/>
                    </a:cubicBezTo>
                    <a:cubicBezTo>
                      <a:pt x="137756" y="141300"/>
                      <a:pt x="123580" y="128973"/>
                      <a:pt x="112332" y="11572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28"/>
              <p:cNvSpPr/>
              <p:nvPr/>
            </p:nvSpPr>
            <p:spPr>
              <a:xfrm>
                <a:off x="7318872" y="3488751"/>
                <a:ext cx="151008" cy="154551"/>
              </a:xfrm>
              <a:custGeom>
                <a:rect b="b" l="l" r="r" t="t"/>
                <a:pathLst>
                  <a:path extrusionOk="0" h="154551" w="151008">
                    <a:moveTo>
                      <a:pt x="151008" y="0"/>
                    </a:moveTo>
                    <a:cubicBezTo>
                      <a:pt x="132055" y="3544"/>
                      <a:pt x="114797" y="12943"/>
                      <a:pt x="101699" y="26966"/>
                    </a:cubicBezTo>
                    <a:cubicBezTo>
                      <a:pt x="94919" y="33746"/>
                      <a:pt x="88910" y="41142"/>
                      <a:pt x="83825" y="49309"/>
                    </a:cubicBezTo>
                    <a:lnTo>
                      <a:pt x="69340" y="72576"/>
                    </a:lnTo>
                    <a:cubicBezTo>
                      <a:pt x="60403" y="87831"/>
                      <a:pt x="50079" y="102316"/>
                      <a:pt x="38522" y="115721"/>
                    </a:cubicBezTo>
                    <a:cubicBezTo>
                      <a:pt x="26658" y="128973"/>
                      <a:pt x="13098" y="141300"/>
                      <a:pt x="0" y="154552"/>
                    </a:cubicBezTo>
                    <a:cubicBezTo>
                      <a:pt x="16950" y="146539"/>
                      <a:pt x="32821" y="136061"/>
                      <a:pt x="46998" y="123734"/>
                    </a:cubicBezTo>
                    <a:cubicBezTo>
                      <a:pt x="61174" y="111099"/>
                      <a:pt x="73347" y="96460"/>
                      <a:pt x="83055" y="80281"/>
                    </a:cubicBezTo>
                    <a:cubicBezTo>
                      <a:pt x="91529" y="64409"/>
                      <a:pt x="100929" y="48846"/>
                      <a:pt x="111253" y="34054"/>
                    </a:cubicBezTo>
                    <a:cubicBezTo>
                      <a:pt x="122039" y="20032"/>
                      <a:pt x="135599" y="8475"/>
                      <a:pt x="151008"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28"/>
              <p:cNvSpPr/>
              <p:nvPr/>
            </p:nvSpPr>
            <p:spPr>
              <a:xfrm>
                <a:off x="7799940" y="2665604"/>
                <a:ext cx="804798" cy="3150055"/>
              </a:xfrm>
              <a:custGeom>
                <a:rect b="b" l="l" r="r" t="t"/>
                <a:pathLst>
                  <a:path extrusionOk="0" h="3150055" w="804798">
                    <a:moveTo>
                      <a:pt x="795103" y="1655231"/>
                    </a:moveTo>
                    <a:cubicBezTo>
                      <a:pt x="789556" y="1630885"/>
                      <a:pt x="782005" y="1607001"/>
                      <a:pt x="772297" y="1583888"/>
                    </a:cubicBezTo>
                    <a:cubicBezTo>
                      <a:pt x="767367" y="1572331"/>
                      <a:pt x="762128" y="1560928"/>
                      <a:pt x="756889" y="1549680"/>
                    </a:cubicBezTo>
                    <a:cubicBezTo>
                      <a:pt x="754115" y="1544133"/>
                      <a:pt x="751033" y="1538585"/>
                      <a:pt x="747952" y="1533192"/>
                    </a:cubicBezTo>
                    <a:cubicBezTo>
                      <a:pt x="747181" y="1531651"/>
                      <a:pt x="746256" y="1530110"/>
                      <a:pt x="745024" y="1528878"/>
                    </a:cubicBezTo>
                    <a:cubicBezTo>
                      <a:pt x="750725" y="1501912"/>
                      <a:pt x="756272" y="1475101"/>
                      <a:pt x="761665" y="1448135"/>
                    </a:cubicBezTo>
                    <a:cubicBezTo>
                      <a:pt x="776304" y="1381876"/>
                      <a:pt x="786012" y="1314539"/>
                      <a:pt x="790943" y="1246894"/>
                    </a:cubicBezTo>
                    <a:cubicBezTo>
                      <a:pt x="793100" y="1212686"/>
                      <a:pt x="793100" y="1178324"/>
                      <a:pt x="790943" y="1144116"/>
                    </a:cubicBezTo>
                    <a:cubicBezTo>
                      <a:pt x="789094" y="1109446"/>
                      <a:pt x="783854" y="1075084"/>
                      <a:pt x="775534" y="1041492"/>
                    </a:cubicBezTo>
                    <a:cubicBezTo>
                      <a:pt x="757659" y="974155"/>
                      <a:pt x="727458" y="910516"/>
                      <a:pt x="686778" y="853965"/>
                    </a:cubicBezTo>
                    <a:cubicBezTo>
                      <a:pt x="667517" y="826845"/>
                      <a:pt x="646406" y="801112"/>
                      <a:pt x="623447" y="776920"/>
                    </a:cubicBezTo>
                    <a:lnTo>
                      <a:pt x="623447" y="773376"/>
                    </a:lnTo>
                    <a:cubicBezTo>
                      <a:pt x="622060" y="757967"/>
                      <a:pt x="621444" y="742558"/>
                      <a:pt x="621752" y="727149"/>
                    </a:cubicBezTo>
                    <a:cubicBezTo>
                      <a:pt x="621906" y="696177"/>
                      <a:pt x="625142" y="665205"/>
                      <a:pt x="631152" y="634696"/>
                    </a:cubicBezTo>
                    <a:cubicBezTo>
                      <a:pt x="637315" y="604340"/>
                      <a:pt x="645482" y="574600"/>
                      <a:pt x="655498" y="545323"/>
                    </a:cubicBezTo>
                    <a:cubicBezTo>
                      <a:pt x="663202" y="522826"/>
                      <a:pt x="671831" y="500175"/>
                      <a:pt x="681231" y="478603"/>
                    </a:cubicBezTo>
                    <a:cubicBezTo>
                      <a:pt x="687548" y="483071"/>
                      <a:pt x="693558" y="487848"/>
                      <a:pt x="699259" y="493087"/>
                    </a:cubicBezTo>
                    <a:cubicBezTo>
                      <a:pt x="717750" y="510653"/>
                      <a:pt x="733313" y="531147"/>
                      <a:pt x="745486" y="553490"/>
                    </a:cubicBezTo>
                    <a:cubicBezTo>
                      <a:pt x="748876" y="559037"/>
                      <a:pt x="751804" y="564893"/>
                      <a:pt x="754269" y="571056"/>
                    </a:cubicBezTo>
                    <a:lnTo>
                      <a:pt x="762436" y="589239"/>
                    </a:lnTo>
                    <a:cubicBezTo>
                      <a:pt x="767213" y="601566"/>
                      <a:pt x="770911" y="614356"/>
                      <a:pt x="775225" y="627145"/>
                    </a:cubicBezTo>
                    <a:cubicBezTo>
                      <a:pt x="773530" y="613893"/>
                      <a:pt x="772144" y="600488"/>
                      <a:pt x="769832" y="587082"/>
                    </a:cubicBezTo>
                    <a:lnTo>
                      <a:pt x="765209" y="567050"/>
                    </a:lnTo>
                    <a:cubicBezTo>
                      <a:pt x="763823" y="560270"/>
                      <a:pt x="761974" y="553798"/>
                      <a:pt x="759508" y="547327"/>
                    </a:cubicBezTo>
                    <a:cubicBezTo>
                      <a:pt x="750879" y="520515"/>
                      <a:pt x="737936" y="495244"/>
                      <a:pt x="721448" y="472439"/>
                    </a:cubicBezTo>
                    <a:cubicBezTo>
                      <a:pt x="703882" y="449017"/>
                      <a:pt x="682309" y="428986"/>
                      <a:pt x="657655" y="413269"/>
                    </a:cubicBezTo>
                    <a:cubicBezTo>
                      <a:pt x="645173" y="405102"/>
                      <a:pt x="631922" y="398168"/>
                      <a:pt x="618208" y="392312"/>
                    </a:cubicBezTo>
                    <a:cubicBezTo>
                      <a:pt x="611428" y="389847"/>
                      <a:pt x="604802" y="387073"/>
                      <a:pt x="597714" y="385070"/>
                    </a:cubicBezTo>
                    <a:cubicBezTo>
                      <a:pt x="613123" y="327441"/>
                      <a:pt x="623447" y="268424"/>
                      <a:pt x="628532" y="208946"/>
                    </a:cubicBezTo>
                    <a:cubicBezTo>
                      <a:pt x="631460" y="174892"/>
                      <a:pt x="631922" y="140684"/>
                      <a:pt x="631460" y="106168"/>
                    </a:cubicBezTo>
                    <a:cubicBezTo>
                      <a:pt x="631460" y="88910"/>
                      <a:pt x="631460" y="71652"/>
                      <a:pt x="629611" y="54240"/>
                    </a:cubicBezTo>
                    <a:cubicBezTo>
                      <a:pt x="627762" y="36827"/>
                      <a:pt x="627145" y="20032"/>
                      <a:pt x="624063" y="0"/>
                    </a:cubicBezTo>
                    <a:lnTo>
                      <a:pt x="559192" y="17258"/>
                    </a:lnTo>
                    <a:cubicBezTo>
                      <a:pt x="561811" y="24192"/>
                      <a:pt x="563968" y="31126"/>
                      <a:pt x="565509" y="38368"/>
                    </a:cubicBezTo>
                    <a:cubicBezTo>
                      <a:pt x="567513" y="45919"/>
                      <a:pt x="569207" y="53623"/>
                      <a:pt x="570440" y="61328"/>
                    </a:cubicBezTo>
                    <a:cubicBezTo>
                      <a:pt x="573368" y="77045"/>
                      <a:pt x="575371" y="92916"/>
                      <a:pt x="576604" y="108787"/>
                    </a:cubicBezTo>
                    <a:cubicBezTo>
                      <a:pt x="578915" y="140838"/>
                      <a:pt x="578915" y="173197"/>
                      <a:pt x="576604" y="205247"/>
                    </a:cubicBezTo>
                    <a:cubicBezTo>
                      <a:pt x="575217" y="226820"/>
                      <a:pt x="572597" y="248238"/>
                      <a:pt x="569516" y="269503"/>
                    </a:cubicBezTo>
                    <a:cubicBezTo>
                      <a:pt x="534691" y="265959"/>
                      <a:pt x="499867" y="264418"/>
                      <a:pt x="464889" y="264880"/>
                    </a:cubicBezTo>
                    <a:cubicBezTo>
                      <a:pt x="420049" y="264264"/>
                      <a:pt x="375671" y="272431"/>
                      <a:pt x="333913" y="288764"/>
                    </a:cubicBezTo>
                    <a:cubicBezTo>
                      <a:pt x="330677" y="290305"/>
                      <a:pt x="327441" y="291846"/>
                      <a:pt x="324359" y="293541"/>
                    </a:cubicBezTo>
                    <a:cubicBezTo>
                      <a:pt x="315422" y="293541"/>
                      <a:pt x="306176" y="292154"/>
                      <a:pt x="297547" y="290921"/>
                    </a:cubicBezTo>
                    <a:cubicBezTo>
                      <a:pt x="279981" y="288456"/>
                      <a:pt x="262877" y="283833"/>
                      <a:pt x="246390" y="277207"/>
                    </a:cubicBezTo>
                    <a:cubicBezTo>
                      <a:pt x="212028" y="263493"/>
                      <a:pt x="183367" y="238531"/>
                      <a:pt x="165184" y="206326"/>
                    </a:cubicBezTo>
                    <a:cubicBezTo>
                      <a:pt x="171194" y="224663"/>
                      <a:pt x="180131" y="241921"/>
                      <a:pt x="191996" y="257176"/>
                    </a:cubicBezTo>
                    <a:cubicBezTo>
                      <a:pt x="204169" y="272893"/>
                      <a:pt x="218808" y="286453"/>
                      <a:pt x="235295" y="297393"/>
                    </a:cubicBezTo>
                    <a:cubicBezTo>
                      <a:pt x="249471" y="306947"/>
                      <a:pt x="264726" y="314959"/>
                      <a:pt x="280598" y="321277"/>
                    </a:cubicBezTo>
                    <a:cubicBezTo>
                      <a:pt x="262877" y="334837"/>
                      <a:pt x="244232" y="347010"/>
                      <a:pt x="224971" y="358105"/>
                    </a:cubicBezTo>
                    <a:cubicBezTo>
                      <a:pt x="207251" y="368583"/>
                      <a:pt x="186141" y="371510"/>
                      <a:pt x="166263" y="366271"/>
                    </a:cubicBezTo>
                    <a:cubicBezTo>
                      <a:pt x="146385" y="358875"/>
                      <a:pt x="128819" y="346702"/>
                      <a:pt x="114797" y="330831"/>
                    </a:cubicBezTo>
                    <a:cubicBezTo>
                      <a:pt x="127586" y="348397"/>
                      <a:pt x="144690" y="362419"/>
                      <a:pt x="164414" y="371664"/>
                    </a:cubicBezTo>
                    <a:cubicBezTo>
                      <a:pt x="185678" y="379369"/>
                      <a:pt x="209254" y="378290"/>
                      <a:pt x="229748" y="368583"/>
                    </a:cubicBezTo>
                    <a:cubicBezTo>
                      <a:pt x="254710" y="356718"/>
                      <a:pt x="278902" y="343466"/>
                      <a:pt x="302478" y="328982"/>
                    </a:cubicBezTo>
                    <a:cubicBezTo>
                      <a:pt x="315268" y="321585"/>
                      <a:pt x="328827" y="315267"/>
                      <a:pt x="342696" y="310183"/>
                    </a:cubicBezTo>
                    <a:lnTo>
                      <a:pt x="348859" y="308179"/>
                    </a:lnTo>
                    <a:cubicBezTo>
                      <a:pt x="386457" y="298626"/>
                      <a:pt x="425442" y="295698"/>
                      <a:pt x="464118" y="299550"/>
                    </a:cubicBezTo>
                    <a:cubicBezTo>
                      <a:pt x="497093" y="302016"/>
                      <a:pt x="530068" y="306484"/>
                      <a:pt x="562582" y="312802"/>
                    </a:cubicBezTo>
                    <a:cubicBezTo>
                      <a:pt x="557188" y="340846"/>
                      <a:pt x="551025" y="368737"/>
                      <a:pt x="543475" y="396319"/>
                    </a:cubicBezTo>
                    <a:cubicBezTo>
                      <a:pt x="530068" y="446090"/>
                      <a:pt x="510653" y="494012"/>
                      <a:pt x="485691" y="539006"/>
                    </a:cubicBezTo>
                    <a:cubicBezTo>
                      <a:pt x="477678" y="537619"/>
                      <a:pt x="470282" y="536540"/>
                      <a:pt x="461653" y="535616"/>
                    </a:cubicBezTo>
                    <a:cubicBezTo>
                      <a:pt x="443316" y="533459"/>
                      <a:pt x="424671" y="532380"/>
                      <a:pt x="406181" y="532534"/>
                    </a:cubicBezTo>
                    <a:cubicBezTo>
                      <a:pt x="368891" y="532072"/>
                      <a:pt x="331601" y="537311"/>
                      <a:pt x="295852" y="547943"/>
                    </a:cubicBezTo>
                    <a:cubicBezTo>
                      <a:pt x="260874" y="559654"/>
                      <a:pt x="227437" y="575679"/>
                      <a:pt x="196464" y="595865"/>
                    </a:cubicBezTo>
                    <a:cubicBezTo>
                      <a:pt x="167804" y="614047"/>
                      <a:pt x="142225" y="636545"/>
                      <a:pt x="120652" y="662740"/>
                    </a:cubicBezTo>
                    <a:lnTo>
                      <a:pt x="118495" y="662740"/>
                    </a:lnTo>
                    <a:cubicBezTo>
                      <a:pt x="118495" y="662740"/>
                      <a:pt x="118495" y="663664"/>
                      <a:pt x="118495" y="664127"/>
                    </a:cubicBezTo>
                    <a:cubicBezTo>
                      <a:pt x="117108" y="665821"/>
                      <a:pt x="115567" y="667362"/>
                      <a:pt x="114335" y="669057"/>
                    </a:cubicBezTo>
                    <a:cubicBezTo>
                      <a:pt x="92300" y="698026"/>
                      <a:pt x="74271" y="729769"/>
                      <a:pt x="60557" y="763514"/>
                    </a:cubicBezTo>
                    <a:cubicBezTo>
                      <a:pt x="46535" y="796490"/>
                      <a:pt x="34979" y="830389"/>
                      <a:pt x="26041" y="865060"/>
                    </a:cubicBezTo>
                    <a:cubicBezTo>
                      <a:pt x="10786" y="934554"/>
                      <a:pt x="2003" y="1005281"/>
                      <a:pt x="0" y="1076471"/>
                    </a:cubicBezTo>
                    <a:cubicBezTo>
                      <a:pt x="6010" y="1006360"/>
                      <a:pt x="18491" y="937019"/>
                      <a:pt x="37444" y="869374"/>
                    </a:cubicBezTo>
                    <a:cubicBezTo>
                      <a:pt x="47922" y="835937"/>
                      <a:pt x="61174" y="803269"/>
                      <a:pt x="76737" y="771835"/>
                    </a:cubicBezTo>
                    <a:cubicBezTo>
                      <a:pt x="90297" y="743175"/>
                      <a:pt x="107247" y="716209"/>
                      <a:pt x="127124" y="691400"/>
                    </a:cubicBezTo>
                    <a:cubicBezTo>
                      <a:pt x="128511" y="696331"/>
                      <a:pt x="129897" y="701108"/>
                      <a:pt x="130976" y="706039"/>
                    </a:cubicBezTo>
                    <a:cubicBezTo>
                      <a:pt x="134366" y="720677"/>
                      <a:pt x="136832" y="735470"/>
                      <a:pt x="138218" y="750417"/>
                    </a:cubicBezTo>
                    <a:cubicBezTo>
                      <a:pt x="139451" y="765518"/>
                      <a:pt x="139451" y="780618"/>
                      <a:pt x="138218" y="795719"/>
                    </a:cubicBezTo>
                    <a:cubicBezTo>
                      <a:pt x="137140" y="810974"/>
                      <a:pt x="134520" y="826075"/>
                      <a:pt x="130360" y="840867"/>
                    </a:cubicBezTo>
                    <a:cubicBezTo>
                      <a:pt x="136986" y="826691"/>
                      <a:pt x="142071" y="812053"/>
                      <a:pt x="145769" y="796952"/>
                    </a:cubicBezTo>
                    <a:cubicBezTo>
                      <a:pt x="149467" y="781697"/>
                      <a:pt x="151778" y="766288"/>
                      <a:pt x="152857" y="750725"/>
                    </a:cubicBezTo>
                    <a:cubicBezTo>
                      <a:pt x="153936" y="734854"/>
                      <a:pt x="153936" y="719137"/>
                      <a:pt x="152857" y="703265"/>
                    </a:cubicBezTo>
                    <a:cubicBezTo>
                      <a:pt x="151933" y="691092"/>
                      <a:pt x="150546" y="679227"/>
                      <a:pt x="148543" y="667054"/>
                    </a:cubicBezTo>
                    <a:cubicBezTo>
                      <a:pt x="167033" y="649026"/>
                      <a:pt x="187681" y="633463"/>
                      <a:pt x="210179" y="620827"/>
                    </a:cubicBezTo>
                    <a:cubicBezTo>
                      <a:pt x="225741" y="612044"/>
                      <a:pt x="241767" y="604186"/>
                      <a:pt x="258254" y="597406"/>
                    </a:cubicBezTo>
                    <a:cubicBezTo>
                      <a:pt x="259949" y="605264"/>
                      <a:pt x="261644" y="612815"/>
                      <a:pt x="262723" y="621444"/>
                    </a:cubicBezTo>
                    <a:cubicBezTo>
                      <a:pt x="264880" y="636236"/>
                      <a:pt x="266113" y="651029"/>
                      <a:pt x="266267" y="665976"/>
                    </a:cubicBezTo>
                    <a:cubicBezTo>
                      <a:pt x="266421" y="680922"/>
                      <a:pt x="265497" y="696023"/>
                      <a:pt x="263185" y="710816"/>
                    </a:cubicBezTo>
                    <a:cubicBezTo>
                      <a:pt x="260874" y="725917"/>
                      <a:pt x="257176" y="740709"/>
                      <a:pt x="252091" y="755040"/>
                    </a:cubicBezTo>
                    <a:cubicBezTo>
                      <a:pt x="259641" y="741480"/>
                      <a:pt x="265805" y="727303"/>
                      <a:pt x="270736" y="712665"/>
                    </a:cubicBezTo>
                    <a:cubicBezTo>
                      <a:pt x="275667" y="697872"/>
                      <a:pt x="279210" y="682617"/>
                      <a:pt x="281676" y="667208"/>
                    </a:cubicBezTo>
                    <a:cubicBezTo>
                      <a:pt x="284141" y="651645"/>
                      <a:pt x="285528" y="635774"/>
                      <a:pt x="285837" y="620057"/>
                    </a:cubicBezTo>
                    <a:cubicBezTo>
                      <a:pt x="285837" y="609271"/>
                      <a:pt x="285837" y="598484"/>
                      <a:pt x="284758" y="587390"/>
                    </a:cubicBezTo>
                    <a:cubicBezTo>
                      <a:pt x="291229" y="585233"/>
                      <a:pt x="297701" y="583229"/>
                      <a:pt x="304019" y="581534"/>
                    </a:cubicBezTo>
                    <a:cubicBezTo>
                      <a:pt x="336686" y="573522"/>
                      <a:pt x="370278" y="570594"/>
                      <a:pt x="403869" y="572597"/>
                    </a:cubicBezTo>
                    <a:cubicBezTo>
                      <a:pt x="422668" y="573522"/>
                      <a:pt x="441313" y="575833"/>
                      <a:pt x="459804" y="579223"/>
                    </a:cubicBezTo>
                    <a:lnTo>
                      <a:pt x="453486" y="588777"/>
                    </a:lnTo>
                    <a:cubicBezTo>
                      <a:pt x="444395" y="602337"/>
                      <a:pt x="434687" y="615742"/>
                      <a:pt x="424517" y="628840"/>
                    </a:cubicBezTo>
                    <a:cubicBezTo>
                      <a:pt x="399092" y="661661"/>
                      <a:pt x="371973" y="693249"/>
                      <a:pt x="343312" y="723297"/>
                    </a:cubicBezTo>
                    <a:lnTo>
                      <a:pt x="274742" y="795873"/>
                    </a:lnTo>
                    <a:cubicBezTo>
                      <a:pt x="251166" y="820682"/>
                      <a:pt x="229286" y="847185"/>
                      <a:pt x="209562" y="875075"/>
                    </a:cubicBezTo>
                    <a:cubicBezTo>
                      <a:pt x="169807" y="931626"/>
                      <a:pt x="140684" y="994957"/>
                      <a:pt x="123580" y="1061986"/>
                    </a:cubicBezTo>
                    <a:cubicBezTo>
                      <a:pt x="115259" y="1095424"/>
                      <a:pt x="110174" y="1129477"/>
                      <a:pt x="108171" y="1163839"/>
                    </a:cubicBezTo>
                    <a:cubicBezTo>
                      <a:pt x="106014" y="1197893"/>
                      <a:pt x="106014" y="1231947"/>
                      <a:pt x="108171" y="1266001"/>
                    </a:cubicBezTo>
                    <a:cubicBezTo>
                      <a:pt x="113102" y="1333338"/>
                      <a:pt x="122656" y="1400213"/>
                      <a:pt x="136832" y="1466317"/>
                    </a:cubicBezTo>
                    <a:cubicBezTo>
                      <a:pt x="142225" y="1493129"/>
                      <a:pt x="147772" y="1519786"/>
                      <a:pt x="153319" y="1546598"/>
                    </a:cubicBezTo>
                    <a:cubicBezTo>
                      <a:pt x="152086" y="1547831"/>
                      <a:pt x="151162" y="1549218"/>
                      <a:pt x="150392" y="1550759"/>
                    </a:cubicBezTo>
                    <a:cubicBezTo>
                      <a:pt x="147464" y="1556306"/>
                      <a:pt x="144382" y="1561699"/>
                      <a:pt x="141608" y="1567246"/>
                    </a:cubicBezTo>
                    <a:cubicBezTo>
                      <a:pt x="136061" y="1578341"/>
                      <a:pt x="130822" y="1589743"/>
                      <a:pt x="126199" y="1601146"/>
                    </a:cubicBezTo>
                    <a:cubicBezTo>
                      <a:pt x="116800" y="1624105"/>
                      <a:pt x="109250" y="1647835"/>
                      <a:pt x="103857" y="1672027"/>
                    </a:cubicBezTo>
                    <a:cubicBezTo>
                      <a:pt x="98772" y="1696065"/>
                      <a:pt x="95536" y="1720565"/>
                      <a:pt x="94303" y="1745220"/>
                    </a:cubicBezTo>
                    <a:cubicBezTo>
                      <a:pt x="93378" y="1769566"/>
                      <a:pt x="94611" y="1793912"/>
                      <a:pt x="98001" y="1818104"/>
                    </a:cubicBezTo>
                    <a:cubicBezTo>
                      <a:pt x="99542" y="1794066"/>
                      <a:pt x="102624" y="1770182"/>
                      <a:pt x="107247" y="1746606"/>
                    </a:cubicBezTo>
                    <a:cubicBezTo>
                      <a:pt x="111407" y="1723339"/>
                      <a:pt x="117416" y="1700226"/>
                      <a:pt x="125121" y="1677883"/>
                    </a:cubicBezTo>
                    <a:cubicBezTo>
                      <a:pt x="132671" y="1655694"/>
                      <a:pt x="141917" y="1633967"/>
                      <a:pt x="152395" y="1613011"/>
                    </a:cubicBezTo>
                    <a:cubicBezTo>
                      <a:pt x="155785" y="1606385"/>
                      <a:pt x="159483" y="1600067"/>
                      <a:pt x="163027" y="1593596"/>
                    </a:cubicBezTo>
                    <a:cubicBezTo>
                      <a:pt x="181210" y="1681427"/>
                      <a:pt x="199238" y="1769104"/>
                      <a:pt x="213722" y="1857089"/>
                    </a:cubicBezTo>
                    <a:cubicBezTo>
                      <a:pt x="218808" y="1889602"/>
                      <a:pt x="223276" y="1922115"/>
                      <a:pt x="225588" y="1954628"/>
                    </a:cubicBezTo>
                    <a:cubicBezTo>
                      <a:pt x="226512" y="1967109"/>
                      <a:pt x="226820" y="1979744"/>
                      <a:pt x="226974" y="1992379"/>
                    </a:cubicBezTo>
                    <a:lnTo>
                      <a:pt x="226050" y="1993150"/>
                    </a:lnTo>
                    <a:lnTo>
                      <a:pt x="227129" y="1994999"/>
                    </a:lnTo>
                    <a:lnTo>
                      <a:pt x="227129" y="2012103"/>
                    </a:lnTo>
                    <a:cubicBezTo>
                      <a:pt x="221119" y="2013952"/>
                      <a:pt x="215726" y="2017650"/>
                      <a:pt x="211720" y="2022427"/>
                    </a:cubicBezTo>
                    <a:cubicBezTo>
                      <a:pt x="206172" y="2028899"/>
                      <a:pt x="200933" y="2035525"/>
                      <a:pt x="196311" y="2042151"/>
                    </a:cubicBezTo>
                    <a:cubicBezTo>
                      <a:pt x="186141" y="2055402"/>
                      <a:pt x="176741" y="2069270"/>
                      <a:pt x="167958" y="2083447"/>
                    </a:cubicBezTo>
                    <a:cubicBezTo>
                      <a:pt x="150237" y="2111799"/>
                      <a:pt x="135753" y="2141847"/>
                      <a:pt x="124659" y="2173281"/>
                    </a:cubicBezTo>
                    <a:cubicBezTo>
                      <a:pt x="113718" y="2204561"/>
                      <a:pt x="106168" y="2236920"/>
                      <a:pt x="102316" y="2269895"/>
                    </a:cubicBezTo>
                    <a:cubicBezTo>
                      <a:pt x="98617" y="2302408"/>
                      <a:pt x="98617" y="2335383"/>
                      <a:pt x="102316" y="2367896"/>
                    </a:cubicBezTo>
                    <a:cubicBezTo>
                      <a:pt x="103548" y="2335692"/>
                      <a:pt x="107863" y="2303487"/>
                      <a:pt x="115105" y="2272052"/>
                    </a:cubicBezTo>
                    <a:cubicBezTo>
                      <a:pt x="121731" y="2240926"/>
                      <a:pt x="131901" y="2210417"/>
                      <a:pt x="145153" y="2181448"/>
                    </a:cubicBezTo>
                    <a:cubicBezTo>
                      <a:pt x="157942" y="2152479"/>
                      <a:pt x="173351" y="2124897"/>
                      <a:pt x="191380" y="2098856"/>
                    </a:cubicBezTo>
                    <a:cubicBezTo>
                      <a:pt x="200317" y="2085912"/>
                      <a:pt x="210024" y="2073431"/>
                      <a:pt x="220194" y="2061566"/>
                    </a:cubicBezTo>
                    <a:lnTo>
                      <a:pt x="225433" y="2055710"/>
                    </a:lnTo>
                    <a:cubicBezTo>
                      <a:pt x="222351" y="2120582"/>
                      <a:pt x="216804" y="2186224"/>
                      <a:pt x="214955" y="2252021"/>
                    </a:cubicBezTo>
                    <a:cubicBezTo>
                      <a:pt x="213106" y="2317817"/>
                      <a:pt x="214955" y="2385771"/>
                      <a:pt x="217575" y="2452337"/>
                    </a:cubicBezTo>
                    <a:cubicBezTo>
                      <a:pt x="220194" y="2518904"/>
                      <a:pt x="224509" y="2585625"/>
                      <a:pt x="232984" y="2652654"/>
                    </a:cubicBezTo>
                    <a:cubicBezTo>
                      <a:pt x="236990" y="2686092"/>
                      <a:pt x="242846" y="2719221"/>
                      <a:pt x="250550" y="2751888"/>
                    </a:cubicBezTo>
                    <a:cubicBezTo>
                      <a:pt x="258717" y="2784709"/>
                      <a:pt x="269041" y="2816606"/>
                      <a:pt x="279365" y="2848194"/>
                    </a:cubicBezTo>
                    <a:cubicBezTo>
                      <a:pt x="281214" y="2853587"/>
                      <a:pt x="283063" y="2858980"/>
                      <a:pt x="284758" y="2864527"/>
                    </a:cubicBezTo>
                    <a:cubicBezTo>
                      <a:pt x="273355" y="2891339"/>
                      <a:pt x="262877" y="2918304"/>
                      <a:pt x="253940" y="2946041"/>
                    </a:cubicBezTo>
                    <a:cubicBezTo>
                      <a:pt x="249009" y="2961450"/>
                      <a:pt x="244386" y="2975934"/>
                      <a:pt x="240842" y="2991343"/>
                    </a:cubicBezTo>
                    <a:cubicBezTo>
                      <a:pt x="236528" y="3007060"/>
                      <a:pt x="234525" y="3023394"/>
                      <a:pt x="234679" y="3039727"/>
                    </a:cubicBezTo>
                    <a:cubicBezTo>
                      <a:pt x="234679" y="3040498"/>
                      <a:pt x="234679" y="3041422"/>
                      <a:pt x="234679" y="3042193"/>
                    </a:cubicBezTo>
                    <a:cubicBezTo>
                      <a:pt x="228361" y="3044966"/>
                      <a:pt x="222351" y="3047894"/>
                      <a:pt x="216496" y="3051130"/>
                    </a:cubicBezTo>
                    <a:cubicBezTo>
                      <a:pt x="208638" y="3055753"/>
                      <a:pt x="201087" y="3060837"/>
                      <a:pt x="193999" y="3066539"/>
                    </a:cubicBezTo>
                    <a:cubicBezTo>
                      <a:pt x="179669" y="3077171"/>
                      <a:pt x="167342" y="3090268"/>
                      <a:pt x="157634" y="3105215"/>
                    </a:cubicBezTo>
                    <a:cubicBezTo>
                      <a:pt x="169191" y="3092117"/>
                      <a:pt x="182904" y="3081177"/>
                      <a:pt x="198160" y="3072856"/>
                    </a:cubicBezTo>
                    <a:cubicBezTo>
                      <a:pt x="205710" y="3068696"/>
                      <a:pt x="213414" y="3065152"/>
                      <a:pt x="221427" y="3062070"/>
                    </a:cubicBezTo>
                    <a:cubicBezTo>
                      <a:pt x="226512" y="3060067"/>
                      <a:pt x="231751" y="3058372"/>
                      <a:pt x="236836" y="3056831"/>
                    </a:cubicBezTo>
                    <a:lnTo>
                      <a:pt x="238685" y="3064844"/>
                    </a:lnTo>
                    <a:lnTo>
                      <a:pt x="241459" y="3073473"/>
                    </a:lnTo>
                    <a:cubicBezTo>
                      <a:pt x="233138" y="3083180"/>
                      <a:pt x="226050" y="3093042"/>
                      <a:pt x="218037" y="3103366"/>
                    </a:cubicBezTo>
                    <a:cubicBezTo>
                      <a:pt x="210487" y="3113844"/>
                      <a:pt x="203861" y="3125093"/>
                      <a:pt x="198005" y="3136650"/>
                    </a:cubicBezTo>
                    <a:cubicBezTo>
                      <a:pt x="212490" y="3118467"/>
                      <a:pt x="229131" y="3102134"/>
                      <a:pt x="247622" y="3088111"/>
                    </a:cubicBezTo>
                    <a:lnTo>
                      <a:pt x="247622" y="3088111"/>
                    </a:lnTo>
                    <a:cubicBezTo>
                      <a:pt x="251629" y="3096278"/>
                      <a:pt x="257638" y="3103366"/>
                      <a:pt x="264880" y="3108914"/>
                    </a:cubicBezTo>
                    <a:lnTo>
                      <a:pt x="267191" y="3110300"/>
                    </a:lnTo>
                    <a:lnTo>
                      <a:pt x="263339" y="3145587"/>
                    </a:lnTo>
                    <a:lnTo>
                      <a:pt x="281060" y="3115693"/>
                    </a:lnTo>
                    <a:cubicBezTo>
                      <a:pt x="284758" y="3116464"/>
                      <a:pt x="288610" y="3116772"/>
                      <a:pt x="292462" y="3116618"/>
                    </a:cubicBezTo>
                    <a:cubicBezTo>
                      <a:pt x="295236" y="3116464"/>
                      <a:pt x="297856" y="3116002"/>
                      <a:pt x="300475" y="3115385"/>
                    </a:cubicBezTo>
                    <a:lnTo>
                      <a:pt x="308488" y="3150055"/>
                    </a:lnTo>
                    <a:lnTo>
                      <a:pt x="312648" y="3111379"/>
                    </a:lnTo>
                    <a:cubicBezTo>
                      <a:pt x="314805" y="3110454"/>
                      <a:pt x="316808" y="3109222"/>
                      <a:pt x="318812" y="3107989"/>
                    </a:cubicBezTo>
                    <a:cubicBezTo>
                      <a:pt x="326362" y="3102596"/>
                      <a:pt x="332372" y="3095199"/>
                      <a:pt x="336378" y="3086878"/>
                    </a:cubicBezTo>
                    <a:cubicBezTo>
                      <a:pt x="339152" y="3080715"/>
                      <a:pt x="341463" y="3074397"/>
                      <a:pt x="343158" y="3067772"/>
                    </a:cubicBezTo>
                    <a:lnTo>
                      <a:pt x="347781" y="3079482"/>
                    </a:lnTo>
                    <a:cubicBezTo>
                      <a:pt x="352865" y="3092734"/>
                      <a:pt x="356255" y="3106602"/>
                      <a:pt x="357951" y="3120778"/>
                    </a:cubicBezTo>
                    <a:cubicBezTo>
                      <a:pt x="358721" y="3106294"/>
                      <a:pt x="357796" y="3091809"/>
                      <a:pt x="355177" y="3077633"/>
                    </a:cubicBezTo>
                    <a:cubicBezTo>
                      <a:pt x="353020" y="3065460"/>
                      <a:pt x="350400" y="3053441"/>
                      <a:pt x="347010" y="3041422"/>
                    </a:cubicBezTo>
                    <a:cubicBezTo>
                      <a:pt x="347010" y="3040498"/>
                      <a:pt x="347010" y="3039419"/>
                      <a:pt x="347010" y="3038495"/>
                    </a:cubicBezTo>
                    <a:lnTo>
                      <a:pt x="347010" y="3038495"/>
                    </a:lnTo>
                    <a:cubicBezTo>
                      <a:pt x="347473" y="3021082"/>
                      <a:pt x="345469" y="3003670"/>
                      <a:pt x="341001" y="2986874"/>
                    </a:cubicBezTo>
                    <a:cubicBezTo>
                      <a:pt x="337148" y="2970387"/>
                      <a:pt x="332680" y="2954053"/>
                      <a:pt x="327903" y="2938028"/>
                    </a:cubicBezTo>
                    <a:cubicBezTo>
                      <a:pt x="318349" y="2905977"/>
                      <a:pt x="307871" y="2874389"/>
                      <a:pt x="297856" y="2842800"/>
                    </a:cubicBezTo>
                    <a:cubicBezTo>
                      <a:pt x="287839" y="2811212"/>
                      <a:pt x="277670" y="2779624"/>
                      <a:pt x="270119" y="2747881"/>
                    </a:cubicBezTo>
                    <a:cubicBezTo>
                      <a:pt x="262877" y="2715831"/>
                      <a:pt x="257330" y="2683472"/>
                      <a:pt x="253632" y="2650805"/>
                    </a:cubicBezTo>
                    <a:cubicBezTo>
                      <a:pt x="245927" y="2585317"/>
                      <a:pt x="242691" y="2519058"/>
                      <a:pt x="240534" y="2452800"/>
                    </a:cubicBezTo>
                    <a:cubicBezTo>
                      <a:pt x="238377" y="2386541"/>
                      <a:pt x="237298" y="2320437"/>
                      <a:pt x="240534" y="2254332"/>
                    </a:cubicBezTo>
                    <a:cubicBezTo>
                      <a:pt x="243000" y="2191772"/>
                      <a:pt x="248855" y="2129519"/>
                      <a:pt x="252861" y="2066343"/>
                    </a:cubicBezTo>
                    <a:cubicBezTo>
                      <a:pt x="254556" y="2072352"/>
                      <a:pt x="256251" y="2078362"/>
                      <a:pt x="257638" y="2084371"/>
                    </a:cubicBezTo>
                    <a:cubicBezTo>
                      <a:pt x="265805" y="2117192"/>
                      <a:pt x="271968" y="2150630"/>
                      <a:pt x="276129" y="2184221"/>
                    </a:cubicBezTo>
                    <a:cubicBezTo>
                      <a:pt x="284296" y="2252175"/>
                      <a:pt x="287531" y="2320745"/>
                      <a:pt x="285682" y="2389160"/>
                    </a:cubicBezTo>
                    <a:cubicBezTo>
                      <a:pt x="284758" y="2458039"/>
                      <a:pt x="282292" y="2527841"/>
                      <a:pt x="286453" y="2597952"/>
                    </a:cubicBezTo>
                    <a:cubicBezTo>
                      <a:pt x="288610" y="2632930"/>
                      <a:pt x="293233" y="2667909"/>
                      <a:pt x="300167" y="2702271"/>
                    </a:cubicBezTo>
                    <a:cubicBezTo>
                      <a:pt x="307255" y="2736479"/>
                      <a:pt x="317579" y="2769916"/>
                      <a:pt x="330985" y="2802121"/>
                    </a:cubicBezTo>
                    <a:cubicBezTo>
                      <a:pt x="321894" y="2768683"/>
                      <a:pt x="315422" y="2734783"/>
                      <a:pt x="311416" y="2700422"/>
                    </a:cubicBezTo>
                    <a:cubicBezTo>
                      <a:pt x="308026" y="2666214"/>
                      <a:pt x="306330" y="2631852"/>
                      <a:pt x="306793" y="2597490"/>
                    </a:cubicBezTo>
                    <a:cubicBezTo>
                      <a:pt x="307563" y="2528612"/>
                      <a:pt x="314497" y="2459888"/>
                      <a:pt x="318504" y="2390239"/>
                    </a:cubicBezTo>
                    <a:cubicBezTo>
                      <a:pt x="320507" y="2355415"/>
                      <a:pt x="321894" y="2320437"/>
                      <a:pt x="321431" y="2285150"/>
                    </a:cubicBezTo>
                    <a:cubicBezTo>
                      <a:pt x="320969" y="2249863"/>
                      <a:pt x="318657" y="2214731"/>
                      <a:pt x="314805" y="2179599"/>
                    </a:cubicBezTo>
                    <a:cubicBezTo>
                      <a:pt x="311261" y="2144312"/>
                      <a:pt x="305406" y="2109180"/>
                      <a:pt x="297547" y="2074509"/>
                    </a:cubicBezTo>
                    <a:cubicBezTo>
                      <a:pt x="293541" y="2056943"/>
                      <a:pt x="288302" y="2039531"/>
                      <a:pt x="282138" y="2022581"/>
                    </a:cubicBezTo>
                    <a:cubicBezTo>
                      <a:pt x="279057" y="2014106"/>
                      <a:pt x="275512" y="2005477"/>
                      <a:pt x="271506" y="1997002"/>
                    </a:cubicBezTo>
                    <a:cubicBezTo>
                      <a:pt x="267191" y="1987757"/>
                      <a:pt x="261952" y="1979128"/>
                      <a:pt x="256097" y="1970807"/>
                    </a:cubicBezTo>
                    <a:lnTo>
                      <a:pt x="254710" y="1971732"/>
                    </a:lnTo>
                    <a:lnTo>
                      <a:pt x="254710" y="1954165"/>
                    </a:lnTo>
                    <a:cubicBezTo>
                      <a:pt x="252707" y="1920420"/>
                      <a:pt x="248547" y="1886982"/>
                      <a:pt x="243770" y="1853853"/>
                    </a:cubicBezTo>
                    <a:cubicBezTo>
                      <a:pt x="223584" y="1721490"/>
                      <a:pt x="196002" y="1591901"/>
                      <a:pt x="171656" y="1460924"/>
                    </a:cubicBezTo>
                    <a:cubicBezTo>
                      <a:pt x="158558" y="1396515"/>
                      <a:pt x="149929" y="1331335"/>
                      <a:pt x="146077" y="1265847"/>
                    </a:cubicBezTo>
                    <a:cubicBezTo>
                      <a:pt x="144382" y="1233488"/>
                      <a:pt x="144690" y="1201129"/>
                      <a:pt x="147310" y="1168770"/>
                    </a:cubicBezTo>
                    <a:cubicBezTo>
                      <a:pt x="149467" y="1136720"/>
                      <a:pt x="154706" y="1104977"/>
                      <a:pt x="162719" y="1074005"/>
                    </a:cubicBezTo>
                    <a:cubicBezTo>
                      <a:pt x="179514" y="1011445"/>
                      <a:pt x="207713" y="952582"/>
                      <a:pt x="245773" y="900192"/>
                    </a:cubicBezTo>
                    <a:cubicBezTo>
                      <a:pt x="264726" y="874151"/>
                      <a:pt x="285682" y="849496"/>
                      <a:pt x="308179" y="826383"/>
                    </a:cubicBezTo>
                    <a:lnTo>
                      <a:pt x="328674" y="805119"/>
                    </a:lnTo>
                    <a:lnTo>
                      <a:pt x="263801" y="1106210"/>
                    </a:lnTo>
                    <a:cubicBezTo>
                      <a:pt x="251937" y="1164302"/>
                      <a:pt x="244232" y="1223164"/>
                      <a:pt x="240842" y="1282334"/>
                    </a:cubicBezTo>
                    <a:cubicBezTo>
                      <a:pt x="239301" y="1311920"/>
                      <a:pt x="239610" y="1341505"/>
                      <a:pt x="241921" y="1371090"/>
                    </a:cubicBezTo>
                    <a:cubicBezTo>
                      <a:pt x="243924" y="1400675"/>
                      <a:pt x="249780" y="1429798"/>
                      <a:pt x="259487" y="1457688"/>
                    </a:cubicBezTo>
                    <a:cubicBezTo>
                      <a:pt x="251012" y="1429490"/>
                      <a:pt x="246390" y="1400213"/>
                      <a:pt x="245773" y="1370782"/>
                    </a:cubicBezTo>
                    <a:cubicBezTo>
                      <a:pt x="244695" y="1341351"/>
                      <a:pt x="245773" y="1312074"/>
                      <a:pt x="248547" y="1282797"/>
                    </a:cubicBezTo>
                    <a:cubicBezTo>
                      <a:pt x="254556" y="1224397"/>
                      <a:pt x="264880" y="1166459"/>
                      <a:pt x="279365" y="1109600"/>
                    </a:cubicBezTo>
                    <a:lnTo>
                      <a:pt x="307101" y="1003124"/>
                    </a:lnTo>
                    <a:lnTo>
                      <a:pt x="309566" y="1003894"/>
                    </a:lnTo>
                    <a:cubicBezTo>
                      <a:pt x="313727" y="1005589"/>
                      <a:pt x="317425" y="1007901"/>
                      <a:pt x="320815" y="1010828"/>
                    </a:cubicBezTo>
                    <a:cubicBezTo>
                      <a:pt x="328211" y="1017454"/>
                      <a:pt x="333913" y="1025775"/>
                      <a:pt x="337456" y="1035174"/>
                    </a:cubicBezTo>
                    <a:cubicBezTo>
                      <a:pt x="344853" y="1056593"/>
                      <a:pt x="348551" y="1079090"/>
                      <a:pt x="348397" y="1101741"/>
                    </a:cubicBezTo>
                    <a:cubicBezTo>
                      <a:pt x="350708" y="1149047"/>
                      <a:pt x="349013" y="1196352"/>
                      <a:pt x="343620" y="1243350"/>
                    </a:cubicBezTo>
                    <a:cubicBezTo>
                      <a:pt x="354253" y="1196815"/>
                      <a:pt x="361032" y="1149355"/>
                      <a:pt x="363806" y="1101741"/>
                    </a:cubicBezTo>
                    <a:cubicBezTo>
                      <a:pt x="366580" y="1076933"/>
                      <a:pt x="365039" y="1051816"/>
                      <a:pt x="359337" y="1027624"/>
                    </a:cubicBezTo>
                    <a:cubicBezTo>
                      <a:pt x="353636" y="1003894"/>
                      <a:pt x="336994" y="984325"/>
                      <a:pt x="314497" y="974771"/>
                    </a:cubicBezTo>
                    <a:lnTo>
                      <a:pt x="368737" y="767521"/>
                    </a:lnTo>
                    <a:lnTo>
                      <a:pt x="366117" y="767521"/>
                    </a:lnTo>
                    <a:lnTo>
                      <a:pt x="377828" y="755502"/>
                    </a:lnTo>
                    <a:cubicBezTo>
                      <a:pt x="405102" y="727303"/>
                      <a:pt x="431760" y="698026"/>
                      <a:pt x="456414" y="666900"/>
                    </a:cubicBezTo>
                    <a:cubicBezTo>
                      <a:pt x="476137" y="689859"/>
                      <a:pt x="496631" y="711740"/>
                      <a:pt x="518049" y="733005"/>
                    </a:cubicBezTo>
                    <a:lnTo>
                      <a:pt x="518820" y="733775"/>
                    </a:lnTo>
                    <a:lnTo>
                      <a:pt x="574755" y="975388"/>
                    </a:lnTo>
                    <a:cubicBezTo>
                      <a:pt x="552412" y="984941"/>
                      <a:pt x="535770" y="1004511"/>
                      <a:pt x="530068" y="1028240"/>
                    </a:cubicBezTo>
                    <a:cubicBezTo>
                      <a:pt x="524213" y="1052432"/>
                      <a:pt x="522826" y="1077549"/>
                      <a:pt x="525600" y="1102358"/>
                    </a:cubicBezTo>
                    <a:cubicBezTo>
                      <a:pt x="528374" y="1149971"/>
                      <a:pt x="534999" y="1197431"/>
                      <a:pt x="545632" y="1243966"/>
                    </a:cubicBezTo>
                    <a:cubicBezTo>
                      <a:pt x="540238" y="1196969"/>
                      <a:pt x="538698" y="1149663"/>
                      <a:pt x="541009" y="1102358"/>
                    </a:cubicBezTo>
                    <a:cubicBezTo>
                      <a:pt x="540855" y="1079706"/>
                      <a:pt x="544399" y="1057209"/>
                      <a:pt x="551795" y="1035791"/>
                    </a:cubicBezTo>
                    <a:cubicBezTo>
                      <a:pt x="555339" y="1026391"/>
                      <a:pt x="561041" y="1018071"/>
                      <a:pt x="568437" y="1011445"/>
                    </a:cubicBezTo>
                    <a:cubicBezTo>
                      <a:pt x="571827" y="1008517"/>
                      <a:pt x="575679" y="1006206"/>
                      <a:pt x="579840" y="1004511"/>
                    </a:cubicBezTo>
                    <a:lnTo>
                      <a:pt x="582151" y="1003740"/>
                    </a:lnTo>
                    <a:lnTo>
                      <a:pt x="610041" y="1110216"/>
                    </a:lnTo>
                    <a:cubicBezTo>
                      <a:pt x="624372" y="1167075"/>
                      <a:pt x="634695" y="1225013"/>
                      <a:pt x="640859" y="1283413"/>
                    </a:cubicBezTo>
                    <a:cubicBezTo>
                      <a:pt x="643633" y="1312690"/>
                      <a:pt x="644557" y="1341967"/>
                      <a:pt x="643633" y="1371398"/>
                    </a:cubicBezTo>
                    <a:cubicBezTo>
                      <a:pt x="643016" y="1400829"/>
                      <a:pt x="638240" y="1430106"/>
                      <a:pt x="629765" y="1458305"/>
                    </a:cubicBezTo>
                    <a:cubicBezTo>
                      <a:pt x="639472" y="1430415"/>
                      <a:pt x="645482" y="1401292"/>
                      <a:pt x="647485" y="1371706"/>
                    </a:cubicBezTo>
                    <a:cubicBezTo>
                      <a:pt x="649796" y="1342121"/>
                      <a:pt x="650104" y="1312536"/>
                      <a:pt x="648410" y="1282951"/>
                    </a:cubicBezTo>
                    <a:cubicBezTo>
                      <a:pt x="645020" y="1223780"/>
                      <a:pt x="637315" y="1164918"/>
                      <a:pt x="625450" y="1106826"/>
                    </a:cubicBezTo>
                    <a:lnTo>
                      <a:pt x="552412" y="767829"/>
                    </a:lnTo>
                    <a:lnTo>
                      <a:pt x="589085" y="805273"/>
                    </a:lnTo>
                    <a:cubicBezTo>
                      <a:pt x="612044" y="828386"/>
                      <a:pt x="633309" y="853195"/>
                      <a:pt x="652570" y="879544"/>
                    </a:cubicBezTo>
                    <a:cubicBezTo>
                      <a:pt x="690784" y="931780"/>
                      <a:pt x="719137" y="990643"/>
                      <a:pt x="736241" y="1053049"/>
                    </a:cubicBezTo>
                    <a:cubicBezTo>
                      <a:pt x="744407" y="1084329"/>
                      <a:pt x="749492" y="1116380"/>
                      <a:pt x="751650" y="1148585"/>
                    </a:cubicBezTo>
                    <a:cubicBezTo>
                      <a:pt x="754423" y="1181097"/>
                      <a:pt x="754886" y="1213764"/>
                      <a:pt x="753036" y="1246432"/>
                    </a:cubicBezTo>
                    <a:cubicBezTo>
                      <a:pt x="749030" y="1312382"/>
                      <a:pt x="740247" y="1378024"/>
                      <a:pt x="726995" y="1442742"/>
                    </a:cubicBezTo>
                    <a:cubicBezTo>
                      <a:pt x="702033" y="1574334"/>
                      <a:pt x="673989" y="1704694"/>
                      <a:pt x="653340" y="1838444"/>
                    </a:cubicBezTo>
                    <a:cubicBezTo>
                      <a:pt x="648410" y="1871727"/>
                      <a:pt x="644249" y="1905473"/>
                      <a:pt x="642246" y="1939527"/>
                    </a:cubicBezTo>
                    <a:cubicBezTo>
                      <a:pt x="642246" y="1945382"/>
                      <a:pt x="642246" y="1951392"/>
                      <a:pt x="641475" y="1957247"/>
                    </a:cubicBezTo>
                    <a:lnTo>
                      <a:pt x="640089" y="1956169"/>
                    </a:lnTo>
                    <a:cubicBezTo>
                      <a:pt x="634233" y="1964489"/>
                      <a:pt x="628994" y="1973427"/>
                      <a:pt x="624680" y="1982672"/>
                    </a:cubicBezTo>
                    <a:cubicBezTo>
                      <a:pt x="620673" y="1991147"/>
                      <a:pt x="616975" y="1999776"/>
                      <a:pt x="613893" y="2008405"/>
                    </a:cubicBezTo>
                    <a:cubicBezTo>
                      <a:pt x="607730" y="2025509"/>
                      <a:pt x="602491" y="2042921"/>
                      <a:pt x="598484" y="2060641"/>
                    </a:cubicBezTo>
                    <a:cubicBezTo>
                      <a:pt x="590472" y="2095466"/>
                      <a:pt x="584616" y="2130906"/>
                      <a:pt x="580918" y="2166501"/>
                    </a:cubicBezTo>
                    <a:cubicBezTo>
                      <a:pt x="576912" y="2201788"/>
                      <a:pt x="574909" y="2237228"/>
                      <a:pt x="574293" y="2272823"/>
                    </a:cubicBezTo>
                    <a:cubicBezTo>
                      <a:pt x="573676" y="2308418"/>
                      <a:pt x="575217" y="2343550"/>
                      <a:pt x="577220" y="2378682"/>
                    </a:cubicBezTo>
                    <a:cubicBezTo>
                      <a:pt x="581226" y="2448793"/>
                      <a:pt x="588314" y="2517363"/>
                      <a:pt x="589085" y="2587166"/>
                    </a:cubicBezTo>
                    <a:cubicBezTo>
                      <a:pt x="589547" y="2621836"/>
                      <a:pt x="588006" y="2656352"/>
                      <a:pt x="584462" y="2690868"/>
                    </a:cubicBezTo>
                    <a:cubicBezTo>
                      <a:pt x="580302" y="2725538"/>
                      <a:pt x="573676" y="2759746"/>
                      <a:pt x="564431" y="2793338"/>
                    </a:cubicBezTo>
                    <a:cubicBezTo>
                      <a:pt x="577836" y="2760825"/>
                      <a:pt x="588161" y="2727079"/>
                      <a:pt x="595249" y="2692717"/>
                    </a:cubicBezTo>
                    <a:cubicBezTo>
                      <a:pt x="602337" y="2658047"/>
                      <a:pt x="606960" y="2623068"/>
                      <a:pt x="609117" y="2587782"/>
                    </a:cubicBezTo>
                    <a:cubicBezTo>
                      <a:pt x="613431" y="2517209"/>
                      <a:pt x="610966" y="2446944"/>
                      <a:pt x="610041" y="2377450"/>
                    </a:cubicBezTo>
                    <a:cubicBezTo>
                      <a:pt x="608192" y="2308572"/>
                      <a:pt x="611428" y="2239540"/>
                      <a:pt x="619749" y="2171124"/>
                    </a:cubicBezTo>
                    <a:cubicBezTo>
                      <a:pt x="624063" y="2137224"/>
                      <a:pt x="630381" y="2103632"/>
                      <a:pt x="638548" y="2070503"/>
                    </a:cubicBezTo>
                    <a:cubicBezTo>
                      <a:pt x="640089" y="2064494"/>
                      <a:pt x="641783" y="2058484"/>
                      <a:pt x="643479" y="2052475"/>
                    </a:cubicBezTo>
                    <a:cubicBezTo>
                      <a:pt x="647485" y="2116114"/>
                      <a:pt x="653649" y="2178828"/>
                      <a:pt x="656114" y="2241697"/>
                    </a:cubicBezTo>
                    <a:cubicBezTo>
                      <a:pt x="659196" y="2308263"/>
                      <a:pt x="657963" y="2374676"/>
                      <a:pt x="656114" y="2442013"/>
                    </a:cubicBezTo>
                    <a:cubicBezTo>
                      <a:pt x="654265" y="2509351"/>
                      <a:pt x="650721" y="2575455"/>
                      <a:pt x="642862" y="2641405"/>
                    </a:cubicBezTo>
                    <a:cubicBezTo>
                      <a:pt x="639010" y="2674226"/>
                      <a:pt x="633463" y="2706893"/>
                      <a:pt x="626067" y="2739252"/>
                    </a:cubicBezTo>
                    <a:cubicBezTo>
                      <a:pt x="618362" y="2771149"/>
                      <a:pt x="608192" y="2802891"/>
                      <a:pt x="597868" y="2834788"/>
                    </a:cubicBezTo>
                    <a:cubicBezTo>
                      <a:pt x="587544" y="2866685"/>
                      <a:pt x="576758" y="2898427"/>
                      <a:pt x="567050" y="2930786"/>
                    </a:cubicBezTo>
                    <a:cubicBezTo>
                      <a:pt x="562274" y="2946195"/>
                      <a:pt x="557805" y="2963144"/>
                      <a:pt x="553798" y="2979786"/>
                    </a:cubicBezTo>
                    <a:cubicBezTo>
                      <a:pt x="549330" y="2996736"/>
                      <a:pt x="547327" y="3014148"/>
                      <a:pt x="547635" y="3031715"/>
                    </a:cubicBezTo>
                    <a:lnTo>
                      <a:pt x="547635" y="3031715"/>
                    </a:lnTo>
                    <a:cubicBezTo>
                      <a:pt x="547635" y="3032793"/>
                      <a:pt x="547635" y="3033718"/>
                      <a:pt x="547635" y="3034796"/>
                    </a:cubicBezTo>
                    <a:cubicBezTo>
                      <a:pt x="544245" y="3046969"/>
                      <a:pt x="541471" y="3058988"/>
                      <a:pt x="539314" y="3071162"/>
                    </a:cubicBezTo>
                    <a:cubicBezTo>
                      <a:pt x="536695" y="3085492"/>
                      <a:pt x="535616" y="3100130"/>
                      <a:pt x="536386" y="3114769"/>
                    </a:cubicBezTo>
                    <a:cubicBezTo>
                      <a:pt x="538235" y="3100438"/>
                      <a:pt x="541779" y="3086570"/>
                      <a:pt x="547018" y="3073165"/>
                    </a:cubicBezTo>
                    <a:cubicBezTo>
                      <a:pt x="548405" y="3069158"/>
                      <a:pt x="550100" y="3065306"/>
                      <a:pt x="551641" y="3061300"/>
                    </a:cubicBezTo>
                    <a:cubicBezTo>
                      <a:pt x="553336" y="3067926"/>
                      <a:pt x="555647" y="3074397"/>
                      <a:pt x="558575" y="3080561"/>
                    </a:cubicBezTo>
                    <a:cubicBezTo>
                      <a:pt x="562582" y="3089036"/>
                      <a:pt x="568745" y="3096278"/>
                      <a:pt x="576450" y="3101825"/>
                    </a:cubicBezTo>
                    <a:cubicBezTo>
                      <a:pt x="578453" y="3103058"/>
                      <a:pt x="580456" y="3104136"/>
                      <a:pt x="582613" y="3105215"/>
                    </a:cubicBezTo>
                    <a:lnTo>
                      <a:pt x="586928" y="3144200"/>
                    </a:lnTo>
                    <a:lnTo>
                      <a:pt x="595094" y="3109376"/>
                    </a:lnTo>
                    <a:cubicBezTo>
                      <a:pt x="597868" y="3109838"/>
                      <a:pt x="600488" y="3110300"/>
                      <a:pt x="603261" y="3110454"/>
                    </a:cubicBezTo>
                    <a:cubicBezTo>
                      <a:pt x="607113" y="3110608"/>
                      <a:pt x="611120" y="3110454"/>
                      <a:pt x="614972" y="3109684"/>
                    </a:cubicBezTo>
                    <a:lnTo>
                      <a:pt x="633001" y="3139732"/>
                    </a:lnTo>
                    <a:lnTo>
                      <a:pt x="628994" y="3104136"/>
                    </a:lnTo>
                    <a:cubicBezTo>
                      <a:pt x="629919" y="3103674"/>
                      <a:pt x="630689" y="3103212"/>
                      <a:pt x="631460" y="3102750"/>
                    </a:cubicBezTo>
                    <a:cubicBezTo>
                      <a:pt x="638856" y="3097203"/>
                      <a:pt x="644711" y="3089960"/>
                      <a:pt x="649026" y="3081794"/>
                    </a:cubicBezTo>
                    <a:lnTo>
                      <a:pt x="649026" y="3081794"/>
                    </a:lnTo>
                    <a:cubicBezTo>
                      <a:pt x="667825" y="3095970"/>
                      <a:pt x="684775" y="3112457"/>
                      <a:pt x="699567" y="3130794"/>
                    </a:cubicBezTo>
                    <a:cubicBezTo>
                      <a:pt x="693866" y="3118929"/>
                      <a:pt x="686932" y="3107681"/>
                      <a:pt x="679073" y="3097203"/>
                    </a:cubicBezTo>
                    <a:cubicBezTo>
                      <a:pt x="671523" y="3086878"/>
                      <a:pt x="663664" y="3076863"/>
                      <a:pt x="655190" y="3066385"/>
                    </a:cubicBezTo>
                    <a:cubicBezTo>
                      <a:pt x="656268" y="3063457"/>
                      <a:pt x="657192" y="3060529"/>
                      <a:pt x="658117" y="3057602"/>
                    </a:cubicBezTo>
                    <a:lnTo>
                      <a:pt x="659966" y="3049589"/>
                    </a:lnTo>
                    <a:cubicBezTo>
                      <a:pt x="665359" y="3051130"/>
                      <a:pt x="670599" y="3052825"/>
                      <a:pt x="675375" y="3054828"/>
                    </a:cubicBezTo>
                    <a:cubicBezTo>
                      <a:pt x="683542" y="3057910"/>
                      <a:pt x="691400" y="3061608"/>
                      <a:pt x="699105" y="3065768"/>
                    </a:cubicBezTo>
                    <a:cubicBezTo>
                      <a:pt x="714668" y="3074089"/>
                      <a:pt x="728536" y="3085029"/>
                      <a:pt x="740401" y="3098127"/>
                    </a:cubicBezTo>
                    <a:cubicBezTo>
                      <a:pt x="730385" y="3083180"/>
                      <a:pt x="717904" y="3069929"/>
                      <a:pt x="703419" y="3059297"/>
                    </a:cubicBezTo>
                    <a:cubicBezTo>
                      <a:pt x="696023" y="3053749"/>
                      <a:pt x="688473" y="3048510"/>
                      <a:pt x="680460" y="3043888"/>
                    </a:cubicBezTo>
                    <a:cubicBezTo>
                      <a:pt x="674451" y="3040652"/>
                      <a:pt x="668287" y="3037724"/>
                      <a:pt x="661970" y="3034950"/>
                    </a:cubicBezTo>
                    <a:cubicBezTo>
                      <a:pt x="661970" y="3034180"/>
                      <a:pt x="661970" y="3033256"/>
                      <a:pt x="661970" y="3032485"/>
                    </a:cubicBezTo>
                    <a:cubicBezTo>
                      <a:pt x="661970" y="3015997"/>
                      <a:pt x="659966" y="2999664"/>
                      <a:pt x="655652" y="2983792"/>
                    </a:cubicBezTo>
                    <a:cubicBezTo>
                      <a:pt x="652108" y="2968383"/>
                      <a:pt x="647177" y="2952975"/>
                      <a:pt x="642246" y="2937566"/>
                    </a:cubicBezTo>
                    <a:cubicBezTo>
                      <a:pt x="632846" y="2909675"/>
                      <a:pt x="622214" y="2882556"/>
                      <a:pt x="610503" y="2855590"/>
                    </a:cubicBezTo>
                    <a:lnTo>
                      <a:pt x="615897" y="2839102"/>
                    </a:lnTo>
                    <a:cubicBezTo>
                      <a:pt x="626529" y="2807206"/>
                      <a:pt x="637161" y="2775155"/>
                      <a:pt x="645328" y="2742180"/>
                    </a:cubicBezTo>
                    <a:cubicBezTo>
                      <a:pt x="653186" y="2709205"/>
                      <a:pt x="659196" y="2675767"/>
                      <a:pt x="663356" y="2642176"/>
                    </a:cubicBezTo>
                    <a:cubicBezTo>
                      <a:pt x="671831" y="2575147"/>
                      <a:pt x="675683" y="2508118"/>
                      <a:pt x="678765" y="2441089"/>
                    </a:cubicBezTo>
                    <a:cubicBezTo>
                      <a:pt x="681847" y="2374060"/>
                      <a:pt x="683696" y="2306723"/>
                      <a:pt x="681539" y="2239386"/>
                    </a:cubicBezTo>
                    <a:cubicBezTo>
                      <a:pt x="679381" y="2172048"/>
                      <a:pt x="673989" y="2107177"/>
                      <a:pt x="670907" y="2041842"/>
                    </a:cubicBezTo>
                    <a:cubicBezTo>
                      <a:pt x="672601" y="2043846"/>
                      <a:pt x="674451" y="2045695"/>
                      <a:pt x="676300" y="2047544"/>
                    </a:cubicBezTo>
                    <a:cubicBezTo>
                      <a:pt x="686624" y="2059717"/>
                      <a:pt x="696486" y="2072198"/>
                      <a:pt x="705577" y="2085142"/>
                    </a:cubicBezTo>
                    <a:cubicBezTo>
                      <a:pt x="724068" y="2111183"/>
                      <a:pt x="739785" y="2139073"/>
                      <a:pt x="752728" y="2168350"/>
                    </a:cubicBezTo>
                    <a:cubicBezTo>
                      <a:pt x="766442" y="2197473"/>
                      <a:pt x="776766" y="2228137"/>
                      <a:pt x="783546" y="2259571"/>
                    </a:cubicBezTo>
                    <a:cubicBezTo>
                      <a:pt x="790788" y="2291314"/>
                      <a:pt x="795103" y="2323518"/>
                      <a:pt x="796644" y="2356031"/>
                    </a:cubicBezTo>
                    <a:cubicBezTo>
                      <a:pt x="800342" y="2323210"/>
                      <a:pt x="800342" y="2290081"/>
                      <a:pt x="796644" y="2257260"/>
                    </a:cubicBezTo>
                    <a:cubicBezTo>
                      <a:pt x="788631" y="2190539"/>
                      <a:pt x="765826" y="2126438"/>
                      <a:pt x="729769" y="2069733"/>
                    </a:cubicBezTo>
                    <a:cubicBezTo>
                      <a:pt x="720832" y="2055402"/>
                      <a:pt x="711278" y="2041534"/>
                      <a:pt x="700954" y="2027974"/>
                    </a:cubicBezTo>
                    <a:cubicBezTo>
                      <a:pt x="695561" y="2021348"/>
                      <a:pt x="690322" y="2014723"/>
                      <a:pt x="684620" y="2008251"/>
                    </a:cubicBezTo>
                    <a:cubicBezTo>
                      <a:pt x="680614" y="2003320"/>
                      <a:pt x="675221" y="1999776"/>
                      <a:pt x="669211" y="1997773"/>
                    </a:cubicBezTo>
                    <a:cubicBezTo>
                      <a:pt x="669211" y="1992071"/>
                      <a:pt x="669211" y="1986370"/>
                      <a:pt x="669211" y="1980669"/>
                    </a:cubicBezTo>
                    <a:lnTo>
                      <a:pt x="670290" y="1978666"/>
                    </a:lnTo>
                    <a:lnTo>
                      <a:pt x="669211" y="1977895"/>
                    </a:lnTo>
                    <a:cubicBezTo>
                      <a:pt x="669211" y="1965260"/>
                      <a:pt x="669211" y="1952625"/>
                      <a:pt x="670752" y="1939989"/>
                    </a:cubicBezTo>
                    <a:cubicBezTo>
                      <a:pt x="673064" y="1907322"/>
                      <a:pt x="677532" y="1874501"/>
                      <a:pt x="682771" y="1841680"/>
                    </a:cubicBezTo>
                    <a:cubicBezTo>
                      <a:pt x="698180" y="1753232"/>
                      <a:pt x="715901" y="1664785"/>
                      <a:pt x="734392" y="1576337"/>
                    </a:cubicBezTo>
                    <a:cubicBezTo>
                      <a:pt x="738090" y="1582809"/>
                      <a:pt x="741942" y="1589281"/>
                      <a:pt x="745332" y="1595907"/>
                    </a:cubicBezTo>
                    <a:cubicBezTo>
                      <a:pt x="756118" y="1617017"/>
                      <a:pt x="765364" y="1638898"/>
                      <a:pt x="773068" y="1661395"/>
                    </a:cubicBezTo>
                    <a:cubicBezTo>
                      <a:pt x="781081" y="1683892"/>
                      <a:pt x="787244" y="1707006"/>
                      <a:pt x="791405" y="1730427"/>
                    </a:cubicBezTo>
                    <a:cubicBezTo>
                      <a:pt x="796027" y="1754157"/>
                      <a:pt x="799109" y="1778195"/>
                      <a:pt x="800650" y="1802387"/>
                    </a:cubicBezTo>
                    <a:cubicBezTo>
                      <a:pt x="804194" y="1778041"/>
                      <a:pt x="805427" y="1753540"/>
                      <a:pt x="804503" y="1729040"/>
                    </a:cubicBezTo>
                    <a:cubicBezTo>
                      <a:pt x="803424" y="1704232"/>
                      <a:pt x="800188" y="1679578"/>
                      <a:pt x="795103" y="1655231"/>
                    </a:cubicBezTo>
                    <a:close/>
                    <a:moveTo>
                      <a:pt x="311107" y="2941418"/>
                    </a:moveTo>
                    <a:cubicBezTo>
                      <a:pt x="315884" y="2956827"/>
                      <a:pt x="320353" y="2972236"/>
                      <a:pt x="324205" y="2988878"/>
                    </a:cubicBezTo>
                    <a:cubicBezTo>
                      <a:pt x="328211" y="3003978"/>
                      <a:pt x="330214" y="3019541"/>
                      <a:pt x="330214" y="3035105"/>
                    </a:cubicBezTo>
                    <a:lnTo>
                      <a:pt x="330214" y="3035875"/>
                    </a:lnTo>
                    <a:cubicBezTo>
                      <a:pt x="329444" y="3063765"/>
                      <a:pt x="319736" y="3097511"/>
                      <a:pt x="292462" y="3097511"/>
                    </a:cubicBezTo>
                    <a:cubicBezTo>
                      <a:pt x="279827" y="3097973"/>
                      <a:pt x="268424" y="3090268"/>
                      <a:pt x="263956" y="3078404"/>
                    </a:cubicBezTo>
                    <a:cubicBezTo>
                      <a:pt x="257484" y="3065614"/>
                      <a:pt x="253478" y="3051746"/>
                      <a:pt x="252091" y="3037416"/>
                    </a:cubicBezTo>
                    <a:cubicBezTo>
                      <a:pt x="253478" y="3007522"/>
                      <a:pt x="259487" y="2977937"/>
                      <a:pt x="269811" y="2949739"/>
                    </a:cubicBezTo>
                    <a:cubicBezTo>
                      <a:pt x="276745" y="2928321"/>
                      <a:pt x="285220" y="2907056"/>
                      <a:pt x="293233" y="2885946"/>
                    </a:cubicBezTo>
                    <a:cubicBezTo>
                      <a:pt x="299396" y="2904436"/>
                      <a:pt x="305098" y="2922927"/>
                      <a:pt x="311107" y="2941572"/>
                    </a:cubicBezTo>
                    <a:lnTo>
                      <a:pt x="311107" y="2941572"/>
                    </a:lnTo>
                    <a:close/>
                    <a:moveTo>
                      <a:pt x="550255" y="700492"/>
                    </a:moveTo>
                    <a:cubicBezTo>
                      <a:pt x="527603" y="676608"/>
                      <a:pt x="505722" y="652416"/>
                      <a:pt x="485075" y="627299"/>
                    </a:cubicBezTo>
                    <a:cubicBezTo>
                      <a:pt x="492471" y="617283"/>
                      <a:pt x="499405" y="607113"/>
                      <a:pt x="506185" y="596481"/>
                    </a:cubicBezTo>
                    <a:cubicBezTo>
                      <a:pt x="538081" y="547943"/>
                      <a:pt x="563352" y="495398"/>
                      <a:pt x="581689" y="440234"/>
                    </a:cubicBezTo>
                    <a:lnTo>
                      <a:pt x="584616" y="440234"/>
                    </a:lnTo>
                    <a:cubicBezTo>
                      <a:pt x="590318" y="440234"/>
                      <a:pt x="596173" y="441775"/>
                      <a:pt x="602029" y="442854"/>
                    </a:cubicBezTo>
                    <a:cubicBezTo>
                      <a:pt x="613740" y="445319"/>
                      <a:pt x="625296" y="448709"/>
                      <a:pt x="636391" y="453178"/>
                    </a:cubicBezTo>
                    <a:lnTo>
                      <a:pt x="641938" y="455643"/>
                    </a:lnTo>
                    <a:cubicBezTo>
                      <a:pt x="633617" y="482301"/>
                      <a:pt x="626529" y="508496"/>
                      <a:pt x="621444" y="535462"/>
                    </a:cubicBezTo>
                    <a:cubicBezTo>
                      <a:pt x="614818" y="566896"/>
                      <a:pt x="610195" y="598638"/>
                      <a:pt x="607730" y="630689"/>
                    </a:cubicBezTo>
                    <a:cubicBezTo>
                      <a:pt x="605419" y="662740"/>
                      <a:pt x="606035" y="694790"/>
                      <a:pt x="609579" y="726687"/>
                    </a:cubicBezTo>
                    <a:cubicBezTo>
                      <a:pt x="611274" y="740863"/>
                      <a:pt x="613277" y="755040"/>
                      <a:pt x="616359" y="769062"/>
                    </a:cubicBezTo>
                    <a:lnTo>
                      <a:pt x="550255" y="700492"/>
                    </a:lnTo>
                    <a:close/>
                    <a:moveTo>
                      <a:pt x="626529" y="2942497"/>
                    </a:moveTo>
                    <a:cubicBezTo>
                      <a:pt x="637161" y="2970849"/>
                      <a:pt x="643171" y="3000588"/>
                      <a:pt x="644557" y="3030790"/>
                    </a:cubicBezTo>
                    <a:cubicBezTo>
                      <a:pt x="643171" y="3045120"/>
                      <a:pt x="639164" y="3059143"/>
                      <a:pt x="632538" y="3072086"/>
                    </a:cubicBezTo>
                    <a:cubicBezTo>
                      <a:pt x="627762" y="3083951"/>
                      <a:pt x="616205" y="3091501"/>
                      <a:pt x="603415" y="3091347"/>
                    </a:cubicBezTo>
                    <a:cubicBezTo>
                      <a:pt x="575525" y="3091347"/>
                      <a:pt x="565664" y="3057602"/>
                      <a:pt x="565047" y="3029711"/>
                    </a:cubicBezTo>
                    <a:lnTo>
                      <a:pt x="565047" y="3029711"/>
                    </a:lnTo>
                    <a:lnTo>
                      <a:pt x="565047" y="3028941"/>
                    </a:lnTo>
                    <a:cubicBezTo>
                      <a:pt x="565047" y="3013378"/>
                      <a:pt x="567204" y="2997815"/>
                      <a:pt x="571211" y="2982714"/>
                    </a:cubicBezTo>
                    <a:cubicBezTo>
                      <a:pt x="575217" y="2967305"/>
                      <a:pt x="579685" y="2950818"/>
                      <a:pt x="584616" y="2934946"/>
                    </a:cubicBezTo>
                    <a:cubicBezTo>
                      <a:pt x="590318" y="2916302"/>
                      <a:pt x="596482" y="2897656"/>
                      <a:pt x="602799" y="2879012"/>
                    </a:cubicBezTo>
                    <a:cubicBezTo>
                      <a:pt x="611274" y="2899660"/>
                      <a:pt x="619441" y="2921078"/>
                      <a:pt x="626529" y="2942651"/>
                    </a:cubicBezTo>
                    <a:lnTo>
                      <a:pt x="626529" y="29426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28"/>
              <p:cNvSpPr/>
              <p:nvPr/>
            </p:nvSpPr>
            <p:spPr>
              <a:xfrm>
                <a:off x="7795934" y="2238387"/>
                <a:ext cx="397243" cy="227978"/>
              </a:xfrm>
              <a:custGeom>
                <a:rect b="b" l="l" r="r" t="t"/>
                <a:pathLst>
                  <a:path extrusionOk="0" h="227978" w="397243">
                    <a:moveTo>
                      <a:pt x="83362" y="90993"/>
                    </a:moveTo>
                    <a:cubicBezTo>
                      <a:pt x="65796" y="99006"/>
                      <a:pt x="49463" y="109330"/>
                      <a:pt x="34824" y="121811"/>
                    </a:cubicBezTo>
                    <a:cubicBezTo>
                      <a:pt x="20031" y="133676"/>
                      <a:pt x="8012" y="148777"/>
                      <a:pt x="0" y="165881"/>
                    </a:cubicBezTo>
                    <a:cubicBezTo>
                      <a:pt x="9553" y="149855"/>
                      <a:pt x="22651" y="136450"/>
                      <a:pt x="38368" y="126434"/>
                    </a:cubicBezTo>
                    <a:cubicBezTo>
                      <a:pt x="53623" y="116264"/>
                      <a:pt x="70111" y="108251"/>
                      <a:pt x="87523" y="102550"/>
                    </a:cubicBezTo>
                    <a:cubicBezTo>
                      <a:pt x="121422" y="90993"/>
                      <a:pt x="158096" y="90531"/>
                      <a:pt x="192304" y="101009"/>
                    </a:cubicBezTo>
                    <a:cubicBezTo>
                      <a:pt x="225587" y="114415"/>
                      <a:pt x="256405" y="133214"/>
                      <a:pt x="283679" y="156481"/>
                    </a:cubicBezTo>
                    <a:cubicBezTo>
                      <a:pt x="312494" y="178978"/>
                      <a:pt x="340692" y="202708"/>
                      <a:pt x="367350" y="227979"/>
                    </a:cubicBezTo>
                    <a:lnTo>
                      <a:pt x="397243" y="192692"/>
                    </a:lnTo>
                    <a:cubicBezTo>
                      <a:pt x="366425" y="169579"/>
                      <a:pt x="335607" y="148160"/>
                      <a:pt x="303402" y="127975"/>
                    </a:cubicBezTo>
                    <a:cubicBezTo>
                      <a:pt x="287223" y="117959"/>
                      <a:pt x="270735" y="108251"/>
                      <a:pt x="253632" y="99468"/>
                    </a:cubicBezTo>
                    <a:cubicBezTo>
                      <a:pt x="238993" y="91609"/>
                      <a:pt x="223430" y="85292"/>
                      <a:pt x="207405" y="80669"/>
                    </a:cubicBezTo>
                    <a:lnTo>
                      <a:pt x="208637" y="80669"/>
                    </a:lnTo>
                    <a:cubicBezTo>
                      <a:pt x="205093" y="68958"/>
                      <a:pt x="200008" y="57710"/>
                      <a:pt x="193228" y="47540"/>
                    </a:cubicBezTo>
                    <a:cubicBezTo>
                      <a:pt x="186910" y="37524"/>
                      <a:pt x="179052" y="28587"/>
                      <a:pt x="169961" y="21036"/>
                    </a:cubicBezTo>
                    <a:cubicBezTo>
                      <a:pt x="161178" y="13486"/>
                      <a:pt x="151008" y="7939"/>
                      <a:pt x="139913" y="4549"/>
                    </a:cubicBezTo>
                    <a:cubicBezTo>
                      <a:pt x="129435" y="1159"/>
                      <a:pt x="118341" y="-382"/>
                      <a:pt x="107246" y="80"/>
                    </a:cubicBezTo>
                    <a:cubicBezTo>
                      <a:pt x="117570" y="2238"/>
                      <a:pt x="127586" y="6090"/>
                      <a:pt x="136677" y="11483"/>
                    </a:cubicBezTo>
                    <a:cubicBezTo>
                      <a:pt x="145306" y="16568"/>
                      <a:pt x="153011" y="23502"/>
                      <a:pt x="158866" y="31669"/>
                    </a:cubicBezTo>
                    <a:cubicBezTo>
                      <a:pt x="164721" y="39527"/>
                      <a:pt x="169344" y="48310"/>
                      <a:pt x="172426" y="57710"/>
                    </a:cubicBezTo>
                    <a:cubicBezTo>
                      <a:pt x="174429" y="63565"/>
                      <a:pt x="175970" y="69575"/>
                      <a:pt x="176895" y="75584"/>
                    </a:cubicBezTo>
                    <a:cubicBezTo>
                      <a:pt x="144998" y="72965"/>
                      <a:pt x="112793" y="78204"/>
                      <a:pt x="83362" y="909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28"/>
              <p:cNvSpPr/>
              <p:nvPr/>
            </p:nvSpPr>
            <p:spPr>
              <a:xfrm>
                <a:off x="7929375" y="2484086"/>
                <a:ext cx="261644" cy="395856"/>
              </a:xfrm>
              <a:custGeom>
                <a:rect b="b" l="l" r="r" t="t"/>
                <a:pathLst>
                  <a:path extrusionOk="0" h="395856" w="261644">
                    <a:moveTo>
                      <a:pt x="259795" y="46227"/>
                    </a:moveTo>
                    <a:lnTo>
                      <a:pt x="261644" y="0"/>
                    </a:lnTo>
                    <a:cubicBezTo>
                      <a:pt x="238531" y="462"/>
                      <a:pt x="215418" y="2928"/>
                      <a:pt x="192766" y="7396"/>
                    </a:cubicBezTo>
                    <a:cubicBezTo>
                      <a:pt x="169807" y="11711"/>
                      <a:pt x="147464" y="18645"/>
                      <a:pt x="126199" y="28353"/>
                    </a:cubicBezTo>
                    <a:cubicBezTo>
                      <a:pt x="103548" y="38214"/>
                      <a:pt x="83825" y="53623"/>
                      <a:pt x="69032" y="73347"/>
                    </a:cubicBezTo>
                    <a:cubicBezTo>
                      <a:pt x="65488" y="78432"/>
                      <a:pt x="62715" y="84287"/>
                      <a:pt x="59633" y="89680"/>
                    </a:cubicBezTo>
                    <a:cubicBezTo>
                      <a:pt x="56551" y="95073"/>
                      <a:pt x="55319" y="100312"/>
                      <a:pt x="53161" y="105089"/>
                    </a:cubicBezTo>
                    <a:cubicBezTo>
                      <a:pt x="49463" y="115876"/>
                      <a:pt x="46073" y="126508"/>
                      <a:pt x="43300" y="137294"/>
                    </a:cubicBezTo>
                    <a:cubicBezTo>
                      <a:pt x="32975" y="179977"/>
                      <a:pt x="25117" y="223430"/>
                      <a:pt x="20032" y="267037"/>
                    </a:cubicBezTo>
                    <a:cubicBezTo>
                      <a:pt x="14022" y="310183"/>
                      <a:pt x="10016" y="353482"/>
                      <a:pt x="0" y="395856"/>
                    </a:cubicBezTo>
                    <a:cubicBezTo>
                      <a:pt x="13714" y="354406"/>
                      <a:pt x="21573" y="311415"/>
                      <a:pt x="30818" y="269041"/>
                    </a:cubicBezTo>
                    <a:cubicBezTo>
                      <a:pt x="39601" y="226820"/>
                      <a:pt x="50850" y="185062"/>
                      <a:pt x="64718" y="144228"/>
                    </a:cubicBezTo>
                    <a:cubicBezTo>
                      <a:pt x="67491" y="136369"/>
                      <a:pt x="70728" y="128819"/>
                      <a:pt x="74118" y="121269"/>
                    </a:cubicBezTo>
                    <a:cubicBezTo>
                      <a:pt x="78586" y="122809"/>
                      <a:pt x="83517" y="124504"/>
                      <a:pt x="87831" y="126354"/>
                    </a:cubicBezTo>
                    <a:cubicBezTo>
                      <a:pt x="95998" y="129898"/>
                      <a:pt x="104011" y="134058"/>
                      <a:pt x="111407" y="138989"/>
                    </a:cubicBezTo>
                    <a:cubicBezTo>
                      <a:pt x="126816" y="148697"/>
                      <a:pt x="139914" y="161486"/>
                      <a:pt x="150084" y="176587"/>
                    </a:cubicBezTo>
                    <a:cubicBezTo>
                      <a:pt x="160254" y="192920"/>
                      <a:pt x="168728" y="210487"/>
                      <a:pt x="175046" y="228669"/>
                    </a:cubicBezTo>
                    <a:cubicBezTo>
                      <a:pt x="182751" y="246852"/>
                      <a:pt x="186603" y="266575"/>
                      <a:pt x="186141" y="286299"/>
                    </a:cubicBezTo>
                    <a:cubicBezTo>
                      <a:pt x="190455" y="266267"/>
                      <a:pt x="190455" y="245773"/>
                      <a:pt x="186141" y="225741"/>
                    </a:cubicBezTo>
                    <a:cubicBezTo>
                      <a:pt x="183213" y="205247"/>
                      <a:pt x="177974" y="185062"/>
                      <a:pt x="170732" y="165646"/>
                    </a:cubicBezTo>
                    <a:cubicBezTo>
                      <a:pt x="161948" y="145461"/>
                      <a:pt x="149313" y="127278"/>
                      <a:pt x="133442" y="112023"/>
                    </a:cubicBezTo>
                    <a:cubicBezTo>
                      <a:pt x="125429" y="104319"/>
                      <a:pt x="116954" y="97231"/>
                      <a:pt x="107709" y="91067"/>
                    </a:cubicBezTo>
                    <a:cubicBezTo>
                      <a:pt x="104319" y="88756"/>
                      <a:pt x="100775" y="86598"/>
                      <a:pt x="97385" y="84595"/>
                    </a:cubicBezTo>
                    <a:cubicBezTo>
                      <a:pt x="109404" y="73501"/>
                      <a:pt x="123734" y="65026"/>
                      <a:pt x="139143" y="59633"/>
                    </a:cubicBezTo>
                    <a:cubicBezTo>
                      <a:pt x="178128" y="47306"/>
                      <a:pt x="219116" y="42837"/>
                      <a:pt x="259795" y="46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28"/>
              <p:cNvSpPr/>
              <p:nvPr/>
            </p:nvSpPr>
            <p:spPr>
              <a:xfrm>
                <a:off x="8447887" y="2219668"/>
                <a:ext cx="225432" cy="296930"/>
              </a:xfrm>
              <a:custGeom>
                <a:rect b="b" l="l" r="r" t="t"/>
                <a:pathLst>
                  <a:path extrusionOk="0" h="296930" w="225432">
                    <a:moveTo>
                      <a:pt x="222043" y="192150"/>
                    </a:moveTo>
                    <a:cubicBezTo>
                      <a:pt x="218961" y="179206"/>
                      <a:pt x="212644" y="167341"/>
                      <a:pt x="203707" y="157634"/>
                    </a:cubicBezTo>
                    <a:cubicBezTo>
                      <a:pt x="194307" y="147310"/>
                      <a:pt x="182596" y="139143"/>
                      <a:pt x="169499" y="134058"/>
                    </a:cubicBezTo>
                    <a:lnTo>
                      <a:pt x="160561" y="130976"/>
                    </a:lnTo>
                    <a:cubicBezTo>
                      <a:pt x="164413" y="115875"/>
                      <a:pt x="166417" y="100312"/>
                      <a:pt x="166725" y="84749"/>
                    </a:cubicBezTo>
                    <a:cubicBezTo>
                      <a:pt x="166879" y="55780"/>
                      <a:pt x="161640" y="26966"/>
                      <a:pt x="151316" y="0"/>
                    </a:cubicBezTo>
                    <a:cubicBezTo>
                      <a:pt x="157942" y="27428"/>
                      <a:pt x="159329" y="55935"/>
                      <a:pt x="155322" y="83825"/>
                    </a:cubicBezTo>
                    <a:cubicBezTo>
                      <a:pt x="153165" y="98463"/>
                      <a:pt x="149159" y="112948"/>
                      <a:pt x="143457" y="126662"/>
                    </a:cubicBezTo>
                    <a:cubicBezTo>
                      <a:pt x="139913" y="134982"/>
                      <a:pt x="135753" y="143149"/>
                      <a:pt x="130976" y="150854"/>
                    </a:cubicBezTo>
                    <a:cubicBezTo>
                      <a:pt x="129281" y="153627"/>
                      <a:pt x="127432" y="156401"/>
                      <a:pt x="125583" y="159021"/>
                    </a:cubicBezTo>
                    <a:cubicBezTo>
                      <a:pt x="110174" y="181055"/>
                      <a:pt x="91067" y="200471"/>
                      <a:pt x="69340" y="216342"/>
                    </a:cubicBezTo>
                    <a:cubicBezTo>
                      <a:pt x="48076" y="232059"/>
                      <a:pt x="24654" y="244848"/>
                      <a:pt x="0" y="254402"/>
                    </a:cubicBezTo>
                    <a:lnTo>
                      <a:pt x="18182" y="296931"/>
                    </a:lnTo>
                    <a:cubicBezTo>
                      <a:pt x="31896" y="289689"/>
                      <a:pt x="44994" y="281368"/>
                      <a:pt x="57321" y="271968"/>
                    </a:cubicBezTo>
                    <a:cubicBezTo>
                      <a:pt x="69494" y="263031"/>
                      <a:pt x="81051" y="253169"/>
                      <a:pt x="91837" y="242691"/>
                    </a:cubicBezTo>
                    <a:cubicBezTo>
                      <a:pt x="113718" y="221889"/>
                      <a:pt x="131747" y="197543"/>
                      <a:pt x="145461" y="170577"/>
                    </a:cubicBezTo>
                    <a:cubicBezTo>
                      <a:pt x="145923" y="169807"/>
                      <a:pt x="146231" y="169036"/>
                      <a:pt x="146539" y="168266"/>
                    </a:cubicBezTo>
                    <a:cubicBezTo>
                      <a:pt x="151316" y="167958"/>
                      <a:pt x="156247" y="167958"/>
                      <a:pt x="161023" y="168266"/>
                    </a:cubicBezTo>
                    <a:cubicBezTo>
                      <a:pt x="170885" y="168728"/>
                      <a:pt x="180439" y="171348"/>
                      <a:pt x="189068" y="175970"/>
                    </a:cubicBezTo>
                    <a:cubicBezTo>
                      <a:pt x="198313" y="181055"/>
                      <a:pt x="206172" y="188452"/>
                      <a:pt x="211719" y="197389"/>
                    </a:cubicBezTo>
                    <a:cubicBezTo>
                      <a:pt x="214955" y="202166"/>
                      <a:pt x="217575" y="207405"/>
                      <a:pt x="219732" y="212798"/>
                    </a:cubicBezTo>
                    <a:cubicBezTo>
                      <a:pt x="221889" y="218037"/>
                      <a:pt x="223584" y="223738"/>
                      <a:pt x="225433" y="229285"/>
                    </a:cubicBezTo>
                    <a:lnTo>
                      <a:pt x="225433" y="211411"/>
                    </a:lnTo>
                    <a:cubicBezTo>
                      <a:pt x="224817" y="204939"/>
                      <a:pt x="223738" y="198467"/>
                      <a:pt x="222043" y="1921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28"/>
              <p:cNvSpPr/>
              <p:nvPr/>
            </p:nvSpPr>
            <p:spPr>
              <a:xfrm>
                <a:off x="7770971" y="2537710"/>
                <a:ext cx="893478" cy="2967613"/>
              </a:xfrm>
              <a:custGeom>
                <a:rect b="b" l="l" r="r" t="t"/>
                <a:pathLst>
                  <a:path extrusionOk="0" h="2967613" w="893478">
                    <a:moveTo>
                      <a:pt x="889867" y="1323630"/>
                    </a:moveTo>
                    <a:cubicBezTo>
                      <a:pt x="886324" y="1282797"/>
                      <a:pt x="879698" y="1242271"/>
                      <a:pt x="869836" y="1202362"/>
                    </a:cubicBezTo>
                    <a:cubicBezTo>
                      <a:pt x="861053" y="1165843"/>
                      <a:pt x="848571" y="1130402"/>
                      <a:pt x="832700" y="1096348"/>
                    </a:cubicBezTo>
                    <a:cubicBezTo>
                      <a:pt x="837785" y="1084021"/>
                      <a:pt x="842562" y="1071540"/>
                      <a:pt x="846877" y="1058904"/>
                    </a:cubicBezTo>
                    <a:cubicBezTo>
                      <a:pt x="856430" y="1029935"/>
                      <a:pt x="859974" y="999426"/>
                      <a:pt x="857200" y="969070"/>
                    </a:cubicBezTo>
                    <a:cubicBezTo>
                      <a:pt x="854273" y="938868"/>
                      <a:pt x="845490" y="909437"/>
                      <a:pt x="831313" y="882472"/>
                    </a:cubicBezTo>
                    <a:cubicBezTo>
                      <a:pt x="802653" y="830389"/>
                      <a:pt x="761665" y="786011"/>
                      <a:pt x="711894" y="753344"/>
                    </a:cubicBezTo>
                    <a:cubicBezTo>
                      <a:pt x="687856" y="737165"/>
                      <a:pt x="662585" y="722835"/>
                      <a:pt x="636390" y="710508"/>
                    </a:cubicBezTo>
                    <a:cubicBezTo>
                      <a:pt x="611119" y="698026"/>
                      <a:pt x="585540" y="686007"/>
                      <a:pt x="559345" y="674296"/>
                    </a:cubicBezTo>
                    <a:cubicBezTo>
                      <a:pt x="540546" y="665667"/>
                      <a:pt x="521747" y="657347"/>
                      <a:pt x="502794" y="649026"/>
                    </a:cubicBezTo>
                    <a:lnTo>
                      <a:pt x="502794" y="649026"/>
                    </a:lnTo>
                    <a:cubicBezTo>
                      <a:pt x="512810" y="647485"/>
                      <a:pt x="522672" y="645482"/>
                      <a:pt x="532379" y="642862"/>
                    </a:cubicBezTo>
                    <a:cubicBezTo>
                      <a:pt x="565663" y="634233"/>
                      <a:pt x="597868" y="621444"/>
                      <a:pt x="628069" y="604956"/>
                    </a:cubicBezTo>
                    <a:cubicBezTo>
                      <a:pt x="658579" y="588314"/>
                      <a:pt x="684928" y="565201"/>
                      <a:pt x="705114" y="537003"/>
                    </a:cubicBezTo>
                    <a:cubicBezTo>
                      <a:pt x="724529" y="508958"/>
                      <a:pt x="738705" y="477678"/>
                      <a:pt x="746872" y="444549"/>
                    </a:cubicBezTo>
                    <a:cubicBezTo>
                      <a:pt x="736086" y="476291"/>
                      <a:pt x="719753" y="505722"/>
                      <a:pt x="698642" y="531609"/>
                    </a:cubicBezTo>
                    <a:cubicBezTo>
                      <a:pt x="677224" y="556572"/>
                      <a:pt x="650720" y="576604"/>
                      <a:pt x="620827" y="590472"/>
                    </a:cubicBezTo>
                    <a:cubicBezTo>
                      <a:pt x="590933" y="604186"/>
                      <a:pt x="559499" y="614201"/>
                      <a:pt x="527294" y="620365"/>
                    </a:cubicBezTo>
                    <a:cubicBezTo>
                      <a:pt x="500637" y="625142"/>
                      <a:pt x="473363" y="626837"/>
                      <a:pt x="446243" y="625142"/>
                    </a:cubicBezTo>
                    <a:lnTo>
                      <a:pt x="401095" y="619903"/>
                    </a:lnTo>
                    <a:cubicBezTo>
                      <a:pt x="379214" y="616050"/>
                      <a:pt x="357950" y="610195"/>
                      <a:pt x="337302" y="602028"/>
                    </a:cubicBezTo>
                    <a:cubicBezTo>
                      <a:pt x="308795" y="591396"/>
                      <a:pt x="283525" y="573984"/>
                      <a:pt x="263493" y="551025"/>
                    </a:cubicBezTo>
                    <a:cubicBezTo>
                      <a:pt x="255326" y="540238"/>
                      <a:pt x="249779" y="527603"/>
                      <a:pt x="247159" y="514351"/>
                    </a:cubicBezTo>
                    <a:cubicBezTo>
                      <a:pt x="244540" y="499559"/>
                      <a:pt x="243615" y="484458"/>
                      <a:pt x="244386" y="469357"/>
                    </a:cubicBezTo>
                    <a:cubicBezTo>
                      <a:pt x="246389" y="437461"/>
                      <a:pt x="251474" y="405718"/>
                      <a:pt x="259795" y="374746"/>
                    </a:cubicBezTo>
                    <a:cubicBezTo>
                      <a:pt x="270273" y="333142"/>
                      <a:pt x="283525" y="292308"/>
                      <a:pt x="299396" y="252553"/>
                    </a:cubicBezTo>
                    <a:lnTo>
                      <a:pt x="299396" y="252553"/>
                    </a:lnTo>
                    <a:cubicBezTo>
                      <a:pt x="302477" y="257330"/>
                      <a:pt x="305097" y="262569"/>
                      <a:pt x="307100" y="267962"/>
                    </a:cubicBezTo>
                    <a:cubicBezTo>
                      <a:pt x="311106" y="279210"/>
                      <a:pt x="312647" y="291075"/>
                      <a:pt x="311415" y="302940"/>
                    </a:cubicBezTo>
                    <a:cubicBezTo>
                      <a:pt x="307871" y="328519"/>
                      <a:pt x="304018" y="357180"/>
                      <a:pt x="302477" y="384146"/>
                    </a:cubicBezTo>
                    <a:cubicBezTo>
                      <a:pt x="300628" y="411574"/>
                      <a:pt x="300320" y="439156"/>
                      <a:pt x="301553" y="466584"/>
                    </a:cubicBezTo>
                    <a:cubicBezTo>
                      <a:pt x="302169" y="494011"/>
                      <a:pt x="308333" y="521131"/>
                      <a:pt x="319582" y="546248"/>
                    </a:cubicBezTo>
                    <a:cubicBezTo>
                      <a:pt x="310644" y="520669"/>
                      <a:pt x="307254" y="493395"/>
                      <a:pt x="309257" y="466429"/>
                    </a:cubicBezTo>
                    <a:cubicBezTo>
                      <a:pt x="310490" y="439464"/>
                      <a:pt x="313264" y="412652"/>
                      <a:pt x="317733" y="385995"/>
                    </a:cubicBezTo>
                    <a:cubicBezTo>
                      <a:pt x="322047" y="358875"/>
                      <a:pt x="327902" y="333758"/>
                      <a:pt x="334220" y="306022"/>
                    </a:cubicBezTo>
                    <a:cubicBezTo>
                      <a:pt x="337302" y="290767"/>
                      <a:pt x="336840" y="274896"/>
                      <a:pt x="332833" y="259795"/>
                    </a:cubicBezTo>
                    <a:cubicBezTo>
                      <a:pt x="330830" y="252091"/>
                      <a:pt x="327902" y="244540"/>
                      <a:pt x="323896" y="237606"/>
                    </a:cubicBezTo>
                    <a:cubicBezTo>
                      <a:pt x="320506" y="232059"/>
                      <a:pt x="316654" y="226820"/>
                      <a:pt x="312031" y="222197"/>
                    </a:cubicBezTo>
                    <a:cubicBezTo>
                      <a:pt x="315729" y="213876"/>
                      <a:pt x="319582" y="205402"/>
                      <a:pt x="323588" y="197081"/>
                    </a:cubicBezTo>
                    <a:cubicBezTo>
                      <a:pt x="340075" y="191379"/>
                      <a:pt x="356101" y="184291"/>
                      <a:pt x="371356" y="175816"/>
                    </a:cubicBezTo>
                    <a:cubicBezTo>
                      <a:pt x="387535" y="167033"/>
                      <a:pt x="403252" y="157480"/>
                      <a:pt x="418353" y="147464"/>
                    </a:cubicBezTo>
                    <a:cubicBezTo>
                      <a:pt x="448400" y="127124"/>
                      <a:pt x="476907" y="104627"/>
                      <a:pt x="503719" y="80127"/>
                    </a:cubicBezTo>
                    <a:cubicBezTo>
                      <a:pt x="512194" y="72268"/>
                      <a:pt x="520669" y="64718"/>
                      <a:pt x="528835" y="56243"/>
                    </a:cubicBezTo>
                    <a:lnTo>
                      <a:pt x="471822" y="38676"/>
                    </a:lnTo>
                    <a:lnTo>
                      <a:pt x="455335" y="33592"/>
                    </a:lnTo>
                    <a:lnTo>
                      <a:pt x="449941" y="31897"/>
                    </a:lnTo>
                    <a:lnTo>
                      <a:pt x="459341" y="59170"/>
                    </a:lnTo>
                    <a:lnTo>
                      <a:pt x="358104" y="126816"/>
                    </a:lnTo>
                    <a:lnTo>
                      <a:pt x="396472" y="15409"/>
                    </a:lnTo>
                    <a:lnTo>
                      <a:pt x="396472" y="15409"/>
                    </a:lnTo>
                    <a:lnTo>
                      <a:pt x="344544" y="0"/>
                    </a:lnTo>
                    <a:cubicBezTo>
                      <a:pt x="337610" y="27120"/>
                      <a:pt x="329289" y="53777"/>
                      <a:pt x="319273" y="79818"/>
                    </a:cubicBezTo>
                    <a:cubicBezTo>
                      <a:pt x="308025" y="110636"/>
                      <a:pt x="292924" y="136369"/>
                      <a:pt x="277361" y="169036"/>
                    </a:cubicBezTo>
                    <a:cubicBezTo>
                      <a:pt x="268116" y="189068"/>
                      <a:pt x="259333" y="209408"/>
                      <a:pt x="251320" y="229902"/>
                    </a:cubicBezTo>
                    <a:cubicBezTo>
                      <a:pt x="243153" y="232984"/>
                      <a:pt x="235448" y="237144"/>
                      <a:pt x="228360" y="242075"/>
                    </a:cubicBezTo>
                    <a:cubicBezTo>
                      <a:pt x="217266" y="249779"/>
                      <a:pt x="207867" y="259795"/>
                      <a:pt x="200932" y="271352"/>
                    </a:cubicBezTo>
                    <a:cubicBezTo>
                      <a:pt x="194615" y="282446"/>
                      <a:pt x="190300" y="294774"/>
                      <a:pt x="188297" y="307409"/>
                    </a:cubicBezTo>
                    <a:cubicBezTo>
                      <a:pt x="187064" y="313572"/>
                      <a:pt x="187372" y="319890"/>
                      <a:pt x="186756" y="326054"/>
                    </a:cubicBezTo>
                    <a:lnTo>
                      <a:pt x="187681" y="344236"/>
                    </a:lnTo>
                    <a:lnTo>
                      <a:pt x="190609" y="326362"/>
                    </a:lnTo>
                    <a:cubicBezTo>
                      <a:pt x="191995" y="320661"/>
                      <a:pt x="193844" y="314959"/>
                      <a:pt x="195848" y="309412"/>
                    </a:cubicBezTo>
                    <a:cubicBezTo>
                      <a:pt x="199854" y="298780"/>
                      <a:pt x="205863" y="288918"/>
                      <a:pt x="213414" y="280443"/>
                    </a:cubicBezTo>
                    <a:cubicBezTo>
                      <a:pt x="220502" y="272585"/>
                      <a:pt x="229439" y="266421"/>
                      <a:pt x="239301" y="262415"/>
                    </a:cubicBezTo>
                    <a:cubicBezTo>
                      <a:pt x="227590" y="296006"/>
                      <a:pt x="218037" y="330368"/>
                      <a:pt x="210794" y="365192"/>
                    </a:cubicBezTo>
                    <a:cubicBezTo>
                      <a:pt x="203398" y="399709"/>
                      <a:pt x="199546" y="434841"/>
                      <a:pt x="199238" y="470128"/>
                    </a:cubicBezTo>
                    <a:cubicBezTo>
                      <a:pt x="199238" y="488772"/>
                      <a:pt x="201240" y="507263"/>
                      <a:pt x="205247" y="525446"/>
                    </a:cubicBezTo>
                    <a:cubicBezTo>
                      <a:pt x="210178" y="545015"/>
                      <a:pt x="219577" y="563044"/>
                      <a:pt x="232675" y="578453"/>
                    </a:cubicBezTo>
                    <a:cubicBezTo>
                      <a:pt x="258254" y="605264"/>
                      <a:pt x="290458" y="625296"/>
                      <a:pt x="325899" y="636236"/>
                    </a:cubicBezTo>
                    <a:cubicBezTo>
                      <a:pt x="346239" y="642862"/>
                      <a:pt x="367195" y="647639"/>
                      <a:pt x="388306" y="650721"/>
                    </a:cubicBezTo>
                    <a:lnTo>
                      <a:pt x="388306" y="650721"/>
                    </a:lnTo>
                    <a:lnTo>
                      <a:pt x="424054" y="665051"/>
                    </a:lnTo>
                    <a:cubicBezTo>
                      <a:pt x="412651" y="669828"/>
                      <a:pt x="401249" y="674451"/>
                      <a:pt x="390000" y="679381"/>
                    </a:cubicBezTo>
                    <a:cubicBezTo>
                      <a:pt x="371048" y="687548"/>
                      <a:pt x="352249" y="695869"/>
                      <a:pt x="333450" y="704344"/>
                    </a:cubicBezTo>
                    <a:cubicBezTo>
                      <a:pt x="307871" y="715901"/>
                      <a:pt x="282292" y="727765"/>
                      <a:pt x="256405" y="740093"/>
                    </a:cubicBezTo>
                    <a:cubicBezTo>
                      <a:pt x="230209" y="752266"/>
                      <a:pt x="204939" y="766288"/>
                      <a:pt x="180901" y="782313"/>
                    </a:cubicBezTo>
                    <a:cubicBezTo>
                      <a:pt x="131284" y="814364"/>
                      <a:pt x="90296" y="858125"/>
                      <a:pt x="61481" y="909745"/>
                    </a:cubicBezTo>
                    <a:cubicBezTo>
                      <a:pt x="47305" y="936249"/>
                      <a:pt x="38522" y="965372"/>
                      <a:pt x="35594" y="995265"/>
                    </a:cubicBezTo>
                    <a:cubicBezTo>
                      <a:pt x="32820" y="1025313"/>
                      <a:pt x="36365" y="1055514"/>
                      <a:pt x="45918" y="1084021"/>
                    </a:cubicBezTo>
                    <a:cubicBezTo>
                      <a:pt x="50078" y="1096502"/>
                      <a:pt x="54855" y="1108675"/>
                      <a:pt x="59940" y="1120848"/>
                    </a:cubicBezTo>
                    <a:cubicBezTo>
                      <a:pt x="44069" y="1154440"/>
                      <a:pt x="31742" y="1189572"/>
                      <a:pt x="22805" y="1225629"/>
                    </a:cubicBezTo>
                    <a:cubicBezTo>
                      <a:pt x="12943" y="1264922"/>
                      <a:pt x="6317" y="1304986"/>
                      <a:pt x="2773" y="1345357"/>
                    </a:cubicBezTo>
                    <a:cubicBezTo>
                      <a:pt x="-463" y="1385420"/>
                      <a:pt x="-925" y="1425792"/>
                      <a:pt x="1695" y="1465855"/>
                    </a:cubicBezTo>
                    <a:cubicBezTo>
                      <a:pt x="1695" y="1485887"/>
                      <a:pt x="5547" y="1505918"/>
                      <a:pt x="7396" y="1525796"/>
                    </a:cubicBezTo>
                    <a:cubicBezTo>
                      <a:pt x="9245" y="1545674"/>
                      <a:pt x="13868" y="1565243"/>
                      <a:pt x="17104" y="1584966"/>
                    </a:cubicBezTo>
                    <a:cubicBezTo>
                      <a:pt x="15100" y="1565089"/>
                      <a:pt x="12481" y="1545211"/>
                      <a:pt x="11248" y="1525334"/>
                    </a:cubicBezTo>
                    <a:cubicBezTo>
                      <a:pt x="10016" y="1505456"/>
                      <a:pt x="8628" y="1485579"/>
                      <a:pt x="9399" y="1465701"/>
                    </a:cubicBezTo>
                    <a:cubicBezTo>
                      <a:pt x="9399" y="1431647"/>
                      <a:pt x="11556" y="1397439"/>
                      <a:pt x="16025" y="1363694"/>
                    </a:cubicBezTo>
                    <a:cubicBezTo>
                      <a:pt x="23729" y="1364156"/>
                      <a:pt x="31434" y="1365543"/>
                      <a:pt x="38676" y="1368162"/>
                    </a:cubicBezTo>
                    <a:cubicBezTo>
                      <a:pt x="48076" y="1371398"/>
                      <a:pt x="57013" y="1376021"/>
                      <a:pt x="65179" y="1381876"/>
                    </a:cubicBezTo>
                    <a:cubicBezTo>
                      <a:pt x="81975" y="1394666"/>
                      <a:pt x="95535" y="1410999"/>
                      <a:pt x="104934" y="1429952"/>
                    </a:cubicBezTo>
                    <a:cubicBezTo>
                      <a:pt x="110020" y="1439506"/>
                      <a:pt x="114488" y="1449368"/>
                      <a:pt x="118341" y="1459537"/>
                    </a:cubicBezTo>
                    <a:cubicBezTo>
                      <a:pt x="121576" y="1469861"/>
                      <a:pt x="125121" y="1480339"/>
                      <a:pt x="127586" y="1490355"/>
                    </a:cubicBezTo>
                    <a:cubicBezTo>
                      <a:pt x="130051" y="1500371"/>
                      <a:pt x="132363" y="1511928"/>
                      <a:pt x="134058" y="1522868"/>
                    </a:cubicBezTo>
                    <a:lnTo>
                      <a:pt x="138064" y="1555998"/>
                    </a:lnTo>
                    <a:lnTo>
                      <a:pt x="138064" y="1522560"/>
                    </a:lnTo>
                    <a:cubicBezTo>
                      <a:pt x="138064" y="1511466"/>
                      <a:pt x="136369" y="1500217"/>
                      <a:pt x="135599" y="1489123"/>
                    </a:cubicBezTo>
                    <a:cubicBezTo>
                      <a:pt x="134828" y="1478028"/>
                      <a:pt x="131900" y="1466780"/>
                      <a:pt x="129743" y="1455685"/>
                    </a:cubicBezTo>
                    <a:cubicBezTo>
                      <a:pt x="127123" y="1444591"/>
                      <a:pt x="123580" y="1433650"/>
                      <a:pt x="119419" y="1423018"/>
                    </a:cubicBezTo>
                    <a:cubicBezTo>
                      <a:pt x="111252" y="1400521"/>
                      <a:pt x="97846" y="1380335"/>
                      <a:pt x="80588" y="1363848"/>
                    </a:cubicBezTo>
                    <a:cubicBezTo>
                      <a:pt x="71343" y="1355373"/>
                      <a:pt x="61019" y="1348439"/>
                      <a:pt x="49770" y="1343046"/>
                    </a:cubicBezTo>
                    <a:cubicBezTo>
                      <a:pt x="40679" y="1338577"/>
                      <a:pt x="30971" y="1335341"/>
                      <a:pt x="20956" y="1333646"/>
                    </a:cubicBezTo>
                    <a:cubicBezTo>
                      <a:pt x="26811" y="1298976"/>
                      <a:pt x="34978" y="1264614"/>
                      <a:pt x="45764" y="1231176"/>
                    </a:cubicBezTo>
                    <a:cubicBezTo>
                      <a:pt x="54239" y="1204827"/>
                      <a:pt x="64409" y="1179094"/>
                      <a:pt x="76582" y="1154132"/>
                    </a:cubicBezTo>
                    <a:cubicBezTo>
                      <a:pt x="90296" y="1182022"/>
                      <a:pt x="105705" y="1209142"/>
                      <a:pt x="122809" y="1235183"/>
                    </a:cubicBezTo>
                    <a:cubicBezTo>
                      <a:pt x="153627" y="1282643"/>
                      <a:pt x="191071" y="1325325"/>
                      <a:pt x="218653" y="1370474"/>
                    </a:cubicBezTo>
                    <a:cubicBezTo>
                      <a:pt x="246235" y="1415622"/>
                      <a:pt x="249471" y="1470015"/>
                      <a:pt x="242075" y="1522560"/>
                    </a:cubicBezTo>
                    <a:cubicBezTo>
                      <a:pt x="238376" y="1549064"/>
                      <a:pt x="231905" y="1575105"/>
                      <a:pt x="222813" y="1600375"/>
                    </a:cubicBezTo>
                    <a:cubicBezTo>
                      <a:pt x="213260" y="1625646"/>
                      <a:pt x="202165" y="1651225"/>
                      <a:pt x="191995" y="1677420"/>
                    </a:cubicBezTo>
                    <a:cubicBezTo>
                      <a:pt x="170731" y="1728732"/>
                      <a:pt x="150083" y="1780506"/>
                      <a:pt x="133133" y="1833667"/>
                    </a:cubicBezTo>
                    <a:cubicBezTo>
                      <a:pt x="114642" y="1886674"/>
                      <a:pt x="102777" y="1941684"/>
                      <a:pt x="97846" y="1997619"/>
                    </a:cubicBezTo>
                    <a:cubicBezTo>
                      <a:pt x="95997" y="2053553"/>
                      <a:pt x="100158" y="2109334"/>
                      <a:pt x="110328" y="2164344"/>
                    </a:cubicBezTo>
                    <a:cubicBezTo>
                      <a:pt x="119727" y="2219200"/>
                      <a:pt x="132209" y="2273285"/>
                      <a:pt x="145922" y="2326908"/>
                    </a:cubicBezTo>
                    <a:cubicBezTo>
                      <a:pt x="156863" y="2369129"/>
                      <a:pt x="168573" y="2411041"/>
                      <a:pt x="180439" y="2452954"/>
                    </a:cubicBezTo>
                    <a:cubicBezTo>
                      <a:pt x="178743" y="2459117"/>
                      <a:pt x="177049" y="2465127"/>
                      <a:pt x="175662" y="2471290"/>
                    </a:cubicBezTo>
                    <a:cubicBezTo>
                      <a:pt x="165183" y="2514127"/>
                      <a:pt x="159944" y="2558197"/>
                      <a:pt x="160253" y="2602266"/>
                    </a:cubicBezTo>
                    <a:cubicBezTo>
                      <a:pt x="161485" y="2646182"/>
                      <a:pt x="169344" y="2689635"/>
                      <a:pt x="183520" y="2731239"/>
                    </a:cubicBezTo>
                    <a:cubicBezTo>
                      <a:pt x="173350" y="2689173"/>
                      <a:pt x="169036" y="2645720"/>
                      <a:pt x="170577" y="2602421"/>
                    </a:cubicBezTo>
                    <a:cubicBezTo>
                      <a:pt x="172580" y="2563282"/>
                      <a:pt x="179052" y="2524451"/>
                      <a:pt x="189992" y="2486699"/>
                    </a:cubicBezTo>
                    <a:cubicBezTo>
                      <a:pt x="205401" y="2540014"/>
                      <a:pt x="220810" y="2593021"/>
                      <a:pt x="237606" y="2646028"/>
                    </a:cubicBezTo>
                    <a:lnTo>
                      <a:pt x="284911" y="2805203"/>
                    </a:lnTo>
                    <a:cubicBezTo>
                      <a:pt x="292616" y="2831706"/>
                      <a:pt x="300320" y="2858363"/>
                      <a:pt x="307100" y="2885175"/>
                    </a:cubicBezTo>
                    <a:cubicBezTo>
                      <a:pt x="314651" y="2911832"/>
                      <a:pt x="320660" y="2938644"/>
                      <a:pt x="325437" y="2965918"/>
                    </a:cubicBezTo>
                    <a:cubicBezTo>
                      <a:pt x="321123" y="2938644"/>
                      <a:pt x="315575" y="2911524"/>
                      <a:pt x="308487" y="2884713"/>
                    </a:cubicBezTo>
                    <a:cubicBezTo>
                      <a:pt x="302015" y="2857901"/>
                      <a:pt x="294927" y="2831090"/>
                      <a:pt x="287685" y="2804432"/>
                    </a:cubicBezTo>
                    <a:lnTo>
                      <a:pt x="241612" y="2644795"/>
                    </a:lnTo>
                    <a:cubicBezTo>
                      <a:pt x="224970" y="2586857"/>
                      <a:pt x="208791" y="2528766"/>
                      <a:pt x="193074" y="2470674"/>
                    </a:cubicBezTo>
                    <a:cubicBezTo>
                      <a:pt x="204785" y="2431381"/>
                      <a:pt x="220194" y="2392088"/>
                      <a:pt x="231750" y="2351717"/>
                    </a:cubicBezTo>
                    <a:cubicBezTo>
                      <a:pt x="243307" y="2311345"/>
                      <a:pt x="256097" y="2267430"/>
                      <a:pt x="265650" y="2224747"/>
                    </a:cubicBezTo>
                    <a:cubicBezTo>
                      <a:pt x="275204" y="2182064"/>
                      <a:pt x="283833" y="2138919"/>
                      <a:pt x="290767" y="2095620"/>
                    </a:cubicBezTo>
                    <a:cubicBezTo>
                      <a:pt x="294311" y="2073893"/>
                      <a:pt x="297238" y="2052166"/>
                      <a:pt x="300012" y="2030286"/>
                    </a:cubicBezTo>
                    <a:lnTo>
                      <a:pt x="303402" y="1997465"/>
                    </a:lnTo>
                    <a:cubicBezTo>
                      <a:pt x="303402" y="1985908"/>
                      <a:pt x="304789" y="1974351"/>
                      <a:pt x="303402" y="1962948"/>
                    </a:cubicBezTo>
                    <a:cubicBezTo>
                      <a:pt x="301399" y="1917030"/>
                      <a:pt x="289380" y="1872036"/>
                      <a:pt x="268424" y="1831202"/>
                    </a:cubicBezTo>
                    <a:cubicBezTo>
                      <a:pt x="258254" y="1810862"/>
                      <a:pt x="246235" y="1791601"/>
                      <a:pt x="232829" y="1773264"/>
                    </a:cubicBezTo>
                    <a:cubicBezTo>
                      <a:pt x="220964" y="1756931"/>
                      <a:pt x="207867" y="1741522"/>
                      <a:pt x="193690" y="1727037"/>
                    </a:cubicBezTo>
                    <a:cubicBezTo>
                      <a:pt x="199391" y="1713631"/>
                      <a:pt x="205247" y="1700071"/>
                      <a:pt x="211102" y="1686666"/>
                    </a:cubicBezTo>
                    <a:cubicBezTo>
                      <a:pt x="222043" y="1661241"/>
                      <a:pt x="233446" y="1636124"/>
                      <a:pt x="243924" y="1609621"/>
                    </a:cubicBezTo>
                    <a:cubicBezTo>
                      <a:pt x="254094" y="1582963"/>
                      <a:pt x="261490" y="1555227"/>
                      <a:pt x="265804" y="1527029"/>
                    </a:cubicBezTo>
                    <a:cubicBezTo>
                      <a:pt x="270581" y="1498522"/>
                      <a:pt x="271506" y="1469553"/>
                      <a:pt x="268578" y="1440893"/>
                    </a:cubicBezTo>
                    <a:cubicBezTo>
                      <a:pt x="267037" y="1426254"/>
                      <a:pt x="264109" y="1411770"/>
                      <a:pt x="259949" y="1397747"/>
                    </a:cubicBezTo>
                    <a:cubicBezTo>
                      <a:pt x="255326" y="1383571"/>
                      <a:pt x="249317" y="1370011"/>
                      <a:pt x="241920" y="1357068"/>
                    </a:cubicBezTo>
                    <a:cubicBezTo>
                      <a:pt x="227590" y="1332876"/>
                      <a:pt x="212027" y="1309608"/>
                      <a:pt x="195385" y="1286957"/>
                    </a:cubicBezTo>
                    <a:cubicBezTo>
                      <a:pt x="179052" y="1264614"/>
                      <a:pt x="163181" y="1242271"/>
                      <a:pt x="149158" y="1219312"/>
                    </a:cubicBezTo>
                    <a:cubicBezTo>
                      <a:pt x="119881" y="1173855"/>
                      <a:pt x="96614" y="1124855"/>
                      <a:pt x="79664" y="1073543"/>
                    </a:cubicBezTo>
                    <a:cubicBezTo>
                      <a:pt x="72114" y="1049351"/>
                      <a:pt x="69494" y="1023772"/>
                      <a:pt x="72114" y="998501"/>
                    </a:cubicBezTo>
                    <a:cubicBezTo>
                      <a:pt x="75041" y="973230"/>
                      <a:pt x="83054" y="948884"/>
                      <a:pt x="95381" y="926695"/>
                    </a:cubicBezTo>
                    <a:cubicBezTo>
                      <a:pt x="110790" y="899267"/>
                      <a:pt x="130668" y="874613"/>
                      <a:pt x="154089" y="853811"/>
                    </a:cubicBezTo>
                    <a:lnTo>
                      <a:pt x="154089" y="853811"/>
                    </a:lnTo>
                    <a:cubicBezTo>
                      <a:pt x="168265" y="855044"/>
                      <a:pt x="182288" y="857355"/>
                      <a:pt x="196001" y="860745"/>
                    </a:cubicBezTo>
                    <a:cubicBezTo>
                      <a:pt x="210178" y="864289"/>
                      <a:pt x="223892" y="868912"/>
                      <a:pt x="237298" y="874613"/>
                    </a:cubicBezTo>
                    <a:cubicBezTo>
                      <a:pt x="263955" y="885399"/>
                      <a:pt x="288301" y="901425"/>
                      <a:pt x="308487" y="921919"/>
                    </a:cubicBezTo>
                    <a:cubicBezTo>
                      <a:pt x="328364" y="942875"/>
                      <a:pt x="343465" y="967837"/>
                      <a:pt x="352711" y="995111"/>
                    </a:cubicBezTo>
                    <a:cubicBezTo>
                      <a:pt x="357950" y="1010212"/>
                      <a:pt x="361956" y="1025621"/>
                      <a:pt x="364884" y="1041338"/>
                    </a:cubicBezTo>
                    <a:cubicBezTo>
                      <a:pt x="356101" y="1043033"/>
                      <a:pt x="347318" y="1045344"/>
                      <a:pt x="338843" y="1048272"/>
                    </a:cubicBezTo>
                    <a:cubicBezTo>
                      <a:pt x="326670" y="1052433"/>
                      <a:pt x="314805" y="1057518"/>
                      <a:pt x="303402" y="1063681"/>
                    </a:cubicBezTo>
                    <a:cubicBezTo>
                      <a:pt x="280751" y="1075700"/>
                      <a:pt x="261336" y="1093112"/>
                      <a:pt x="246851" y="1114376"/>
                    </a:cubicBezTo>
                    <a:cubicBezTo>
                      <a:pt x="240071" y="1124855"/>
                      <a:pt x="234524" y="1136103"/>
                      <a:pt x="230518" y="1147814"/>
                    </a:cubicBezTo>
                    <a:cubicBezTo>
                      <a:pt x="228823" y="1153824"/>
                      <a:pt x="226974" y="1159679"/>
                      <a:pt x="225587" y="1165534"/>
                    </a:cubicBezTo>
                    <a:lnTo>
                      <a:pt x="223276" y="1183409"/>
                    </a:lnTo>
                    <a:cubicBezTo>
                      <a:pt x="222659" y="1189264"/>
                      <a:pt x="222659" y="1195274"/>
                      <a:pt x="223276" y="1201129"/>
                    </a:cubicBezTo>
                    <a:lnTo>
                      <a:pt x="223276" y="1218849"/>
                    </a:lnTo>
                    <a:cubicBezTo>
                      <a:pt x="224662" y="1230406"/>
                      <a:pt x="226974" y="1241963"/>
                      <a:pt x="228823" y="1253365"/>
                    </a:cubicBezTo>
                    <a:lnTo>
                      <a:pt x="228823" y="1218849"/>
                    </a:lnTo>
                    <a:lnTo>
                      <a:pt x="231134" y="1201900"/>
                    </a:lnTo>
                    <a:cubicBezTo>
                      <a:pt x="231596" y="1196352"/>
                      <a:pt x="232829" y="1190805"/>
                      <a:pt x="234524" y="1185412"/>
                    </a:cubicBezTo>
                    <a:lnTo>
                      <a:pt x="239301" y="1170003"/>
                    </a:lnTo>
                    <a:lnTo>
                      <a:pt x="246389" y="1154594"/>
                    </a:lnTo>
                    <a:cubicBezTo>
                      <a:pt x="248700" y="1149663"/>
                      <a:pt x="251474" y="1145040"/>
                      <a:pt x="254864" y="1140880"/>
                    </a:cubicBezTo>
                    <a:cubicBezTo>
                      <a:pt x="257792" y="1136411"/>
                      <a:pt x="261182" y="1132251"/>
                      <a:pt x="265034" y="1128553"/>
                    </a:cubicBezTo>
                    <a:cubicBezTo>
                      <a:pt x="279672" y="1113144"/>
                      <a:pt x="297701" y="1101587"/>
                      <a:pt x="317886" y="1094961"/>
                    </a:cubicBezTo>
                    <a:cubicBezTo>
                      <a:pt x="327902" y="1091417"/>
                      <a:pt x="338226" y="1088952"/>
                      <a:pt x="348704" y="1087257"/>
                    </a:cubicBezTo>
                    <a:cubicBezTo>
                      <a:pt x="356255" y="1086024"/>
                      <a:pt x="363805" y="1085254"/>
                      <a:pt x="371510" y="1085100"/>
                    </a:cubicBezTo>
                    <a:cubicBezTo>
                      <a:pt x="377365" y="1145657"/>
                      <a:pt x="378444" y="1206368"/>
                      <a:pt x="374900" y="1267079"/>
                    </a:cubicBezTo>
                    <a:cubicBezTo>
                      <a:pt x="372126" y="1328715"/>
                      <a:pt x="366579" y="1390351"/>
                      <a:pt x="363035" y="1451987"/>
                    </a:cubicBezTo>
                    <a:cubicBezTo>
                      <a:pt x="370431" y="1390351"/>
                      <a:pt x="379831" y="1329486"/>
                      <a:pt x="386457" y="1267850"/>
                    </a:cubicBezTo>
                    <a:cubicBezTo>
                      <a:pt x="394007" y="1205906"/>
                      <a:pt x="396627" y="1143499"/>
                      <a:pt x="394469" y="1081247"/>
                    </a:cubicBezTo>
                    <a:cubicBezTo>
                      <a:pt x="392928" y="1049351"/>
                      <a:pt x="388306" y="1017762"/>
                      <a:pt x="380447" y="986790"/>
                    </a:cubicBezTo>
                    <a:cubicBezTo>
                      <a:pt x="371664" y="954586"/>
                      <a:pt x="355793" y="924692"/>
                      <a:pt x="334220" y="899267"/>
                    </a:cubicBezTo>
                    <a:cubicBezTo>
                      <a:pt x="312031" y="873842"/>
                      <a:pt x="284911" y="853040"/>
                      <a:pt x="254402" y="838556"/>
                    </a:cubicBezTo>
                    <a:cubicBezTo>
                      <a:pt x="239455" y="831160"/>
                      <a:pt x="224046" y="824842"/>
                      <a:pt x="208175" y="819757"/>
                    </a:cubicBezTo>
                    <a:lnTo>
                      <a:pt x="200624" y="817600"/>
                    </a:lnTo>
                    <a:lnTo>
                      <a:pt x="204477" y="814980"/>
                    </a:lnTo>
                    <a:cubicBezTo>
                      <a:pt x="227128" y="800342"/>
                      <a:pt x="251012" y="787706"/>
                      <a:pt x="275666" y="776920"/>
                    </a:cubicBezTo>
                    <a:cubicBezTo>
                      <a:pt x="300783" y="765209"/>
                      <a:pt x="326053" y="753961"/>
                      <a:pt x="351632" y="743020"/>
                    </a:cubicBezTo>
                    <a:cubicBezTo>
                      <a:pt x="395394" y="724067"/>
                      <a:pt x="439771" y="706193"/>
                      <a:pt x="484304" y="688781"/>
                    </a:cubicBezTo>
                    <a:cubicBezTo>
                      <a:pt x="504027" y="697102"/>
                      <a:pt x="523596" y="705269"/>
                      <a:pt x="543165" y="713743"/>
                    </a:cubicBezTo>
                    <a:cubicBezTo>
                      <a:pt x="568744" y="724838"/>
                      <a:pt x="594015" y="736240"/>
                      <a:pt x="619132" y="748105"/>
                    </a:cubicBezTo>
                    <a:cubicBezTo>
                      <a:pt x="643940" y="759046"/>
                      <a:pt x="667670" y="771989"/>
                      <a:pt x="690321" y="786782"/>
                    </a:cubicBezTo>
                    <a:lnTo>
                      <a:pt x="694019" y="789401"/>
                    </a:lnTo>
                    <a:lnTo>
                      <a:pt x="686623" y="791559"/>
                    </a:lnTo>
                    <a:cubicBezTo>
                      <a:pt x="670752" y="796644"/>
                      <a:pt x="655343" y="802961"/>
                      <a:pt x="640396" y="810512"/>
                    </a:cubicBezTo>
                    <a:cubicBezTo>
                      <a:pt x="609887" y="825458"/>
                      <a:pt x="582767" y="846414"/>
                      <a:pt x="560578" y="872147"/>
                    </a:cubicBezTo>
                    <a:cubicBezTo>
                      <a:pt x="538851" y="898035"/>
                      <a:pt x="523134" y="928390"/>
                      <a:pt x="514351" y="961057"/>
                    </a:cubicBezTo>
                    <a:cubicBezTo>
                      <a:pt x="506338" y="992337"/>
                      <a:pt x="501715" y="1024388"/>
                      <a:pt x="500175" y="1056593"/>
                    </a:cubicBezTo>
                    <a:cubicBezTo>
                      <a:pt x="498017" y="1119770"/>
                      <a:pt x="500637" y="1182947"/>
                      <a:pt x="508342" y="1245661"/>
                    </a:cubicBezTo>
                    <a:cubicBezTo>
                      <a:pt x="514967" y="1308221"/>
                      <a:pt x="523750" y="1370165"/>
                      <a:pt x="531763" y="1432264"/>
                    </a:cubicBezTo>
                    <a:cubicBezTo>
                      <a:pt x="528065" y="1369703"/>
                      <a:pt x="522518" y="1307297"/>
                      <a:pt x="519744" y="1244736"/>
                    </a:cubicBezTo>
                    <a:cubicBezTo>
                      <a:pt x="516200" y="1183101"/>
                      <a:pt x="517279" y="1121311"/>
                      <a:pt x="523134" y="1059829"/>
                    </a:cubicBezTo>
                    <a:cubicBezTo>
                      <a:pt x="530839" y="1060137"/>
                      <a:pt x="538389" y="1060907"/>
                      <a:pt x="545939" y="1062140"/>
                    </a:cubicBezTo>
                    <a:cubicBezTo>
                      <a:pt x="556417" y="1063835"/>
                      <a:pt x="566741" y="1066301"/>
                      <a:pt x="576757" y="1069845"/>
                    </a:cubicBezTo>
                    <a:cubicBezTo>
                      <a:pt x="596481" y="1077241"/>
                      <a:pt x="614201" y="1089414"/>
                      <a:pt x="628377" y="1105131"/>
                    </a:cubicBezTo>
                    <a:cubicBezTo>
                      <a:pt x="632229" y="1108829"/>
                      <a:pt x="635466" y="1113144"/>
                      <a:pt x="638393" y="1117612"/>
                    </a:cubicBezTo>
                    <a:cubicBezTo>
                      <a:pt x="641783" y="1121927"/>
                      <a:pt x="644711" y="1126704"/>
                      <a:pt x="647022" y="1131635"/>
                    </a:cubicBezTo>
                    <a:lnTo>
                      <a:pt x="654110" y="1147044"/>
                    </a:lnTo>
                    <a:lnTo>
                      <a:pt x="658733" y="1163223"/>
                    </a:lnTo>
                    <a:cubicBezTo>
                      <a:pt x="660582" y="1168616"/>
                      <a:pt x="661660" y="1174163"/>
                      <a:pt x="662123" y="1179865"/>
                    </a:cubicBezTo>
                    <a:lnTo>
                      <a:pt x="664434" y="1197123"/>
                    </a:lnTo>
                    <a:lnTo>
                      <a:pt x="664434" y="1232101"/>
                    </a:lnTo>
                    <a:cubicBezTo>
                      <a:pt x="666283" y="1220544"/>
                      <a:pt x="668440" y="1208834"/>
                      <a:pt x="669981" y="1197123"/>
                    </a:cubicBezTo>
                    <a:lnTo>
                      <a:pt x="669981" y="1179248"/>
                    </a:lnTo>
                    <a:cubicBezTo>
                      <a:pt x="670752" y="1173239"/>
                      <a:pt x="670752" y="1167229"/>
                      <a:pt x="669981" y="1161220"/>
                    </a:cubicBezTo>
                    <a:lnTo>
                      <a:pt x="667824" y="1143037"/>
                    </a:lnTo>
                    <a:cubicBezTo>
                      <a:pt x="666283" y="1137182"/>
                      <a:pt x="664434" y="1131172"/>
                      <a:pt x="662739" y="1125163"/>
                    </a:cubicBezTo>
                    <a:cubicBezTo>
                      <a:pt x="661044" y="1119153"/>
                      <a:pt x="658733" y="1113452"/>
                      <a:pt x="655805" y="1107905"/>
                    </a:cubicBezTo>
                    <a:cubicBezTo>
                      <a:pt x="653340" y="1102049"/>
                      <a:pt x="650104" y="1096502"/>
                      <a:pt x="646406" y="1091263"/>
                    </a:cubicBezTo>
                    <a:cubicBezTo>
                      <a:pt x="632076" y="1069845"/>
                      <a:pt x="612660" y="1052124"/>
                      <a:pt x="589855" y="1039951"/>
                    </a:cubicBezTo>
                    <a:cubicBezTo>
                      <a:pt x="578606" y="1033634"/>
                      <a:pt x="566741" y="1028549"/>
                      <a:pt x="554568" y="1024542"/>
                    </a:cubicBezTo>
                    <a:cubicBezTo>
                      <a:pt x="546093" y="1021460"/>
                      <a:pt x="537310" y="1019149"/>
                      <a:pt x="528527" y="1017454"/>
                    </a:cubicBezTo>
                    <a:cubicBezTo>
                      <a:pt x="531455" y="1001737"/>
                      <a:pt x="535461" y="986328"/>
                      <a:pt x="540546" y="971227"/>
                    </a:cubicBezTo>
                    <a:cubicBezTo>
                      <a:pt x="549637" y="943491"/>
                      <a:pt x="564892" y="918220"/>
                      <a:pt x="584924" y="897110"/>
                    </a:cubicBezTo>
                    <a:cubicBezTo>
                      <a:pt x="605110" y="876308"/>
                      <a:pt x="629302" y="859974"/>
                      <a:pt x="656113" y="849034"/>
                    </a:cubicBezTo>
                    <a:cubicBezTo>
                      <a:pt x="669519" y="843333"/>
                      <a:pt x="683233" y="838710"/>
                      <a:pt x="697409" y="835166"/>
                    </a:cubicBezTo>
                    <a:cubicBezTo>
                      <a:pt x="711124" y="831622"/>
                      <a:pt x="725145" y="829311"/>
                      <a:pt x="739168" y="828078"/>
                    </a:cubicBezTo>
                    <a:lnTo>
                      <a:pt x="739168" y="828078"/>
                    </a:lnTo>
                    <a:cubicBezTo>
                      <a:pt x="762743" y="849342"/>
                      <a:pt x="782621" y="874151"/>
                      <a:pt x="798030" y="901887"/>
                    </a:cubicBezTo>
                    <a:cubicBezTo>
                      <a:pt x="810357" y="924384"/>
                      <a:pt x="818370" y="949038"/>
                      <a:pt x="821298" y="974617"/>
                    </a:cubicBezTo>
                    <a:cubicBezTo>
                      <a:pt x="823917" y="1000196"/>
                      <a:pt x="821298" y="1026083"/>
                      <a:pt x="813747" y="1050738"/>
                    </a:cubicBezTo>
                    <a:cubicBezTo>
                      <a:pt x="796797" y="1102666"/>
                      <a:pt x="773530" y="1152283"/>
                      <a:pt x="744253" y="1198356"/>
                    </a:cubicBezTo>
                    <a:cubicBezTo>
                      <a:pt x="729768" y="1221623"/>
                      <a:pt x="713435" y="1244582"/>
                      <a:pt x="698026" y="1266925"/>
                    </a:cubicBezTo>
                    <a:cubicBezTo>
                      <a:pt x="682617" y="1289268"/>
                      <a:pt x="665050" y="1313152"/>
                      <a:pt x="650566" y="1338115"/>
                    </a:cubicBezTo>
                    <a:cubicBezTo>
                      <a:pt x="643170" y="1351212"/>
                      <a:pt x="637160" y="1364926"/>
                      <a:pt x="632538" y="1379257"/>
                    </a:cubicBezTo>
                    <a:cubicBezTo>
                      <a:pt x="628377" y="1393587"/>
                      <a:pt x="625450" y="1408226"/>
                      <a:pt x="623909" y="1423018"/>
                    </a:cubicBezTo>
                    <a:cubicBezTo>
                      <a:pt x="620981" y="1452141"/>
                      <a:pt x="621906" y="1481418"/>
                      <a:pt x="626682" y="1510233"/>
                    </a:cubicBezTo>
                    <a:cubicBezTo>
                      <a:pt x="630997" y="1538740"/>
                      <a:pt x="638393" y="1566784"/>
                      <a:pt x="648563" y="1593904"/>
                    </a:cubicBezTo>
                    <a:cubicBezTo>
                      <a:pt x="659041" y="1620561"/>
                      <a:pt x="670444" y="1645986"/>
                      <a:pt x="681384" y="1671719"/>
                    </a:cubicBezTo>
                    <a:cubicBezTo>
                      <a:pt x="687239" y="1685279"/>
                      <a:pt x="692941" y="1698993"/>
                      <a:pt x="698642" y="1712707"/>
                    </a:cubicBezTo>
                    <a:cubicBezTo>
                      <a:pt x="684466" y="1727191"/>
                      <a:pt x="671368" y="1742600"/>
                      <a:pt x="659503" y="1758934"/>
                    </a:cubicBezTo>
                    <a:cubicBezTo>
                      <a:pt x="646098" y="1777424"/>
                      <a:pt x="634233" y="1797148"/>
                      <a:pt x="624063" y="1817642"/>
                    </a:cubicBezTo>
                    <a:cubicBezTo>
                      <a:pt x="602952" y="1859092"/>
                      <a:pt x="591088" y="1904548"/>
                      <a:pt x="588930" y="1951083"/>
                    </a:cubicBezTo>
                    <a:cubicBezTo>
                      <a:pt x="588930" y="1962794"/>
                      <a:pt x="588930" y="1974505"/>
                      <a:pt x="589701" y="1986062"/>
                    </a:cubicBezTo>
                    <a:lnTo>
                      <a:pt x="592937" y="2019499"/>
                    </a:lnTo>
                    <a:cubicBezTo>
                      <a:pt x="595710" y="2041534"/>
                      <a:pt x="598638" y="2063569"/>
                      <a:pt x="602182" y="2085450"/>
                    </a:cubicBezTo>
                    <a:cubicBezTo>
                      <a:pt x="609116" y="2129365"/>
                      <a:pt x="617591" y="2173127"/>
                      <a:pt x="627299" y="2216426"/>
                    </a:cubicBezTo>
                    <a:cubicBezTo>
                      <a:pt x="637007" y="2259725"/>
                      <a:pt x="648563" y="2302562"/>
                      <a:pt x="661198" y="2345091"/>
                    </a:cubicBezTo>
                    <a:cubicBezTo>
                      <a:pt x="673834" y="2387620"/>
                      <a:pt x="688164" y="2425680"/>
                      <a:pt x="699875" y="2465589"/>
                    </a:cubicBezTo>
                    <a:cubicBezTo>
                      <a:pt x="684466" y="2524451"/>
                      <a:pt x="667978" y="2583314"/>
                      <a:pt x="651491" y="2642022"/>
                    </a:cubicBezTo>
                    <a:lnTo>
                      <a:pt x="606959" y="2803970"/>
                    </a:lnTo>
                    <a:cubicBezTo>
                      <a:pt x="599717" y="2831090"/>
                      <a:pt x="592629" y="2858210"/>
                      <a:pt x="586157" y="2885329"/>
                    </a:cubicBezTo>
                    <a:cubicBezTo>
                      <a:pt x="579069" y="2912449"/>
                      <a:pt x="573521" y="2939877"/>
                      <a:pt x="569207" y="2967613"/>
                    </a:cubicBezTo>
                    <a:cubicBezTo>
                      <a:pt x="573983" y="2940031"/>
                      <a:pt x="579993" y="2912757"/>
                      <a:pt x="587543" y="2885791"/>
                    </a:cubicBezTo>
                    <a:cubicBezTo>
                      <a:pt x="594478" y="2858672"/>
                      <a:pt x="602028" y="2831706"/>
                      <a:pt x="609732" y="2804740"/>
                    </a:cubicBezTo>
                    <a:lnTo>
                      <a:pt x="657038" y="2643563"/>
                    </a:lnTo>
                    <a:cubicBezTo>
                      <a:pt x="673217" y="2589785"/>
                      <a:pt x="688935" y="2535854"/>
                      <a:pt x="704497" y="2482077"/>
                    </a:cubicBezTo>
                    <a:cubicBezTo>
                      <a:pt x="715438" y="2520291"/>
                      <a:pt x="721910" y="2559584"/>
                      <a:pt x="723913" y="2599339"/>
                    </a:cubicBezTo>
                    <a:cubicBezTo>
                      <a:pt x="725608" y="2643254"/>
                      <a:pt x="721293" y="2687170"/>
                      <a:pt x="710969" y="2729853"/>
                    </a:cubicBezTo>
                    <a:cubicBezTo>
                      <a:pt x="725145" y="2687632"/>
                      <a:pt x="733004" y="2643717"/>
                      <a:pt x="734237" y="2599185"/>
                    </a:cubicBezTo>
                    <a:cubicBezTo>
                      <a:pt x="734545" y="2554498"/>
                      <a:pt x="729460" y="2509813"/>
                      <a:pt x="718828" y="2466359"/>
                    </a:cubicBezTo>
                    <a:cubicBezTo>
                      <a:pt x="717287" y="2460196"/>
                      <a:pt x="715592" y="2454186"/>
                      <a:pt x="713897" y="2448023"/>
                    </a:cubicBezTo>
                    <a:cubicBezTo>
                      <a:pt x="725916" y="2405494"/>
                      <a:pt x="737627" y="2362965"/>
                      <a:pt x="748567" y="2320128"/>
                    </a:cubicBezTo>
                    <a:cubicBezTo>
                      <a:pt x="762281" y="2265889"/>
                      <a:pt x="774762" y="2211033"/>
                      <a:pt x="784162" y="2155561"/>
                    </a:cubicBezTo>
                    <a:cubicBezTo>
                      <a:pt x="794332" y="2099626"/>
                      <a:pt x="798492" y="2042767"/>
                      <a:pt x="796643" y="1986062"/>
                    </a:cubicBezTo>
                    <a:cubicBezTo>
                      <a:pt x="791558" y="1929511"/>
                      <a:pt x="779847" y="1873730"/>
                      <a:pt x="761357" y="1819953"/>
                    </a:cubicBezTo>
                    <a:cubicBezTo>
                      <a:pt x="744407" y="1766176"/>
                      <a:pt x="723759" y="1713631"/>
                      <a:pt x="702495" y="1661703"/>
                    </a:cubicBezTo>
                    <a:cubicBezTo>
                      <a:pt x="692016" y="1635816"/>
                      <a:pt x="680922" y="1609929"/>
                      <a:pt x="671677" y="1584658"/>
                    </a:cubicBezTo>
                    <a:cubicBezTo>
                      <a:pt x="662585" y="1559079"/>
                      <a:pt x="656113" y="1532576"/>
                      <a:pt x="652415" y="1505764"/>
                    </a:cubicBezTo>
                    <a:cubicBezTo>
                      <a:pt x="645481" y="1452449"/>
                      <a:pt x="648409" y="1396207"/>
                      <a:pt x="675837" y="1351675"/>
                    </a:cubicBezTo>
                    <a:cubicBezTo>
                      <a:pt x="703265" y="1307143"/>
                      <a:pt x="741171" y="1262765"/>
                      <a:pt x="771681" y="1214535"/>
                    </a:cubicBezTo>
                    <a:cubicBezTo>
                      <a:pt x="788939" y="1188186"/>
                      <a:pt x="804348" y="1160758"/>
                      <a:pt x="817908" y="1132405"/>
                    </a:cubicBezTo>
                    <a:cubicBezTo>
                      <a:pt x="829927" y="1157368"/>
                      <a:pt x="840250" y="1183101"/>
                      <a:pt x="848726" y="1209450"/>
                    </a:cubicBezTo>
                    <a:cubicBezTo>
                      <a:pt x="859358" y="1243504"/>
                      <a:pt x="867525" y="1278174"/>
                      <a:pt x="873534" y="1313306"/>
                    </a:cubicBezTo>
                    <a:cubicBezTo>
                      <a:pt x="863518" y="1315155"/>
                      <a:pt x="853810" y="1318237"/>
                      <a:pt x="844565" y="1322706"/>
                    </a:cubicBezTo>
                    <a:cubicBezTo>
                      <a:pt x="833317" y="1328253"/>
                      <a:pt x="822992" y="1335495"/>
                      <a:pt x="813747" y="1343970"/>
                    </a:cubicBezTo>
                    <a:cubicBezTo>
                      <a:pt x="796335" y="1360612"/>
                      <a:pt x="783083" y="1381106"/>
                      <a:pt x="774917" y="1403757"/>
                    </a:cubicBezTo>
                    <a:cubicBezTo>
                      <a:pt x="770756" y="1414543"/>
                      <a:pt x="767212" y="1425638"/>
                      <a:pt x="764439" y="1436886"/>
                    </a:cubicBezTo>
                    <a:cubicBezTo>
                      <a:pt x="762435" y="1448135"/>
                      <a:pt x="760124" y="1459383"/>
                      <a:pt x="758737" y="1470786"/>
                    </a:cubicBezTo>
                    <a:cubicBezTo>
                      <a:pt x="757351" y="1482189"/>
                      <a:pt x="756426" y="1493283"/>
                      <a:pt x="756118" y="1504686"/>
                    </a:cubicBezTo>
                    <a:lnTo>
                      <a:pt x="756118" y="1538585"/>
                    </a:lnTo>
                    <a:lnTo>
                      <a:pt x="760124" y="1504994"/>
                    </a:lnTo>
                    <a:cubicBezTo>
                      <a:pt x="761665" y="1493899"/>
                      <a:pt x="764439" y="1482959"/>
                      <a:pt x="766442" y="1472019"/>
                    </a:cubicBezTo>
                    <a:cubicBezTo>
                      <a:pt x="768445" y="1461078"/>
                      <a:pt x="772605" y="1450754"/>
                      <a:pt x="775687" y="1440122"/>
                    </a:cubicBezTo>
                    <a:cubicBezTo>
                      <a:pt x="779539" y="1429798"/>
                      <a:pt x="784008" y="1419936"/>
                      <a:pt x="789093" y="1410229"/>
                    </a:cubicBezTo>
                    <a:cubicBezTo>
                      <a:pt x="798338" y="1391122"/>
                      <a:pt x="811898" y="1374480"/>
                      <a:pt x="828694" y="1361536"/>
                    </a:cubicBezTo>
                    <a:cubicBezTo>
                      <a:pt x="836860" y="1355681"/>
                      <a:pt x="845798" y="1351058"/>
                      <a:pt x="855197" y="1347668"/>
                    </a:cubicBezTo>
                    <a:cubicBezTo>
                      <a:pt x="862439" y="1345049"/>
                      <a:pt x="870144" y="1343508"/>
                      <a:pt x="877848" y="1343046"/>
                    </a:cubicBezTo>
                    <a:cubicBezTo>
                      <a:pt x="882317" y="1377254"/>
                      <a:pt x="884628" y="1411924"/>
                      <a:pt x="884475" y="1446440"/>
                    </a:cubicBezTo>
                    <a:cubicBezTo>
                      <a:pt x="885245" y="1466625"/>
                      <a:pt x="883242" y="1486657"/>
                      <a:pt x="882625" y="1506843"/>
                    </a:cubicBezTo>
                    <a:cubicBezTo>
                      <a:pt x="882009" y="1527029"/>
                      <a:pt x="878773" y="1547060"/>
                      <a:pt x="876924" y="1567246"/>
                    </a:cubicBezTo>
                    <a:cubicBezTo>
                      <a:pt x="880006" y="1547369"/>
                      <a:pt x="884012" y="1527337"/>
                      <a:pt x="886477" y="1507305"/>
                    </a:cubicBezTo>
                    <a:cubicBezTo>
                      <a:pt x="888943" y="1487274"/>
                      <a:pt x="891717" y="1466934"/>
                      <a:pt x="892179" y="1446594"/>
                    </a:cubicBezTo>
                    <a:cubicBezTo>
                      <a:pt x="894490" y="1405606"/>
                      <a:pt x="893720" y="1364464"/>
                      <a:pt x="889867" y="1323630"/>
                    </a:cubicBezTo>
                    <a:close/>
                    <a:moveTo>
                      <a:pt x="239917" y="1844762"/>
                    </a:moveTo>
                    <a:cubicBezTo>
                      <a:pt x="258870" y="1881589"/>
                      <a:pt x="269811" y="1922115"/>
                      <a:pt x="272122" y="1963565"/>
                    </a:cubicBezTo>
                    <a:lnTo>
                      <a:pt x="272122" y="1994383"/>
                    </a:lnTo>
                    <a:lnTo>
                      <a:pt x="269194" y="2026433"/>
                    </a:lnTo>
                    <a:cubicBezTo>
                      <a:pt x="266883" y="2048006"/>
                      <a:pt x="264572" y="2069424"/>
                      <a:pt x="261490" y="2090843"/>
                    </a:cubicBezTo>
                    <a:cubicBezTo>
                      <a:pt x="255635" y="2133526"/>
                      <a:pt x="248238" y="2176209"/>
                      <a:pt x="239455" y="2218583"/>
                    </a:cubicBezTo>
                    <a:cubicBezTo>
                      <a:pt x="230672" y="2260958"/>
                      <a:pt x="221118" y="2303179"/>
                      <a:pt x="210178" y="2345091"/>
                    </a:cubicBezTo>
                    <a:cubicBezTo>
                      <a:pt x="204630" y="2366047"/>
                      <a:pt x="198775" y="2387003"/>
                      <a:pt x="192611" y="2407651"/>
                    </a:cubicBezTo>
                    <a:cubicBezTo>
                      <a:pt x="189838" y="2416589"/>
                      <a:pt x="187064" y="2425834"/>
                      <a:pt x="184291" y="2435079"/>
                    </a:cubicBezTo>
                    <a:cubicBezTo>
                      <a:pt x="174583" y="2398098"/>
                      <a:pt x="165338" y="2361116"/>
                      <a:pt x="156246" y="2324135"/>
                    </a:cubicBezTo>
                    <a:cubicBezTo>
                      <a:pt x="143457" y="2270357"/>
                      <a:pt x="132054" y="2216272"/>
                      <a:pt x="123733" y="2162032"/>
                    </a:cubicBezTo>
                    <a:cubicBezTo>
                      <a:pt x="114488" y="2108101"/>
                      <a:pt x="111098" y="2053399"/>
                      <a:pt x="113718" y="1998851"/>
                    </a:cubicBezTo>
                    <a:cubicBezTo>
                      <a:pt x="119573" y="1944612"/>
                      <a:pt x="132054" y="1891297"/>
                      <a:pt x="150853" y="1839985"/>
                    </a:cubicBezTo>
                    <a:cubicBezTo>
                      <a:pt x="160099" y="1812557"/>
                      <a:pt x="170577" y="1785283"/>
                      <a:pt x="181671" y="1758317"/>
                    </a:cubicBezTo>
                    <a:cubicBezTo>
                      <a:pt x="204939" y="1784359"/>
                      <a:pt x="224508" y="1813481"/>
                      <a:pt x="239917" y="1844762"/>
                    </a:cubicBezTo>
                    <a:close/>
                    <a:moveTo>
                      <a:pt x="711432" y="1741984"/>
                    </a:moveTo>
                    <a:cubicBezTo>
                      <a:pt x="722372" y="1769412"/>
                      <a:pt x="732696" y="1796840"/>
                      <a:pt x="742250" y="1824730"/>
                    </a:cubicBezTo>
                    <a:cubicBezTo>
                      <a:pt x="761049" y="1876658"/>
                      <a:pt x="773530" y="1930744"/>
                      <a:pt x="779385" y="1985754"/>
                    </a:cubicBezTo>
                    <a:cubicBezTo>
                      <a:pt x="782159" y="2041072"/>
                      <a:pt x="778923" y="2096544"/>
                      <a:pt x="769832" y="2151246"/>
                    </a:cubicBezTo>
                    <a:cubicBezTo>
                      <a:pt x="761511" y="2206256"/>
                      <a:pt x="750108" y="2261112"/>
                      <a:pt x="737319" y="2315506"/>
                    </a:cubicBezTo>
                    <a:cubicBezTo>
                      <a:pt x="728382" y="2353103"/>
                      <a:pt x="718828" y="2390547"/>
                      <a:pt x="709120" y="2427837"/>
                    </a:cubicBezTo>
                    <a:cubicBezTo>
                      <a:pt x="706347" y="2418592"/>
                      <a:pt x="703573" y="2409346"/>
                      <a:pt x="700954" y="2400255"/>
                    </a:cubicBezTo>
                    <a:cubicBezTo>
                      <a:pt x="694636" y="2379145"/>
                      <a:pt x="688780" y="2358034"/>
                      <a:pt x="683387" y="2336770"/>
                    </a:cubicBezTo>
                    <a:cubicBezTo>
                      <a:pt x="672447" y="2294395"/>
                      <a:pt x="662893" y="2251558"/>
                      <a:pt x="653956" y="2208567"/>
                    </a:cubicBezTo>
                    <a:cubicBezTo>
                      <a:pt x="645019" y="2165576"/>
                      <a:pt x="638547" y="2122431"/>
                      <a:pt x="631921" y="2079132"/>
                    </a:cubicBezTo>
                    <a:cubicBezTo>
                      <a:pt x="628994" y="2057405"/>
                      <a:pt x="626528" y="2035679"/>
                      <a:pt x="624371" y="2013952"/>
                    </a:cubicBezTo>
                    <a:lnTo>
                      <a:pt x="621289" y="1981439"/>
                    </a:lnTo>
                    <a:cubicBezTo>
                      <a:pt x="621289" y="1971115"/>
                      <a:pt x="620057" y="1960791"/>
                      <a:pt x="621289" y="1950621"/>
                    </a:cubicBezTo>
                    <a:cubicBezTo>
                      <a:pt x="623600" y="1908709"/>
                      <a:pt x="634541" y="1867721"/>
                      <a:pt x="653494" y="1830277"/>
                    </a:cubicBezTo>
                    <a:cubicBezTo>
                      <a:pt x="668749" y="1798535"/>
                      <a:pt x="688318" y="1769104"/>
                      <a:pt x="711432" y="1742600"/>
                    </a:cubicBezTo>
                    <a:lnTo>
                      <a:pt x="711432" y="174198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28"/>
              <p:cNvSpPr/>
              <p:nvPr/>
            </p:nvSpPr>
            <p:spPr>
              <a:xfrm>
                <a:off x="8132835" y="2285379"/>
                <a:ext cx="349887" cy="356323"/>
              </a:xfrm>
              <a:custGeom>
                <a:rect b="b" l="l" r="r" t="t"/>
                <a:pathLst>
                  <a:path extrusionOk="0" h="356323" w="349887">
                    <a:moveTo>
                      <a:pt x="73747" y="14725"/>
                    </a:moveTo>
                    <a:cubicBezTo>
                      <a:pt x="73747" y="14725"/>
                      <a:pt x="4098" y="47854"/>
                      <a:pt x="400" y="110106"/>
                    </a:cubicBezTo>
                    <a:cubicBezTo>
                      <a:pt x="-3298" y="172358"/>
                      <a:pt x="18737" y="254950"/>
                      <a:pt x="62036" y="284382"/>
                    </a:cubicBezTo>
                    <a:cubicBezTo>
                      <a:pt x="105335" y="313813"/>
                      <a:pt x="236312" y="361426"/>
                      <a:pt x="283925" y="355879"/>
                    </a:cubicBezTo>
                    <a:cubicBezTo>
                      <a:pt x="331539" y="350332"/>
                      <a:pt x="340784" y="319206"/>
                      <a:pt x="348181" y="269743"/>
                    </a:cubicBezTo>
                    <a:cubicBezTo>
                      <a:pt x="355577" y="220280"/>
                      <a:pt x="337086" y="165116"/>
                      <a:pt x="327995" y="135839"/>
                    </a:cubicBezTo>
                    <a:cubicBezTo>
                      <a:pt x="318904" y="106562"/>
                      <a:pt x="285774" y="66191"/>
                      <a:pt x="261890" y="44156"/>
                    </a:cubicBezTo>
                    <a:cubicBezTo>
                      <a:pt x="238007" y="22121"/>
                      <a:pt x="225217" y="16574"/>
                      <a:pt x="177603" y="3784"/>
                    </a:cubicBezTo>
                    <a:cubicBezTo>
                      <a:pt x="129990" y="-9005"/>
                      <a:pt x="73747" y="14725"/>
                      <a:pt x="73747" y="147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28"/>
              <p:cNvSpPr/>
              <p:nvPr/>
            </p:nvSpPr>
            <p:spPr>
              <a:xfrm>
                <a:off x="8132835" y="2285379"/>
                <a:ext cx="349887" cy="356323"/>
              </a:xfrm>
              <a:custGeom>
                <a:rect b="b" l="l" r="r" t="t"/>
                <a:pathLst>
                  <a:path extrusionOk="0" h="356323" w="349887">
                    <a:moveTo>
                      <a:pt x="73747" y="14725"/>
                    </a:moveTo>
                    <a:cubicBezTo>
                      <a:pt x="73747" y="14725"/>
                      <a:pt x="4098" y="47854"/>
                      <a:pt x="400" y="110106"/>
                    </a:cubicBezTo>
                    <a:cubicBezTo>
                      <a:pt x="-3298" y="172358"/>
                      <a:pt x="18737" y="254950"/>
                      <a:pt x="62036" y="284382"/>
                    </a:cubicBezTo>
                    <a:cubicBezTo>
                      <a:pt x="105335" y="313813"/>
                      <a:pt x="236312" y="361426"/>
                      <a:pt x="283925" y="355879"/>
                    </a:cubicBezTo>
                    <a:cubicBezTo>
                      <a:pt x="331539" y="350332"/>
                      <a:pt x="340784" y="319206"/>
                      <a:pt x="348181" y="269743"/>
                    </a:cubicBezTo>
                    <a:cubicBezTo>
                      <a:pt x="355577" y="220280"/>
                      <a:pt x="337086" y="165116"/>
                      <a:pt x="327995" y="135839"/>
                    </a:cubicBezTo>
                    <a:cubicBezTo>
                      <a:pt x="318904" y="106562"/>
                      <a:pt x="285774" y="66191"/>
                      <a:pt x="261890" y="44156"/>
                    </a:cubicBezTo>
                    <a:cubicBezTo>
                      <a:pt x="238007" y="22121"/>
                      <a:pt x="225217" y="16574"/>
                      <a:pt x="177603" y="3784"/>
                    </a:cubicBezTo>
                    <a:cubicBezTo>
                      <a:pt x="129990" y="-9005"/>
                      <a:pt x="73747" y="14725"/>
                      <a:pt x="73747" y="14725"/>
                    </a:cubicBezTo>
                    <a:close/>
                  </a:path>
                </a:pathLst>
              </a:custGeom>
              <a:solidFill>
                <a:schemeClr val="accent1"/>
              </a:solidFill>
              <a:ln cap="flat" cmpd="sng" w="9525">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28"/>
              <p:cNvSpPr/>
              <p:nvPr/>
            </p:nvSpPr>
            <p:spPr>
              <a:xfrm>
                <a:off x="8206537" y="2111343"/>
                <a:ext cx="220085" cy="247468"/>
              </a:xfrm>
              <a:custGeom>
                <a:rect b="b" l="l" r="r" t="t"/>
                <a:pathLst>
                  <a:path extrusionOk="0" h="247468" w="220085">
                    <a:moveTo>
                      <a:pt x="38568" y="247468"/>
                    </a:moveTo>
                    <a:cubicBezTo>
                      <a:pt x="38568" y="247468"/>
                      <a:pt x="1895" y="242075"/>
                      <a:pt x="46" y="188760"/>
                    </a:cubicBezTo>
                    <a:cubicBezTo>
                      <a:pt x="-1803" y="135445"/>
                      <a:pt x="53206" y="75196"/>
                      <a:pt x="53206" y="75196"/>
                    </a:cubicBezTo>
                    <a:cubicBezTo>
                      <a:pt x="47813" y="63177"/>
                      <a:pt x="41650" y="51620"/>
                      <a:pt x="34870" y="40371"/>
                    </a:cubicBezTo>
                    <a:lnTo>
                      <a:pt x="18382" y="10940"/>
                    </a:lnTo>
                    <a:lnTo>
                      <a:pt x="45810" y="0"/>
                    </a:lnTo>
                    <a:cubicBezTo>
                      <a:pt x="53823" y="7859"/>
                      <a:pt x="61219" y="16488"/>
                      <a:pt x="67845" y="25579"/>
                    </a:cubicBezTo>
                    <a:cubicBezTo>
                      <a:pt x="73392" y="34824"/>
                      <a:pt x="84333" y="56397"/>
                      <a:pt x="84333" y="56397"/>
                    </a:cubicBezTo>
                    <a:lnTo>
                      <a:pt x="84333" y="10170"/>
                    </a:lnTo>
                    <a:lnTo>
                      <a:pt x="113764" y="8321"/>
                    </a:lnTo>
                    <a:lnTo>
                      <a:pt x="122855" y="61482"/>
                    </a:lnTo>
                    <a:cubicBezTo>
                      <a:pt x="122855" y="61482"/>
                      <a:pt x="117308" y="48692"/>
                      <a:pt x="159529" y="63331"/>
                    </a:cubicBezTo>
                    <a:cubicBezTo>
                      <a:pt x="201749" y="77969"/>
                      <a:pt x="218237" y="120190"/>
                      <a:pt x="220086" y="153165"/>
                    </a:cubicBezTo>
                    <a:cubicBezTo>
                      <a:pt x="219623" y="180593"/>
                      <a:pt x="215309" y="207713"/>
                      <a:pt x="207142" y="233908"/>
                    </a:cubicBezTo>
                    <a:lnTo>
                      <a:pt x="145506" y="187681"/>
                    </a:lnTo>
                    <a:cubicBezTo>
                      <a:pt x="145506" y="187681"/>
                      <a:pt x="151053" y="118033"/>
                      <a:pt x="123471" y="123580"/>
                    </a:cubicBezTo>
                    <a:cubicBezTo>
                      <a:pt x="95889" y="129127"/>
                      <a:pt x="99587" y="156555"/>
                      <a:pt x="81251" y="196927"/>
                    </a:cubicBezTo>
                    <a:cubicBezTo>
                      <a:pt x="62914" y="237298"/>
                      <a:pt x="38568" y="247468"/>
                      <a:pt x="38568" y="247468"/>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28"/>
              <p:cNvSpPr/>
              <p:nvPr/>
            </p:nvSpPr>
            <p:spPr>
              <a:xfrm>
                <a:off x="8274536" y="2222461"/>
                <a:ext cx="165029" cy="146519"/>
              </a:xfrm>
              <a:custGeom>
                <a:rect b="b" l="l" r="r" t="t"/>
                <a:pathLst>
                  <a:path extrusionOk="0" h="146519" w="165029">
                    <a:moveTo>
                      <a:pt x="0" y="110617"/>
                    </a:moveTo>
                    <a:cubicBezTo>
                      <a:pt x="0" y="110617"/>
                      <a:pt x="36673" y="24327"/>
                      <a:pt x="73346" y="11537"/>
                    </a:cubicBezTo>
                    <a:cubicBezTo>
                      <a:pt x="96614" y="2138"/>
                      <a:pt x="121731" y="-1560"/>
                      <a:pt x="146693" y="597"/>
                    </a:cubicBezTo>
                    <a:cubicBezTo>
                      <a:pt x="159482" y="2446"/>
                      <a:pt x="165030" y="26176"/>
                      <a:pt x="165030" y="50060"/>
                    </a:cubicBezTo>
                    <a:cubicBezTo>
                      <a:pt x="165030" y="73944"/>
                      <a:pt x="130206" y="62849"/>
                      <a:pt x="110020" y="84884"/>
                    </a:cubicBezTo>
                    <a:cubicBezTo>
                      <a:pt x="89834" y="106919"/>
                      <a:pt x="93532" y="146520"/>
                      <a:pt x="93532" y="14652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28"/>
              <p:cNvSpPr/>
              <p:nvPr/>
            </p:nvSpPr>
            <p:spPr>
              <a:xfrm>
                <a:off x="8364361" y="2368970"/>
                <a:ext cx="95552" cy="224662"/>
              </a:xfrm>
              <a:custGeom>
                <a:rect b="b" l="l" r="r" t="t"/>
                <a:pathLst>
                  <a:path extrusionOk="0" h="224662" w="95552">
                    <a:moveTo>
                      <a:pt x="84458" y="61482"/>
                    </a:moveTo>
                    <a:cubicBezTo>
                      <a:pt x="78448" y="51620"/>
                      <a:pt x="69666" y="43761"/>
                      <a:pt x="59187" y="38831"/>
                    </a:cubicBezTo>
                    <a:lnTo>
                      <a:pt x="51637" y="35903"/>
                    </a:lnTo>
                    <a:lnTo>
                      <a:pt x="45165" y="32205"/>
                    </a:lnTo>
                    <a:cubicBezTo>
                      <a:pt x="40850" y="29431"/>
                      <a:pt x="36690" y="26349"/>
                      <a:pt x="32838" y="22805"/>
                    </a:cubicBezTo>
                    <a:cubicBezTo>
                      <a:pt x="24979" y="15717"/>
                      <a:pt x="17583" y="8167"/>
                      <a:pt x="10803" y="0"/>
                    </a:cubicBezTo>
                    <a:lnTo>
                      <a:pt x="1095" y="8629"/>
                    </a:lnTo>
                    <a:cubicBezTo>
                      <a:pt x="8800" y="16642"/>
                      <a:pt x="17275" y="24192"/>
                      <a:pt x="26212" y="30972"/>
                    </a:cubicBezTo>
                    <a:cubicBezTo>
                      <a:pt x="27137" y="31742"/>
                      <a:pt x="28215" y="32359"/>
                      <a:pt x="29294" y="32975"/>
                    </a:cubicBezTo>
                    <a:lnTo>
                      <a:pt x="29294" y="32975"/>
                    </a:lnTo>
                    <a:cubicBezTo>
                      <a:pt x="19278" y="42529"/>
                      <a:pt x="11419" y="54085"/>
                      <a:pt x="6180" y="66875"/>
                    </a:cubicBezTo>
                    <a:cubicBezTo>
                      <a:pt x="-138" y="83517"/>
                      <a:pt x="-1678" y="101699"/>
                      <a:pt x="1866" y="119111"/>
                    </a:cubicBezTo>
                    <a:cubicBezTo>
                      <a:pt x="4023" y="136061"/>
                      <a:pt x="7105" y="152857"/>
                      <a:pt x="8954" y="169653"/>
                    </a:cubicBezTo>
                    <a:cubicBezTo>
                      <a:pt x="12190" y="186294"/>
                      <a:pt x="9724" y="203552"/>
                      <a:pt x="2174" y="218807"/>
                    </a:cubicBezTo>
                    <a:cubicBezTo>
                      <a:pt x="10803" y="203861"/>
                      <a:pt x="14347" y="186448"/>
                      <a:pt x="12190" y="169345"/>
                    </a:cubicBezTo>
                    <a:cubicBezTo>
                      <a:pt x="11419" y="152241"/>
                      <a:pt x="9416" y="135291"/>
                      <a:pt x="8338" y="118495"/>
                    </a:cubicBezTo>
                    <a:cubicBezTo>
                      <a:pt x="6026" y="102316"/>
                      <a:pt x="8338" y="85674"/>
                      <a:pt x="15118" y="70727"/>
                    </a:cubicBezTo>
                    <a:cubicBezTo>
                      <a:pt x="16504" y="67953"/>
                      <a:pt x="18045" y="65180"/>
                      <a:pt x="19740" y="62406"/>
                    </a:cubicBezTo>
                    <a:cubicBezTo>
                      <a:pt x="25904" y="72576"/>
                      <a:pt x="30680" y="83362"/>
                      <a:pt x="34070" y="94765"/>
                    </a:cubicBezTo>
                    <a:cubicBezTo>
                      <a:pt x="38231" y="109095"/>
                      <a:pt x="40697" y="123888"/>
                      <a:pt x="41159" y="138835"/>
                    </a:cubicBezTo>
                    <a:cubicBezTo>
                      <a:pt x="41467" y="154398"/>
                      <a:pt x="43470" y="169961"/>
                      <a:pt x="46860" y="185062"/>
                    </a:cubicBezTo>
                    <a:cubicBezTo>
                      <a:pt x="48555" y="192612"/>
                      <a:pt x="51020" y="200008"/>
                      <a:pt x="54257" y="206942"/>
                    </a:cubicBezTo>
                    <a:cubicBezTo>
                      <a:pt x="57184" y="214031"/>
                      <a:pt x="62115" y="220194"/>
                      <a:pt x="68278" y="224663"/>
                    </a:cubicBezTo>
                    <a:cubicBezTo>
                      <a:pt x="62423" y="219732"/>
                      <a:pt x="58109" y="213414"/>
                      <a:pt x="55643" y="206172"/>
                    </a:cubicBezTo>
                    <a:cubicBezTo>
                      <a:pt x="53024" y="199084"/>
                      <a:pt x="51175" y="191842"/>
                      <a:pt x="49942" y="184445"/>
                    </a:cubicBezTo>
                    <a:cubicBezTo>
                      <a:pt x="47785" y="169499"/>
                      <a:pt x="47168" y="154398"/>
                      <a:pt x="47785" y="139297"/>
                    </a:cubicBezTo>
                    <a:cubicBezTo>
                      <a:pt x="48247" y="123734"/>
                      <a:pt x="46860" y="108325"/>
                      <a:pt x="43624" y="93070"/>
                    </a:cubicBezTo>
                    <a:cubicBezTo>
                      <a:pt x="40542" y="78894"/>
                      <a:pt x="35303" y="65180"/>
                      <a:pt x="28215" y="52545"/>
                    </a:cubicBezTo>
                    <a:cubicBezTo>
                      <a:pt x="31913" y="48230"/>
                      <a:pt x="35920" y="44224"/>
                      <a:pt x="40388" y="40680"/>
                    </a:cubicBezTo>
                    <a:lnTo>
                      <a:pt x="40388" y="40680"/>
                    </a:lnTo>
                    <a:cubicBezTo>
                      <a:pt x="43008" y="42066"/>
                      <a:pt x="45627" y="43299"/>
                      <a:pt x="48401" y="44378"/>
                    </a:cubicBezTo>
                    <a:lnTo>
                      <a:pt x="56259" y="46535"/>
                    </a:lnTo>
                    <a:cubicBezTo>
                      <a:pt x="66121" y="49925"/>
                      <a:pt x="74750" y="56089"/>
                      <a:pt x="81222" y="64255"/>
                    </a:cubicBezTo>
                    <a:cubicBezTo>
                      <a:pt x="87848" y="72730"/>
                      <a:pt x="92779" y="82438"/>
                      <a:pt x="95553" y="92916"/>
                    </a:cubicBezTo>
                    <a:cubicBezTo>
                      <a:pt x="94012" y="81822"/>
                      <a:pt x="90314" y="71035"/>
                      <a:pt x="84458" y="61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28"/>
              <p:cNvSpPr/>
              <p:nvPr/>
            </p:nvSpPr>
            <p:spPr>
              <a:xfrm rot="-154594">
                <a:off x="8155857" y="2355345"/>
                <a:ext cx="157484" cy="206225"/>
              </a:xfrm>
              <a:custGeom>
                <a:rect b="b" l="l" r="r" t="t"/>
                <a:pathLst>
                  <a:path extrusionOk="0" h="206017" w="157325">
                    <a:moveTo>
                      <a:pt x="111715" y="97385"/>
                    </a:moveTo>
                    <a:cubicBezTo>
                      <a:pt x="104011" y="93841"/>
                      <a:pt x="97231" y="88602"/>
                      <a:pt x="91837" y="81976"/>
                    </a:cubicBezTo>
                    <a:cubicBezTo>
                      <a:pt x="87831" y="76737"/>
                      <a:pt x="85212" y="70727"/>
                      <a:pt x="83979" y="64255"/>
                    </a:cubicBezTo>
                    <a:cubicBezTo>
                      <a:pt x="89064" y="59479"/>
                      <a:pt x="93533" y="54394"/>
                      <a:pt x="97693" y="48846"/>
                    </a:cubicBezTo>
                    <a:cubicBezTo>
                      <a:pt x="108479" y="34824"/>
                      <a:pt x="114643" y="17720"/>
                      <a:pt x="114951" y="0"/>
                    </a:cubicBezTo>
                    <a:lnTo>
                      <a:pt x="96152" y="10786"/>
                    </a:lnTo>
                    <a:cubicBezTo>
                      <a:pt x="94457" y="21264"/>
                      <a:pt x="90296" y="31126"/>
                      <a:pt x="84133" y="39755"/>
                    </a:cubicBezTo>
                    <a:cubicBezTo>
                      <a:pt x="77815" y="49463"/>
                      <a:pt x="70111" y="58400"/>
                      <a:pt x="61482" y="66104"/>
                    </a:cubicBezTo>
                    <a:cubicBezTo>
                      <a:pt x="49308" y="76428"/>
                      <a:pt x="36365" y="85520"/>
                      <a:pt x="22497" y="93378"/>
                    </a:cubicBezTo>
                    <a:lnTo>
                      <a:pt x="9553" y="100312"/>
                    </a:lnTo>
                    <a:lnTo>
                      <a:pt x="0" y="105089"/>
                    </a:lnTo>
                    <a:lnTo>
                      <a:pt x="9708" y="102932"/>
                    </a:lnTo>
                    <a:cubicBezTo>
                      <a:pt x="10170" y="110945"/>
                      <a:pt x="11557" y="118957"/>
                      <a:pt x="13868" y="126816"/>
                    </a:cubicBezTo>
                    <a:cubicBezTo>
                      <a:pt x="17104" y="138218"/>
                      <a:pt x="22343" y="149005"/>
                      <a:pt x="29277" y="158558"/>
                    </a:cubicBezTo>
                    <a:cubicBezTo>
                      <a:pt x="36057" y="167804"/>
                      <a:pt x="43761" y="176433"/>
                      <a:pt x="51928" y="184445"/>
                    </a:cubicBezTo>
                    <a:cubicBezTo>
                      <a:pt x="59941" y="192612"/>
                      <a:pt x="68878" y="199854"/>
                      <a:pt x="78432" y="206018"/>
                    </a:cubicBezTo>
                    <a:cubicBezTo>
                      <a:pt x="69495" y="198930"/>
                      <a:pt x="61482" y="190917"/>
                      <a:pt x="54548" y="181980"/>
                    </a:cubicBezTo>
                    <a:cubicBezTo>
                      <a:pt x="47306" y="173351"/>
                      <a:pt x="40834" y="164260"/>
                      <a:pt x="34978" y="154706"/>
                    </a:cubicBezTo>
                    <a:cubicBezTo>
                      <a:pt x="29277" y="145152"/>
                      <a:pt x="25425" y="134828"/>
                      <a:pt x="23421" y="123888"/>
                    </a:cubicBezTo>
                    <a:cubicBezTo>
                      <a:pt x="21727" y="115567"/>
                      <a:pt x="21110" y="107246"/>
                      <a:pt x="21572" y="98771"/>
                    </a:cubicBezTo>
                    <a:cubicBezTo>
                      <a:pt x="26195" y="97231"/>
                      <a:pt x="30972" y="95536"/>
                      <a:pt x="35440" y="93687"/>
                    </a:cubicBezTo>
                    <a:cubicBezTo>
                      <a:pt x="47306" y="88910"/>
                      <a:pt x="58708" y="82746"/>
                      <a:pt x="69186" y="75504"/>
                    </a:cubicBezTo>
                    <a:lnTo>
                      <a:pt x="73655" y="72114"/>
                    </a:lnTo>
                    <a:cubicBezTo>
                      <a:pt x="76274" y="77815"/>
                      <a:pt x="79818" y="83054"/>
                      <a:pt x="84133" y="87523"/>
                    </a:cubicBezTo>
                    <a:cubicBezTo>
                      <a:pt x="90913" y="94457"/>
                      <a:pt x="99388" y="99850"/>
                      <a:pt x="108633" y="102932"/>
                    </a:cubicBezTo>
                    <a:cubicBezTo>
                      <a:pt x="125583" y="109404"/>
                      <a:pt x="141762" y="117262"/>
                      <a:pt x="157325" y="126508"/>
                    </a:cubicBezTo>
                    <a:cubicBezTo>
                      <a:pt x="142995" y="115413"/>
                      <a:pt x="127740" y="105706"/>
                      <a:pt x="111715" y="973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0" name="Google Shape;240;p28"/>
            <p:cNvGrpSpPr/>
            <p:nvPr/>
          </p:nvGrpSpPr>
          <p:grpSpPr>
            <a:xfrm>
              <a:off x="2016430" y="1676951"/>
              <a:ext cx="1224531" cy="2931045"/>
              <a:chOff x="5001141" y="1149731"/>
              <a:chExt cx="1973458" cy="4723683"/>
            </a:xfrm>
          </p:grpSpPr>
          <p:sp>
            <p:nvSpPr>
              <p:cNvPr id="241" name="Google Shape;241;p28"/>
              <p:cNvSpPr/>
              <p:nvPr/>
            </p:nvSpPr>
            <p:spPr>
              <a:xfrm>
                <a:off x="5001141" y="1149731"/>
                <a:ext cx="1973150" cy="4723683"/>
              </a:xfrm>
              <a:custGeom>
                <a:rect b="b" l="l" r="r" t="t"/>
                <a:pathLst>
                  <a:path extrusionOk="0" h="4723683" w="1973150">
                    <a:moveTo>
                      <a:pt x="1224002" y="285929"/>
                    </a:moveTo>
                    <a:cubicBezTo>
                      <a:pt x="1224002" y="285929"/>
                      <a:pt x="1233556" y="152179"/>
                      <a:pt x="1171458" y="71128"/>
                    </a:cubicBezTo>
                    <a:cubicBezTo>
                      <a:pt x="1109359" y="-9923"/>
                      <a:pt x="966056" y="-10077"/>
                      <a:pt x="904112" y="13806"/>
                    </a:cubicBezTo>
                    <a:cubicBezTo>
                      <a:pt x="842168" y="37690"/>
                      <a:pt x="779916" y="80681"/>
                      <a:pt x="765431" y="152487"/>
                    </a:cubicBezTo>
                    <a:cubicBezTo>
                      <a:pt x="756648" y="204569"/>
                      <a:pt x="753412" y="257422"/>
                      <a:pt x="755878" y="310121"/>
                    </a:cubicBezTo>
                    <a:cubicBezTo>
                      <a:pt x="730915" y="315514"/>
                      <a:pt x="715044" y="340168"/>
                      <a:pt x="720437" y="365131"/>
                    </a:cubicBezTo>
                    <a:cubicBezTo>
                      <a:pt x="720899" y="367442"/>
                      <a:pt x="721516" y="369600"/>
                      <a:pt x="722440" y="371757"/>
                    </a:cubicBezTo>
                    <a:cubicBezTo>
                      <a:pt x="729991" y="401804"/>
                      <a:pt x="744783" y="429694"/>
                      <a:pt x="765431" y="452808"/>
                    </a:cubicBezTo>
                    <a:cubicBezTo>
                      <a:pt x="765431" y="452808"/>
                      <a:pt x="779762" y="519683"/>
                      <a:pt x="789315" y="548344"/>
                    </a:cubicBezTo>
                    <a:cubicBezTo>
                      <a:pt x="798869" y="577004"/>
                      <a:pt x="850951" y="639102"/>
                      <a:pt x="850951" y="639102"/>
                    </a:cubicBezTo>
                    <a:cubicBezTo>
                      <a:pt x="850951" y="639102"/>
                      <a:pt x="860505" y="710754"/>
                      <a:pt x="827067" y="734638"/>
                    </a:cubicBezTo>
                    <a:cubicBezTo>
                      <a:pt x="793630" y="758522"/>
                      <a:pt x="712424" y="777629"/>
                      <a:pt x="597936" y="815689"/>
                    </a:cubicBezTo>
                    <a:cubicBezTo>
                      <a:pt x="483447" y="853749"/>
                      <a:pt x="378204" y="954370"/>
                      <a:pt x="354320" y="1083189"/>
                    </a:cubicBezTo>
                    <a:cubicBezTo>
                      <a:pt x="339990" y="1160234"/>
                      <a:pt x="336754" y="1239128"/>
                      <a:pt x="344766" y="1317097"/>
                    </a:cubicBezTo>
                    <a:lnTo>
                      <a:pt x="301776" y="1589219"/>
                    </a:lnTo>
                    <a:cubicBezTo>
                      <a:pt x="272961" y="1663953"/>
                      <a:pt x="256935" y="1743001"/>
                      <a:pt x="254162" y="1823127"/>
                    </a:cubicBezTo>
                    <a:cubicBezTo>
                      <a:pt x="249385" y="1956877"/>
                      <a:pt x="246457" y="2071674"/>
                      <a:pt x="246457" y="2071674"/>
                    </a:cubicBezTo>
                    <a:cubicBezTo>
                      <a:pt x="246457" y="2071674"/>
                      <a:pt x="254162" y="2243330"/>
                      <a:pt x="187287" y="2276767"/>
                    </a:cubicBezTo>
                    <a:cubicBezTo>
                      <a:pt x="120412" y="2310205"/>
                      <a:pt x="115635" y="2334089"/>
                      <a:pt x="106081" y="2357973"/>
                    </a:cubicBezTo>
                    <a:cubicBezTo>
                      <a:pt x="96528" y="2381857"/>
                      <a:pt x="91751" y="2429624"/>
                      <a:pt x="72644" y="2443955"/>
                    </a:cubicBezTo>
                    <a:cubicBezTo>
                      <a:pt x="53537" y="2458285"/>
                      <a:pt x="-8561" y="2443955"/>
                      <a:pt x="992" y="2491568"/>
                    </a:cubicBezTo>
                    <a:cubicBezTo>
                      <a:pt x="10546" y="2539182"/>
                      <a:pt x="78037" y="2510676"/>
                      <a:pt x="78037" y="2510676"/>
                    </a:cubicBezTo>
                    <a:lnTo>
                      <a:pt x="121028" y="2501122"/>
                    </a:lnTo>
                    <a:lnTo>
                      <a:pt x="121028" y="2744738"/>
                    </a:lnTo>
                    <a:cubicBezTo>
                      <a:pt x="121028" y="2768622"/>
                      <a:pt x="135359" y="2802059"/>
                      <a:pt x="159243" y="2773399"/>
                    </a:cubicBezTo>
                    <a:cubicBezTo>
                      <a:pt x="159243" y="2773399"/>
                      <a:pt x="183126" y="2806836"/>
                      <a:pt x="197457" y="2792506"/>
                    </a:cubicBezTo>
                    <a:lnTo>
                      <a:pt x="220724" y="2778946"/>
                    </a:lnTo>
                    <a:cubicBezTo>
                      <a:pt x="220724" y="2778946"/>
                      <a:pt x="248923" y="2790657"/>
                      <a:pt x="262174" y="2785726"/>
                    </a:cubicBezTo>
                    <a:cubicBezTo>
                      <a:pt x="275426" y="2780795"/>
                      <a:pt x="301930" y="2744121"/>
                      <a:pt x="301930" y="2744121"/>
                    </a:cubicBezTo>
                    <a:cubicBezTo>
                      <a:pt x="301930" y="2744121"/>
                      <a:pt x="308709" y="2763999"/>
                      <a:pt x="332747" y="2734260"/>
                    </a:cubicBezTo>
                    <a:cubicBezTo>
                      <a:pt x="356785" y="2704521"/>
                      <a:pt x="360946" y="2667847"/>
                      <a:pt x="367572" y="2642885"/>
                    </a:cubicBezTo>
                    <a:cubicBezTo>
                      <a:pt x="374198" y="2617922"/>
                      <a:pt x="395770" y="2481861"/>
                      <a:pt x="402396" y="2457977"/>
                    </a:cubicBezTo>
                    <a:cubicBezTo>
                      <a:pt x="409022" y="2434093"/>
                      <a:pt x="402396" y="2311900"/>
                      <a:pt x="402396" y="2311900"/>
                    </a:cubicBezTo>
                    <a:lnTo>
                      <a:pt x="397465" y="2258739"/>
                    </a:lnTo>
                    <a:cubicBezTo>
                      <a:pt x="397465" y="2258739"/>
                      <a:pt x="505328" y="1965044"/>
                      <a:pt x="523665" y="1895241"/>
                    </a:cubicBezTo>
                    <a:cubicBezTo>
                      <a:pt x="542926" y="1828829"/>
                      <a:pt x="558027" y="1761183"/>
                      <a:pt x="568505" y="1692768"/>
                    </a:cubicBezTo>
                    <a:cubicBezTo>
                      <a:pt x="575130" y="1633135"/>
                      <a:pt x="603329" y="1515256"/>
                      <a:pt x="603329" y="1515256"/>
                    </a:cubicBezTo>
                    <a:lnTo>
                      <a:pt x="614886" y="1510325"/>
                    </a:lnTo>
                    <a:cubicBezTo>
                      <a:pt x="614886" y="1510325"/>
                      <a:pt x="616581" y="1790769"/>
                      <a:pt x="609955" y="1827288"/>
                    </a:cubicBezTo>
                    <a:cubicBezTo>
                      <a:pt x="603329" y="1863807"/>
                      <a:pt x="553558" y="1931761"/>
                      <a:pt x="558489" y="2018051"/>
                    </a:cubicBezTo>
                    <a:cubicBezTo>
                      <a:pt x="563420" y="2104341"/>
                      <a:pt x="533526" y="2250418"/>
                      <a:pt x="525360" y="2300189"/>
                    </a:cubicBezTo>
                    <a:cubicBezTo>
                      <a:pt x="517193" y="2349960"/>
                      <a:pt x="453862" y="2519305"/>
                      <a:pt x="480519" y="2796512"/>
                    </a:cubicBezTo>
                    <a:cubicBezTo>
                      <a:pt x="507177" y="3073719"/>
                      <a:pt x="562649" y="3229042"/>
                      <a:pt x="594854" y="3352313"/>
                    </a:cubicBezTo>
                    <a:cubicBezTo>
                      <a:pt x="627059" y="3475585"/>
                      <a:pt x="618276" y="3554787"/>
                      <a:pt x="603637" y="3672049"/>
                    </a:cubicBezTo>
                    <a:cubicBezTo>
                      <a:pt x="588999" y="3789312"/>
                      <a:pt x="612420" y="3841548"/>
                      <a:pt x="653562" y="3991786"/>
                    </a:cubicBezTo>
                    <a:cubicBezTo>
                      <a:pt x="694704" y="4142023"/>
                      <a:pt x="767897" y="4299965"/>
                      <a:pt x="776834" y="4358519"/>
                    </a:cubicBezTo>
                    <a:cubicBezTo>
                      <a:pt x="785771" y="4417073"/>
                      <a:pt x="759268" y="4423083"/>
                      <a:pt x="744629" y="4458369"/>
                    </a:cubicBezTo>
                    <a:cubicBezTo>
                      <a:pt x="729991" y="4493656"/>
                      <a:pt x="650789" y="4584414"/>
                      <a:pt x="647861" y="4622629"/>
                    </a:cubicBezTo>
                    <a:cubicBezTo>
                      <a:pt x="644933" y="4660843"/>
                      <a:pt x="671283" y="4690120"/>
                      <a:pt x="744629" y="4710614"/>
                    </a:cubicBezTo>
                    <a:cubicBezTo>
                      <a:pt x="817976" y="4731108"/>
                      <a:pt x="870829" y="4731108"/>
                      <a:pt x="905961" y="4684265"/>
                    </a:cubicBezTo>
                    <a:cubicBezTo>
                      <a:pt x="941093" y="4637421"/>
                      <a:pt x="944175" y="4607990"/>
                      <a:pt x="941248" y="4572704"/>
                    </a:cubicBezTo>
                    <a:cubicBezTo>
                      <a:pt x="938320" y="4537417"/>
                      <a:pt x="929537" y="4531716"/>
                      <a:pt x="941248" y="4499357"/>
                    </a:cubicBezTo>
                    <a:cubicBezTo>
                      <a:pt x="952958" y="4466998"/>
                      <a:pt x="967597" y="4449586"/>
                      <a:pt x="958814" y="4393806"/>
                    </a:cubicBezTo>
                    <a:cubicBezTo>
                      <a:pt x="950031" y="4338025"/>
                      <a:pt x="955886" y="4387950"/>
                      <a:pt x="932465" y="4273462"/>
                    </a:cubicBezTo>
                    <a:cubicBezTo>
                      <a:pt x="909043" y="4158973"/>
                      <a:pt x="935392" y="4009506"/>
                      <a:pt x="935392" y="3944942"/>
                    </a:cubicBezTo>
                    <a:cubicBezTo>
                      <a:pt x="935392" y="3880379"/>
                      <a:pt x="935392" y="3727830"/>
                      <a:pt x="919983" y="3652172"/>
                    </a:cubicBezTo>
                    <a:cubicBezTo>
                      <a:pt x="904574" y="3576514"/>
                      <a:pt x="902417" y="3611030"/>
                      <a:pt x="893634" y="3505479"/>
                    </a:cubicBezTo>
                    <a:cubicBezTo>
                      <a:pt x="884851" y="3399927"/>
                      <a:pt x="899489" y="3388062"/>
                      <a:pt x="899489" y="3311788"/>
                    </a:cubicBezTo>
                    <a:cubicBezTo>
                      <a:pt x="899489" y="3266486"/>
                      <a:pt x="894713" y="3221183"/>
                      <a:pt x="884851" y="3176959"/>
                    </a:cubicBezTo>
                    <a:cubicBezTo>
                      <a:pt x="884851" y="3176959"/>
                      <a:pt x="943559" y="2871862"/>
                      <a:pt x="946487" y="2859997"/>
                    </a:cubicBezTo>
                    <a:cubicBezTo>
                      <a:pt x="949414" y="2848132"/>
                      <a:pt x="992714" y="2645966"/>
                      <a:pt x="992714" y="2645966"/>
                    </a:cubicBezTo>
                    <a:cubicBezTo>
                      <a:pt x="1002884" y="2647815"/>
                      <a:pt x="1011667" y="2654287"/>
                      <a:pt x="1016289" y="2663533"/>
                    </a:cubicBezTo>
                    <a:cubicBezTo>
                      <a:pt x="1022145" y="2678171"/>
                      <a:pt x="1098419" y="3174032"/>
                      <a:pt x="1098419" y="3174032"/>
                    </a:cubicBezTo>
                    <a:cubicBezTo>
                      <a:pt x="1098419" y="3174032"/>
                      <a:pt x="1068988" y="3253234"/>
                      <a:pt x="1071916" y="3305933"/>
                    </a:cubicBezTo>
                    <a:cubicBezTo>
                      <a:pt x="1074843" y="3358631"/>
                      <a:pt x="1107202" y="3508406"/>
                      <a:pt x="1107202" y="3508406"/>
                    </a:cubicBezTo>
                    <a:cubicBezTo>
                      <a:pt x="1107202" y="3508406"/>
                      <a:pt x="1085321" y="3602555"/>
                      <a:pt x="1065290" y="3749249"/>
                    </a:cubicBezTo>
                    <a:cubicBezTo>
                      <a:pt x="1045258" y="3895942"/>
                      <a:pt x="1077001" y="4048490"/>
                      <a:pt x="1074073" y="4139404"/>
                    </a:cubicBezTo>
                    <a:cubicBezTo>
                      <a:pt x="1073303" y="4198728"/>
                      <a:pt x="1066369" y="4257745"/>
                      <a:pt x="1053579" y="4315528"/>
                    </a:cubicBezTo>
                    <a:cubicBezTo>
                      <a:pt x="1044796" y="4356516"/>
                      <a:pt x="1030157" y="4415224"/>
                      <a:pt x="1044796" y="4459294"/>
                    </a:cubicBezTo>
                    <a:lnTo>
                      <a:pt x="1059435" y="4503209"/>
                    </a:lnTo>
                    <a:cubicBezTo>
                      <a:pt x="1052809" y="4542964"/>
                      <a:pt x="1049727" y="4583182"/>
                      <a:pt x="1050651" y="4623553"/>
                    </a:cubicBezTo>
                    <a:cubicBezTo>
                      <a:pt x="1053579" y="4676406"/>
                      <a:pt x="1077001" y="4711538"/>
                      <a:pt x="1112287" y="4717394"/>
                    </a:cubicBezTo>
                    <a:cubicBezTo>
                      <a:pt x="1135093" y="4719397"/>
                      <a:pt x="1157281" y="4709381"/>
                      <a:pt x="1170995" y="4691045"/>
                    </a:cubicBezTo>
                    <a:cubicBezTo>
                      <a:pt x="1198577" y="4706916"/>
                      <a:pt x="1231244" y="4711076"/>
                      <a:pt x="1261908" y="4702756"/>
                    </a:cubicBezTo>
                    <a:cubicBezTo>
                      <a:pt x="1311833" y="4688117"/>
                      <a:pt x="1346966" y="4667469"/>
                      <a:pt x="1335255" y="4626481"/>
                    </a:cubicBezTo>
                    <a:cubicBezTo>
                      <a:pt x="1325855" y="4585031"/>
                      <a:pt x="1307827" y="4546046"/>
                      <a:pt x="1282402" y="4511993"/>
                    </a:cubicBezTo>
                    <a:cubicBezTo>
                      <a:pt x="1250197" y="4468077"/>
                      <a:pt x="1229549" y="4462221"/>
                      <a:pt x="1220766" y="4409369"/>
                    </a:cubicBezTo>
                    <a:cubicBezTo>
                      <a:pt x="1211213" y="4355437"/>
                      <a:pt x="1215373" y="4299965"/>
                      <a:pt x="1232631" y="4248037"/>
                    </a:cubicBezTo>
                    <a:cubicBezTo>
                      <a:pt x="1250197" y="4201040"/>
                      <a:pt x="1326472" y="4057274"/>
                      <a:pt x="1361604" y="3866665"/>
                    </a:cubicBezTo>
                    <a:cubicBezTo>
                      <a:pt x="1396737" y="3676056"/>
                      <a:pt x="1391036" y="3664191"/>
                      <a:pt x="1382252" y="3596700"/>
                    </a:cubicBezTo>
                    <a:cubicBezTo>
                      <a:pt x="1374394" y="3501780"/>
                      <a:pt x="1378400" y="3406091"/>
                      <a:pt x="1393963" y="3312096"/>
                    </a:cubicBezTo>
                    <a:cubicBezTo>
                      <a:pt x="1409372" y="3238749"/>
                      <a:pt x="1511225" y="2974794"/>
                      <a:pt x="1511225" y="2760609"/>
                    </a:cubicBezTo>
                    <a:cubicBezTo>
                      <a:pt x="1507990" y="2584177"/>
                      <a:pt x="1489345" y="2408514"/>
                      <a:pt x="1455137" y="2235472"/>
                    </a:cubicBezTo>
                    <a:cubicBezTo>
                      <a:pt x="1445891" y="2189861"/>
                      <a:pt x="1438957" y="2143942"/>
                      <a:pt x="1434643" y="2097561"/>
                    </a:cubicBezTo>
                    <a:cubicBezTo>
                      <a:pt x="1444659" y="2054108"/>
                      <a:pt x="1444659" y="2009114"/>
                      <a:pt x="1434643" y="1965660"/>
                    </a:cubicBezTo>
                    <a:cubicBezTo>
                      <a:pt x="1417077" y="1904025"/>
                      <a:pt x="1405366" y="1880449"/>
                      <a:pt x="1390727" y="1813112"/>
                    </a:cubicBezTo>
                    <a:cubicBezTo>
                      <a:pt x="1378708" y="1753941"/>
                      <a:pt x="1369925" y="1694154"/>
                      <a:pt x="1364224" y="1634059"/>
                    </a:cubicBezTo>
                    <a:lnTo>
                      <a:pt x="1364224" y="1519725"/>
                    </a:lnTo>
                    <a:cubicBezTo>
                      <a:pt x="1364224" y="1519725"/>
                      <a:pt x="1420004" y="1654553"/>
                      <a:pt x="1446354" y="1748548"/>
                    </a:cubicBezTo>
                    <a:cubicBezTo>
                      <a:pt x="1472703" y="1842543"/>
                      <a:pt x="1472857" y="1898169"/>
                      <a:pt x="1502134" y="1986154"/>
                    </a:cubicBezTo>
                    <a:cubicBezTo>
                      <a:pt x="1531411" y="2074140"/>
                      <a:pt x="1593047" y="2238399"/>
                      <a:pt x="1604758" y="2273686"/>
                    </a:cubicBezTo>
                    <a:cubicBezTo>
                      <a:pt x="1616469" y="2308972"/>
                      <a:pt x="1589349" y="2370454"/>
                      <a:pt x="1601830" y="2464295"/>
                    </a:cubicBezTo>
                    <a:cubicBezTo>
                      <a:pt x="1614311" y="2558135"/>
                      <a:pt x="1625406" y="2719621"/>
                      <a:pt x="1645900" y="2743043"/>
                    </a:cubicBezTo>
                    <a:cubicBezTo>
                      <a:pt x="1666394" y="2766464"/>
                      <a:pt x="1689969" y="2740115"/>
                      <a:pt x="1689969" y="2740115"/>
                    </a:cubicBezTo>
                    <a:cubicBezTo>
                      <a:pt x="1689969" y="2740115"/>
                      <a:pt x="1698752" y="2786342"/>
                      <a:pt x="1716319" y="2792968"/>
                    </a:cubicBezTo>
                    <a:cubicBezTo>
                      <a:pt x="1733885" y="2799594"/>
                      <a:pt x="1757307" y="2781103"/>
                      <a:pt x="1757307" y="2781103"/>
                    </a:cubicBezTo>
                    <a:cubicBezTo>
                      <a:pt x="1759464" y="2794355"/>
                      <a:pt x="1771945" y="2803446"/>
                      <a:pt x="1785197" y="2801289"/>
                    </a:cubicBezTo>
                    <a:cubicBezTo>
                      <a:pt x="1787817" y="2800827"/>
                      <a:pt x="1790282" y="2800056"/>
                      <a:pt x="1792593" y="2798823"/>
                    </a:cubicBezTo>
                    <a:cubicBezTo>
                      <a:pt x="1808465" y="2793738"/>
                      <a:pt x="1821408" y="2781873"/>
                      <a:pt x="1827726" y="2766464"/>
                    </a:cubicBezTo>
                    <a:cubicBezTo>
                      <a:pt x="1827726" y="2766464"/>
                      <a:pt x="1871795" y="2784031"/>
                      <a:pt x="1865940" y="2725477"/>
                    </a:cubicBezTo>
                    <a:cubicBezTo>
                      <a:pt x="1860085" y="2666923"/>
                      <a:pt x="1845446" y="2587566"/>
                      <a:pt x="1845446" y="2570000"/>
                    </a:cubicBezTo>
                    <a:cubicBezTo>
                      <a:pt x="1845446" y="2552434"/>
                      <a:pt x="1848374" y="2496653"/>
                      <a:pt x="1848374" y="2496653"/>
                    </a:cubicBezTo>
                    <a:cubicBezTo>
                      <a:pt x="1863783" y="2509135"/>
                      <a:pt x="1881811" y="2518072"/>
                      <a:pt x="1901073" y="2523003"/>
                    </a:cubicBezTo>
                    <a:cubicBezTo>
                      <a:pt x="1924648" y="2525930"/>
                      <a:pt x="1948070" y="2549352"/>
                      <a:pt x="1965636" y="2523003"/>
                    </a:cubicBezTo>
                    <a:cubicBezTo>
                      <a:pt x="1983202" y="2496653"/>
                      <a:pt x="1968563" y="2487870"/>
                      <a:pt x="1936359" y="2467222"/>
                    </a:cubicBezTo>
                    <a:cubicBezTo>
                      <a:pt x="1904154" y="2446574"/>
                      <a:pt x="1901073" y="2440873"/>
                      <a:pt x="1877651" y="2405586"/>
                    </a:cubicBezTo>
                    <a:cubicBezTo>
                      <a:pt x="1854229" y="2370300"/>
                      <a:pt x="1874723" y="2361671"/>
                      <a:pt x="1824798" y="2317601"/>
                    </a:cubicBezTo>
                    <a:cubicBezTo>
                      <a:pt x="1774873" y="2273532"/>
                      <a:pt x="1742668" y="2253038"/>
                      <a:pt x="1742668" y="2214978"/>
                    </a:cubicBezTo>
                    <a:cubicBezTo>
                      <a:pt x="1742668" y="2176917"/>
                      <a:pt x="1780882" y="1939157"/>
                      <a:pt x="1745596" y="1769042"/>
                    </a:cubicBezTo>
                    <a:cubicBezTo>
                      <a:pt x="1710309" y="1598927"/>
                      <a:pt x="1691664" y="1594304"/>
                      <a:pt x="1686271" y="1568571"/>
                    </a:cubicBezTo>
                    <a:cubicBezTo>
                      <a:pt x="1680878" y="1542838"/>
                      <a:pt x="1629104" y="1303383"/>
                      <a:pt x="1629104" y="1303383"/>
                    </a:cubicBezTo>
                    <a:cubicBezTo>
                      <a:pt x="1629104" y="1303383"/>
                      <a:pt x="1675331" y="1118475"/>
                      <a:pt x="1593817" y="962999"/>
                    </a:cubicBezTo>
                    <a:cubicBezTo>
                      <a:pt x="1512304" y="807522"/>
                      <a:pt x="1400281" y="819233"/>
                      <a:pt x="1315223" y="781173"/>
                    </a:cubicBezTo>
                    <a:cubicBezTo>
                      <a:pt x="1230166" y="743113"/>
                      <a:pt x="1162675" y="734946"/>
                      <a:pt x="1150810" y="710754"/>
                    </a:cubicBezTo>
                    <a:cubicBezTo>
                      <a:pt x="1142335" y="690106"/>
                      <a:pt x="1136325" y="668379"/>
                      <a:pt x="1133243" y="646190"/>
                    </a:cubicBezTo>
                    <a:cubicBezTo>
                      <a:pt x="1133243" y="646190"/>
                      <a:pt x="1209518" y="540639"/>
                      <a:pt x="1212445" y="505353"/>
                    </a:cubicBezTo>
                    <a:lnTo>
                      <a:pt x="1215373" y="470220"/>
                    </a:lnTo>
                    <a:cubicBezTo>
                      <a:pt x="1215373" y="470220"/>
                      <a:pt x="1261600" y="452654"/>
                      <a:pt x="1274081" y="362357"/>
                    </a:cubicBezTo>
                    <a:cubicBezTo>
                      <a:pt x="1286563" y="272061"/>
                      <a:pt x="1224002" y="285929"/>
                      <a:pt x="1224002" y="285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28"/>
              <p:cNvSpPr/>
              <p:nvPr/>
            </p:nvSpPr>
            <p:spPr>
              <a:xfrm>
                <a:off x="5475959" y="2780709"/>
                <a:ext cx="97847" cy="58311"/>
              </a:xfrm>
              <a:custGeom>
                <a:rect b="b" l="l" r="r" t="t"/>
                <a:pathLst>
                  <a:path extrusionOk="0" h="58311" w="97847">
                    <a:moveTo>
                      <a:pt x="0" y="51466"/>
                    </a:moveTo>
                    <a:cubicBezTo>
                      <a:pt x="0" y="51466"/>
                      <a:pt x="36365" y="85982"/>
                      <a:pt x="97847"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28"/>
              <p:cNvSpPr/>
              <p:nvPr/>
            </p:nvSpPr>
            <p:spPr>
              <a:xfrm>
                <a:off x="5319866" y="2789954"/>
                <a:ext cx="62406" cy="407721"/>
              </a:xfrm>
              <a:custGeom>
                <a:rect b="b" l="l" r="r" t="t"/>
                <a:pathLst>
                  <a:path extrusionOk="0" h="407721" w="62406">
                    <a:moveTo>
                      <a:pt x="62406" y="0"/>
                    </a:moveTo>
                    <a:cubicBezTo>
                      <a:pt x="62406" y="0"/>
                      <a:pt x="54394" y="244232"/>
                      <a:pt x="0" y="407721"/>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28"/>
              <p:cNvSpPr/>
              <p:nvPr/>
            </p:nvSpPr>
            <p:spPr>
              <a:xfrm>
                <a:off x="6610367" y="2473454"/>
                <a:ext cx="74733" cy="724221"/>
              </a:xfrm>
              <a:custGeom>
                <a:rect b="b" l="l" r="r" t="t"/>
                <a:pathLst>
                  <a:path extrusionOk="0" h="724221" w="74733">
                    <a:moveTo>
                      <a:pt x="74734" y="724222"/>
                    </a:moveTo>
                    <a:cubicBezTo>
                      <a:pt x="-4777" y="440850"/>
                      <a:pt x="30818" y="289534"/>
                      <a:pt x="30818" y="289534"/>
                    </a:cubicBezTo>
                    <a:cubicBezTo>
                      <a:pt x="30818" y="289534"/>
                      <a:pt x="22035" y="147464"/>
                      <a:pt x="0"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28"/>
              <p:cNvSpPr/>
              <p:nvPr/>
            </p:nvSpPr>
            <p:spPr>
              <a:xfrm>
                <a:off x="5353463" y="2516445"/>
                <a:ext cx="18331" cy="246543"/>
              </a:xfrm>
              <a:custGeom>
                <a:rect b="b" l="l" r="r" t="t"/>
                <a:pathLst>
                  <a:path extrusionOk="0" h="246543" w="18331">
                    <a:moveTo>
                      <a:pt x="18332" y="246543"/>
                    </a:moveTo>
                    <a:cubicBezTo>
                      <a:pt x="18332" y="246543"/>
                      <a:pt x="-14181" y="116800"/>
                      <a:pt x="7392"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28"/>
              <p:cNvSpPr/>
              <p:nvPr/>
            </p:nvSpPr>
            <p:spPr>
              <a:xfrm>
                <a:off x="6429928" y="2777627"/>
                <a:ext cx="120652" cy="67838"/>
              </a:xfrm>
              <a:custGeom>
                <a:rect b="b" l="l" r="r" t="t"/>
                <a:pathLst>
                  <a:path extrusionOk="0" h="67838" w="120652">
                    <a:moveTo>
                      <a:pt x="120652" y="54548"/>
                    </a:moveTo>
                    <a:cubicBezTo>
                      <a:pt x="120652" y="54548"/>
                      <a:pt x="64101" y="108171"/>
                      <a:pt x="0"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28"/>
              <p:cNvSpPr/>
              <p:nvPr/>
            </p:nvSpPr>
            <p:spPr>
              <a:xfrm>
                <a:off x="5662099" y="1987918"/>
                <a:ext cx="120035" cy="59940"/>
              </a:xfrm>
              <a:custGeom>
                <a:rect b="b" l="l" r="r" t="t"/>
                <a:pathLst>
                  <a:path extrusionOk="0" h="59940" w="120035">
                    <a:moveTo>
                      <a:pt x="0" y="59941"/>
                    </a:moveTo>
                    <a:lnTo>
                      <a:pt x="120036" y="0"/>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28"/>
              <p:cNvSpPr/>
              <p:nvPr/>
            </p:nvSpPr>
            <p:spPr>
              <a:xfrm>
                <a:off x="5759792" y="2015808"/>
                <a:ext cx="60557" cy="62868"/>
              </a:xfrm>
              <a:custGeom>
                <a:rect b="b" l="l" r="r" t="t"/>
                <a:pathLst>
                  <a:path extrusionOk="0" h="62868" w="60557">
                    <a:moveTo>
                      <a:pt x="0" y="62869"/>
                    </a:moveTo>
                    <a:lnTo>
                      <a:pt x="60557" y="0"/>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28"/>
              <p:cNvSpPr/>
              <p:nvPr/>
            </p:nvSpPr>
            <p:spPr>
              <a:xfrm>
                <a:off x="6206344" y="1980984"/>
                <a:ext cx="99233" cy="64255"/>
              </a:xfrm>
              <a:custGeom>
                <a:rect b="b" l="l" r="r" t="t"/>
                <a:pathLst>
                  <a:path extrusionOk="0" h="64255" w="99233">
                    <a:moveTo>
                      <a:pt x="99234" y="64255"/>
                    </a:moveTo>
                    <a:lnTo>
                      <a:pt x="0" y="0"/>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28"/>
              <p:cNvSpPr/>
              <p:nvPr/>
            </p:nvSpPr>
            <p:spPr>
              <a:xfrm>
                <a:off x="6157652" y="2029676"/>
                <a:ext cx="34670" cy="61944"/>
              </a:xfrm>
              <a:custGeom>
                <a:rect b="b" l="l" r="r" t="t"/>
                <a:pathLst>
                  <a:path extrusionOk="0" h="61944" w="34670">
                    <a:moveTo>
                      <a:pt x="34670" y="61944"/>
                    </a:moveTo>
                    <a:lnTo>
                      <a:pt x="0" y="0"/>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28"/>
              <p:cNvSpPr/>
              <p:nvPr/>
            </p:nvSpPr>
            <p:spPr>
              <a:xfrm>
                <a:off x="6233156" y="2550191"/>
                <a:ext cx="64717" cy="141146"/>
              </a:xfrm>
              <a:custGeom>
                <a:rect b="b" l="l" r="r" t="t"/>
                <a:pathLst>
                  <a:path extrusionOk="0" h="141146" w="64717">
                    <a:moveTo>
                      <a:pt x="64718" y="0"/>
                    </a:moveTo>
                    <a:cubicBezTo>
                      <a:pt x="64718" y="0"/>
                      <a:pt x="17566" y="130668"/>
                      <a:pt x="0" y="141146"/>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28"/>
              <p:cNvSpPr/>
              <p:nvPr/>
            </p:nvSpPr>
            <p:spPr>
              <a:xfrm>
                <a:off x="6249181" y="2608591"/>
                <a:ext cx="99233" cy="118803"/>
              </a:xfrm>
              <a:custGeom>
                <a:rect b="b" l="l" r="r" t="t"/>
                <a:pathLst>
                  <a:path extrusionOk="0" h="118803" w="99233">
                    <a:moveTo>
                      <a:pt x="99234" y="0"/>
                    </a:moveTo>
                    <a:cubicBezTo>
                      <a:pt x="99234" y="0"/>
                      <a:pt x="83825" y="112640"/>
                      <a:pt x="0" y="118803"/>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28"/>
              <p:cNvSpPr/>
              <p:nvPr/>
            </p:nvSpPr>
            <p:spPr>
              <a:xfrm>
                <a:off x="6258889" y="2693032"/>
                <a:ext cx="99542" cy="90912"/>
              </a:xfrm>
              <a:custGeom>
                <a:rect b="b" l="l" r="r" t="t"/>
                <a:pathLst>
                  <a:path extrusionOk="0" h="90912" w="99542">
                    <a:moveTo>
                      <a:pt x="99542" y="0"/>
                    </a:moveTo>
                    <a:cubicBezTo>
                      <a:pt x="99542" y="0"/>
                      <a:pt x="54085" y="90913"/>
                      <a:pt x="0" y="90913"/>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28"/>
              <p:cNvSpPr/>
              <p:nvPr/>
            </p:nvSpPr>
            <p:spPr>
              <a:xfrm>
                <a:off x="6274298" y="2760061"/>
                <a:ext cx="78477" cy="107862"/>
              </a:xfrm>
              <a:custGeom>
                <a:rect b="b" l="l" r="r" t="t"/>
                <a:pathLst>
                  <a:path extrusionOk="0" h="107862" w="78477">
                    <a:moveTo>
                      <a:pt x="77969" y="0"/>
                    </a:moveTo>
                    <a:cubicBezTo>
                      <a:pt x="83054" y="50541"/>
                      <a:pt x="49463" y="96768"/>
                      <a:pt x="0" y="107863"/>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28"/>
              <p:cNvSpPr/>
              <p:nvPr/>
            </p:nvSpPr>
            <p:spPr>
              <a:xfrm>
                <a:off x="6287241" y="2842345"/>
                <a:ext cx="44977" cy="151470"/>
              </a:xfrm>
              <a:custGeom>
                <a:rect b="b" l="l" r="r" t="t"/>
                <a:pathLst>
                  <a:path extrusionOk="0" h="151470" w="44977">
                    <a:moveTo>
                      <a:pt x="43145" y="0"/>
                    </a:moveTo>
                    <a:cubicBezTo>
                      <a:pt x="43145" y="0"/>
                      <a:pt x="58554" y="90913"/>
                      <a:pt x="0" y="15147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28"/>
              <p:cNvSpPr/>
              <p:nvPr/>
            </p:nvSpPr>
            <p:spPr>
              <a:xfrm>
                <a:off x="5642209" y="2755746"/>
                <a:ext cx="102173" cy="115721"/>
              </a:xfrm>
              <a:custGeom>
                <a:rect b="b" l="l" r="r" t="t"/>
                <a:pathLst>
                  <a:path extrusionOk="0" h="115721" w="102173">
                    <a:moveTo>
                      <a:pt x="12" y="0"/>
                    </a:moveTo>
                    <a:cubicBezTo>
                      <a:pt x="12" y="0"/>
                      <a:pt x="-3378" y="73347"/>
                      <a:pt x="102174" y="115721"/>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28"/>
              <p:cNvSpPr/>
              <p:nvPr/>
            </p:nvSpPr>
            <p:spPr>
              <a:xfrm>
                <a:off x="5702933" y="2550191"/>
                <a:ext cx="64717" cy="141146"/>
              </a:xfrm>
              <a:custGeom>
                <a:rect b="b" l="l" r="r" t="t"/>
                <a:pathLst>
                  <a:path extrusionOk="0" h="141146" w="64717">
                    <a:moveTo>
                      <a:pt x="0" y="0"/>
                    </a:moveTo>
                    <a:cubicBezTo>
                      <a:pt x="0" y="0"/>
                      <a:pt x="47151" y="130668"/>
                      <a:pt x="64718" y="141146"/>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28"/>
              <p:cNvSpPr/>
              <p:nvPr/>
            </p:nvSpPr>
            <p:spPr>
              <a:xfrm>
                <a:off x="5633593" y="2591333"/>
                <a:ext cx="118495" cy="136061"/>
              </a:xfrm>
              <a:custGeom>
                <a:rect b="b" l="l" r="r" t="t"/>
                <a:pathLst>
                  <a:path extrusionOk="0" h="136061" w="118495">
                    <a:moveTo>
                      <a:pt x="0" y="0"/>
                    </a:moveTo>
                    <a:cubicBezTo>
                      <a:pt x="0" y="0"/>
                      <a:pt x="48846" y="129127"/>
                      <a:pt x="118495" y="136061"/>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28"/>
              <p:cNvSpPr/>
              <p:nvPr/>
            </p:nvSpPr>
            <p:spPr>
              <a:xfrm>
                <a:off x="5642222" y="2693032"/>
                <a:ext cx="99696" cy="90912"/>
              </a:xfrm>
              <a:custGeom>
                <a:rect b="b" l="l" r="r" t="t"/>
                <a:pathLst>
                  <a:path extrusionOk="0" h="90912" w="99696">
                    <a:moveTo>
                      <a:pt x="0" y="0"/>
                    </a:moveTo>
                    <a:cubicBezTo>
                      <a:pt x="0" y="0"/>
                      <a:pt x="46227" y="90913"/>
                      <a:pt x="99696" y="90913"/>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28"/>
              <p:cNvSpPr/>
              <p:nvPr/>
            </p:nvSpPr>
            <p:spPr>
              <a:xfrm>
                <a:off x="5670420" y="2842345"/>
                <a:ext cx="58400" cy="155938"/>
              </a:xfrm>
              <a:custGeom>
                <a:rect b="b" l="l" r="r" t="t"/>
                <a:pathLst>
                  <a:path extrusionOk="0" h="155938" w="58400">
                    <a:moveTo>
                      <a:pt x="0" y="0"/>
                    </a:moveTo>
                    <a:cubicBezTo>
                      <a:pt x="0" y="0"/>
                      <a:pt x="0" y="95227"/>
                      <a:pt x="58400" y="155939"/>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28"/>
              <p:cNvSpPr/>
              <p:nvPr/>
            </p:nvSpPr>
            <p:spPr>
              <a:xfrm>
                <a:off x="5951326" y="1852473"/>
                <a:ext cx="100620" cy="169652"/>
              </a:xfrm>
              <a:custGeom>
                <a:rect b="b" l="l" r="r" t="t"/>
                <a:pathLst>
                  <a:path extrusionOk="0" h="169652" w="100620">
                    <a:moveTo>
                      <a:pt x="0" y="0"/>
                    </a:moveTo>
                    <a:lnTo>
                      <a:pt x="50387" y="169653"/>
                    </a:lnTo>
                    <a:lnTo>
                      <a:pt x="100621" y="0"/>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28"/>
              <p:cNvSpPr/>
              <p:nvPr/>
            </p:nvSpPr>
            <p:spPr>
              <a:xfrm>
                <a:off x="5720834" y="1151272"/>
                <a:ext cx="555590" cy="709591"/>
              </a:xfrm>
              <a:custGeom>
                <a:rect b="b" l="l" r="r" t="t"/>
                <a:pathLst>
                  <a:path extrusionOk="0" h="709591" w="555590">
                    <a:moveTo>
                      <a:pt x="492290" y="503812"/>
                    </a:moveTo>
                    <a:lnTo>
                      <a:pt x="495218" y="468679"/>
                    </a:lnTo>
                    <a:cubicBezTo>
                      <a:pt x="495218" y="468679"/>
                      <a:pt x="541445" y="451113"/>
                      <a:pt x="553926" y="360816"/>
                    </a:cubicBezTo>
                    <a:cubicBezTo>
                      <a:pt x="566407" y="270520"/>
                      <a:pt x="504617" y="285929"/>
                      <a:pt x="504617" y="285929"/>
                    </a:cubicBezTo>
                    <a:cubicBezTo>
                      <a:pt x="504617" y="285929"/>
                      <a:pt x="514171" y="152179"/>
                      <a:pt x="452073" y="71128"/>
                    </a:cubicBezTo>
                    <a:cubicBezTo>
                      <a:pt x="389974" y="-9923"/>
                      <a:pt x="246671" y="-10077"/>
                      <a:pt x="184727" y="13806"/>
                    </a:cubicBezTo>
                    <a:cubicBezTo>
                      <a:pt x="122783" y="37690"/>
                      <a:pt x="60531" y="80681"/>
                      <a:pt x="46046" y="152487"/>
                    </a:cubicBezTo>
                    <a:cubicBezTo>
                      <a:pt x="37263" y="204569"/>
                      <a:pt x="34027" y="257422"/>
                      <a:pt x="36493" y="310121"/>
                    </a:cubicBezTo>
                    <a:cubicBezTo>
                      <a:pt x="11530" y="315514"/>
                      <a:pt x="-4341" y="340168"/>
                      <a:pt x="1052" y="365131"/>
                    </a:cubicBezTo>
                    <a:cubicBezTo>
                      <a:pt x="1514" y="367442"/>
                      <a:pt x="2131" y="369600"/>
                      <a:pt x="3055" y="371757"/>
                    </a:cubicBezTo>
                    <a:cubicBezTo>
                      <a:pt x="10606" y="401804"/>
                      <a:pt x="25398" y="429694"/>
                      <a:pt x="46046" y="452808"/>
                    </a:cubicBezTo>
                    <a:cubicBezTo>
                      <a:pt x="46046" y="452808"/>
                      <a:pt x="60377" y="519683"/>
                      <a:pt x="69930" y="548344"/>
                    </a:cubicBezTo>
                    <a:cubicBezTo>
                      <a:pt x="79484" y="577004"/>
                      <a:pt x="131566" y="639102"/>
                      <a:pt x="131566" y="639102"/>
                    </a:cubicBezTo>
                    <a:cubicBezTo>
                      <a:pt x="131566" y="639102"/>
                      <a:pt x="196284" y="696578"/>
                      <a:pt x="229875" y="702587"/>
                    </a:cubicBezTo>
                    <a:cubicBezTo>
                      <a:pt x="263467" y="708597"/>
                      <a:pt x="299986" y="714760"/>
                      <a:pt x="330496" y="702587"/>
                    </a:cubicBezTo>
                    <a:cubicBezTo>
                      <a:pt x="361005" y="690414"/>
                      <a:pt x="412472" y="645266"/>
                      <a:pt x="412472" y="645266"/>
                    </a:cubicBezTo>
                    <a:cubicBezTo>
                      <a:pt x="412472" y="645266"/>
                      <a:pt x="488900" y="538328"/>
                      <a:pt x="492290" y="503812"/>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28"/>
              <p:cNvSpPr/>
              <p:nvPr/>
            </p:nvSpPr>
            <p:spPr>
              <a:xfrm>
                <a:off x="5797641" y="1254652"/>
                <a:ext cx="401858" cy="579840"/>
              </a:xfrm>
              <a:custGeom>
                <a:rect b="b" l="l" r="r" t="t"/>
                <a:pathLst>
                  <a:path extrusionOk="0" h="579840" w="401858">
                    <a:moveTo>
                      <a:pt x="42278" y="172071"/>
                    </a:moveTo>
                    <a:cubicBezTo>
                      <a:pt x="42278" y="172071"/>
                      <a:pt x="25020" y="86397"/>
                      <a:pt x="23325" y="55734"/>
                    </a:cubicBezTo>
                    <a:cubicBezTo>
                      <a:pt x="21630" y="25070"/>
                      <a:pt x="35344" y="6117"/>
                      <a:pt x="110694" y="6117"/>
                    </a:cubicBezTo>
                    <a:cubicBezTo>
                      <a:pt x="186044" y="6117"/>
                      <a:pt x="192824" y="108740"/>
                      <a:pt x="192824" y="108740"/>
                    </a:cubicBezTo>
                    <a:cubicBezTo>
                      <a:pt x="192824" y="108740"/>
                      <a:pt x="206538" y="19677"/>
                      <a:pt x="244136" y="9507"/>
                    </a:cubicBezTo>
                    <a:cubicBezTo>
                      <a:pt x="281734" y="-663"/>
                      <a:pt x="362169" y="-11141"/>
                      <a:pt x="374188" y="26611"/>
                    </a:cubicBezTo>
                    <a:cubicBezTo>
                      <a:pt x="386207" y="64363"/>
                      <a:pt x="351845" y="172071"/>
                      <a:pt x="351845" y="172071"/>
                    </a:cubicBezTo>
                    <a:lnTo>
                      <a:pt x="338285" y="313988"/>
                    </a:lnTo>
                    <a:cubicBezTo>
                      <a:pt x="338285" y="313988"/>
                      <a:pt x="389597" y="303818"/>
                      <a:pt x="398072" y="332787"/>
                    </a:cubicBezTo>
                    <a:cubicBezTo>
                      <a:pt x="406546" y="356671"/>
                      <a:pt x="400537" y="383328"/>
                      <a:pt x="382663" y="401357"/>
                    </a:cubicBezTo>
                    <a:cubicBezTo>
                      <a:pt x="367254" y="414917"/>
                      <a:pt x="312552" y="450974"/>
                      <a:pt x="312552" y="450974"/>
                    </a:cubicBezTo>
                    <a:cubicBezTo>
                      <a:pt x="305772" y="470235"/>
                      <a:pt x="301765" y="490421"/>
                      <a:pt x="300533" y="510760"/>
                    </a:cubicBezTo>
                    <a:cubicBezTo>
                      <a:pt x="296218" y="540962"/>
                      <a:pt x="276032" y="566541"/>
                      <a:pt x="247526" y="577481"/>
                    </a:cubicBezTo>
                    <a:cubicBezTo>
                      <a:pt x="227032" y="584415"/>
                      <a:pt x="216708" y="575786"/>
                      <a:pt x="220098" y="555292"/>
                    </a:cubicBezTo>
                    <a:cubicBezTo>
                      <a:pt x="223488" y="534798"/>
                      <a:pt x="227032" y="519389"/>
                      <a:pt x="227032" y="519389"/>
                    </a:cubicBezTo>
                    <a:lnTo>
                      <a:pt x="165396" y="515383"/>
                    </a:lnTo>
                    <a:cubicBezTo>
                      <a:pt x="165396" y="515383"/>
                      <a:pt x="186044" y="566849"/>
                      <a:pt x="174025" y="575324"/>
                    </a:cubicBezTo>
                    <a:cubicBezTo>
                      <a:pt x="162006" y="583799"/>
                      <a:pt x="139663" y="578406"/>
                      <a:pt x="112389" y="550978"/>
                    </a:cubicBezTo>
                    <a:cubicBezTo>
                      <a:pt x="85115" y="523550"/>
                      <a:pt x="93282" y="457754"/>
                      <a:pt x="93282" y="457754"/>
                    </a:cubicBezTo>
                    <a:cubicBezTo>
                      <a:pt x="93282" y="457754"/>
                      <a:pt x="100678" y="439725"/>
                      <a:pt x="64159" y="426936"/>
                    </a:cubicBezTo>
                    <a:cubicBezTo>
                      <a:pt x="28564" y="417690"/>
                      <a:pt x="2985" y="386564"/>
                      <a:pt x="828" y="349891"/>
                    </a:cubicBezTo>
                    <a:cubicBezTo>
                      <a:pt x="-3024" y="330321"/>
                      <a:pt x="6838" y="310752"/>
                      <a:pt x="24712" y="302123"/>
                    </a:cubicBezTo>
                    <a:cubicBezTo>
                      <a:pt x="35190" y="293340"/>
                      <a:pt x="42433" y="281167"/>
                      <a:pt x="45360" y="267761"/>
                    </a:cubicBezTo>
                    <a:cubicBezTo>
                      <a:pt x="46439" y="235864"/>
                      <a:pt x="45360" y="203814"/>
                      <a:pt x="42278" y="172071"/>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28"/>
              <p:cNvSpPr/>
              <p:nvPr/>
            </p:nvSpPr>
            <p:spPr>
              <a:xfrm>
                <a:off x="5857530" y="1895618"/>
                <a:ext cx="285791" cy="265188"/>
              </a:xfrm>
              <a:custGeom>
                <a:rect b="b" l="l" r="r" t="t"/>
                <a:pathLst>
                  <a:path extrusionOk="0" h="265188" w="285791">
                    <a:moveTo>
                      <a:pt x="109" y="13252"/>
                    </a:moveTo>
                    <a:cubicBezTo>
                      <a:pt x="109" y="13252"/>
                      <a:pt x="-4976" y="59479"/>
                      <a:pt x="54195" y="141917"/>
                    </a:cubicBezTo>
                    <a:cubicBezTo>
                      <a:pt x="113365" y="224355"/>
                      <a:pt x="144337" y="265188"/>
                      <a:pt x="144337" y="265188"/>
                    </a:cubicBezTo>
                    <a:cubicBezTo>
                      <a:pt x="144337" y="265188"/>
                      <a:pt x="211212" y="162256"/>
                      <a:pt x="244650" y="115875"/>
                    </a:cubicBezTo>
                    <a:cubicBezTo>
                      <a:pt x="266684" y="80743"/>
                      <a:pt x="280707" y="41142"/>
                      <a:pt x="285792"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28"/>
              <p:cNvSpPr/>
              <p:nvPr/>
            </p:nvSpPr>
            <p:spPr>
              <a:xfrm>
                <a:off x="5346832" y="2114733"/>
                <a:ext cx="297239" cy="351786"/>
              </a:xfrm>
              <a:custGeom>
                <a:rect b="b" l="l" r="r" t="t"/>
                <a:pathLst>
                  <a:path extrusionOk="0" h="351786" w="297239">
                    <a:moveTo>
                      <a:pt x="297239" y="0"/>
                    </a:moveTo>
                    <a:cubicBezTo>
                      <a:pt x="297239" y="0"/>
                      <a:pt x="263802" y="118341"/>
                      <a:pt x="222506" y="184908"/>
                    </a:cubicBezTo>
                    <a:cubicBezTo>
                      <a:pt x="181210" y="251474"/>
                      <a:pt x="114643" y="264726"/>
                      <a:pt x="73347" y="282600"/>
                    </a:cubicBezTo>
                    <a:cubicBezTo>
                      <a:pt x="32051" y="300475"/>
                      <a:pt x="0" y="351787"/>
                      <a:pt x="0" y="351787"/>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28"/>
              <p:cNvSpPr/>
              <p:nvPr/>
            </p:nvSpPr>
            <p:spPr>
              <a:xfrm>
                <a:off x="6336396" y="2137847"/>
                <a:ext cx="267345" cy="301091"/>
              </a:xfrm>
              <a:custGeom>
                <a:rect b="b" l="l" r="r" t="t"/>
                <a:pathLst>
                  <a:path extrusionOk="0" h="301091" w="267345">
                    <a:moveTo>
                      <a:pt x="0" y="0"/>
                    </a:moveTo>
                    <a:cubicBezTo>
                      <a:pt x="0" y="0"/>
                      <a:pt x="79819" y="146848"/>
                      <a:pt x="123272" y="195694"/>
                    </a:cubicBezTo>
                    <a:cubicBezTo>
                      <a:pt x="166725" y="244540"/>
                      <a:pt x="213260" y="252245"/>
                      <a:pt x="236528" y="270273"/>
                    </a:cubicBezTo>
                    <a:cubicBezTo>
                      <a:pt x="248393" y="278748"/>
                      <a:pt x="258871" y="289226"/>
                      <a:pt x="267346" y="301091"/>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28"/>
              <p:cNvSpPr/>
              <p:nvPr/>
            </p:nvSpPr>
            <p:spPr>
              <a:xfrm>
                <a:off x="5905561" y="1666606"/>
                <a:ext cx="186140" cy="110932"/>
              </a:xfrm>
              <a:custGeom>
                <a:rect b="b" l="l" r="r" t="t"/>
                <a:pathLst>
                  <a:path extrusionOk="0" h="110932" w="186140">
                    <a:moveTo>
                      <a:pt x="186140" y="39327"/>
                    </a:moveTo>
                    <a:cubicBezTo>
                      <a:pt x="172580" y="21145"/>
                      <a:pt x="153165" y="8201"/>
                      <a:pt x="131130" y="2808"/>
                    </a:cubicBezTo>
                    <a:cubicBezTo>
                      <a:pt x="97539" y="-3355"/>
                      <a:pt x="54085" y="-274"/>
                      <a:pt x="27428" y="21145"/>
                    </a:cubicBezTo>
                    <a:lnTo>
                      <a:pt x="0" y="42409"/>
                    </a:lnTo>
                    <a:cubicBezTo>
                      <a:pt x="0" y="42409"/>
                      <a:pt x="15409" y="91256"/>
                      <a:pt x="57938" y="104045"/>
                    </a:cubicBezTo>
                    <a:cubicBezTo>
                      <a:pt x="87985" y="114985"/>
                      <a:pt x="121115" y="112828"/>
                      <a:pt x="149467" y="98035"/>
                    </a:cubicBezTo>
                    <a:cubicBezTo>
                      <a:pt x="176895" y="85246"/>
                      <a:pt x="186140" y="39327"/>
                      <a:pt x="186140" y="39327"/>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28"/>
              <p:cNvSpPr/>
              <p:nvPr/>
            </p:nvSpPr>
            <p:spPr>
              <a:xfrm>
                <a:off x="5905561" y="1705933"/>
                <a:ext cx="186140" cy="13112"/>
              </a:xfrm>
              <a:custGeom>
                <a:rect b="b" l="l" r="r" t="t"/>
                <a:pathLst>
                  <a:path extrusionOk="0" h="13112" w="186140">
                    <a:moveTo>
                      <a:pt x="186140" y="0"/>
                    </a:moveTo>
                    <a:cubicBezTo>
                      <a:pt x="100621" y="27582"/>
                      <a:pt x="0" y="3082"/>
                      <a:pt x="0" y="3082"/>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28"/>
              <p:cNvSpPr/>
              <p:nvPr/>
            </p:nvSpPr>
            <p:spPr>
              <a:xfrm>
                <a:off x="5804587" y="1411637"/>
                <a:ext cx="171516" cy="169107"/>
              </a:xfrm>
              <a:custGeom>
                <a:rect b="b" l="l" r="r" t="t"/>
                <a:pathLst>
                  <a:path extrusionOk="0" h="169107" w="171516">
                    <a:moveTo>
                      <a:pt x="168927" y="76568"/>
                    </a:moveTo>
                    <a:cubicBezTo>
                      <a:pt x="175399" y="55920"/>
                      <a:pt x="169544" y="33269"/>
                      <a:pt x="153518" y="18476"/>
                    </a:cubicBezTo>
                    <a:cubicBezTo>
                      <a:pt x="126091" y="-5562"/>
                      <a:pt x="64455" y="-5562"/>
                      <a:pt x="35486" y="15086"/>
                    </a:cubicBezTo>
                    <a:cubicBezTo>
                      <a:pt x="2202" y="38662"/>
                      <a:pt x="-9354" y="82578"/>
                      <a:pt x="8058" y="119405"/>
                    </a:cubicBezTo>
                    <a:cubicBezTo>
                      <a:pt x="26857" y="162242"/>
                      <a:pt x="98663" y="174107"/>
                      <a:pt x="119311" y="167327"/>
                    </a:cubicBezTo>
                    <a:cubicBezTo>
                      <a:pt x="139959" y="160547"/>
                      <a:pt x="150128" y="146833"/>
                      <a:pt x="160298" y="119405"/>
                    </a:cubicBezTo>
                    <a:cubicBezTo>
                      <a:pt x="166154" y="105845"/>
                      <a:pt x="169082" y="91361"/>
                      <a:pt x="168927" y="76568"/>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28"/>
              <p:cNvSpPr/>
              <p:nvPr/>
            </p:nvSpPr>
            <p:spPr>
              <a:xfrm>
                <a:off x="6013609" y="1411637"/>
                <a:ext cx="171516" cy="169107"/>
              </a:xfrm>
              <a:custGeom>
                <a:rect b="b" l="l" r="r" t="t"/>
                <a:pathLst>
                  <a:path extrusionOk="0" h="169107" w="171516">
                    <a:moveTo>
                      <a:pt x="2589" y="76568"/>
                    </a:moveTo>
                    <a:cubicBezTo>
                      <a:pt x="-3883" y="55920"/>
                      <a:pt x="1972" y="33269"/>
                      <a:pt x="17998" y="18476"/>
                    </a:cubicBezTo>
                    <a:cubicBezTo>
                      <a:pt x="45426" y="-5562"/>
                      <a:pt x="107061" y="-5562"/>
                      <a:pt x="136030" y="15086"/>
                    </a:cubicBezTo>
                    <a:cubicBezTo>
                      <a:pt x="169314" y="38662"/>
                      <a:pt x="180871" y="82578"/>
                      <a:pt x="163458" y="119405"/>
                    </a:cubicBezTo>
                    <a:cubicBezTo>
                      <a:pt x="144659" y="162242"/>
                      <a:pt x="72854" y="174107"/>
                      <a:pt x="52206" y="167327"/>
                    </a:cubicBezTo>
                    <a:cubicBezTo>
                      <a:pt x="31558" y="160547"/>
                      <a:pt x="21388" y="146833"/>
                      <a:pt x="11218" y="119405"/>
                    </a:cubicBezTo>
                    <a:cubicBezTo>
                      <a:pt x="5362" y="105845"/>
                      <a:pt x="2435" y="91361"/>
                      <a:pt x="2589" y="76568"/>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28"/>
              <p:cNvSpPr/>
              <p:nvPr/>
            </p:nvSpPr>
            <p:spPr>
              <a:xfrm>
                <a:off x="5856715" y="1464783"/>
                <a:ext cx="94611" cy="55010"/>
              </a:xfrm>
              <a:custGeom>
                <a:rect b="b" l="l" r="r" t="t"/>
                <a:pathLst>
                  <a:path extrusionOk="0" h="55010" w="94611">
                    <a:moveTo>
                      <a:pt x="94611" y="27582"/>
                    </a:moveTo>
                    <a:cubicBezTo>
                      <a:pt x="94611" y="42991"/>
                      <a:pt x="73347" y="55010"/>
                      <a:pt x="47305" y="55010"/>
                    </a:cubicBezTo>
                    <a:cubicBezTo>
                      <a:pt x="21264" y="55010"/>
                      <a:pt x="0" y="42683"/>
                      <a:pt x="0" y="27582"/>
                    </a:cubicBezTo>
                    <a:cubicBezTo>
                      <a:pt x="0" y="12481"/>
                      <a:pt x="21110" y="0"/>
                      <a:pt x="47305" y="0"/>
                    </a:cubicBezTo>
                    <a:cubicBezTo>
                      <a:pt x="73501" y="0"/>
                      <a:pt x="94611" y="12327"/>
                      <a:pt x="94611" y="27582"/>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28"/>
              <p:cNvSpPr/>
              <p:nvPr/>
            </p:nvSpPr>
            <p:spPr>
              <a:xfrm>
                <a:off x="6041314" y="1464783"/>
                <a:ext cx="94611" cy="55010"/>
              </a:xfrm>
              <a:custGeom>
                <a:rect b="b" l="l" r="r" t="t"/>
                <a:pathLst>
                  <a:path extrusionOk="0" h="55010" w="94611">
                    <a:moveTo>
                      <a:pt x="94611" y="27582"/>
                    </a:moveTo>
                    <a:cubicBezTo>
                      <a:pt x="94611" y="42991"/>
                      <a:pt x="73501" y="55010"/>
                      <a:pt x="47305" y="55010"/>
                    </a:cubicBezTo>
                    <a:cubicBezTo>
                      <a:pt x="21110" y="55010"/>
                      <a:pt x="0" y="42683"/>
                      <a:pt x="0" y="27582"/>
                    </a:cubicBezTo>
                    <a:cubicBezTo>
                      <a:pt x="0" y="12481"/>
                      <a:pt x="21264" y="0"/>
                      <a:pt x="47305" y="0"/>
                    </a:cubicBezTo>
                    <a:cubicBezTo>
                      <a:pt x="73347" y="0"/>
                      <a:pt x="94611" y="12327"/>
                      <a:pt x="94611" y="27582"/>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28"/>
              <p:cNvSpPr/>
              <p:nvPr/>
            </p:nvSpPr>
            <p:spPr>
              <a:xfrm>
                <a:off x="5757481" y="1378371"/>
                <a:ext cx="46072" cy="121236"/>
              </a:xfrm>
              <a:custGeom>
                <a:rect b="b" l="l" r="r" t="t"/>
                <a:pathLst>
                  <a:path extrusionOk="0" h="121236" w="46072">
                    <a:moveTo>
                      <a:pt x="0" y="81173"/>
                    </a:moveTo>
                    <a:lnTo>
                      <a:pt x="17874" y="121237"/>
                    </a:lnTo>
                    <a:cubicBezTo>
                      <a:pt x="23576" y="107060"/>
                      <a:pt x="27890" y="92422"/>
                      <a:pt x="30664" y="77475"/>
                    </a:cubicBezTo>
                    <a:cubicBezTo>
                      <a:pt x="40988" y="36333"/>
                      <a:pt x="46073" y="20924"/>
                      <a:pt x="46073" y="20924"/>
                    </a:cubicBezTo>
                    <a:cubicBezTo>
                      <a:pt x="46073" y="20924"/>
                      <a:pt x="10170" y="-20372"/>
                      <a:pt x="4931" y="13066"/>
                    </a:cubicBezTo>
                    <a:lnTo>
                      <a:pt x="0" y="81173"/>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28"/>
              <p:cNvSpPr/>
              <p:nvPr/>
            </p:nvSpPr>
            <p:spPr>
              <a:xfrm>
                <a:off x="6192322" y="1386351"/>
                <a:ext cx="33437" cy="92607"/>
              </a:xfrm>
              <a:custGeom>
                <a:rect b="b" l="l" r="r" t="t"/>
                <a:pathLst>
                  <a:path extrusionOk="0" h="92607" w="33437">
                    <a:moveTo>
                      <a:pt x="30818" y="0"/>
                    </a:moveTo>
                    <a:cubicBezTo>
                      <a:pt x="30818" y="0"/>
                      <a:pt x="0" y="0"/>
                      <a:pt x="0" y="23113"/>
                    </a:cubicBezTo>
                    <a:cubicBezTo>
                      <a:pt x="2928" y="46997"/>
                      <a:pt x="9091" y="70265"/>
                      <a:pt x="18028" y="92608"/>
                    </a:cubicBezTo>
                    <a:lnTo>
                      <a:pt x="33437" y="49309"/>
                    </a:lnTo>
                    <a:lnTo>
                      <a:pt x="30818" y="0"/>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28"/>
              <p:cNvSpPr/>
              <p:nvPr/>
            </p:nvSpPr>
            <p:spPr>
              <a:xfrm>
                <a:off x="5439440" y="1975498"/>
                <a:ext cx="1117304" cy="1825615"/>
              </a:xfrm>
              <a:custGeom>
                <a:rect b="b" l="l" r="r" t="t"/>
                <a:pathLst>
                  <a:path extrusionOk="0" h="1825615" w="1117304">
                    <a:moveTo>
                      <a:pt x="1016838" y="1409705"/>
                    </a:moveTo>
                    <a:cubicBezTo>
                      <a:pt x="1011445" y="1405082"/>
                      <a:pt x="1010982" y="1396607"/>
                      <a:pt x="1011753" y="1385821"/>
                    </a:cubicBezTo>
                    <a:cubicBezTo>
                      <a:pt x="1002662" y="1337283"/>
                      <a:pt x="996344" y="1271795"/>
                      <a:pt x="996344" y="1271795"/>
                    </a:cubicBezTo>
                    <a:cubicBezTo>
                      <a:pt x="987253" y="1282427"/>
                      <a:pt x="976004" y="1291210"/>
                      <a:pt x="963523" y="1297528"/>
                    </a:cubicBezTo>
                    <a:cubicBezTo>
                      <a:pt x="929931" y="1313707"/>
                      <a:pt x="898805" y="1334355"/>
                      <a:pt x="871069" y="1359163"/>
                    </a:cubicBezTo>
                    <a:cubicBezTo>
                      <a:pt x="837632" y="1389981"/>
                      <a:pt x="829927" y="1384896"/>
                      <a:pt x="829927" y="1371953"/>
                    </a:cubicBezTo>
                    <a:cubicBezTo>
                      <a:pt x="829927" y="1359009"/>
                      <a:pt x="832392" y="1353925"/>
                      <a:pt x="832392" y="1338516"/>
                    </a:cubicBezTo>
                    <a:cubicBezTo>
                      <a:pt x="831468" y="1314940"/>
                      <a:pt x="835012" y="1291364"/>
                      <a:pt x="842716" y="1269021"/>
                    </a:cubicBezTo>
                    <a:cubicBezTo>
                      <a:pt x="848110" y="1248681"/>
                      <a:pt x="847339" y="1227263"/>
                      <a:pt x="840251" y="1207385"/>
                    </a:cubicBezTo>
                    <a:cubicBezTo>
                      <a:pt x="840251" y="1189203"/>
                      <a:pt x="838556" y="1171174"/>
                      <a:pt x="835012" y="1153300"/>
                    </a:cubicBezTo>
                    <a:cubicBezTo>
                      <a:pt x="829927" y="1132806"/>
                      <a:pt x="840251" y="1078720"/>
                      <a:pt x="845336" y="1050368"/>
                    </a:cubicBezTo>
                    <a:cubicBezTo>
                      <a:pt x="850421" y="1022015"/>
                      <a:pt x="845336" y="1034959"/>
                      <a:pt x="842716" y="1004141"/>
                    </a:cubicBezTo>
                    <a:cubicBezTo>
                      <a:pt x="840097" y="973323"/>
                      <a:pt x="814364" y="785488"/>
                      <a:pt x="811898" y="762220"/>
                    </a:cubicBezTo>
                    <a:cubicBezTo>
                      <a:pt x="809433" y="738953"/>
                      <a:pt x="806659" y="744192"/>
                      <a:pt x="804194" y="723698"/>
                    </a:cubicBezTo>
                    <a:cubicBezTo>
                      <a:pt x="801729" y="703204"/>
                      <a:pt x="791250" y="700430"/>
                      <a:pt x="786165" y="679936"/>
                    </a:cubicBezTo>
                    <a:cubicBezTo>
                      <a:pt x="783854" y="669304"/>
                      <a:pt x="780310" y="658980"/>
                      <a:pt x="775841" y="649118"/>
                    </a:cubicBezTo>
                    <a:cubicBezTo>
                      <a:pt x="770756" y="636329"/>
                      <a:pt x="755194" y="610596"/>
                      <a:pt x="737165" y="605357"/>
                    </a:cubicBezTo>
                    <a:cubicBezTo>
                      <a:pt x="719137" y="600118"/>
                      <a:pt x="603415" y="574539"/>
                      <a:pt x="590472" y="561595"/>
                    </a:cubicBezTo>
                    <a:cubicBezTo>
                      <a:pt x="577528" y="548652"/>
                      <a:pt x="580148" y="345870"/>
                      <a:pt x="585387" y="327379"/>
                    </a:cubicBezTo>
                    <a:cubicBezTo>
                      <a:pt x="590626" y="308888"/>
                      <a:pt x="590472" y="263124"/>
                      <a:pt x="652262" y="229686"/>
                    </a:cubicBezTo>
                    <a:cubicBezTo>
                      <a:pt x="723143" y="194091"/>
                      <a:pt x="798493" y="168204"/>
                      <a:pt x="876154" y="152641"/>
                    </a:cubicBezTo>
                    <a:cubicBezTo>
                      <a:pt x="935478" y="142317"/>
                      <a:pt x="922381" y="144937"/>
                      <a:pt x="945648" y="150022"/>
                    </a:cubicBezTo>
                    <a:cubicBezTo>
                      <a:pt x="967375" y="156031"/>
                      <a:pt x="987561" y="166509"/>
                      <a:pt x="1004973" y="180840"/>
                    </a:cubicBezTo>
                    <a:cubicBezTo>
                      <a:pt x="1017300" y="190701"/>
                      <a:pt x="1033634" y="193629"/>
                      <a:pt x="1048580" y="188544"/>
                    </a:cubicBezTo>
                    <a:cubicBezTo>
                      <a:pt x="1063989" y="186079"/>
                      <a:pt x="1038410" y="144937"/>
                      <a:pt x="1038410" y="144937"/>
                    </a:cubicBezTo>
                    <a:lnTo>
                      <a:pt x="1066609" y="142317"/>
                    </a:lnTo>
                    <a:lnTo>
                      <a:pt x="1061524" y="121669"/>
                    </a:lnTo>
                    <a:cubicBezTo>
                      <a:pt x="1074159" y="120591"/>
                      <a:pt x="1086332" y="117047"/>
                      <a:pt x="1097581" y="111345"/>
                    </a:cubicBezTo>
                    <a:cubicBezTo>
                      <a:pt x="1120694" y="101175"/>
                      <a:pt x="1097581" y="111345"/>
                      <a:pt x="1097581" y="95936"/>
                    </a:cubicBezTo>
                    <a:cubicBezTo>
                      <a:pt x="1097581" y="85304"/>
                      <a:pt x="1109754" y="80527"/>
                      <a:pt x="1117304" y="78986"/>
                    </a:cubicBezTo>
                    <a:cubicBezTo>
                      <a:pt x="1092958" y="48168"/>
                      <a:pt x="1061832" y="23360"/>
                      <a:pt x="1026237" y="6410"/>
                    </a:cubicBezTo>
                    <a:cubicBezTo>
                      <a:pt x="984325" y="-5917"/>
                      <a:pt x="1007438" y="3328"/>
                      <a:pt x="1007438" y="3328"/>
                    </a:cubicBezTo>
                    <a:cubicBezTo>
                      <a:pt x="1007438" y="3328"/>
                      <a:pt x="1015143" y="21357"/>
                      <a:pt x="999734" y="26442"/>
                    </a:cubicBezTo>
                    <a:cubicBezTo>
                      <a:pt x="984941" y="28445"/>
                      <a:pt x="969840" y="26750"/>
                      <a:pt x="955972" y="21357"/>
                    </a:cubicBezTo>
                    <a:cubicBezTo>
                      <a:pt x="959979" y="31989"/>
                      <a:pt x="960903" y="43546"/>
                      <a:pt x="958592" y="54794"/>
                    </a:cubicBezTo>
                    <a:cubicBezTo>
                      <a:pt x="953353" y="65118"/>
                      <a:pt x="935478" y="59879"/>
                      <a:pt x="935478" y="59879"/>
                    </a:cubicBezTo>
                    <a:cubicBezTo>
                      <a:pt x="938252" y="66813"/>
                      <a:pt x="937328" y="74518"/>
                      <a:pt x="932859" y="80527"/>
                    </a:cubicBezTo>
                    <a:cubicBezTo>
                      <a:pt x="925154" y="88232"/>
                      <a:pt x="865984" y="70203"/>
                      <a:pt x="865984" y="70203"/>
                    </a:cubicBezTo>
                    <a:cubicBezTo>
                      <a:pt x="865984" y="78524"/>
                      <a:pt x="863210" y="86691"/>
                      <a:pt x="858125" y="93317"/>
                    </a:cubicBezTo>
                    <a:cubicBezTo>
                      <a:pt x="850421" y="101175"/>
                      <a:pt x="798955" y="106260"/>
                      <a:pt x="798955" y="106260"/>
                    </a:cubicBezTo>
                    <a:lnTo>
                      <a:pt x="793870" y="119204"/>
                    </a:lnTo>
                    <a:cubicBezTo>
                      <a:pt x="788631" y="131993"/>
                      <a:pt x="752728" y="116584"/>
                      <a:pt x="752728" y="116584"/>
                    </a:cubicBezTo>
                    <a:cubicBezTo>
                      <a:pt x="754115" y="127987"/>
                      <a:pt x="752266" y="139544"/>
                      <a:pt x="747489" y="150022"/>
                    </a:cubicBezTo>
                    <a:cubicBezTo>
                      <a:pt x="739785" y="162811"/>
                      <a:pt x="696023" y="139698"/>
                      <a:pt x="696023" y="139698"/>
                    </a:cubicBezTo>
                    <a:lnTo>
                      <a:pt x="662586" y="155107"/>
                    </a:lnTo>
                    <a:cubicBezTo>
                      <a:pt x="629148" y="170516"/>
                      <a:pt x="611120" y="152641"/>
                      <a:pt x="611120" y="152641"/>
                    </a:cubicBezTo>
                    <a:cubicBezTo>
                      <a:pt x="605264" y="164198"/>
                      <a:pt x="597406" y="174676"/>
                      <a:pt x="588006" y="183459"/>
                    </a:cubicBezTo>
                    <a:cubicBezTo>
                      <a:pt x="575063" y="193783"/>
                      <a:pt x="528682" y="155107"/>
                      <a:pt x="528682" y="155107"/>
                    </a:cubicBezTo>
                    <a:cubicBezTo>
                      <a:pt x="528682" y="155107"/>
                      <a:pt x="526216" y="168050"/>
                      <a:pt x="497864" y="170516"/>
                    </a:cubicBezTo>
                    <a:cubicBezTo>
                      <a:pt x="479065" y="170207"/>
                      <a:pt x="461807" y="160500"/>
                      <a:pt x="451637" y="144783"/>
                    </a:cubicBezTo>
                    <a:lnTo>
                      <a:pt x="420819" y="142163"/>
                    </a:lnTo>
                    <a:cubicBezTo>
                      <a:pt x="390001" y="139544"/>
                      <a:pt x="400171" y="113811"/>
                      <a:pt x="400171" y="113811"/>
                    </a:cubicBezTo>
                    <a:cubicBezTo>
                      <a:pt x="388460" y="120436"/>
                      <a:pt x="376441" y="126446"/>
                      <a:pt x="364114" y="131839"/>
                    </a:cubicBezTo>
                    <a:cubicBezTo>
                      <a:pt x="346085" y="139544"/>
                      <a:pt x="320352" y="103487"/>
                      <a:pt x="320352" y="103487"/>
                    </a:cubicBezTo>
                    <a:cubicBezTo>
                      <a:pt x="297547" y="112578"/>
                      <a:pt x="272276" y="114427"/>
                      <a:pt x="248393" y="108726"/>
                    </a:cubicBezTo>
                    <a:cubicBezTo>
                      <a:pt x="212336" y="98402"/>
                      <a:pt x="222660" y="72669"/>
                      <a:pt x="222660" y="72669"/>
                    </a:cubicBezTo>
                    <a:cubicBezTo>
                      <a:pt x="205710" y="75750"/>
                      <a:pt x="188452" y="76675"/>
                      <a:pt x="171194" y="75288"/>
                    </a:cubicBezTo>
                    <a:cubicBezTo>
                      <a:pt x="145460" y="72669"/>
                      <a:pt x="168574" y="41697"/>
                      <a:pt x="168574" y="41697"/>
                    </a:cubicBezTo>
                    <a:cubicBezTo>
                      <a:pt x="146385" y="44624"/>
                      <a:pt x="123888" y="44624"/>
                      <a:pt x="101699" y="41697"/>
                    </a:cubicBezTo>
                    <a:cubicBezTo>
                      <a:pt x="70881" y="36612"/>
                      <a:pt x="124813" y="5794"/>
                      <a:pt x="124813" y="5794"/>
                    </a:cubicBezTo>
                    <a:lnTo>
                      <a:pt x="123272" y="5794"/>
                    </a:lnTo>
                    <a:cubicBezTo>
                      <a:pt x="76583" y="27520"/>
                      <a:pt x="34670" y="58184"/>
                      <a:pt x="0" y="96244"/>
                    </a:cubicBezTo>
                    <a:lnTo>
                      <a:pt x="32513" y="96244"/>
                    </a:lnTo>
                    <a:cubicBezTo>
                      <a:pt x="43299" y="104257"/>
                      <a:pt x="52853" y="113811"/>
                      <a:pt x="60711" y="124597"/>
                    </a:cubicBezTo>
                    <a:cubicBezTo>
                      <a:pt x="68416" y="137540"/>
                      <a:pt x="74425" y="151408"/>
                      <a:pt x="78740" y="165739"/>
                    </a:cubicBezTo>
                    <a:cubicBezTo>
                      <a:pt x="86444" y="168358"/>
                      <a:pt x="81359" y="188852"/>
                      <a:pt x="81359" y="188852"/>
                    </a:cubicBezTo>
                    <a:cubicBezTo>
                      <a:pt x="104627" y="177604"/>
                      <a:pt x="128665" y="168204"/>
                      <a:pt x="153473" y="160654"/>
                    </a:cubicBezTo>
                    <a:cubicBezTo>
                      <a:pt x="189530" y="150330"/>
                      <a:pt x="212644" y="124597"/>
                      <a:pt x="336224" y="178682"/>
                    </a:cubicBezTo>
                    <a:cubicBezTo>
                      <a:pt x="459804" y="232768"/>
                      <a:pt x="513735" y="230148"/>
                      <a:pt x="531763" y="286545"/>
                    </a:cubicBezTo>
                    <a:cubicBezTo>
                      <a:pt x="549792" y="342942"/>
                      <a:pt x="537002" y="548498"/>
                      <a:pt x="537002" y="579316"/>
                    </a:cubicBezTo>
                    <a:cubicBezTo>
                      <a:pt x="537002" y="610134"/>
                      <a:pt x="400479" y="605049"/>
                      <a:pt x="400479" y="605049"/>
                    </a:cubicBezTo>
                    <a:cubicBezTo>
                      <a:pt x="391850" y="618454"/>
                      <a:pt x="382450" y="631398"/>
                      <a:pt x="372281" y="643725"/>
                    </a:cubicBezTo>
                    <a:cubicBezTo>
                      <a:pt x="362111" y="656052"/>
                      <a:pt x="352557" y="668996"/>
                      <a:pt x="343928" y="682402"/>
                    </a:cubicBezTo>
                    <a:lnTo>
                      <a:pt x="328519" y="715839"/>
                    </a:lnTo>
                    <a:lnTo>
                      <a:pt x="313110" y="751896"/>
                    </a:lnTo>
                    <a:lnTo>
                      <a:pt x="305406" y="782714"/>
                    </a:lnTo>
                    <a:cubicBezTo>
                      <a:pt x="303557" y="791189"/>
                      <a:pt x="302632" y="799818"/>
                      <a:pt x="302940" y="808447"/>
                    </a:cubicBezTo>
                    <a:cubicBezTo>
                      <a:pt x="302940" y="816151"/>
                      <a:pt x="305406" y="849589"/>
                      <a:pt x="305406" y="895970"/>
                    </a:cubicBezTo>
                    <a:cubicBezTo>
                      <a:pt x="306638" y="913228"/>
                      <a:pt x="305714" y="930486"/>
                      <a:pt x="302940" y="947436"/>
                    </a:cubicBezTo>
                    <a:lnTo>
                      <a:pt x="300321" y="986112"/>
                    </a:lnTo>
                    <a:cubicBezTo>
                      <a:pt x="300321" y="1003833"/>
                      <a:pt x="296931" y="1021245"/>
                      <a:pt x="289997" y="1037578"/>
                    </a:cubicBezTo>
                    <a:cubicBezTo>
                      <a:pt x="289997" y="1052217"/>
                      <a:pt x="289226" y="1066855"/>
                      <a:pt x="287377" y="1081340"/>
                    </a:cubicBezTo>
                    <a:cubicBezTo>
                      <a:pt x="284912" y="1096749"/>
                      <a:pt x="271968" y="1166243"/>
                      <a:pt x="271968" y="1166243"/>
                    </a:cubicBezTo>
                    <a:cubicBezTo>
                      <a:pt x="271968" y="1166243"/>
                      <a:pt x="282292" y="1235738"/>
                      <a:pt x="287377" y="1279499"/>
                    </a:cubicBezTo>
                    <a:cubicBezTo>
                      <a:pt x="290305" y="1313707"/>
                      <a:pt x="290305" y="1348223"/>
                      <a:pt x="287377" y="1382431"/>
                    </a:cubicBezTo>
                    <a:cubicBezTo>
                      <a:pt x="252399" y="1357006"/>
                      <a:pt x="219732" y="1328654"/>
                      <a:pt x="189684" y="1297528"/>
                    </a:cubicBezTo>
                    <a:cubicBezTo>
                      <a:pt x="169190" y="1274722"/>
                      <a:pt x="146385" y="1254074"/>
                      <a:pt x="121731" y="1235892"/>
                    </a:cubicBezTo>
                    <a:cubicBezTo>
                      <a:pt x="116646" y="1308314"/>
                      <a:pt x="107092" y="1380428"/>
                      <a:pt x="92916" y="1451617"/>
                    </a:cubicBezTo>
                    <a:lnTo>
                      <a:pt x="96922" y="1453004"/>
                    </a:lnTo>
                    <a:cubicBezTo>
                      <a:pt x="109558" y="1456548"/>
                      <a:pt x="122501" y="1459168"/>
                      <a:pt x="135599" y="1460709"/>
                    </a:cubicBezTo>
                    <a:cubicBezTo>
                      <a:pt x="145306" y="1462250"/>
                      <a:pt x="154244" y="1466718"/>
                      <a:pt x="161332" y="1473498"/>
                    </a:cubicBezTo>
                    <a:cubicBezTo>
                      <a:pt x="166879" y="1477042"/>
                      <a:pt x="173043" y="1479661"/>
                      <a:pt x="179360" y="1481356"/>
                    </a:cubicBezTo>
                    <a:lnTo>
                      <a:pt x="197389" y="1478737"/>
                    </a:lnTo>
                    <a:lnTo>
                      <a:pt x="212798" y="1542992"/>
                    </a:lnTo>
                    <a:cubicBezTo>
                      <a:pt x="219424" y="1545766"/>
                      <a:pt x="226358" y="1547461"/>
                      <a:pt x="233446" y="1548232"/>
                    </a:cubicBezTo>
                    <a:cubicBezTo>
                      <a:pt x="245619" y="1549926"/>
                      <a:pt x="257638" y="1552546"/>
                      <a:pt x="269349" y="1555936"/>
                    </a:cubicBezTo>
                    <a:cubicBezTo>
                      <a:pt x="269349" y="1555936"/>
                      <a:pt x="261644" y="1525118"/>
                      <a:pt x="256559" y="1491526"/>
                    </a:cubicBezTo>
                    <a:cubicBezTo>
                      <a:pt x="253477" y="1469338"/>
                      <a:pt x="252553" y="1446995"/>
                      <a:pt x="253940" y="1424652"/>
                    </a:cubicBezTo>
                    <a:lnTo>
                      <a:pt x="271968" y="1432356"/>
                    </a:lnTo>
                    <a:cubicBezTo>
                      <a:pt x="289997" y="1440061"/>
                      <a:pt x="385224" y="1496765"/>
                      <a:pt x="408338" y="1532823"/>
                    </a:cubicBezTo>
                    <a:cubicBezTo>
                      <a:pt x="437769" y="1583364"/>
                      <a:pt x="461961" y="1636833"/>
                      <a:pt x="480452" y="1692305"/>
                    </a:cubicBezTo>
                    <a:cubicBezTo>
                      <a:pt x="503565" y="1756715"/>
                      <a:pt x="516508" y="1820970"/>
                      <a:pt x="529298" y="1823590"/>
                    </a:cubicBezTo>
                    <a:cubicBezTo>
                      <a:pt x="538235" y="1825131"/>
                      <a:pt x="547172" y="1825747"/>
                      <a:pt x="556264" y="1825593"/>
                    </a:cubicBezTo>
                    <a:lnTo>
                      <a:pt x="556264" y="1821587"/>
                    </a:lnTo>
                    <a:cubicBezTo>
                      <a:pt x="559808" y="1822357"/>
                      <a:pt x="563198" y="1823436"/>
                      <a:pt x="566434" y="1825131"/>
                    </a:cubicBezTo>
                    <a:cubicBezTo>
                      <a:pt x="578915" y="1825901"/>
                      <a:pt x="591242" y="1821587"/>
                      <a:pt x="600642" y="1813266"/>
                    </a:cubicBezTo>
                    <a:cubicBezTo>
                      <a:pt x="610966" y="1797857"/>
                      <a:pt x="613585" y="1720812"/>
                      <a:pt x="690784" y="1584289"/>
                    </a:cubicBezTo>
                    <a:cubicBezTo>
                      <a:pt x="767983" y="1447765"/>
                      <a:pt x="883704" y="1430199"/>
                      <a:pt x="883704" y="1430199"/>
                    </a:cubicBezTo>
                    <a:lnTo>
                      <a:pt x="902041" y="1590298"/>
                    </a:lnTo>
                    <a:cubicBezTo>
                      <a:pt x="904660" y="1582594"/>
                      <a:pt x="930393" y="1520803"/>
                      <a:pt x="935633" y="1502775"/>
                    </a:cubicBezTo>
                    <a:cubicBezTo>
                      <a:pt x="940872" y="1484746"/>
                      <a:pt x="948422" y="1461633"/>
                      <a:pt x="948422" y="1461633"/>
                    </a:cubicBezTo>
                    <a:cubicBezTo>
                      <a:pt x="956589" y="1464869"/>
                      <a:pt x="965526" y="1465794"/>
                      <a:pt x="974155" y="1464099"/>
                    </a:cubicBezTo>
                    <a:cubicBezTo>
                      <a:pt x="989564" y="1461633"/>
                      <a:pt x="984479" y="1456394"/>
                      <a:pt x="992184" y="1451309"/>
                    </a:cubicBezTo>
                    <a:cubicBezTo>
                      <a:pt x="1001891" y="1446070"/>
                      <a:pt x="1012215" y="1442218"/>
                      <a:pt x="1023001" y="1439598"/>
                    </a:cubicBezTo>
                    <a:cubicBezTo>
                      <a:pt x="1020998" y="1426501"/>
                      <a:pt x="1018841" y="1416023"/>
                      <a:pt x="1016838" y="140970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28"/>
              <p:cNvSpPr/>
              <p:nvPr/>
            </p:nvSpPr>
            <p:spPr>
              <a:xfrm>
                <a:off x="5553928" y="2348487"/>
                <a:ext cx="249625" cy="221426"/>
              </a:xfrm>
              <a:custGeom>
                <a:rect b="b" l="l" r="r" t="t"/>
                <a:pathLst>
                  <a:path extrusionOk="0" h="221426" w="249625">
                    <a:moveTo>
                      <a:pt x="0" y="0"/>
                    </a:moveTo>
                    <a:cubicBezTo>
                      <a:pt x="0" y="0"/>
                      <a:pt x="59170" y="97847"/>
                      <a:pt x="97847" y="136369"/>
                    </a:cubicBezTo>
                    <a:cubicBezTo>
                      <a:pt x="136523" y="174892"/>
                      <a:pt x="213722" y="211103"/>
                      <a:pt x="249625" y="221427"/>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28"/>
              <p:cNvSpPr/>
              <p:nvPr/>
            </p:nvSpPr>
            <p:spPr>
              <a:xfrm>
                <a:off x="6182614" y="2356654"/>
                <a:ext cx="269656" cy="227260"/>
              </a:xfrm>
              <a:custGeom>
                <a:rect b="b" l="l" r="r" t="t"/>
                <a:pathLst>
                  <a:path extrusionOk="0" h="227260" w="269656">
                    <a:moveTo>
                      <a:pt x="0" y="225433"/>
                    </a:moveTo>
                    <a:cubicBezTo>
                      <a:pt x="0" y="225433"/>
                      <a:pt x="34670" y="244078"/>
                      <a:pt x="125429" y="162256"/>
                    </a:cubicBezTo>
                    <a:cubicBezTo>
                      <a:pt x="232521" y="65642"/>
                      <a:pt x="269657" y="0"/>
                      <a:pt x="269657"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28"/>
              <p:cNvSpPr/>
              <p:nvPr/>
            </p:nvSpPr>
            <p:spPr>
              <a:xfrm>
                <a:off x="5605549" y="2477615"/>
                <a:ext cx="23113" cy="188297"/>
              </a:xfrm>
              <a:custGeom>
                <a:rect b="b" l="l" r="r" t="t"/>
                <a:pathLst>
                  <a:path extrusionOk="0" h="188297" w="23113">
                    <a:moveTo>
                      <a:pt x="23114" y="0"/>
                    </a:moveTo>
                    <a:lnTo>
                      <a:pt x="0" y="188298"/>
                    </a:ln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28"/>
              <p:cNvSpPr/>
              <p:nvPr/>
            </p:nvSpPr>
            <p:spPr>
              <a:xfrm>
                <a:off x="6346037" y="2487939"/>
                <a:ext cx="19636" cy="181517"/>
              </a:xfrm>
              <a:custGeom>
                <a:rect b="b" l="l" r="r" t="t"/>
                <a:pathLst>
                  <a:path extrusionOk="0" h="181517" w="19636">
                    <a:moveTo>
                      <a:pt x="19636" y="181518"/>
                    </a:moveTo>
                    <a:cubicBezTo>
                      <a:pt x="19636" y="181518"/>
                      <a:pt x="-9641" y="46381"/>
                      <a:pt x="3303"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28"/>
              <p:cNvSpPr/>
              <p:nvPr/>
            </p:nvSpPr>
            <p:spPr>
              <a:xfrm>
                <a:off x="5785349" y="2625446"/>
                <a:ext cx="190256" cy="179146"/>
              </a:xfrm>
              <a:custGeom>
                <a:rect b="b" l="l" r="r" t="t"/>
                <a:pathLst>
                  <a:path extrusionOk="0" h="179146" w="190256">
                    <a:moveTo>
                      <a:pt x="182927" y="179147"/>
                    </a:moveTo>
                    <a:cubicBezTo>
                      <a:pt x="182927" y="179147"/>
                      <a:pt x="200955" y="50328"/>
                      <a:pt x="180462" y="19510"/>
                    </a:cubicBezTo>
                    <a:cubicBezTo>
                      <a:pt x="159968" y="-11308"/>
                      <a:pt x="77530" y="-8843"/>
                      <a:pt x="43938" y="50328"/>
                    </a:cubicBezTo>
                    <a:cubicBezTo>
                      <a:pt x="10347" y="109498"/>
                      <a:pt x="-15232" y="155879"/>
                      <a:pt x="10501" y="158191"/>
                    </a:cubicBezTo>
                    <a:cubicBezTo>
                      <a:pt x="36234" y="160502"/>
                      <a:pt x="51797" y="127373"/>
                      <a:pt x="56727" y="137543"/>
                    </a:cubicBezTo>
                    <a:cubicBezTo>
                      <a:pt x="61658" y="147713"/>
                      <a:pt x="74756" y="168361"/>
                      <a:pt x="90165" y="152952"/>
                    </a:cubicBezTo>
                    <a:cubicBezTo>
                      <a:pt x="105574" y="137543"/>
                      <a:pt x="113278" y="129684"/>
                      <a:pt x="120983" y="132304"/>
                    </a:cubicBezTo>
                    <a:cubicBezTo>
                      <a:pt x="128687" y="134923"/>
                      <a:pt x="131153" y="147713"/>
                      <a:pt x="138857" y="150332"/>
                    </a:cubicBezTo>
                    <a:cubicBezTo>
                      <a:pt x="154112" y="158961"/>
                      <a:pt x="168905" y="168669"/>
                      <a:pt x="182927" y="179147"/>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28"/>
              <p:cNvSpPr/>
              <p:nvPr/>
            </p:nvSpPr>
            <p:spPr>
              <a:xfrm>
                <a:off x="6019597" y="2626612"/>
                <a:ext cx="188134" cy="178209"/>
              </a:xfrm>
              <a:custGeom>
                <a:rect b="b" l="l" r="r" t="t"/>
                <a:pathLst>
                  <a:path extrusionOk="0" h="178209" w="188134">
                    <a:moveTo>
                      <a:pt x="145" y="36373"/>
                    </a:moveTo>
                    <a:cubicBezTo>
                      <a:pt x="145" y="36373"/>
                      <a:pt x="-2320" y="175053"/>
                      <a:pt x="13089" y="177981"/>
                    </a:cubicBezTo>
                    <a:cubicBezTo>
                      <a:pt x="28498" y="180909"/>
                      <a:pt x="54230" y="154713"/>
                      <a:pt x="54230" y="154713"/>
                    </a:cubicBezTo>
                    <a:cubicBezTo>
                      <a:pt x="77498" y="149628"/>
                      <a:pt x="87668" y="131600"/>
                      <a:pt x="103231" y="136685"/>
                    </a:cubicBezTo>
                    <a:cubicBezTo>
                      <a:pt x="117407" y="142540"/>
                      <a:pt x="131275" y="149320"/>
                      <a:pt x="144373" y="157333"/>
                    </a:cubicBezTo>
                    <a:lnTo>
                      <a:pt x="162401" y="157333"/>
                    </a:lnTo>
                    <a:lnTo>
                      <a:pt x="188134" y="152248"/>
                    </a:lnTo>
                    <a:cubicBezTo>
                      <a:pt x="183358" y="122971"/>
                      <a:pt x="174575" y="94310"/>
                      <a:pt x="162401" y="67191"/>
                    </a:cubicBezTo>
                    <a:cubicBezTo>
                      <a:pt x="139134" y="10640"/>
                      <a:pt x="95372" y="-2304"/>
                      <a:pt x="51765" y="316"/>
                    </a:cubicBezTo>
                    <a:cubicBezTo>
                      <a:pt x="28498" y="-455"/>
                      <a:pt x="7387" y="14184"/>
                      <a:pt x="145" y="36373"/>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28"/>
              <p:cNvSpPr/>
              <p:nvPr/>
            </p:nvSpPr>
            <p:spPr>
              <a:xfrm>
                <a:off x="5785679" y="2809832"/>
                <a:ext cx="196568" cy="169652"/>
              </a:xfrm>
              <a:custGeom>
                <a:rect b="b" l="l" r="r" t="t"/>
                <a:pathLst>
                  <a:path extrusionOk="0" h="169652" w="196568">
                    <a:moveTo>
                      <a:pt x="185216" y="22959"/>
                    </a:moveTo>
                    <a:cubicBezTo>
                      <a:pt x="185216" y="22959"/>
                      <a:pt x="200625" y="143920"/>
                      <a:pt x="195540" y="154244"/>
                    </a:cubicBezTo>
                    <a:cubicBezTo>
                      <a:pt x="190455" y="164568"/>
                      <a:pt x="174892" y="164568"/>
                      <a:pt x="159483" y="149159"/>
                    </a:cubicBezTo>
                    <a:cubicBezTo>
                      <a:pt x="149775" y="139759"/>
                      <a:pt x="136986" y="134366"/>
                      <a:pt x="123426" y="133750"/>
                    </a:cubicBezTo>
                    <a:lnTo>
                      <a:pt x="77199" y="161948"/>
                    </a:lnTo>
                    <a:lnTo>
                      <a:pt x="30972" y="161948"/>
                    </a:lnTo>
                    <a:lnTo>
                      <a:pt x="2619" y="169653"/>
                    </a:lnTo>
                    <a:cubicBezTo>
                      <a:pt x="2619" y="169653"/>
                      <a:pt x="0" y="61790"/>
                      <a:pt x="0" y="53931"/>
                    </a:cubicBezTo>
                    <a:cubicBezTo>
                      <a:pt x="0" y="46073"/>
                      <a:pt x="2619" y="23113"/>
                      <a:pt x="2619" y="23113"/>
                    </a:cubicBezTo>
                    <a:cubicBezTo>
                      <a:pt x="2619" y="23113"/>
                      <a:pt x="20648" y="33438"/>
                      <a:pt x="30972" y="20648"/>
                    </a:cubicBezTo>
                    <a:cubicBezTo>
                      <a:pt x="40371" y="11249"/>
                      <a:pt x="51774" y="4160"/>
                      <a:pt x="64409" y="0"/>
                    </a:cubicBezTo>
                    <a:lnTo>
                      <a:pt x="100466" y="0"/>
                    </a:lnTo>
                    <a:cubicBezTo>
                      <a:pt x="107709" y="1233"/>
                      <a:pt x="114797" y="3852"/>
                      <a:pt x="121115" y="7704"/>
                    </a:cubicBezTo>
                    <a:cubicBezTo>
                      <a:pt x="135907" y="9862"/>
                      <a:pt x="150545" y="13252"/>
                      <a:pt x="164722" y="18029"/>
                    </a:cubicBezTo>
                    <a:lnTo>
                      <a:pt x="185216" y="22959"/>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28"/>
              <p:cNvSpPr/>
              <p:nvPr/>
            </p:nvSpPr>
            <p:spPr>
              <a:xfrm>
                <a:off x="6023116" y="2804285"/>
                <a:ext cx="202027" cy="175970"/>
              </a:xfrm>
              <a:custGeom>
                <a:rect b="b" l="l" r="r" t="t"/>
                <a:pathLst>
                  <a:path extrusionOk="0" h="175970" w="202027">
                    <a:moveTo>
                      <a:pt x="1711" y="38831"/>
                    </a:moveTo>
                    <a:cubicBezTo>
                      <a:pt x="1711" y="38831"/>
                      <a:pt x="-3528" y="154706"/>
                      <a:pt x="4330" y="167496"/>
                    </a:cubicBezTo>
                    <a:cubicBezTo>
                      <a:pt x="12189" y="180285"/>
                      <a:pt x="17120" y="175200"/>
                      <a:pt x="35148" y="159791"/>
                    </a:cubicBezTo>
                    <a:cubicBezTo>
                      <a:pt x="53177" y="144382"/>
                      <a:pt x="35148" y="139297"/>
                      <a:pt x="53177" y="144382"/>
                    </a:cubicBezTo>
                    <a:cubicBezTo>
                      <a:pt x="71205" y="149467"/>
                      <a:pt x="40233" y="159791"/>
                      <a:pt x="71205" y="149467"/>
                    </a:cubicBezTo>
                    <a:cubicBezTo>
                      <a:pt x="102177" y="139143"/>
                      <a:pt x="86614" y="128973"/>
                      <a:pt x="102023" y="139297"/>
                    </a:cubicBezTo>
                    <a:cubicBezTo>
                      <a:pt x="117432" y="149621"/>
                      <a:pt x="102023" y="144382"/>
                      <a:pt x="117432" y="149467"/>
                    </a:cubicBezTo>
                    <a:cubicBezTo>
                      <a:pt x="132841" y="154552"/>
                      <a:pt x="148250" y="136678"/>
                      <a:pt x="155955" y="149467"/>
                    </a:cubicBezTo>
                    <a:cubicBezTo>
                      <a:pt x="162734" y="159021"/>
                      <a:pt x="171518" y="166879"/>
                      <a:pt x="181688" y="172735"/>
                    </a:cubicBezTo>
                    <a:lnTo>
                      <a:pt x="202027" y="175971"/>
                    </a:lnTo>
                    <a:cubicBezTo>
                      <a:pt x="202027" y="175971"/>
                      <a:pt x="199408" y="52699"/>
                      <a:pt x="194323" y="39601"/>
                    </a:cubicBezTo>
                    <a:cubicBezTo>
                      <a:pt x="189238" y="26503"/>
                      <a:pt x="186618" y="13868"/>
                      <a:pt x="173675" y="13868"/>
                    </a:cubicBezTo>
                    <a:cubicBezTo>
                      <a:pt x="165200" y="15255"/>
                      <a:pt x="156417" y="15255"/>
                      <a:pt x="147942" y="13868"/>
                    </a:cubicBezTo>
                    <a:cubicBezTo>
                      <a:pt x="137618" y="11249"/>
                      <a:pt x="122209" y="-4160"/>
                      <a:pt x="114504" y="1079"/>
                    </a:cubicBezTo>
                    <a:cubicBezTo>
                      <a:pt x="106800" y="6318"/>
                      <a:pt x="93856" y="16488"/>
                      <a:pt x="93856" y="16488"/>
                    </a:cubicBezTo>
                    <a:lnTo>
                      <a:pt x="47630" y="24192"/>
                    </a:lnTo>
                    <a:lnTo>
                      <a:pt x="1711" y="38831"/>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28"/>
              <p:cNvSpPr/>
              <p:nvPr/>
            </p:nvSpPr>
            <p:spPr>
              <a:xfrm>
                <a:off x="5766711" y="2993610"/>
                <a:ext cx="217128" cy="197286"/>
              </a:xfrm>
              <a:custGeom>
                <a:rect b="b" l="l" r="r" t="t"/>
                <a:pathLst>
                  <a:path extrusionOk="0" h="197286" w="217128">
                    <a:moveTo>
                      <a:pt x="217128" y="37495"/>
                    </a:moveTo>
                    <a:cubicBezTo>
                      <a:pt x="217128" y="37495"/>
                      <a:pt x="211889" y="194358"/>
                      <a:pt x="204185" y="191585"/>
                    </a:cubicBezTo>
                    <a:cubicBezTo>
                      <a:pt x="196480" y="188811"/>
                      <a:pt x="193861" y="168317"/>
                      <a:pt x="178452" y="173556"/>
                    </a:cubicBezTo>
                    <a:lnTo>
                      <a:pt x="163043" y="178641"/>
                    </a:lnTo>
                    <a:cubicBezTo>
                      <a:pt x="151332" y="174943"/>
                      <a:pt x="139159" y="173094"/>
                      <a:pt x="126986" y="173556"/>
                    </a:cubicBezTo>
                    <a:cubicBezTo>
                      <a:pt x="126986" y="173556"/>
                      <a:pt x="93548" y="165852"/>
                      <a:pt x="85844" y="170937"/>
                    </a:cubicBezTo>
                    <a:cubicBezTo>
                      <a:pt x="79218" y="176330"/>
                      <a:pt x="73208" y="182339"/>
                      <a:pt x="67815" y="188965"/>
                    </a:cubicBezTo>
                    <a:lnTo>
                      <a:pt x="44548" y="181261"/>
                    </a:lnTo>
                    <a:lnTo>
                      <a:pt x="26981" y="186962"/>
                    </a:lnTo>
                    <a:cubicBezTo>
                      <a:pt x="21434" y="191123"/>
                      <a:pt x="15425" y="194667"/>
                      <a:pt x="8953" y="197286"/>
                    </a:cubicBezTo>
                    <a:cubicBezTo>
                      <a:pt x="8953" y="197286"/>
                      <a:pt x="-3990" y="74014"/>
                      <a:pt x="1248" y="58605"/>
                    </a:cubicBezTo>
                    <a:cubicBezTo>
                      <a:pt x="6642" y="39498"/>
                      <a:pt x="20972" y="24089"/>
                      <a:pt x="39771" y="17464"/>
                    </a:cubicBezTo>
                    <a:cubicBezTo>
                      <a:pt x="60419" y="12224"/>
                      <a:pt x="73208" y="17464"/>
                      <a:pt x="80913" y="12224"/>
                    </a:cubicBezTo>
                    <a:cubicBezTo>
                      <a:pt x="87539" y="6985"/>
                      <a:pt x="95706" y="4366"/>
                      <a:pt x="104181" y="4520"/>
                    </a:cubicBezTo>
                    <a:cubicBezTo>
                      <a:pt x="114350" y="4520"/>
                      <a:pt x="88772" y="-5650"/>
                      <a:pt x="114350" y="4520"/>
                    </a:cubicBezTo>
                    <a:cubicBezTo>
                      <a:pt x="139929" y="14690"/>
                      <a:pt x="196480" y="32872"/>
                      <a:pt x="196480" y="32872"/>
                    </a:cubicBezTo>
                    <a:lnTo>
                      <a:pt x="217128" y="37495"/>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28"/>
              <p:cNvSpPr/>
              <p:nvPr/>
            </p:nvSpPr>
            <p:spPr>
              <a:xfrm>
                <a:off x="6025272" y="2993719"/>
                <a:ext cx="197868" cy="189164"/>
              </a:xfrm>
              <a:custGeom>
                <a:rect b="b" l="l" r="r" t="t"/>
                <a:pathLst>
                  <a:path extrusionOk="0" h="189164" w="197868">
                    <a:moveTo>
                      <a:pt x="2328" y="42471"/>
                    </a:moveTo>
                    <a:cubicBezTo>
                      <a:pt x="2328" y="42471"/>
                      <a:pt x="-2911" y="168516"/>
                      <a:pt x="2328" y="178840"/>
                    </a:cubicBezTo>
                    <a:cubicBezTo>
                      <a:pt x="7567" y="189164"/>
                      <a:pt x="20357" y="184079"/>
                      <a:pt x="20357" y="184079"/>
                    </a:cubicBezTo>
                    <a:lnTo>
                      <a:pt x="51175" y="158346"/>
                    </a:lnTo>
                    <a:lnTo>
                      <a:pt x="69203" y="163431"/>
                    </a:lnTo>
                    <a:cubicBezTo>
                      <a:pt x="87232" y="160812"/>
                      <a:pt x="100021" y="155727"/>
                      <a:pt x="107726" y="166051"/>
                    </a:cubicBezTo>
                    <a:cubicBezTo>
                      <a:pt x="112502" y="174680"/>
                      <a:pt x="121286" y="180381"/>
                      <a:pt x="130993" y="181460"/>
                    </a:cubicBezTo>
                    <a:cubicBezTo>
                      <a:pt x="151487" y="181460"/>
                      <a:pt x="141317" y="173755"/>
                      <a:pt x="151487" y="181460"/>
                    </a:cubicBezTo>
                    <a:lnTo>
                      <a:pt x="161811" y="189164"/>
                    </a:lnTo>
                    <a:lnTo>
                      <a:pt x="195249" y="186545"/>
                    </a:lnTo>
                    <a:cubicBezTo>
                      <a:pt x="195249" y="186545"/>
                      <a:pt x="197868" y="83613"/>
                      <a:pt x="197868" y="63273"/>
                    </a:cubicBezTo>
                    <a:lnTo>
                      <a:pt x="197868" y="42625"/>
                    </a:lnTo>
                    <a:cubicBezTo>
                      <a:pt x="197868" y="42625"/>
                      <a:pt x="192783" y="24597"/>
                      <a:pt x="182459" y="24597"/>
                    </a:cubicBezTo>
                    <a:cubicBezTo>
                      <a:pt x="169516" y="20744"/>
                      <a:pt x="157189" y="14581"/>
                      <a:pt x="146402" y="6568"/>
                    </a:cubicBezTo>
                    <a:cubicBezTo>
                      <a:pt x="146402" y="6568"/>
                      <a:pt x="141317" y="-3756"/>
                      <a:pt x="123289" y="1483"/>
                    </a:cubicBezTo>
                    <a:lnTo>
                      <a:pt x="105260" y="6568"/>
                    </a:lnTo>
                    <a:lnTo>
                      <a:pt x="74442" y="11653"/>
                    </a:lnTo>
                    <a:lnTo>
                      <a:pt x="53948" y="16892"/>
                    </a:lnTo>
                    <a:cubicBezTo>
                      <a:pt x="35766" y="23210"/>
                      <a:pt x="18354" y="31839"/>
                      <a:pt x="2328" y="42471"/>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28"/>
              <p:cNvSpPr/>
              <p:nvPr/>
            </p:nvSpPr>
            <p:spPr>
              <a:xfrm>
                <a:off x="5780594" y="3206151"/>
                <a:ext cx="203244" cy="348768"/>
              </a:xfrm>
              <a:custGeom>
                <a:rect b="b" l="l" r="r" t="t"/>
                <a:pathLst>
                  <a:path extrusionOk="0" h="348768" w="203244">
                    <a:moveTo>
                      <a:pt x="195540" y="23113"/>
                    </a:moveTo>
                    <a:lnTo>
                      <a:pt x="203244" y="344853"/>
                    </a:lnTo>
                    <a:cubicBezTo>
                      <a:pt x="203244" y="344853"/>
                      <a:pt x="187835" y="357642"/>
                      <a:pt x="172426" y="336994"/>
                    </a:cubicBezTo>
                    <a:cubicBezTo>
                      <a:pt x="157017" y="316346"/>
                      <a:pt x="159637" y="288148"/>
                      <a:pt x="118341" y="229131"/>
                    </a:cubicBezTo>
                    <a:cubicBezTo>
                      <a:pt x="77045" y="170115"/>
                      <a:pt x="72114" y="146693"/>
                      <a:pt x="46381" y="126199"/>
                    </a:cubicBezTo>
                    <a:cubicBezTo>
                      <a:pt x="32975" y="114951"/>
                      <a:pt x="18337" y="105397"/>
                      <a:pt x="2619" y="97847"/>
                    </a:cubicBezTo>
                    <a:lnTo>
                      <a:pt x="0" y="18028"/>
                    </a:lnTo>
                    <a:lnTo>
                      <a:pt x="41142" y="0"/>
                    </a:lnTo>
                    <a:lnTo>
                      <a:pt x="64409" y="5239"/>
                    </a:lnTo>
                    <a:lnTo>
                      <a:pt x="87523" y="2619"/>
                    </a:lnTo>
                    <a:lnTo>
                      <a:pt x="110636" y="7704"/>
                    </a:lnTo>
                    <a:cubicBezTo>
                      <a:pt x="136369" y="5239"/>
                      <a:pt x="118341" y="-5085"/>
                      <a:pt x="136369" y="5239"/>
                    </a:cubicBezTo>
                    <a:lnTo>
                      <a:pt x="154398" y="15563"/>
                    </a:lnTo>
                    <a:lnTo>
                      <a:pt x="195540" y="23113"/>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28"/>
              <p:cNvSpPr/>
              <p:nvPr/>
            </p:nvSpPr>
            <p:spPr>
              <a:xfrm>
                <a:off x="6019741" y="3205996"/>
                <a:ext cx="203398" cy="348306"/>
              </a:xfrm>
              <a:custGeom>
                <a:rect b="b" l="l" r="r" t="t"/>
                <a:pathLst>
                  <a:path extrusionOk="0" h="348306" w="203398">
                    <a:moveTo>
                      <a:pt x="7859" y="23268"/>
                    </a:moveTo>
                    <a:lnTo>
                      <a:pt x="0" y="344391"/>
                    </a:lnTo>
                    <a:cubicBezTo>
                      <a:pt x="0" y="344391"/>
                      <a:pt x="15409" y="357180"/>
                      <a:pt x="30818" y="336532"/>
                    </a:cubicBezTo>
                    <a:cubicBezTo>
                      <a:pt x="46227" y="315884"/>
                      <a:pt x="43607" y="287685"/>
                      <a:pt x="84904" y="228669"/>
                    </a:cubicBezTo>
                    <a:cubicBezTo>
                      <a:pt x="126199" y="169653"/>
                      <a:pt x="131130" y="146231"/>
                      <a:pt x="156863" y="125737"/>
                    </a:cubicBezTo>
                    <a:cubicBezTo>
                      <a:pt x="170269" y="114643"/>
                      <a:pt x="185062" y="105243"/>
                      <a:pt x="200779" y="97847"/>
                    </a:cubicBezTo>
                    <a:lnTo>
                      <a:pt x="203399" y="18028"/>
                    </a:lnTo>
                    <a:lnTo>
                      <a:pt x="162256" y="0"/>
                    </a:lnTo>
                    <a:lnTo>
                      <a:pt x="138989" y="5239"/>
                    </a:lnTo>
                    <a:lnTo>
                      <a:pt x="115876" y="2619"/>
                    </a:lnTo>
                    <a:lnTo>
                      <a:pt x="92762" y="7704"/>
                    </a:lnTo>
                    <a:cubicBezTo>
                      <a:pt x="67029" y="5239"/>
                      <a:pt x="85058" y="-5085"/>
                      <a:pt x="67029" y="5239"/>
                    </a:cubicBezTo>
                    <a:lnTo>
                      <a:pt x="49001" y="15563"/>
                    </a:lnTo>
                    <a:lnTo>
                      <a:pt x="7859" y="23268"/>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28"/>
              <p:cNvSpPr/>
              <p:nvPr/>
            </p:nvSpPr>
            <p:spPr>
              <a:xfrm>
                <a:off x="6125293" y="3514946"/>
                <a:ext cx="180284" cy="627915"/>
              </a:xfrm>
              <a:custGeom>
                <a:rect b="b" l="l" r="r" t="t"/>
                <a:pathLst>
                  <a:path extrusionOk="0" h="627915" w="180284">
                    <a:moveTo>
                      <a:pt x="180285" y="0"/>
                    </a:moveTo>
                    <a:cubicBezTo>
                      <a:pt x="180285" y="0"/>
                      <a:pt x="85058" y="296006"/>
                      <a:pt x="82438" y="352557"/>
                    </a:cubicBezTo>
                    <a:cubicBezTo>
                      <a:pt x="79818" y="409108"/>
                      <a:pt x="10324" y="579069"/>
                      <a:pt x="0" y="627915"/>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28"/>
              <p:cNvSpPr/>
              <p:nvPr/>
            </p:nvSpPr>
            <p:spPr>
              <a:xfrm>
                <a:off x="6156419" y="3512789"/>
                <a:ext cx="213414" cy="777228"/>
              </a:xfrm>
              <a:custGeom>
                <a:rect b="b" l="l" r="r" t="t"/>
                <a:pathLst>
                  <a:path extrusionOk="0" h="777228" w="213414">
                    <a:moveTo>
                      <a:pt x="0" y="777228"/>
                    </a:moveTo>
                    <a:cubicBezTo>
                      <a:pt x="8475" y="759046"/>
                      <a:pt x="18645" y="738398"/>
                      <a:pt x="30818" y="715593"/>
                    </a:cubicBezTo>
                    <a:cubicBezTo>
                      <a:pt x="131284" y="519899"/>
                      <a:pt x="133750" y="416967"/>
                      <a:pt x="151778" y="288302"/>
                    </a:cubicBezTo>
                    <a:cubicBezTo>
                      <a:pt x="167187" y="191225"/>
                      <a:pt x="187835" y="94919"/>
                      <a:pt x="213414"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 name="Google Shape;290;p28"/>
              <p:cNvSpPr/>
              <p:nvPr/>
            </p:nvSpPr>
            <p:spPr>
              <a:xfrm>
                <a:off x="5719113" y="3561327"/>
                <a:ext cx="182442" cy="581534"/>
              </a:xfrm>
              <a:custGeom>
                <a:rect b="b" l="l" r="r" t="t"/>
                <a:pathLst>
                  <a:path extrusionOk="0" h="581534" w="182442">
                    <a:moveTo>
                      <a:pt x="182442" y="581535"/>
                    </a:moveTo>
                    <a:cubicBezTo>
                      <a:pt x="182442" y="581535"/>
                      <a:pt x="164414" y="416813"/>
                      <a:pt x="136215" y="367966"/>
                    </a:cubicBezTo>
                    <a:cubicBezTo>
                      <a:pt x="108017" y="319120"/>
                      <a:pt x="105397" y="311415"/>
                      <a:pt x="97693" y="275512"/>
                    </a:cubicBezTo>
                    <a:cubicBezTo>
                      <a:pt x="93070" y="239764"/>
                      <a:pt x="82746" y="204939"/>
                      <a:pt x="66875" y="172581"/>
                    </a:cubicBezTo>
                    <a:cubicBezTo>
                      <a:pt x="41142" y="115876"/>
                      <a:pt x="0" y="0"/>
                      <a:pt x="0"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 name="Google Shape;291;p28"/>
              <p:cNvSpPr/>
              <p:nvPr/>
            </p:nvSpPr>
            <p:spPr>
              <a:xfrm>
                <a:off x="5656860" y="3543145"/>
                <a:ext cx="221272" cy="728535"/>
              </a:xfrm>
              <a:custGeom>
                <a:rect b="b" l="l" r="r" t="t"/>
                <a:pathLst>
                  <a:path extrusionOk="0" h="728535" w="221272">
                    <a:moveTo>
                      <a:pt x="0" y="0"/>
                    </a:moveTo>
                    <a:cubicBezTo>
                      <a:pt x="0" y="0"/>
                      <a:pt x="61636" y="311569"/>
                      <a:pt x="72114" y="373205"/>
                    </a:cubicBezTo>
                    <a:cubicBezTo>
                      <a:pt x="82592" y="434841"/>
                      <a:pt x="128665" y="599717"/>
                      <a:pt x="164568" y="648717"/>
                    </a:cubicBezTo>
                    <a:cubicBezTo>
                      <a:pt x="200471" y="697718"/>
                      <a:pt x="218653" y="712973"/>
                      <a:pt x="221273" y="728536"/>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28"/>
              <p:cNvSpPr/>
              <p:nvPr/>
            </p:nvSpPr>
            <p:spPr>
              <a:xfrm>
                <a:off x="5816651" y="3713106"/>
                <a:ext cx="107862" cy="123271"/>
              </a:xfrm>
              <a:custGeom>
                <a:rect b="b" l="l" r="r" t="t"/>
                <a:pathLst>
                  <a:path extrusionOk="0" h="123271" w="107862">
                    <a:moveTo>
                      <a:pt x="107863" y="0"/>
                    </a:moveTo>
                    <a:cubicBezTo>
                      <a:pt x="107863" y="0"/>
                      <a:pt x="12635" y="113256"/>
                      <a:pt x="0" y="123272"/>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28"/>
              <p:cNvSpPr/>
              <p:nvPr/>
            </p:nvSpPr>
            <p:spPr>
              <a:xfrm>
                <a:off x="5759792" y="3553469"/>
                <a:ext cx="100466" cy="67029"/>
              </a:xfrm>
              <a:custGeom>
                <a:rect b="b" l="l" r="r" t="t"/>
                <a:pathLst>
                  <a:path extrusionOk="0" h="67029" w="100466">
                    <a:moveTo>
                      <a:pt x="100467" y="0"/>
                    </a:moveTo>
                    <a:cubicBezTo>
                      <a:pt x="100467" y="0"/>
                      <a:pt x="20648" y="61636"/>
                      <a:pt x="0" y="67029"/>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28"/>
              <p:cNvSpPr/>
              <p:nvPr/>
            </p:nvSpPr>
            <p:spPr>
              <a:xfrm>
                <a:off x="6148098" y="3569032"/>
                <a:ext cx="120960" cy="46226"/>
              </a:xfrm>
              <a:custGeom>
                <a:rect b="b" l="l" r="r" t="t"/>
                <a:pathLst>
                  <a:path extrusionOk="0" h="46226" w="120960">
                    <a:moveTo>
                      <a:pt x="0" y="0"/>
                    </a:moveTo>
                    <a:cubicBezTo>
                      <a:pt x="0" y="0"/>
                      <a:pt x="74580" y="46227"/>
                      <a:pt x="120961" y="46227"/>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28"/>
              <p:cNvSpPr/>
              <p:nvPr/>
            </p:nvSpPr>
            <p:spPr>
              <a:xfrm>
                <a:off x="6076447" y="3715725"/>
                <a:ext cx="131284" cy="126045"/>
              </a:xfrm>
              <a:custGeom>
                <a:rect b="b" l="l" r="r" t="t"/>
                <a:pathLst>
                  <a:path extrusionOk="0" h="126045" w="131284">
                    <a:moveTo>
                      <a:pt x="0" y="0"/>
                    </a:moveTo>
                    <a:cubicBezTo>
                      <a:pt x="0" y="0"/>
                      <a:pt x="84903" y="105397"/>
                      <a:pt x="131284" y="126045"/>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8"/>
              <p:cNvSpPr/>
              <p:nvPr/>
            </p:nvSpPr>
            <p:spPr>
              <a:xfrm>
                <a:off x="5478270" y="3800731"/>
                <a:ext cx="483841" cy="2072529"/>
              </a:xfrm>
              <a:custGeom>
                <a:rect b="b" l="l" r="r" t="t"/>
                <a:pathLst>
                  <a:path extrusionOk="0" h="2072529" w="483841">
                    <a:moveTo>
                      <a:pt x="468433" y="1840499"/>
                    </a:moveTo>
                    <a:cubicBezTo>
                      <a:pt x="475367" y="1825706"/>
                      <a:pt x="480606" y="1810297"/>
                      <a:pt x="483842" y="1794272"/>
                    </a:cubicBezTo>
                    <a:lnTo>
                      <a:pt x="482763" y="1743268"/>
                    </a:lnTo>
                    <a:lnTo>
                      <a:pt x="407875" y="1744501"/>
                    </a:lnTo>
                    <a:lnTo>
                      <a:pt x="469511" y="1705824"/>
                    </a:lnTo>
                    <a:cubicBezTo>
                      <a:pt x="469511" y="1705824"/>
                      <a:pt x="465351" y="1678242"/>
                      <a:pt x="461653" y="1649428"/>
                    </a:cubicBezTo>
                    <a:cubicBezTo>
                      <a:pt x="460112" y="1641723"/>
                      <a:pt x="458263" y="1632940"/>
                      <a:pt x="456260" y="1622924"/>
                    </a:cubicBezTo>
                    <a:cubicBezTo>
                      <a:pt x="452716" y="1605358"/>
                      <a:pt x="450250" y="1587792"/>
                      <a:pt x="448863" y="1569917"/>
                    </a:cubicBezTo>
                    <a:cubicBezTo>
                      <a:pt x="440388" y="1571304"/>
                      <a:pt x="432530" y="1574694"/>
                      <a:pt x="425750" y="1579779"/>
                    </a:cubicBezTo>
                    <a:cubicBezTo>
                      <a:pt x="425750" y="1579779"/>
                      <a:pt x="430835" y="1433086"/>
                      <a:pt x="415426" y="1350648"/>
                    </a:cubicBezTo>
                    <a:cubicBezTo>
                      <a:pt x="400017" y="1268210"/>
                      <a:pt x="371665" y="1273603"/>
                      <a:pt x="374284" y="1299182"/>
                    </a:cubicBezTo>
                    <a:cubicBezTo>
                      <a:pt x="376903" y="1324761"/>
                      <a:pt x="381988" y="1456199"/>
                      <a:pt x="384608" y="1484089"/>
                    </a:cubicBezTo>
                    <a:cubicBezTo>
                      <a:pt x="387073" y="1519222"/>
                      <a:pt x="387073" y="1554508"/>
                      <a:pt x="384608" y="1589641"/>
                    </a:cubicBezTo>
                    <a:cubicBezTo>
                      <a:pt x="381988" y="1597345"/>
                      <a:pt x="358875" y="1594726"/>
                      <a:pt x="351016" y="1422300"/>
                    </a:cubicBezTo>
                    <a:cubicBezTo>
                      <a:pt x="343158" y="1249873"/>
                      <a:pt x="335607" y="1077447"/>
                      <a:pt x="338227" y="1056799"/>
                    </a:cubicBezTo>
                    <a:cubicBezTo>
                      <a:pt x="340847" y="1036151"/>
                      <a:pt x="361341" y="1020742"/>
                      <a:pt x="387073" y="982219"/>
                    </a:cubicBezTo>
                    <a:cubicBezTo>
                      <a:pt x="402482" y="958027"/>
                      <a:pt x="419278" y="943851"/>
                      <a:pt x="426520" y="927209"/>
                    </a:cubicBezTo>
                    <a:cubicBezTo>
                      <a:pt x="422514" y="902863"/>
                      <a:pt x="419586" y="878363"/>
                      <a:pt x="418045" y="853863"/>
                    </a:cubicBezTo>
                    <a:cubicBezTo>
                      <a:pt x="409262" y="748311"/>
                      <a:pt x="423901" y="736446"/>
                      <a:pt x="423901" y="660172"/>
                    </a:cubicBezTo>
                    <a:cubicBezTo>
                      <a:pt x="423901" y="646304"/>
                      <a:pt x="423901" y="633052"/>
                      <a:pt x="422668" y="620725"/>
                    </a:cubicBezTo>
                    <a:cubicBezTo>
                      <a:pt x="418354" y="611017"/>
                      <a:pt x="415426" y="603775"/>
                      <a:pt x="415426" y="603775"/>
                    </a:cubicBezTo>
                    <a:cubicBezTo>
                      <a:pt x="408954" y="632282"/>
                      <a:pt x="399555" y="659864"/>
                      <a:pt x="387073" y="686213"/>
                    </a:cubicBezTo>
                    <a:cubicBezTo>
                      <a:pt x="366580" y="729974"/>
                      <a:pt x="371665" y="742764"/>
                      <a:pt x="340847" y="735059"/>
                    </a:cubicBezTo>
                    <a:cubicBezTo>
                      <a:pt x="310029" y="727355"/>
                      <a:pt x="304789" y="745383"/>
                      <a:pt x="304789" y="706707"/>
                    </a:cubicBezTo>
                    <a:cubicBezTo>
                      <a:pt x="304789" y="668030"/>
                      <a:pt x="302170" y="647537"/>
                      <a:pt x="315114" y="611479"/>
                    </a:cubicBezTo>
                    <a:cubicBezTo>
                      <a:pt x="328057" y="575423"/>
                      <a:pt x="335607" y="505928"/>
                      <a:pt x="320198" y="523957"/>
                    </a:cubicBezTo>
                    <a:cubicBezTo>
                      <a:pt x="320198" y="523957"/>
                      <a:pt x="271352" y="570184"/>
                      <a:pt x="253323" y="541985"/>
                    </a:cubicBezTo>
                    <a:cubicBezTo>
                      <a:pt x="235295" y="513787"/>
                      <a:pt x="163181" y="392672"/>
                      <a:pt x="181210" y="464940"/>
                    </a:cubicBezTo>
                    <a:cubicBezTo>
                      <a:pt x="199238" y="537208"/>
                      <a:pt x="224971" y="565407"/>
                      <a:pt x="227437" y="598844"/>
                    </a:cubicBezTo>
                    <a:cubicBezTo>
                      <a:pt x="229902" y="632282"/>
                      <a:pt x="237606" y="675889"/>
                      <a:pt x="237606" y="701776"/>
                    </a:cubicBezTo>
                    <a:cubicBezTo>
                      <a:pt x="237606" y="727663"/>
                      <a:pt x="232522" y="730128"/>
                      <a:pt x="232522" y="748003"/>
                    </a:cubicBezTo>
                    <a:lnTo>
                      <a:pt x="232522" y="766648"/>
                    </a:lnTo>
                    <a:cubicBezTo>
                      <a:pt x="232522" y="766648"/>
                      <a:pt x="199084" y="779591"/>
                      <a:pt x="155477" y="632898"/>
                    </a:cubicBezTo>
                    <a:cubicBezTo>
                      <a:pt x="111869" y="486205"/>
                      <a:pt x="78432" y="403767"/>
                      <a:pt x="83363" y="318863"/>
                    </a:cubicBezTo>
                    <a:cubicBezTo>
                      <a:pt x="85674" y="257227"/>
                      <a:pt x="94303" y="196054"/>
                      <a:pt x="109096" y="136113"/>
                    </a:cubicBezTo>
                    <a:cubicBezTo>
                      <a:pt x="119420" y="102676"/>
                      <a:pt x="158096" y="25476"/>
                      <a:pt x="116800" y="40885"/>
                    </a:cubicBezTo>
                    <a:cubicBezTo>
                      <a:pt x="75504" y="56294"/>
                      <a:pt x="57630" y="63999"/>
                      <a:pt x="57630" y="63999"/>
                    </a:cubicBezTo>
                    <a:cubicBezTo>
                      <a:pt x="57630" y="63999"/>
                      <a:pt x="47306" y="-25989"/>
                      <a:pt x="26812" y="7448"/>
                    </a:cubicBezTo>
                    <a:cubicBezTo>
                      <a:pt x="13714" y="31486"/>
                      <a:pt x="4623" y="57527"/>
                      <a:pt x="0" y="84493"/>
                    </a:cubicBezTo>
                    <a:cubicBezTo>
                      <a:pt x="1079" y="104679"/>
                      <a:pt x="2311" y="125018"/>
                      <a:pt x="4469" y="146129"/>
                    </a:cubicBezTo>
                    <a:cubicBezTo>
                      <a:pt x="24192" y="166931"/>
                      <a:pt x="31897" y="226101"/>
                      <a:pt x="29277" y="238583"/>
                    </a:cubicBezTo>
                    <a:cubicBezTo>
                      <a:pt x="26658" y="251064"/>
                      <a:pt x="22189" y="283885"/>
                      <a:pt x="21727" y="286967"/>
                    </a:cubicBezTo>
                    <a:cubicBezTo>
                      <a:pt x="42375" y="416710"/>
                      <a:pt x="71960" y="544759"/>
                      <a:pt x="110328" y="670342"/>
                    </a:cubicBezTo>
                    <a:lnTo>
                      <a:pt x="114335" y="676197"/>
                    </a:lnTo>
                    <a:cubicBezTo>
                      <a:pt x="114335" y="676197"/>
                      <a:pt x="134828" y="725044"/>
                      <a:pt x="155477" y="763720"/>
                    </a:cubicBezTo>
                    <a:cubicBezTo>
                      <a:pt x="176125" y="802397"/>
                      <a:pt x="235295" y="835680"/>
                      <a:pt x="204323" y="838300"/>
                    </a:cubicBezTo>
                    <a:cubicBezTo>
                      <a:pt x="177974" y="840457"/>
                      <a:pt x="153627" y="822120"/>
                      <a:pt x="137448" y="800702"/>
                    </a:cubicBezTo>
                    <a:cubicBezTo>
                      <a:pt x="139297" y="818268"/>
                      <a:pt x="140376" y="835372"/>
                      <a:pt x="140684" y="852168"/>
                    </a:cubicBezTo>
                    <a:lnTo>
                      <a:pt x="158096" y="866652"/>
                    </a:lnTo>
                    <a:cubicBezTo>
                      <a:pt x="188914" y="892385"/>
                      <a:pt x="209562" y="889765"/>
                      <a:pt x="217267" y="918118"/>
                    </a:cubicBezTo>
                    <a:cubicBezTo>
                      <a:pt x="224971" y="946471"/>
                      <a:pt x="235295" y="959260"/>
                      <a:pt x="227591" y="961879"/>
                    </a:cubicBezTo>
                    <a:cubicBezTo>
                      <a:pt x="207405" y="964961"/>
                      <a:pt x="186757" y="959414"/>
                      <a:pt x="170886" y="946471"/>
                    </a:cubicBezTo>
                    <a:cubicBezTo>
                      <a:pt x="157326" y="936917"/>
                      <a:pt x="145923" y="929521"/>
                      <a:pt x="138218" y="924744"/>
                    </a:cubicBezTo>
                    <a:cubicBezTo>
                      <a:pt x="136986" y="940153"/>
                      <a:pt x="135291" y="956641"/>
                      <a:pt x="133442" y="973436"/>
                    </a:cubicBezTo>
                    <a:cubicBezTo>
                      <a:pt x="139605" y="978675"/>
                      <a:pt x="146077" y="983298"/>
                      <a:pt x="152857" y="987612"/>
                    </a:cubicBezTo>
                    <a:cubicBezTo>
                      <a:pt x="176741" y="1010110"/>
                      <a:pt x="199084" y="1034302"/>
                      <a:pt x="219886" y="1059727"/>
                    </a:cubicBezTo>
                    <a:cubicBezTo>
                      <a:pt x="219886" y="1059727"/>
                      <a:pt x="232676" y="1219209"/>
                      <a:pt x="243000" y="1255266"/>
                    </a:cubicBezTo>
                    <a:cubicBezTo>
                      <a:pt x="253323" y="1291323"/>
                      <a:pt x="291846" y="1470992"/>
                      <a:pt x="291846" y="1470992"/>
                    </a:cubicBezTo>
                    <a:cubicBezTo>
                      <a:pt x="291846" y="1470992"/>
                      <a:pt x="258408" y="1344946"/>
                      <a:pt x="250704" y="1393947"/>
                    </a:cubicBezTo>
                    <a:cubicBezTo>
                      <a:pt x="243000" y="1442948"/>
                      <a:pt x="286761" y="1522612"/>
                      <a:pt x="291846" y="1568993"/>
                    </a:cubicBezTo>
                    <a:cubicBezTo>
                      <a:pt x="298010" y="1605974"/>
                      <a:pt x="308334" y="1642185"/>
                      <a:pt x="322664" y="1676856"/>
                    </a:cubicBezTo>
                    <a:lnTo>
                      <a:pt x="295236" y="1684252"/>
                    </a:lnTo>
                    <a:cubicBezTo>
                      <a:pt x="297393" y="1691802"/>
                      <a:pt x="299242" y="1699507"/>
                      <a:pt x="300475" y="1707365"/>
                    </a:cubicBezTo>
                    <a:cubicBezTo>
                      <a:pt x="306484" y="1732020"/>
                      <a:pt x="300783" y="1758215"/>
                      <a:pt x="285066" y="1778093"/>
                    </a:cubicBezTo>
                    <a:cubicBezTo>
                      <a:pt x="292770" y="1779479"/>
                      <a:pt x="310645" y="1782869"/>
                      <a:pt x="331293" y="1787338"/>
                    </a:cubicBezTo>
                    <a:lnTo>
                      <a:pt x="273047" y="1857141"/>
                    </a:lnTo>
                    <a:lnTo>
                      <a:pt x="246390" y="1842964"/>
                    </a:lnTo>
                    <a:cubicBezTo>
                      <a:pt x="217729" y="1885031"/>
                      <a:pt x="173043" y="1942969"/>
                      <a:pt x="170886" y="1971475"/>
                    </a:cubicBezTo>
                    <a:cubicBezTo>
                      <a:pt x="167958" y="2009535"/>
                      <a:pt x="194307" y="2038966"/>
                      <a:pt x="267654" y="2059460"/>
                    </a:cubicBezTo>
                    <a:cubicBezTo>
                      <a:pt x="341001" y="2079954"/>
                      <a:pt x="393853" y="2079954"/>
                      <a:pt x="428986" y="2033111"/>
                    </a:cubicBezTo>
                    <a:cubicBezTo>
                      <a:pt x="464118" y="1986268"/>
                      <a:pt x="467200" y="1956837"/>
                      <a:pt x="464272" y="1921550"/>
                    </a:cubicBezTo>
                    <a:cubicBezTo>
                      <a:pt x="462731" y="1903059"/>
                      <a:pt x="459496" y="1892581"/>
                      <a:pt x="458571" y="1882257"/>
                    </a:cubicBezTo>
                    <a:cubicBezTo>
                      <a:pt x="445782" y="1885801"/>
                      <a:pt x="432838" y="1888575"/>
                      <a:pt x="419740" y="1890578"/>
                    </a:cubicBezTo>
                    <a:lnTo>
                      <a:pt x="434225" y="1820775"/>
                    </a:lnTo>
                    <a:cubicBezTo>
                      <a:pt x="448247" y="1828788"/>
                      <a:pt x="459804" y="1835414"/>
                      <a:pt x="468433" y="1840499"/>
                    </a:cubicBezTo>
                    <a:close/>
                    <a:moveTo>
                      <a:pt x="333142" y="895621"/>
                    </a:moveTo>
                    <a:cubicBezTo>
                      <a:pt x="345007" y="860026"/>
                      <a:pt x="363344" y="826897"/>
                      <a:pt x="387073" y="797774"/>
                    </a:cubicBezTo>
                    <a:cubicBezTo>
                      <a:pt x="405102" y="772041"/>
                      <a:pt x="397397" y="885297"/>
                      <a:pt x="366580" y="931524"/>
                    </a:cubicBezTo>
                    <a:cubicBezTo>
                      <a:pt x="335762" y="977751"/>
                      <a:pt x="309874" y="959876"/>
                      <a:pt x="333142" y="895621"/>
                    </a:cubicBezTo>
                    <a:close/>
                    <a:moveTo>
                      <a:pt x="322818" y="1881795"/>
                    </a:moveTo>
                    <a:lnTo>
                      <a:pt x="294465" y="1871471"/>
                    </a:lnTo>
                    <a:lnTo>
                      <a:pt x="343620" y="1791498"/>
                    </a:lnTo>
                    <a:lnTo>
                      <a:pt x="364268" y="1796429"/>
                    </a:lnTo>
                    <a:lnTo>
                      <a:pt x="322818" y="1881795"/>
                    </a:lnTo>
                    <a:close/>
                    <a:moveTo>
                      <a:pt x="353636" y="1884414"/>
                    </a:moveTo>
                    <a:lnTo>
                      <a:pt x="387690" y="1802747"/>
                    </a:lnTo>
                    <a:cubicBezTo>
                      <a:pt x="394932" y="1805058"/>
                      <a:pt x="401866" y="1807215"/>
                      <a:pt x="407875" y="1809527"/>
                    </a:cubicBezTo>
                    <a:lnTo>
                      <a:pt x="371665" y="1894584"/>
                    </a:lnTo>
                    <a:lnTo>
                      <a:pt x="353636" y="1884414"/>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28"/>
              <p:cNvSpPr/>
              <p:nvPr/>
            </p:nvSpPr>
            <p:spPr>
              <a:xfrm>
                <a:off x="6040121" y="3801669"/>
                <a:ext cx="472638" cy="2067505"/>
              </a:xfrm>
              <a:custGeom>
                <a:rect b="b" l="l" r="r" t="t"/>
                <a:pathLst>
                  <a:path extrusionOk="0" h="2067505" w="472638">
                    <a:moveTo>
                      <a:pt x="417389" y="62599"/>
                    </a:moveTo>
                    <a:cubicBezTo>
                      <a:pt x="417389" y="62599"/>
                      <a:pt x="399361" y="54894"/>
                      <a:pt x="358065" y="39331"/>
                    </a:cubicBezTo>
                    <a:cubicBezTo>
                      <a:pt x="316768" y="23768"/>
                      <a:pt x="355599" y="100967"/>
                      <a:pt x="365923" y="134713"/>
                    </a:cubicBezTo>
                    <a:cubicBezTo>
                      <a:pt x="380716" y="194654"/>
                      <a:pt x="389345" y="255981"/>
                      <a:pt x="391656" y="317617"/>
                    </a:cubicBezTo>
                    <a:cubicBezTo>
                      <a:pt x="396741" y="402521"/>
                      <a:pt x="363304" y="484959"/>
                      <a:pt x="319542" y="631806"/>
                    </a:cubicBezTo>
                    <a:cubicBezTo>
                      <a:pt x="275781" y="778654"/>
                      <a:pt x="242497" y="765710"/>
                      <a:pt x="242497" y="765710"/>
                    </a:cubicBezTo>
                    <a:lnTo>
                      <a:pt x="242497" y="747682"/>
                    </a:lnTo>
                    <a:cubicBezTo>
                      <a:pt x="242497" y="729653"/>
                      <a:pt x="237412" y="727033"/>
                      <a:pt x="237412" y="701455"/>
                    </a:cubicBezTo>
                    <a:cubicBezTo>
                      <a:pt x="237412" y="675876"/>
                      <a:pt x="245117" y="631960"/>
                      <a:pt x="247736" y="598523"/>
                    </a:cubicBezTo>
                    <a:cubicBezTo>
                      <a:pt x="250356" y="565085"/>
                      <a:pt x="276089" y="536887"/>
                      <a:pt x="293963" y="464619"/>
                    </a:cubicBezTo>
                    <a:cubicBezTo>
                      <a:pt x="311838" y="392351"/>
                      <a:pt x="239878" y="513465"/>
                      <a:pt x="221849" y="541664"/>
                    </a:cubicBezTo>
                    <a:cubicBezTo>
                      <a:pt x="203821" y="569862"/>
                      <a:pt x="154820" y="523635"/>
                      <a:pt x="154820" y="523635"/>
                    </a:cubicBezTo>
                    <a:cubicBezTo>
                      <a:pt x="139411" y="505607"/>
                      <a:pt x="147116" y="575101"/>
                      <a:pt x="159905" y="611158"/>
                    </a:cubicBezTo>
                    <a:cubicBezTo>
                      <a:pt x="172694" y="647215"/>
                      <a:pt x="170229" y="667863"/>
                      <a:pt x="170229" y="706540"/>
                    </a:cubicBezTo>
                    <a:cubicBezTo>
                      <a:pt x="170229" y="745216"/>
                      <a:pt x="165144" y="727033"/>
                      <a:pt x="134172" y="734892"/>
                    </a:cubicBezTo>
                    <a:cubicBezTo>
                      <a:pt x="103200" y="742751"/>
                      <a:pt x="108439" y="729653"/>
                      <a:pt x="87945" y="685892"/>
                    </a:cubicBezTo>
                    <a:cubicBezTo>
                      <a:pt x="75618" y="659542"/>
                      <a:pt x="66064" y="631806"/>
                      <a:pt x="59593" y="603454"/>
                    </a:cubicBezTo>
                    <a:cubicBezTo>
                      <a:pt x="59593" y="603454"/>
                      <a:pt x="56819" y="610696"/>
                      <a:pt x="52505" y="620403"/>
                    </a:cubicBezTo>
                    <a:cubicBezTo>
                      <a:pt x="52505" y="632885"/>
                      <a:pt x="51118" y="646136"/>
                      <a:pt x="51118" y="660005"/>
                    </a:cubicBezTo>
                    <a:cubicBezTo>
                      <a:pt x="51118" y="721640"/>
                      <a:pt x="60979" y="741518"/>
                      <a:pt x="59747" y="803924"/>
                    </a:cubicBezTo>
                    <a:cubicBezTo>
                      <a:pt x="65910" y="834742"/>
                      <a:pt x="70687" y="856777"/>
                      <a:pt x="70687" y="856777"/>
                    </a:cubicBezTo>
                    <a:cubicBezTo>
                      <a:pt x="70687" y="856777"/>
                      <a:pt x="63445" y="885592"/>
                      <a:pt x="53583" y="936287"/>
                    </a:cubicBezTo>
                    <a:cubicBezTo>
                      <a:pt x="61904" y="949385"/>
                      <a:pt x="74848" y="962483"/>
                      <a:pt x="87945" y="982514"/>
                    </a:cubicBezTo>
                    <a:cubicBezTo>
                      <a:pt x="113678" y="1021191"/>
                      <a:pt x="134172" y="1036600"/>
                      <a:pt x="136946" y="1057248"/>
                    </a:cubicBezTo>
                    <a:cubicBezTo>
                      <a:pt x="139719" y="1077896"/>
                      <a:pt x="131707" y="1250476"/>
                      <a:pt x="124002" y="1423057"/>
                    </a:cubicBezTo>
                    <a:cubicBezTo>
                      <a:pt x="116298" y="1595637"/>
                      <a:pt x="93184" y="1598103"/>
                      <a:pt x="90565" y="1590398"/>
                    </a:cubicBezTo>
                    <a:cubicBezTo>
                      <a:pt x="87945" y="1555266"/>
                      <a:pt x="87945" y="1519979"/>
                      <a:pt x="90565" y="1484847"/>
                    </a:cubicBezTo>
                    <a:cubicBezTo>
                      <a:pt x="93184" y="1456494"/>
                      <a:pt x="98269" y="1325056"/>
                      <a:pt x="100889" y="1299939"/>
                    </a:cubicBezTo>
                    <a:cubicBezTo>
                      <a:pt x="103508" y="1274822"/>
                      <a:pt x="75156" y="1269121"/>
                      <a:pt x="59593" y="1351559"/>
                    </a:cubicBezTo>
                    <a:cubicBezTo>
                      <a:pt x="44030" y="1433997"/>
                      <a:pt x="49423" y="1580690"/>
                      <a:pt x="49423" y="1580690"/>
                    </a:cubicBezTo>
                    <a:cubicBezTo>
                      <a:pt x="43567" y="1576530"/>
                      <a:pt x="37096" y="1573448"/>
                      <a:pt x="30162" y="1571599"/>
                    </a:cubicBezTo>
                    <a:cubicBezTo>
                      <a:pt x="26926" y="1602725"/>
                      <a:pt x="21687" y="1633543"/>
                      <a:pt x="14753" y="1664053"/>
                    </a:cubicBezTo>
                    <a:cubicBezTo>
                      <a:pt x="11979" y="1676842"/>
                      <a:pt x="8743" y="1691481"/>
                      <a:pt x="5970" y="1706581"/>
                    </a:cubicBezTo>
                    <a:lnTo>
                      <a:pt x="67605" y="1744950"/>
                    </a:lnTo>
                    <a:lnTo>
                      <a:pt x="1193" y="1743871"/>
                    </a:lnTo>
                    <a:cubicBezTo>
                      <a:pt x="-1427" y="1765290"/>
                      <a:pt x="268" y="1787016"/>
                      <a:pt x="6278" y="1807818"/>
                    </a:cubicBezTo>
                    <a:lnTo>
                      <a:pt x="15523" y="1835555"/>
                    </a:lnTo>
                    <a:cubicBezTo>
                      <a:pt x="22765" y="1831394"/>
                      <a:pt x="30932" y="1826772"/>
                      <a:pt x="40331" y="1821841"/>
                    </a:cubicBezTo>
                    <a:lnTo>
                      <a:pt x="54662" y="1891798"/>
                    </a:lnTo>
                    <a:cubicBezTo>
                      <a:pt x="41718" y="1889794"/>
                      <a:pt x="29083" y="1887175"/>
                      <a:pt x="16448" y="1883631"/>
                    </a:cubicBezTo>
                    <a:cubicBezTo>
                      <a:pt x="12904" y="1911213"/>
                      <a:pt x="11363" y="1938949"/>
                      <a:pt x="11979" y="1966685"/>
                    </a:cubicBezTo>
                    <a:cubicBezTo>
                      <a:pt x="13366" y="1987641"/>
                      <a:pt x="17218" y="2008289"/>
                      <a:pt x="23536" y="2028321"/>
                    </a:cubicBezTo>
                    <a:cubicBezTo>
                      <a:pt x="28004" y="2040956"/>
                      <a:pt x="62674" y="2073007"/>
                      <a:pt x="86404" y="2066689"/>
                    </a:cubicBezTo>
                    <a:cubicBezTo>
                      <a:pt x="104741" y="2064070"/>
                      <a:pt x="121383" y="2054362"/>
                      <a:pt x="132631" y="2039724"/>
                    </a:cubicBezTo>
                    <a:cubicBezTo>
                      <a:pt x="160213" y="2055595"/>
                      <a:pt x="192880" y="2059755"/>
                      <a:pt x="223544" y="2051434"/>
                    </a:cubicBezTo>
                    <a:cubicBezTo>
                      <a:pt x="273469" y="2036796"/>
                      <a:pt x="308602" y="2016148"/>
                      <a:pt x="296891" y="1975160"/>
                    </a:cubicBezTo>
                    <a:cubicBezTo>
                      <a:pt x="291344" y="1953433"/>
                      <a:pt x="283947" y="1932169"/>
                      <a:pt x="274702" y="1911675"/>
                    </a:cubicBezTo>
                    <a:cubicBezTo>
                      <a:pt x="259293" y="1888870"/>
                      <a:pt x="242343" y="1864678"/>
                      <a:pt x="228475" y="1844184"/>
                    </a:cubicBezTo>
                    <a:lnTo>
                      <a:pt x="201663" y="1858360"/>
                    </a:lnTo>
                    <a:lnTo>
                      <a:pt x="143418" y="1788557"/>
                    </a:lnTo>
                    <a:cubicBezTo>
                      <a:pt x="162370" y="1784551"/>
                      <a:pt x="179012" y="1781315"/>
                      <a:pt x="187487" y="1779774"/>
                    </a:cubicBezTo>
                    <a:lnTo>
                      <a:pt x="185638" y="1773303"/>
                    </a:lnTo>
                    <a:cubicBezTo>
                      <a:pt x="173311" y="1754041"/>
                      <a:pt x="169459" y="1730774"/>
                      <a:pt x="174852" y="1708585"/>
                    </a:cubicBezTo>
                    <a:cubicBezTo>
                      <a:pt x="175622" y="1703808"/>
                      <a:pt x="176547" y="1699185"/>
                      <a:pt x="177779" y="1694562"/>
                    </a:cubicBezTo>
                    <a:lnTo>
                      <a:pt x="177779" y="1684855"/>
                    </a:lnTo>
                    <a:lnTo>
                      <a:pt x="152355" y="1678075"/>
                    </a:lnTo>
                    <a:cubicBezTo>
                      <a:pt x="166685" y="1643405"/>
                      <a:pt x="177009" y="1607194"/>
                      <a:pt x="183173" y="1570212"/>
                    </a:cubicBezTo>
                    <a:cubicBezTo>
                      <a:pt x="188258" y="1523986"/>
                      <a:pt x="232019" y="1444013"/>
                      <a:pt x="224315" y="1395166"/>
                    </a:cubicBezTo>
                    <a:cubicBezTo>
                      <a:pt x="216610" y="1346320"/>
                      <a:pt x="183173" y="1472211"/>
                      <a:pt x="183173" y="1472211"/>
                    </a:cubicBezTo>
                    <a:cubicBezTo>
                      <a:pt x="183173" y="1472211"/>
                      <a:pt x="221849" y="1291927"/>
                      <a:pt x="232019" y="1256486"/>
                    </a:cubicBezTo>
                    <a:cubicBezTo>
                      <a:pt x="242189" y="1221045"/>
                      <a:pt x="255287" y="1060792"/>
                      <a:pt x="255287" y="1060792"/>
                    </a:cubicBezTo>
                    <a:cubicBezTo>
                      <a:pt x="276089" y="1035367"/>
                      <a:pt x="298432" y="1011329"/>
                      <a:pt x="322162" y="988678"/>
                    </a:cubicBezTo>
                    <a:cubicBezTo>
                      <a:pt x="328942" y="984363"/>
                      <a:pt x="335567" y="979741"/>
                      <a:pt x="341731" y="974502"/>
                    </a:cubicBezTo>
                    <a:cubicBezTo>
                      <a:pt x="339882" y="957706"/>
                      <a:pt x="338187" y="941526"/>
                      <a:pt x="336954" y="925809"/>
                    </a:cubicBezTo>
                    <a:cubicBezTo>
                      <a:pt x="329250" y="930586"/>
                      <a:pt x="317847" y="937828"/>
                      <a:pt x="304133" y="947382"/>
                    </a:cubicBezTo>
                    <a:cubicBezTo>
                      <a:pt x="288262" y="960171"/>
                      <a:pt x="267768" y="965718"/>
                      <a:pt x="247582" y="962791"/>
                    </a:cubicBezTo>
                    <a:cubicBezTo>
                      <a:pt x="239878" y="960171"/>
                      <a:pt x="250048" y="947382"/>
                      <a:pt x="257906" y="918875"/>
                    </a:cubicBezTo>
                    <a:cubicBezTo>
                      <a:pt x="265765" y="890369"/>
                      <a:pt x="286104" y="893142"/>
                      <a:pt x="317077" y="867409"/>
                    </a:cubicBezTo>
                    <a:lnTo>
                      <a:pt x="334489" y="852925"/>
                    </a:lnTo>
                    <a:cubicBezTo>
                      <a:pt x="334489" y="836129"/>
                      <a:pt x="335876" y="819025"/>
                      <a:pt x="337725" y="801459"/>
                    </a:cubicBezTo>
                    <a:cubicBezTo>
                      <a:pt x="322316" y="822877"/>
                      <a:pt x="297045" y="841214"/>
                      <a:pt x="270696" y="839057"/>
                    </a:cubicBezTo>
                    <a:cubicBezTo>
                      <a:pt x="239878" y="836437"/>
                      <a:pt x="299048" y="803000"/>
                      <a:pt x="319696" y="764323"/>
                    </a:cubicBezTo>
                    <a:cubicBezTo>
                      <a:pt x="330020" y="744754"/>
                      <a:pt x="340498" y="722565"/>
                      <a:pt x="348203" y="705461"/>
                    </a:cubicBezTo>
                    <a:cubicBezTo>
                      <a:pt x="350206" y="689282"/>
                      <a:pt x="352517" y="674643"/>
                      <a:pt x="355137" y="661391"/>
                    </a:cubicBezTo>
                    <a:cubicBezTo>
                      <a:pt x="365461" y="609617"/>
                      <a:pt x="419700" y="462770"/>
                      <a:pt x="450672" y="305598"/>
                    </a:cubicBezTo>
                    <a:cubicBezTo>
                      <a:pt x="451597" y="299435"/>
                      <a:pt x="452521" y="293579"/>
                      <a:pt x="453446" y="287262"/>
                    </a:cubicBezTo>
                    <a:cubicBezTo>
                      <a:pt x="453446" y="284334"/>
                      <a:pt x="448361" y="251205"/>
                      <a:pt x="445896" y="239031"/>
                    </a:cubicBezTo>
                    <a:cubicBezTo>
                      <a:pt x="443430" y="226858"/>
                      <a:pt x="450981" y="166918"/>
                      <a:pt x="470858" y="146578"/>
                    </a:cubicBezTo>
                    <a:cubicBezTo>
                      <a:pt x="470858" y="141030"/>
                      <a:pt x="470858" y="135791"/>
                      <a:pt x="472091" y="131169"/>
                    </a:cubicBezTo>
                    <a:cubicBezTo>
                      <a:pt x="473324" y="126546"/>
                      <a:pt x="472091" y="117763"/>
                      <a:pt x="472091" y="111137"/>
                    </a:cubicBezTo>
                    <a:lnTo>
                      <a:pt x="472091" y="70149"/>
                    </a:lnTo>
                    <a:cubicBezTo>
                      <a:pt x="467160" y="48577"/>
                      <a:pt x="459147" y="27929"/>
                      <a:pt x="448515" y="8513"/>
                    </a:cubicBezTo>
                    <a:cubicBezTo>
                      <a:pt x="427713" y="-27543"/>
                      <a:pt x="417389" y="62599"/>
                      <a:pt x="417389" y="62599"/>
                    </a:cubicBezTo>
                    <a:close/>
                    <a:moveTo>
                      <a:pt x="103200" y="1893801"/>
                    </a:moveTo>
                    <a:lnTo>
                      <a:pt x="66989" y="1808589"/>
                    </a:lnTo>
                    <a:cubicBezTo>
                      <a:pt x="72999" y="1806432"/>
                      <a:pt x="79778" y="1804120"/>
                      <a:pt x="87175" y="1801963"/>
                    </a:cubicBezTo>
                    <a:lnTo>
                      <a:pt x="121229" y="1883631"/>
                    </a:lnTo>
                    <a:lnTo>
                      <a:pt x="103200" y="1893801"/>
                    </a:lnTo>
                    <a:close/>
                    <a:moveTo>
                      <a:pt x="180245" y="1870687"/>
                    </a:moveTo>
                    <a:lnTo>
                      <a:pt x="151893" y="1881011"/>
                    </a:lnTo>
                    <a:lnTo>
                      <a:pt x="110288" y="1795646"/>
                    </a:lnTo>
                    <a:lnTo>
                      <a:pt x="130936" y="1790560"/>
                    </a:lnTo>
                    <a:lnTo>
                      <a:pt x="180245" y="1870687"/>
                    </a:lnTo>
                    <a:close/>
                    <a:moveTo>
                      <a:pt x="108131" y="930740"/>
                    </a:moveTo>
                    <a:cubicBezTo>
                      <a:pt x="77313" y="884513"/>
                      <a:pt x="69454" y="771103"/>
                      <a:pt x="87483" y="796836"/>
                    </a:cubicBezTo>
                    <a:cubicBezTo>
                      <a:pt x="111367" y="825805"/>
                      <a:pt x="129704" y="859088"/>
                      <a:pt x="141569" y="894683"/>
                    </a:cubicBezTo>
                    <a:cubicBezTo>
                      <a:pt x="164990" y="958938"/>
                      <a:pt x="138795" y="976967"/>
                      <a:pt x="107977" y="930586"/>
                    </a:cubicBezTo>
                    <a:lnTo>
                      <a:pt x="108131" y="930586"/>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8"/>
              <p:cNvSpPr/>
              <p:nvPr/>
            </p:nvSpPr>
            <p:spPr>
              <a:xfrm>
                <a:off x="5371795" y="2762989"/>
                <a:ext cx="171193" cy="368703"/>
              </a:xfrm>
              <a:custGeom>
                <a:rect b="b" l="l" r="r" t="t"/>
                <a:pathLst>
                  <a:path extrusionOk="0" h="368703" w="171193">
                    <a:moveTo>
                      <a:pt x="0" y="0"/>
                    </a:moveTo>
                    <a:cubicBezTo>
                      <a:pt x="0" y="0"/>
                      <a:pt x="19415" y="90913"/>
                      <a:pt x="17258" y="121114"/>
                    </a:cubicBezTo>
                    <a:cubicBezTo>
                      <a:pt x="14176" y="143612"/>
                      <a:pt x="9862" y="166109"/>
                      <a:pt x="4314" y="188144"/>
                    </a:cubicBezTo>
                    <a:cubicBezTo>
                      <a:pt x="4314" y="194615"/>
                      <a:pt x="10786" y="244386"/>
                      <a:pt x="10786" y="244386"/>
                    </a:cubicBezTo>
                    <a:lnTo>
                      <a:pt x="45456" y="227128"/>
                    </a:lnTo>
                    <a:cubicBezTo>
                      <a:pt x="47151" y="252553"/>
                      <a:pt x="50695" y="277824"/>
                      <a:pt x="56243" y="302786"/>
                    </a:cubicBezTo>
                    <a:cubicBezTo>
                      <a:pt x="62714" y="322356"/>
                      <a:pt x="73501" y="359029"/>
                      <a:pt x="79972" y="363343"/>
                    </a:cubicBezTo>
                    <a:cubicBezTo>
                      <a:pt x="91067" y="371972"/>
                      <a:pt x="107246" y="369969"/>
                      <a:pt x="115875" y="358875"/>
                    </a:cubicBezTo>
                    <a:cubicBezTo>
                      <a:pt x="118803" y="355177"/>
                      <a:pt x="120652" y="350708"/>
                      <a:pt x="121115" y="346086"/>
                    </a:cubicBezTo>
                    <a:cubicBezTo>
                      <a:pt x="126354" y="325592"/>
                      <a:pt x="128511" y="304481"/>
                      <a:pt x="127586" y="283371"/>
                    </a:cubicBezTo>
                    <a:cubicBezTo>
                      <a:pt x="139143" y="268887"/>
                      <a:pt x="148696" y="252861"/>
                      <a:pt x="155785" y="235757"/>
                    </a:cubicBezTo>
                    <a:cubicBezTo>
                      <a:pt x="164722" y="207713"/>
                      <a:pt x="169961" y="178744"/>
                      <a:pt x="171194" y="149313"/>
                    </a:cubicBezTo>
                    <a:cubicBezTo>
                      <a:pt x="169036" y="142687"/>
                      <a:pt x="155785" y="133904"/>
                      <a:pt x="149621" y="153627"/>
                    </a:cubicBezTo>
                    <a:cubicBezTo>
                      <a:pt x="143457" y="173351"/>
                      <a:pt x="118803" y="230672"/>
                      <a:pt x="117108" y="235757"/>
                    </a:cubicBezTo>
                    <a:cubicBezTo>
                      <a:pt x="115413" y="240842"/>
                      <a:pt x="89064" y="194615"/>
                      <a:pt x="86290" y="158712"/>
                    </a:cubicBezTo>
                    <a:cubicBezTo>
                      <a:pt x="83517" y="122809"/>
                      <a:pt x="99234" y="127894"/>
                      <a:pt x="105706" y="100312"/>
                    </a:cubicBezTo>
                    <a:cubicBezTo>
                      <a:pt x="112177" y="72730"/>
                      <a:pt x="112177" y="72114"/>
                      <a:pt x="90297" y="69494"/>
                    </a:cubicBezTo>
                    <a:cubicBezTo>
                      <a:pt x="68416" y="66875"/>
                      <a:pt x="68570" y="80281"/>
                      <a:pt x="42683" y="52236"/>
                    </a:cubicBezTo>
                    <a:cubicBezTo>
                      <a:pt x="27582" y="35595"/>
                      <a:pt x="13252" y="18183"/>
                      <a:pt x="0" y="0"/>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28"/>
              <p:cNvSpPr/>
              <p:nvPr/>
            </p:nvSpPr>
            <p:spPr>
              <a:xfrm>
                <a:off x="6469992" y="2762989"/>
                <a:ext cx="171193" cy="368762"/>
              </a:xfrm>
              <a:custGeom>
                <a:rect b="b" l="l" r="r" t="t"/>
                <a:pathLst>
                  <a:path extrusionOk="0" h="368762" w="171193">
                    <a:moveTo>
                      <a:pt x="171194" y="0"/>
                    </a:moveTo>
                    <a:cubicBezTo>
                      <a:pt x="171194" y="0"/>
                      <a:pt x="151624" y="90913"/>
                      <a:pt x="153936" y="121114"/>
                    </a:cubicBezTo>
                    <a:cubicBezTo>
                      <a:pt x="157017" y="143612"/>
                      <a:pt x="161332" y="166109"/>
                      <a:pt x="166879" y="188144"/>
                    </a:cubicBezTo>
                    <a:cubicBezTo>
                      <a:pt x="166879" y="194615"/>
                      <a:pt x="160407" y="244386"/>
                      <a:pt x="160407" y="244386"/>
                    </a:cubicBezTo>
                    <a:lnTo>
                      <a:pt x="125737" y="227128"/>
                    </a:lnTo>
                    <a:cubicBezTo>
                      <a:pt x="124042" y="252553"/>
                      <a:pt x="120498" y="277824"/>
                      <a:pt x="114951" y="302786"/>
                    </a:cubicBezTo>
                    <a:cubicBezTo>
                      <a:pt x="108479" y="322356"/>
                      <a:pt x="97693" y="359029"/>
                      <a:pt x="91067" y="363343"/>
                    </a:cubicBezTo>
                    <a:cubicBezTo>
                      <a:pt x="79973" y="371972"/>
                      <a:pt x="64101" y="370123"/>
                      <a:pt x="55318" y="359029"/>
                    </a:cubicBezTo>
                    <a:cubicBezTo>
                      <a:pt x="52391" y="355331"/>
                      <a:pt x="50541" y="350862"/>
                      <a:pt x="50079" y="346086"/>
                    </a:cubicBezTo>
                    <a:cubicBezTo>
                      <a:pt x="44840" y="325592"/>
                      <a:pt x="42683" y="304481"/>
                      <a:pt x="43607" y="283371"/>
                    </a:cubicBezTo>
                    <a:cubicBezTo>
                      <a:pt x="32051" y="268887"/>
                      <a:pt x="22497" y="252861"/>
                      <a:pt x="15409" y="235757"/>
                    </a:cubicBezTo>
                    <a:cubicBezTo>
                      <a:pt x="6472" y="207713"/>
                      <a:pt x="1233" y="178744"/>
                      <a:pt x="0" y="149313"/>
                    </a:cubicBezTo>
                    <a:cubicBezTo>
                      <a:pt x="2157" y="142687"/>
                      <a:pt x="15409" y="133904"/>
                      <a:pt x="21573" y="153627"/>
                    </a:cubicBezTo>
                    <a:cubicBezTo>
                      <a:pt x="27736" y="173351"/>
                      <a:pt x="52391" y="230672"/>
                      <a:pt x="54086" y="235757"/>
                    </a:cubicBezTo>
                    <a:cubicBezTo>
                      <a:pt x="55781" y="240842"/>
                      <a:pt x="82130" y="194615"/>
                      <a:pt x="84904" y="158712"/>
                    </a:cubicBezTo>
                    <a:cubicBezTo>
                      <a:pt x="87677" y="122809"/>
                      <a:pt x="71960" y="127894"/>
                      <a:pt x="65488" y="100312"/>
                    </a:cubicBezTo>
                    <a:cubicBezTo>
                      <a:pt x="59016" y="72730"/>
                      <a:pt x="59016" y="72114"/>
                      <a:pt x="80897" y="69494"/>
                    </a:cubicBezTo>
                    <a:cubicBezTo>
                      <a:pt x="102778" y="66875"/>
                      <a:pt x="102624" y="80281"/>
                      <a:pt x="128511" y="52236"/>
                    </a:cubicBezTo>
                    <a:cubicBezTo>
                      <a:pt x="143612" y="35595"/>
                      <a:pt x="157942" y="18183"/>
                      <a:pt x="171194" y="0"/>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8"/>
              <p:cNvSpPr/>
              <p:nvPr/>
            </p:nvSpPr>
            <p:spPr>
              <a:xfrm>
                <a:off x="6548115" y="3169817"/>
                <a:ext cx="426484" cy="781982"/>
              </a:xfrm>
              <a:custGeom>
                <a:rect b="b" l="l" r="r" t="t"/>
                <a:pathLst>
                  <a:path extrusionOk="0" h="781982" w="426484">
                    <a:moveTo>
                      <a:pt x="389693" y="447137"/>
                    </a:moveTo>
                    <a:cubicBezTo>
                      <a:pt x="357334" y="426643"/>
                      <a:pt x="354406" y="420787"/>
                      <a:pt x="330985" y="385501"/>
                    </a:cubicBezTo>
                    <a:cubicBezTo>
                      <a:pt x="307563" y="350214"/>
                      <a:pt x="328057" y="341585"/>
                      <a:pt x="278132" y="297516"/>
                    </a:cubicBezTo>
                    <a:cubicBezTo>
                      <a:pt x="228207" y="253446"/>
                      <a:pt x="196002" y="232952"/>
                      <a:pt x="196002" y="194892"/>
                    </a:cubicBezTo>
                    <a:cubicBezTo>
                      <a:pt x="196002" y="174860"/>
                      <a:pt x="206634" y="99510"/>
                      <a:pt x="211411" y="7827"/>
                    </a:cubicBezTo>
                    <a:lnTo>
                      <a:pt x="202012" y="1972"/>
                    </a:lnTo>
                    <a:cubicBezTo>
                      <a:pt x="189684" y="-1726"/>
                      <a:pt x="176279" y="-186"/>
                      <a:pt x="165184" y="6286"/>
                    </a:cubicBezTo>
                    <a:cubicBezTo>
                      <a:pt x="154552" y="11833"/>
                      <a:pt x="144998" y="19076"/>
                      <a:pt x="136986" y="27859"/>
                    </a:cubicBezTo>
                    <a:cubicBezTo>
                      <a:pt x="149467" y="58985"/>
                      <a:pt x="160253" y="90727"/>
                      <a:pt x="169499" y="123086"/>
                    </a:cubicBezTo>
                    <a:cubicBezTo>
                      <a:pt x="169499" y="133872"/>
                      <a:pt x="104627" y="159913"/>
                      <a:pt x="87369" y="151284"/>
                    </a:cubicBezTo>
                    <a:cubicBezTo>
                      <a:pt x="76737" y="145891"/>
                      <a:pt x="67183" y="138495"/>
                      <a:pt x="59170" y="129558"/>
                    </a:cubicBezTo>
                    <a:cubicBezTo>
                      <a:pt x="59170" y="129558"/>
                      <a:pt x="46227" y="66843"/>
                      <a:pt x="33283" y="60372"/>
                    </a:cubicBezTo>
                    <a:cubicBezTo>
                      <a:pt x="22497" y="57136"/>
                      <a:pt x="10940" y="57906"/>
                      <a:pt x="770" y="62529"/>
                    </a:cubicBezTo>
                    <a:cubicBezTo>
                      <a:pt x="770" y="62529"/>
                      <a:pt x="770" y="75626"/>
                      <a:pt x="0" y="92576"/>
                    </a:cubicBezTo>
                    <a:cubicBezTo>
                      <a:pt x="25579" y="163149"/>
                      <a:pt x="51004" y="232182"/>
                      <a:pt x="58092" y="253600"/>
                    </a:cubicBezTo>
                    <a:cubicBezTo>
                      <a:pt x="61482" y="266235"/>
                      <a:pt x="62252" y="279333"/>
                      <a:pt x="60403" y="292277"/>
                    </a:cubicBezTo>
                    <a:lnTo>
                      <a:pt x="124042" y="274556"/>
                    </a:lnTo>
                    <a:cubicBezTo>
                      <a:pt x="124042" y="274556"/>
                      <a:pt x="139451" y="324327"/>
                      <a:pt x="124042" y="350214"/>
                    </a:cubicBezTo>
                    <a:cubicBezTo>
                      <a:pt x="108633" y="376101"/>
                      <a:pt x="78586" y="393513"/>
                      <a:pt x="72114" y="402142"/>
                    </a:cubicBezTo>
                    <a:cubicBezTo>
                      <a:pt x="67029" y="409385"/>
                      <a:pt x="60557" y="415548"/>
                      <a:pt x="53007" y="420325"/>
                    </a:cubicBezTo>
                    <a:cubicBezTo>
                      <a:pt x="53007" y="428030"/>
                      <a:pt x="54240" y="435734"/>
                      <a:pt x="55164" y="444209"/>
                    </a:cubicBezTo>
                    <a:cubicBezTo>
                      <a:pt x="56089" y="452684"/>
                      <a:pt x="57475" y="463624"/>
                      <a:pt x="58708" y="473948"/>
                    </a:cubicBezTo>
                    <a:cubicBezTo>
                      <a:pt x="64101" y="469634"/>
                      <a:pt x="70727" y="466398"/>
                      <a:pt x="74117" y="473948"/>
                    </a:cubicBezTo>
                    <a:cubicBezTo>
                      <a:pt x="81822" y="487046"/>
                      <a:pt x="84903" y="502301"/>
                      <a:pt x="82900" y="517247"/>
                    </a:cubicBezTo>
                    <a:cubicBezTo>
                      <a:pt x="80589" y="536663"/>
                      <a:pt x="85058" y="545292"/>
                      <a:pt x="80589" y="551764"/>
                    </a:cubicBezTo>
                    <a:cubicBezTo>
                      <a:pt x="76891" y="556232"/>
                      <a:pt x="72730" y="560547"/>
                      <a:pt x="68416" y="564399"/>
                    </a:cubicBezTo>
                    <a:cubicBezTo>
                      <a:pt x="76583" y="637900"/>
                      <a:pt x="85982" y="708473"/>
                      <a:pt x="99234" y="723420"/>
                    </a:cubicBezTo>
                    <a:cubicBezTo>
                      <a:pt x="119728" y="746841"/>
                      <a:pt x="143303" y="720492"/>
                      <a:pt x="143303" y="720492"/>
                    </a:cubicBezTo>
                    <a:cubicBezTo>
                      <a:pt x="143303" y="720492"/>
                      <a:pt x="152086" y="766719"/>
                      <a:pt x="169653" y="773344"/>
                    </a:cubicBezTo>
                    <a:cubicBezTo>
                      <a:pt x="187219" y="779970"/>
                      <a:pt x="210640" y="761480"/>
                      <a:pt x="210640" y="761480"/>
                    </a:cubicBezTo>
                    <a:cubicBezTo>
                      <a:pt x="212798" y="774731"/>
                      <a:pt x="225279" y="783823"/>
                      <a:pt x="238531" y="781665"/>
                    </a:cubicBezTo>
                    <a:cubicBezTo>
                      <a:pt x="241150" y="781203"/>
                      <a:pt x="243616" y="780433"/>
                      <a:pt x="245927" y="779200"/>
                    </a:cubicBezTo>
                    <a:cubicBezTo>
                      <a:pt x="261798" y="774115"/>
                      <a:pt x="274742" y="762250"/>
                      <a:pt x="281059" y="746841"/>
                    </a:cubicBezTo>
                    <a:cubicBezTo>
                      <a:pt x="281059" y="746841"/>
                      <a:pt x="325129" y="764407"/>
                      <a:pt x="319274" y="705853"/>
                    </a:cubicBezTo>
                    <a:cubicBezTo>
                      <a:pt x="313418" y="647299"/>
                      <a:pt x="298780" y="567943"/>
                      <a:pt x="298780" y="550377"/>
                    </a:cubicBezTo>
                    <a:cubicBezTo>
                      <a:pt x="298780" y="532810"/>
                      <a:pt x="301707" y="477030"/>
                      <a:pt x="301707" y="477030"/>
                    </a:cubicBezTo>
                    <a:cubicBezTo>
                      <a:pt x="317116" y="489511"/>
                      <a:pt x="335145" y="498449"/>
                      <a:pt x="354406" y="503379"/>
                    </a:cubicBezTo>
                    <a:cubicBezTo>
                      <a:pt x="377982" y="506307"/>
                      <a:pt x="401403" y="529729"/>
                      <a:pt x="418970" y="503379"/>
                    </a:cubicBezTo>
                    <a:cubicBezTo>
                      <a:pt x="436536" y="477030"/>
                      <a:pt x="421898" y="467785"/>
                      <a:pt x="389693" y="44713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28"/>
              <p:cNvSpPr/>
              <p:nvPr/>
            </p:nvSpPr>
            <p:spPr>
              <a:xfrm>
                <a:off x="6703875" y="3432941"/>
                <a:ext cx="152727" cy="127110"/>
              </a:xfrm>
              <a:custGeom>
                <a:rect b="b" l="l" r="r" t="t"/>
                <a:pathLst>
                  <a:path extrusionOk="0" h="127110" w="152727">
                    <a:moveTo>
                      <a:pt x="87856" y="9583"/>
                    </a:moveTo>
                    <a:cubicBezTo>
                      <a:pt x="87856" y="9583"/>
                      <a:pt x="-4598" y="-13068"/>
                      <a:pt x="179" y="11278"/>
                    </a:cubicBezTo>
                    <a:cubicBezTo>
                      <a:pt x="4956" y="35624"/>
                      <a:pt x="37469" y="64747"/>
                      <a:pt x="37469" y="64747"/>
                    </a:cubicBezTo>
                    <a:cubicBezTo>
                      <a:pt x="37469" y="64747"/>
                      <a:pt x="118674" y="95565"/>
                      <a:pt x="125146" y="108663"/>
                    </a:cubicBezTo>
                    <a:cubicBezTo>
                      <a:pt x="131617" y="121760"/>
                      <a:pt x="131617" y="129619"/>
                      <a:pt x="139784" y="126383"/>
                    </a:cubicBezTo>
                    <a:cubicBezTo>
                      <a:pt x="147951" y="123147"/>
                      <a:pt x="152728" y="90788"/>
                      <a:pt x="152728" y="90788"/>
                    </a:cubicBezTo>
                    <a:cubicBezTo>
                      <a:pt x="151803" y="78615"/>
                      <a:pt x="147797" y="66905"/>
                      <a:pt x="141325" y="56581"/>
                    </a:cubicBezTo>
                    <a:cubicBezTo>
                      <a:pt x="130076" y="36395"/>
                      <a:pt x="87856" y="9583"/>
                      <a:pt x="87856" y="9583"/>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8"/>
              <p:cNvSpPr/>
              <p:nvPr/>
            </p:nvSpPr>
            <p:spPr>
              <a:xfrm>
                <a:off x="6743501" y="3567372"/>
                <a:ext cx="51465" cy="138799"/>
              </a:xfrm>
              <a:custGeom>
                <a:rect b="b" l="l" r="r" t="t"/>
                <a:pathLst>
                  <a:path extrusionOk="0" h="138799" w="51465">
                    <a:moveTo>
                      <a:pt x="24346" y="889"/>
                    </a:moveTo>
                    <a:cubicBezTo>
                      <a:pt x="16180" y="-652"/>
                      <a:pt x="7859" y="-190"/>
                      <a:pt x="0" y="2276"/>
                    </a:cubicBezTo>
                    <a:lnTo>
                      <a:pt x="22497" y="138799"/>
                    </a:lnTo>
                    <a:cubicBezTo>
                      <a:pt x="32667" y="129092"/>
                      <a:pt x="42375" y="118768"/>
                      <a:pt x="51466" y="107981"/>
                    </a:cubicBezTo>
                    <a:lnTo>
                      <a:pt x="24346" y="889"/>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28"/>
              <p:cNvSpPr/>
              <p:nvPr/>
            </p:nvSpPr>
            <p:spPr>
              <a:xfrm>
                <a:off x="6650431" y="3596614"/>
                <a:ext cx="49000" cy="141762"/>
              </a:xfrm>
              <a:custGeom>
                <a:rect b="b" l="l" r="r" t="t"/>
                <a:pathLst>
                  <a:path extrusionOk="0" h="141762" w="49000">
                    <a:moveTo>
                      <a:pt x="34516" y="0"/>
                    </a:moveTo>
                    <a:cubicBezTo>
                      <a:pt x="16025" y="11711"/>
                      <a:pt x="0" y="23267"/>
                      <a:pt x="0" y="23267"/>
                    </a:cubicBezTo>
                    <a:lnTo>
                      <a:pt x="1695" y="141762"/>
                    </a:lnTo>
                    <a:cubicBezTo>
                      <a:pt x="1695" y="141762"/>
                      <a:pt x="25579" y="139913"/>
                      <a:pt x="49000" y="137140"/>
                    </a:cubicBezTo>
                    <a:lnTo>
                      <a:pt x="34516" y="0"/>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8"/>
              <p:cNvSpPr/>
              <p:nvPr/>
            </p:nvSpPr>
            <p:spPr>
              <a:xfrm>
                <a:off x="6704054" y="3577815"/>
                <a:ext cx="43915" cy="153319"/>
              </a:xfrm>
              <a:custGeom>
                <a:rect b="b" l="l" r="r" t="t"/>
                <a:pathLst>
                  <a:path extrusionOk="0" h="153319" w="43915">
                    <a:moveTo>
                      <a:pt x="15409" y="0"/>
                    </a:moveTo>
                    <a:cubicBezTo>
                      <a:pt x="10632" y="2157"/>
                      <a:pt x="5239" y="4931"/>
                      <a:pt x="0" y="8013"/>
                    </a:cubicBezTo>
                    <a:lnTo>
                      <a:pt x="17874" y="153319"/>
                    </a:lnTo>
                    <a:cubicBezTo>
                      <a:pt x="23422" y="152395"/>
                      <a:pt x="28969" y="151162"/>
                      <a:pt x="34362" y="149621"/>
                    </a:cubicBezTo>
                    <a:cubicBezTo>
                      <a:pt x="37752" y="148234"/>
                      <a:pt x="40988" y="146385"/>
                      <a:pt x="43916" y="144228"/>
                    </a:cubicBezTo>
                    <a:lnTo>
                      <a:pt x="15409" y="0"/>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28"/>
              <p:cNvSpPr/>
              <p:nvPr/>
            </p:nvSpPr>
            <p:spPr>
              <a:xfrm>
                <a:off x="6791577" y="3578585"/>
                <a:ext cx="34211" cy="77044"/>
              </a:xfrm>
              <a:custGeom>
                <a:rect b="b" l="l" r="r" t="t"/>
                <a:pathLst>
                  <a:path extrusionOk="0" h="77044" w="34211">
                    <a:moveTo>
                      <a:pt x="6626" y="4314"/>
                    </a:moveTo>
                    <a:cubicBezTo>
                      <a:pt x="4314" y="2619"/>
                      <a:pt x="2157" y="1387"/>
                      <a:pt x="0" y="0"/>
                    </a:cubicBezTo>
                    <a:lnTo>
                      <a:pt x="18953" y="77045"/>
                    </a:lnTo>
                    <a:cubicBezTo>
                      <a:pt x="22651" y="71960"/>
                      <a:pt x="25733" y="67491"/>
                      <a:pt x="27736" y="64255"/>
                    </a:cubicBezTo>
                    <a:cubicBezTo>
                      <a:pt x="39139" y="44994"/>
                      <a:pt x="37444" y="27120"/>
                      <a:pt x="6626" y="4314"/>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28"/>
              <p:cNvSpPr/>
              <p:nvPr/>
            </p:nvSpPr>
            <p:spPr>
              <a:xfrm>
                <a:off x="5002065" y="3169817"/>
                <a:ext cx="455402" cy="775836"/>
              </a:xfrm>
              <a:custGeom>
                <a:rect b="b" l="l" r="r" t="t"/>
                <a:pathLst>
                  <a:path extrusionOk="0" h="775836" w="455402">
                    <a:moveTo>
                      <a:pt x="454170" y="62529"/>
                    </a:moveTo>
                    <a:cubicBezTo>
                      <a:pt x="444000" y="57906"/>
                      <a:pt x="432443" y="57136"/>
                      <a:pt x="421657" y="60372"/>
                    </a:cubicBezTo>
                    <a:cubicBezTo>
                      <a:pt x="408714" y="66843"/>
                      <a:pt x="395770" y="129558"/>
                      <a:pt x="395770" y="129558"/>
                    </a:cubicBezTo>
                    <a:cubicBezTo>
                      <a:pt x="387758" y="138495"/>
                      <a:pt x="378204" y="145737"/>
                      <a:pt x="367572" y="151284"/>
                    </a:cubicBezTo>
                    <a:cubicBezTo>
                      <a:pt x="350314" y="159913"/>
                      <a:pt x="285442" y="133872"/>
                      <a:pt x="285442" y="123086"/>
                    </a:cubicBezTo>
                    <a:cubicBezTo>
                      <a:pt x="294533" y="90727"/>
                      <a:pt x="305320" y="58985"/>
                      <a:pt x="317801" y="27859"/>
                    </a:cubicBezTo>
                    <a:cubicBezTo>
                      <a:pt x="309788" y="19076"/>
                      <a:pt x="300235" y="11833"/>
                      <a:pt x="289757" y="6286"/>
                    </a:cubicBezTo>
                    <a:cubicBezTo>
                      <a:pt x="278662" y="-186"/>
                      <a:pt x="265256" y="-1726"/>
                      <a:pt x="252929" y="1972"/>
                    </a:cubicBezTo>
                    <a:lnTo>
                      <a:pt x="247690" y="5208"/>
                    </a:lnTo>
                    <a:lnTo>
                      <a:pt x="246457" y="51434"/>
                    </a:lnTo>
                    <a:cubicBezTo>
                      <a:pt x="246457" y="51434"/>
                      <a:pt x="254162" y="223090"/>
                      <a:pt x="187287" y="256528"/>
                    </a:cubicBezTo>
                    <a:cubicBezTo>
                      <a:pt x="120412" y="289965"/>
                      <a:pt x="115635" y="313849"/>
                      <a:pt x="106082" y="337733"/>
                    </a:cubicBezTo>
                    <a:cubicBezTo>
                      <a:pt x="96528" y="361617"/>
                      <a:pt x="91751" y="409385"/>
                      <a:pt x="72644" y="423715"/>
                    </a:cubicBezTo>
                    <a:cubicBezTo>
                      <a:pt x="53537" y="438045"/>
                      <a:pt x="-8561" y="423715"/>
                      <a:pt x="992" y="471329"/>
                    </a:cubicBezTo>
                    <a:cubicBezTo>
                      <a:pt x="10546" y="518942"/>
                      <a:pt x="78037" y="490436"/>
                      <a:pt x="78037" y="490436"/>
                    </a:cubicBezTo>
                    <a:lnTo>
                      <a:pt x="121028" y="480882"/>
                    </a:lnTo>
                    <a:lnTo>
                      <a:pt x="121028" y="724498"/>
                    </a:lnTo>
                    <a:cubicBezTo>
                      <a:pt x="121028" y="748382"/>
                      <a:pt x="135359" y="781819"/>
                      <a:pt x="159243" y="753159"/>
                    </a:cubicBezTo>
                    <a:cubicBezTo>
                      <a:pt x="159243" y="753159"/>
                      <a:pt x="183126" y="786596"/>
                      <a:pt x="197457" y="772266"/>
                    </a:cubicBezTo>
                    <a:lnTo>
                      <a:pt x="220724" y="758706"/>
                    </a:lnTo>
                    <a:cubicBezTo>
                      <a:pt x="220724" y="758706"/>
                      <a:pt x="248923" y="770417"/>
                      <a:pt x="262174" y="765486"/>
                    </a:cubicBezTo>
                    <a:cubicBezTo>
                      <a:pt x="275426" y="760555"/>
                      <a:pt x="301930" y="723882"/>
                      <a:pt x="301930" y="723882"/>
                    </a:cubicBezTo>
                    <a:cubicBezTo>
                      <a:pt x="301930" y="723882"/>
                      <a:pt x="308709" y="743759"/>
                      <a:pt x="332747" y="714020"/>
                    </a:cubicBezTo>
                    <a:cubicBezTo>
                      <a:pt x="356785" y="684281"/>
                      <a:pt x="360946" y="647607"/>
                      <a:pt x="367572" y="622645"/>
                    </a:cubicBezTo>
                    <a:cubicBezTo>
                      <a:pt x="370191" y="613091"/>
                      <a:pt x="374968" y="587358"/>
                      <a:pt x="380207" y="557773"/>
                    </a:cubicBezTo>
                    <a:cubicBezTo>
                      <a:pt x="377896" y="555770"/>
                      <a:pt x="375739" y="553459"/>
                      <a:pt x="373889" y="550993"/>
                    </a:cubicBezTo>
                    <a:cubicBezTo>
                      <a:pt x="369575" y="544521"/>
                      <a:pt x="373889" y="535584"/>
                      <a:pt x="371732" y="516477"/>
                    </a:cubicBezTo>
                    <a:cubicBezTo>
                      <a:pt x="369729" y="501530"/>
                      <a:pt x="372811" y="486276"/>
                      <a:pt x="380361" y="473178"/>
                    </a:cubicBezTo>
                    <a:cubicBezTo>
                      <a:pt x="383751" y="466398"/>
                      <a:pt x="389915" y="469017"/>
                      <a:pt x="395770" y="473178"/>
                    </a:cubicBezTo>
                    <a:cubicBezTo>
                      <a:pt x="398698" y="457769"/>
                      <a:pt x="401317" y="444363"/>
                      <a:pt x="402858" y="438662"/>
                    </a:cubicBezTo>
                    <a:cubicBezTo>
                      <a:pt x="404091" y="433115"/>
                      <a:pt x="404862" y="427413"/>
                      <a:pt x="405016" y="421712"/>
                    </a:cubicBezTo>
                    <a:lnTo>
                      <a:pt x="405016" y="421712"/>
                    </a:lnTo>
                    <a:cubicBezTo>
                      <a:pt x="396233" y="417089"/>
                      <a:pt x="388836" y="410463"/>
                      <a:pt x="383289" y="402297"/>
                    </a:cubicBezTo>
                    <a:cubicBezTo>
                      <a:pt x="376817" y="393667"/>
                      <a:pt x="346616" y="376256"/>
                      <a:pt x="331361" y="350368"/>
                    </a:cubicBezTo>
                    <a:cubicBezTo>
                      <a:pt x="316106" y="324481"/>
                      <a:pt x="331361" y="274710"/>
                      <a:pt x="331361" y="274710"/>
                    </a:cubicBezTo>
                    <a:lnTo>
                      <a:pt x="403321" y="294742"/>
                    </a:lnTo>
                    <a:lnTo>
                      <a:pt x="403321" y="292893"/>
                    </a:lnTo>
                    <a:lnTo>
                      <a:pt x="398390" y="239732"/>
                    </a:lnTo>
                    <a:cubicBezTo>
                      <a:pt x="398390" y="239732"/>
                      <a:pt x="425818" y="165153"/>
                      <a:pt x="455403" y="82098"/>
                    </a:cubicBezTo>
                    <a:cubicBezTo>
                      <a:pt x="454324" y="70541"/>
                      <a:pt x="454170" y="62529"/>
                      <a:pt x="454170" y="6252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28"/>
              <p:cNvSpPr/>
              <p:nvPr/>
            </p:nvSpPr>
            <p:spPr>
              <a:xfrm>
                <a:off x="5116047" y="3435658"/>
                <a:ext cx="182246" cy="149251"/>
              </a:xfrm>
              <a:custGeom>
                <a:rect b="b" l="l" r="r" t="t"/>
                <a:pathLst>
                  <a:path extrusionOk="0" h="149251" w="182246">
                    <a:moveTo>
                      <a:pt x="182247" y="4401"/>
                    </a:moveTo>
                    <a:cubicBezTo>
                      <a:pt x="179011" y="19348"/>
                      <a:pt x="173926" y="33986"/>
                      <a:pt x="166838" y="47546"/>
                    </a:cubicBezTo>
                    <a:cubicBezTo>
                      <a:pt x="160212" y="54018"/>
                      <a:pt x="112752" y="78364"/>
                      <a:pt x="91025" y="90845"/>
                    </a:cubicBezTo>
                    <a:cubicBezTo>
                      <a:pt x="69299" y="103327"/>
                      <a:pt x="43412" y="138459"/>
                      <a:pt x="32625" y="144931"/>
                    </a:cubicBezTo>
                    <a:cubicBezTo>
                      <a:pt x="21839" y="151402"/>
                      <a:pt x="-14988" y="160340"/>
                      <a:pt x="6738" y="90845"/>
                    </a:cubicBezTo>
                    <a:cubicBezTo>
                      <a:pt x="28465" y="21351"/>
                      <a:pt x="54352" y="-1608"/>
                      <a:pt x="86711" y="87"/>
                    </a:cubicBezTo>
                    <a:cubicBezTo>
                      <a:pt x="119070" y="1782"/>
                      <a:pt x="182247" y="4401"/>
                      <a:pt x="182247" y="4401"/>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28"/>
              <p:cNvSpPr/>
              <p:nvPr/>
            </p:nvSpPr>
            <p:spPr>
              <a:xfrm>
                <a:off x="5206148" y="3559780"/>
                <a:ext cx="58862" cy="158718"/>
              </a:xfrm>
              <a:custGeom>
                <a:rect b="b" l="l" r="r" t="t"/>
                <a:pathLst>
                  <a:path extrusionOk="0" h="158718" w="58862">
                    <a:moveTo>
                      <a:pt x="0" y="139457"/>
                    </a:moveTo>
                    <a:cubicBezTo>
                      <a:pt x="9553" y="147778"/>
                      <a:pt x="20648" y="154404"/>
                      <a:pt x="32513" y="158718"/>
                    </a:cubicBezTo>
                    <a:lnTo>
                      <a:pt x="58862" y="622"/>
                    </a:lnTo>
                    <a:cubicBezTo>
                      <a:pt x="50849" y="-611"/>
                      <a:pt x="42683" y="6"/>
                      <a:pt x="34824" y="2317"/>
                    </a:cubicBezTo>
                    <a:lnTo>
                      <a:pt x="0" y="139457"/>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28"/>
              <p:cNvSpPr/>
              <p:nvPr/>
            </p:nvSpPr>
            <p:spPr>
              <a:xfrm>
                <a:off x="5253454" y="3565796"/>
                <a:ext cx="52698" cy="164413"/>
              </a:xfrm>
              <a:custGeom>
                <a:rect b="b" l="l" r="r" t="t"/>
                <a:pathLst>
                  <a:path extrusionOk="0" h="164413" w="52698">
                    <a:moveTo>
                      <a:pt x="26195" y="0"/>
                    </a:moveTo>
                    <a:lnTo>
                      <a:pt x="0" y="157325"/>
                    </a:lnTo>
                    <a:cubicBezTo>
                      <a:pt x="10940" y="161178"/>
                      <a:pt x="22189" y="163643"/>
                      <a:pt x="33746" y="164414"/>
                    </a:cubicBezTo>
                    <a:cubicBezTo>
                      <a:pt x="38985" y="123888"/>
                      <a:pt x="46381" y="65950"/>
                      <a:pt x="52699" y="15101"/>
                    </a:cubicBezTo>
                    <a:lnTo>
                      <a:pt x="26195" y="0"/>
                    </a:ln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8"/>
              <p:cNvSpPr/>
              <p:nvPr/>
            </p:nvSpPr>
            <p:spPr>
              <a:xfrm>
                <a:off x="5165254" y="3569956"/>
                <a:ext cx="57073" cy="116491"/>
              </a:xfrm>
              <a:custGeom>
                <a:rect b="b" l="l" r="r" t="t"/>
                <a:pathLst>
                  <a:path extrusionOk="0" h="116491" w="57073">
                    <a:moveTo>
                      <a:pt x="27489" y="116492"/>
                    </a:moveTo>
                    <a:lnTo>
                      <a:pt x="57074" y="0"/>
                    </a:lnTo>
                    <a:cubicBezTo>
                      <a:pt x="54917" y="1387"/>
                      <a:pt x="52605" y="2465"/>
                      <a:pt x="50140" y="4160"/>
                    </a:cubicBezTo>
                    <a:cubicBezTo>
                      <a:pt x="15624" y="27890"/>
                      <a:pt x="-8260" y="58246"/>
                      <a:pt x="2680" y="77661"/>
                    </a:cubicBezTo>
                    <a:cubicBezTo>
                      <a:pt x="9614" y="91375"/>
                      <a:pt x="17935" y="104473"/>
                      <a:pt x="27489" y="116492"/>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8"/>
              <p:cNvSpPr/>
              <p:nvPr/>
            </p:nvSpPr>
            <p:spPr>
              <a:xfrm>
                <a:off x="5302916" y="3589372"/>
                <a:ext cx="52312" cy="138680"/>
              </a:xfrm>
              <a:custGeom>
                <a:rect b="b" l="l" r="r" t="t"/>
                <a:pathLst>
                  <a:path extrusionOk="0" h="138680" w="52312">
                    <a:moveTo>
                      <a:pt x="51620" y="40988"/>
                    </a:moveTo>
                    <a:cubicBezTo>
                      <a:pt x="48738" y="26503"/>
                      <a:pt x="42945" y="16226"/>
                      <a:pt x="34208" y="10170"/>
                    </a:cubicBezTo>
                    <a:cubicBezTo>
                      <a:pt x="30818" y="7858"/>
                      <a:pt x="24654" y="4160"/>
                      <a:pt x="17720" y="0"/>
                    </a:cubicBezTo>
                    <a:cubicBezTo>
                      <a:pt x="12327" y="43299"/>
                      <a:pt x="5393" y="98463"/>
                      <a:pt x="0" y="138681"/>
                    </a:cubicBezTo>
                    <a:lnTo>
                      <a:pt x="6163" y="137294"/>
                    </a:lnTo>
                    <a:cubicBezTo>
                      <a:pt x="17258" y="134366"/>
                      <a:pt x="28044" y="130668"/>
                      <a:pt x="38676" y="126353"/>
                    </a:cubicBezTo>
                    <a:cubicBezTo>
                      <a:pt x="38676" y="126353"/>
                      <a:pt x="55934" y="62560"/>
                      <a:pt x="51620" y="40988"/>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28"/>
              <p:cNvSpPr/>
              <p:nvPr/>
            </p:nvSpPr>
            <p:spPr>
              <a:xfrm>
                <a:off x="5927442" y="2039798"/>
                <a:ext cx="140221" cy="121316"/>
              </a:xfrm>
              <a:custGeom>
                <a:rect b="b" l="l" r="r" t="t"/>
                <a:pathLst>
                  <a:path extrusionOk="0" h="121316" w="140221">
                    <a:moveTo>
                      <a:pt x="0" y="21312"/>
                    </a:moveTo>
                    <a:cubicBezTo>
                      <a:pt x="0" y="21312"/>
                      <a:pt x="38830" y="-9505"/>
                      <a:pt x="46227" y="2976"/>
                    </a:cubicBezTo>
                    <a:cubicBezTo>
                      <a:pt x="53623" y="15457"/>
                      <a:pt x="70573" y="46737"/>
                      <a:pt x="70573" y="46737"/>
                    </a:cubicBezTo>
                    <a:cubicBezTo>
                      <a:pt x="70573" y="46737"/>
                      <a:pt x="97385" y="2976"/>
                      <a:pt x="109404" y="2976"/>
                    </a:cubicBezTo>
                    <a:cubicBezTo>
                      <a:pt x="120190" y="4363"/>
                      <a:pt x="130514" y="7753"/>
                      <a:pt x="140221" y="12683"/>
                    </a:cubicBezTo>
                    <a:lnTo>
                      <a:pt x="73809" y="121317"/>
                    </a:lnTo>
                    <a:cubicBezTo>
                      <a:pt x="73809" y="121317"/>
                      <a:pt x="16642" y="49049"/>
                      <a:pt x="0" y="21312"/>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8"/>
              <p:cNvSpPr/>
              <p:nvPr/>
            </p:nvSpPr>
            <p:spPr>
              <a:xfrm>
                <a:off x="5961496" y="1446054"/>
                <a:ext cx="61635" cy="143233"/>
              </a:xfrm>
              <a:custGeom>
                <a:rect b="b" l="l" r="r" t="t"/>
                <a:pathLst>
                  <a:path extrusionOk="0" h="143233" w="61635">
                    <a:moveTo>
                      <a:pt x="0" y="143234"/>
                    </a:moveTo>
                    <a:cubicBezTo>
                      <a:pt x="0" y="143234"/>
                      <a:pt x="18799" y="64494"/>
                      <a:pt x="23884" y="23352"/>
                    </a:cubicBezTo>
                    <a:cubicBezTo>
                      <a:pt x="28969" y="-17790"/>
                      <a:pt x="37598" y="2858"/>
                      <a:pt x="44532" y="28591"/>
                    </a:cubicBezTo>
                    <a:cubicBezTo>
                      <a:pt x="51466" y="54324"/>
                      <a:pt x="61636" y="143234"/>
                      <a:pt x="61636" y="143234"/>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28"/>
              <p:cNvSpPr/>
              <p:nvPr/>
            </p:nvSpPr>
            <p:spPr>
              <a:xfrm>
                <a:off x="5951172" y="1582209"/>
                <a:ext cx="87368" cy="65429"/>
              </a:xfrm>
              <a:custGeom>
                <a:rect b="b" l="l" r="r" t="t"/>
                <a:pathLst>
                  <a:path extrusionOk="0" h="65429" w="87368">
                    <a:moveTo>
                      <a:pt x="71960" y="7079"/>
                    </a:moveTo>
                    <a:cubicBezTo>
                      <a:pt x="61328" y="1685"/>
                      <a:pt x="49617" y="-626"/>
                      <a:pt x="37752" y="144"/>
                    </a:cubicBezTo>
                    <a:cubicBezTo>
                      <a:pt x="24500" y="-626"/>
                      <a:pt x="12481" y="7849"/>
                      <a:pt x="8629" y="20638"/>
                    </a:cubicBezTo>
                    <a:cubicBezTo>
                      <a:pt x="4314" y="29884"/>
                      <a:pt x="1387" y="39745"/>
                      <a:pt x="0" y="49761"/>
                    </a:cubicBezTo>
                    <a:cubicBezTo>
                      <a:pt x="0" y="60085"/>
                      <a:pt x="30818" y="66865"/>
                      <a:pt x="46227" y="65170"/>
                    </a:cubicBezTo>
                    <a:cubicBezTo>
                      <a:pt x="61636" y="63475"/>
                      <a:pt x="85674" y="66865"/>
                      <a:pt x="87369" y="49761"/>
                    </a:cubicBezTo>
                    <a:cubicBezTo>
                      <a:pt x="85982" y="34506"/>
                      <a:pt x="80743" y="19714"/>
                      <a:pt x="71960" y="7079"/>
                    </a:cubicBezTo>
                    <a:close/>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28"/>
              <p:cNvSpPr/>
              <p:nvPr/>
            </p:nvSpPr>
            <p:spPr>
              <a:xfrm>
                <a:off x="6071053" y="1607932"/>
                <a:ext cx="92453" cy="77044"/>
              </a:xfrm>
              <a:custGeom>
                <a:rect b="b" l="l" r="r" t="t"/>
                <a:pathLst>
                  <a:path extrusionOk="0" h="77044" w="92453">
                    <a:moveTo>
                      <a:pt x="0" y="77045"/>
                    </a:moveTo>
                    <a:cubicBezTo>
                      <a:pt x="32821" y="53931"/>
                      <a:pt x="63793" y="28198"/>
                      <a:pt x="92454"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8"/>
              <p:cNvSpPr/>
              <p:nvPr/>
            </p:nvSpPr>
            <p:spPr>
              <a:xfrm>
                <a:off x="6043625" y="1602231"/>
                <a:ext cx="59940" cy="68261"/>
              </a:xfrm>
              <a:custGeom>
                <a:rect b="b" l="l" r="r" t="t"/>
                <a:pathLst>
                  <a:path extrusionOk="0" h="68261" w="59940">
                    <a:moveTo>
                      <a:pt x="0" y="68262"/>
                    </a:moveTo>
                    <a:cubicBezTo>
                      <a:pt x="0" y="68262"/>
                      <a:pt x="39293" y="27428"/>
                      <a:pt x="59941"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8"/>
              <p:cNvSpPr/>
              <p:nvPr/>
            </p:nvSpPr>
            <p:spPr>
              <a:xfrm>
                <a:off x="5886146" y="1601152"/>
                <a:ext cx="56550" cy="71959"/>
              </a:xfrm>
              <a:custGeom>
                <a:rect b="b" l="l" r="r" t="t"/>
                <a:pathLst>
                  <a:path extrusionOk="0" h="71959" w="56550">
                    <a:moveTo>
                      <a:pt x="56551" y="71960"/>
                    </a:moveTo>
                    <a:cubicBezTo>
                      <a:pt x="34054" y="51158"/>
                      <a:pt x="14947" y="26812"/>
                      <a:pt x="0"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28"/>
              <p:cNvSpPr/>
              <p:nvPr/>
            </p:nvSpPr>
            <p:spPr>
              <a:xfrm>
                <a:off x="5818809" y="1595297"/>
                <a:ext cx="113564" cy="92453"/>
              </a:xfrm>
              <a:custGeom>
                <a:rect b="b" l="l" r="r" t="t"/>
                <a:pathLst>
                  <a:path extrusionOk="0" h="92453" w="113564">
                    <a:moveTo>
                      <a:pt x="113564" y="92454"/>
                    </a:moveTo>
                    <a:cubicBezTo>
                      <a:pt x="113564" y="92454"/>
                      <a:pt x="27428" y="40063"/>
                      <a:pt x="0" y="0"/>
                    </a:cubicBezTo>
                  </a:path>
                </a:pathLst>
              </a:custGeom>
              <a:solidFill>
                <a:schemeClr val="accent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 name="Google Shape;319;p28"/>
            <p:cNvGrpSpPr/>
            <p:nvPr/>
          </p:nvGrpSpPr>
          <p:grpSpPr>
            <a:xfrm>
              <a:off x="715229" y="1676951"/>
              <a:ext cx="1229679" cy="2931619"/>
              <a:chOff x="2812438" y="1149731"/>
              <a:chExt cx="1981755" cy="4724607"/>
            </a:xfrm>
          </p:grpSpPr>
          <p:sp>
            <p:nvSpPr>
              <p:cNvPr id="320" name="Google Shape;320;p28"/>
              <p:cNvSpPr/>
              <p:nvPr/>
            </p:nvSpPr>
            <p:spPr>
              <a:xfrm>
                <a:off x="2815533" y="1149731"/>
                <a:ext cx="1973150" cy="4724607"/>
              </a:xfrm>
              <a:custGeom>
                <a:rect b="b" l="l" r="r" t="t"/>
                <a:pathLst>
                  <a:path extrusionOk="0" h="4724607" w="1973150">
                    <a:moveTo>
                      <a:pt x="1224002" y="285929"/>
                    </a:moveTo>
                    <a:cubicBezTo>
                      <a:pt x="1224002" y="285929"/>
                      <a:pt x="1233556" y="152179"/>
                      <a:pt x="1171458" y="71128"/>
                    </a:cubicBezTo>
                    <a:cubicBezTo>
                      <a:pt x="1109360" y="-9923"/>
                      <a:pt x="966056" y="-10077"/>
                      <a:pt x="904112" y="13806"/>
                    </a:cubicBezTo>
                    <a:cubicBezTo>
                      <a:pt x="842168" y="37690"/>
                      <a:pt x="779916" y="80681"/>
                      <a:pt x="765431" y="152487"/>
                    </a:cubicBezTo>
                    <a:cubicBezTo>
                      <a:pt x="756648" y="204569"/>
                      <a:pt x="753412" y="257422"/>
                      <a:pt x="755878" y="310121"/>
                    </a:cubicBezTo>
                    <a:cubicBezTo>
                      <a:pt x="730915" y="315514"/>
                      <a:pt x="715044" y="340168"/>
                      <a:pt x="720437" y="365131"/>
                    </a:cubicBezTo>
                    <a:cubicBezTo>
                      <a:pt x="720899" y="367442"/>
                      <a:pt x="721516" y="369600"/>
                      <a:pt x="722440" y="371757"/>
                    </a:cubicBezTo>
                    <a:cubicBezTo>
                      <a:pt x="729991" y="401804"/>
                      <a:pt x="744783" y="429694"/>
                      <a:pt x="765431" y="452808"/>
                    </a:cubicBezTo>
                    <a:cubicBezTo>
                      <a:pt x="765431" y="452808"/>
                      <a:pt x="779762" y="519683"/>
                      <a:pt x="789315" y="548344"/>
                    </a:cubicBezTo>
                    <a:cubicBezTo>
                      <a:pt x="798869" y="577004"/>
                      <a:pt x="850951" y="639102"/>
                      <a:pt x="850951" y="639102"/>
                    </a:cubicBezTo>
                    <a:cubicBezTo>
                      <a:pt x="850951" y="639102"/>
                      <a:pt x="860505" y="710754"/>
                      <a:pt x="827067" y="734638"/>
                    </a:cubicBezTo>
                    <a:cubicBezTo>
                      <a:pt x="793630" y="758522"/>
                      <a:pt x="712424" y="777629"/>
                      <a:pt x="597936" y="815689"/>
                    </a:cubicBezTo>
                    <a:cubicBezTo>
                      <a:pt x="483447" y="853749"/>
                      <a:pt x="378204" y="954370"/>
                      <a:pt x="354320" y="1083189"/>
                    </a:cubicBezTo>
                    <a:cubicBezTo>
                      <a:pt x="339990" y="1160234"/>
                      <a:pt x="336754" y="1239128"/>
                      <a:pt x="344766" y="1317097"/>
                    </a:cubicBezTo>
                    <a:lnTo>
                      <a:pt x="301775" y="1589219"/>
                    </a:lnTo>
                    <a:cubicBezTo>
                      <a:pt x="272961" y="1663953"/>
                      <a:pt x="256935" y="1743001"/>
                      <a:pt x="254162" y="1823127"/>
                    </a:cubicBezTo>
                    <a:cubicBezTo>
                      <a:pt x="249385" y="1956877"/>
                      <a:pt x="225501" y="2223761"/>
                      <a:pt x="225501" y="2223761"/>
                    </a:cubicBezTo>
                    <a:cubicBezTo>
                      <a:pt x="225501" y="2223761"/>
                      <a:pt x="254162" y="2242868"/>
                      <a:pt x="187287" y="2276305"/>
                    </a:cubicBezTo>
                    <a:cubicBezTo>
                      <a:pt x="120412" y="2309743"/>
                      <a:pt x="115635" y="2333627"/>
                      <a:pt x="106082" y="2357511"/>
                    </a:cubicBezTo>
                    <a:cubicBezTo>
                      <a:pt x="96528" y="2381394"/>
                      <a:pt x="91751" y="2429162"/>
                      <a:pt x="72644" y="2443493"/>
                    </a:cubicBezTo>
                    <a:cubicBezTo>
                      <a:pt x="53537" y="2457823"/>
                      <a:pt x="-8561" y="2443493"/>
                      <a:pt x="992" y="2491106"/>
                    </a:cubicBezTo>
                    <a:cubicBezTo>
                      <a:pt x="10546" y="2538720"/>
                      <a:pt x="78037" y="2510213"/>
                      <a:pt x="78037" y="2510213"/>
                    </a:cubicBezTo>
                    <a:lnTo>
                      <a:pt x="121028" y="2500660"/>
                    </a:lnTo>
                    <a:lnTo>
                      <a:pt x="121028" y="2744276"/>
                    </a:lnTo>
                    <a:cubicBezTo>
                      <a:pt x="121028" y="2768159"/>
                      <a:pt x="135359" y="2801597"/>
                      <a:pt x="159242" y="2772936"/>
                    </a:cubicBezTo>
                    <a:cubicBezTo>
                      <a:pt x="159242" y="2772936"/>
                      <a:pt x="183126" y="2806374"/>
                      <a:pt x="197457" y="2792043"/>
                    </a:cubicBezTo>
                    <a:lnTo>
                      <a:pt x="220724" y="2778484"/>
                    </a:lnTo>
                    <a:cubicBezTo>
                      <a:pt x="220724" y="2778484"/>
                      <a:pt x="248923" y="2790194"/>
                      <a:pt x="262174" y="2785263"/>
                    </a:cubicBezTo>
                    <a:cubicBezTo>
                      <a:pt x="275426" y="2780333"/>
                      <a:pt x="301930" y="2743659"/>
                      <a:pt x="301930" y="2743659"/>
                    </a:cubicBezTo>
                    <a:cubicBezTo>
                      <a:pt x="301930" y="2743659"/>
                      <a:pt x="308709" y="2763537"/>
                      <a:pt x="332747" y="2733797"/>
                    </a:cubicBezTo>
                    <a:cubicBezTo>
                      <a:pt x="356785" y="2704058"/>
                      <a:pt x="360946" y="2667385"/>
                      <a:pt x="367572" y="2642422"/>
                    </a:cubicBezTo>
                    <a:cubicBezTo>
                      <a:pt x="374198" y="2617460"/>
                      <a:pt x="395770" y="2481399"/>
                      <a:pt x="402396" y="2457515"/>
                    </a:cubicBezTo>
                    <a:cubicBezTo>
                      <a:pt x="409022" y="2433631"/>
                      <a:pt x="402396" y="2311438"/>
                      <a:pt x="402396" y="2311438"/>
                    </a:cubicBezTo>
                    <a:lnTo>
                      <a:pt x="397465" y="2258277"/>
                    </a:lnTo>
                    <a:cubicBezTo>
                      <a:pt x="397465" y="2258277"/>
                      <a:pt x="505328" y="1964582"/>
                      <a:pt x="523665" y="1894779"/>
                    </a:cubicBezTo>
                    <a:cubicBezTo>
                      <a:pt x="542926" y="1828367"/>
                      <a:pt x="558027" y="1760721"/>
                      <a:pt x="568505" y="1692305"/>
                    </a:cubicBezTo>
                    <a:cubicBezTo>
                      <a:pt x="575131" y="1632673"/>
                      <a:pt x="603329" y="1514794"/>
                      <a:pt x="603329" y="1514794"/>
                    </a:cubicBezTo>
                    <a:lnTo>
                      <a:pt x="614886" y="1509863"/>
                    </a:lnTo>
                    <a:cubicBezTo>
                      <a:pt x="614886" y="1509863"/>
                      <a:pt x="616581" y="1790306"/>
                      <a:pt x="609955" y="1826826"/>
                    </a:cubicBezTo>
                    <a:cubicBezTo>
                      <a:pt x="603329" y="1863345"/>
                      <a:pt x="554328" y="1932685"/>
                      <a:pt x="558951" y="2018975"/>
                    </a:cubicBezTo>
                    <a:cubicBezTo>
                      <a:pt x="563574" y="2105266"/>
                      <a:pt x="533989" y="2251343"/>
                      <a:pt x="525822" y="2301114"/>
                    </a:cubicBezTo>
                    <a:cubicBezTo>
                      <a:pt x="517655" y="2350885"/>
                      <a:pt x="454632" y="2520229"/>
                      <a:pt x="481906" y="2797437"/>
                    </a:cubicBezTo>
                    <a:cubicBezTo>
                      <a:pt x="509180" y="3074644"/>
                      <a:pt x="564036" y="3229966"/>
                      <a:pt x="596241" y="3353238"/>
                    </a:cubicBezTo>
                    <a:cubicBezTo>
                      <a:pt x="628446" y="3476510"/>
                      <a:pt x="619046" y="3556328"/>
                      <a:pt x="605178" y="3672974"/>
                    </a:cubicBezTo>
                    <a:cubicBezTo>
                      <a:pt x="591310" y="3789620"/>
                      <a:pt x="613961" y="3842473"/>
                      <a:pt x="655103" y="3992710"/>
                    </a:cubicBezTo>
                    <a:cubicBezTo>
                      <a:pt x="696245" y="4142947"/>
                      <a:pt x="769438" y="4300890"/>
                      <a:pt x="778375" y="4359444"/>
                    </a:cubicBezTo>
                    <a:cubicBezTo>
                      <a:pt x="787312" y="4417998"/>
                      <a:pt x="760655" y="4424007"/>
                      <a:pt x="746016" y="4459294"/>
                    </a:cubicBezTo>
                    <a:cubicBezTo>
                      <a:pt x="731377" y="4494580"/>
                      <a:pt x="652175" y="4585339"/>
                      <a:pt x="649248" y="4623553"/>
                    </a:cubicBezTo>
                    <a:cubicBezTo>
                      <a:pt x="646320" y="4661768"/>
                      <a:pt x="672669" y="4691045"/>
                      <a:pt x="746016" y="4711538"/>
                    </a:cubicBezTo>
                    <a:cubicBezTo>
                      <a:pt x="819363" y="4732033"/>
                      <a:pt x="872216" y="4732033"/>
                      <a:pt x="907348" y="4685189"/>
                    </a:cubicBezTo>
                    <a:cubicBezTo>
                      <a:pt x="942480" y="4638346"/>
                      <a:pt x="945562" y="4608915"/>
                      <a:pt x="942635" y="4573628"/>
                    </a:cubicBezTo>
                    <a:cubicBezTo>
                      <a:pt x="939707" y="4538342"/>
                      <a:pt x="930924" y="4532641"/>
                      <a:pt x="942635" y="4500282"/>
                    </a:cubicBezTo>
                    <a:cubicBezTo>
                      <a:pt x="954345" y="4467923"/>
                      <a:pt x="968984" y="4450510"/>
                      <a:pt x="960201" y="4394730"/>
                    </a:cubicBezTo>
                    <a:cubicBezTo>
                      <a:pt x="951418" y="4338950"/>
                      <a:pt x="957273" y="4388875"/>
                      <a:pt x="933851" y="4274386"/>
                    </a:cubicBezTo>
                    <a:cubicBezTo>
                      <a:pt x="910430" y="4159897"/>
                      <a:pt x="936779" y="4010430"/>
                      <a:pt x="936779" y="3945867"/>
                    </a:cubicBezTo>
                    <a:cubicBezTo>
                      <a:pt x="936779" y="3881303"/>
                      <a:pt x="936779" y="3728755"/>
                      <a:pt x="921370" y="3653097"/>
                    </a:cubicBezTo>
                    <a:cubicBezTo>
                      <a:pt x="905961" y="3577438"/>
                      <a:pt x="903804" y="3611955"/>
                      <a:pt x="895021" y="3506403"/>
                    </a:cubicBezTo>
                    <a:cubicBezTo>
                      <a:pt x="886238" y="3400852"/>
                      <a:pt x="900876" y="3388987"/>
                      <a:pt x="900876" y="3312712"/>
                    </a:cubicBezTo>
                    <a:cubicBezTo>
                      <a:pt x="900722" y="3267410"/>
                      <a:pt x="895483" y="3222108"/>
                      <a:pt x="885467" y="3177884"/>
                    </a:cubicBezTo>
                    <a:cubicBezTo>
                      <a:pt x="885467" y="3177884"/>
                      <a:pt x="944175" y="2872786"/>
                      <a:pt x="947103" y="2860921"/>
                    </a:cubicBezTo>
                    <a:cubicBezTo>
                      <a:pt x="950031" y="2849056"/>
                      <a:pt x="993330" y="2646891"/>
                      <a:pt x="993330" y="2646891"/>
                    </a:cubicBezTo>
                    <a:cubicBezTo>
                      <a:pt x="1003500" y="2648740"/>
                      <a:pt x="1012283" y="2655212"/>
                      <a:pt x="1016906" y="2664457"/>
                    </a:cubicBezTo>
                    <a:cubicBezTo>
                      <a:pt x="1022761" y="2679096"/>
                      <a:pt x="1099036" y="3174956"/>
                      <a:pt x="1099036" y="3174956"/>
                    </a:cubicBezTo>
                    <a:cubicBezTo>
                      <a:pt x="1099036" y="3174956"/>
                      <a:pt x="1069604" y="3254158"/>
                      <a:pt x="1072532" y="3306857"/>
                    </a:cubicBezTo>
                    <a:cubicBezTo>
                      <a:pt x="1075460" y="3359556"/>
                      <a:pt x="1107819" y="3509331"/>
                      <a:pt x="1107819" y="3509331"/>
                    </a:cubicBezTo>
                    <a:cubicBezTo>
                      <a:pt x="1107819" y="3509331"/>
                      <a:pt x="1084397" y="3603171"/>
                      <a:pt x="1063749" y="3749865"/>
                    </a:cubicBezTo>
                    <a:cubicBezTo>
                      <a:pt x="1043101" y="3896558"/>
                      <a:pt x="1075460" y="4049107"/>
                      <a:pt x="1072532" y="4140020"/>
                    </a:cubicBezTo>
                    <a:cubicBezTo>
                      <a:pt x="1071762" y="4199344"/>
                      <a:pt x="1064828" y="4258361"/>
                      <a:pt x="1052038" y="4316144"/>
                    </a:cubicBezTo>
                    <a:cubicBezTo>
                      <a:pt x="1043255" y="4357132"/>
                      <a:pt x="1028617" y="4415840"/>
                      <a:pt x="1043255" y="4459910"/>
                    </a:cubicBezTo>
                    <a:lnTo>
                      <a:pt x="1057894" y="4503826"/>
                    </a:lnTo>
                    <a:cubicBezTo>
                      <a:pt x="1051268" y="4543581"/>
                      <a:pt x="1048186" y="4583798"/>
                      <a:pt x="1049111" y="4624170"/>
                    </a:cubicBezTo>
                    <a:cubicBezTo>
                      <a:pt x="1052038" y="4677022"/>
                      <a:pt x="1075460" y="4712155"/>
                      <a:pt x="1110746" y="4718010"/>
                    </a:cubicBezTo>
                    <a:cubicBezTo>
                      <a:pt x="1133552" y="4720014"/>
                      <a:pt x="1155741" y="4709998"/>
                      <a:pt x="1169455" y="4691661"/>
                    </a:cubicBezTo>
                    <a:cubicBezTo>
                      <a:pt x="1197037" y="4707532"/>
                      <a:pt x="1229704" y="4711693"/>
                      <a:pt x="1260367" y="4703372"/>
                    </a:cubicBezTo>
                    <a:cubicBezTo>
                      <a:pt x="1310292" y="4688733"/>
                      <a:pt x="1345425" y="4668085"/>
                      <a:pt x="1333714" y="4627098"/>
                    </a:cubicBezTo>
                    <a:cubicBezTo>
                      <a:pt x="1324315" y="4585647"/>
                      <a:pt x="1306286" y="4546663"/>
                      <a:pt x="1280861" y="4512609"/>
                    </a:cubicBezTo>
                    <a:cubicBezTo>
                      <a:pt x="1248657" y="4468693"/>
                      <a:pt x="1228009" y="4462838"/>
                      <a:pt x="1219226" y="4409985"/>
                    </a:cubicBezTo>
                    <a:cubicBezTo>
                      <a:pt x="1209672" y="4356054"/>
                      <a:pt x="1213832" y="4300582"/>
                      <a:pt x="1231090" y="4248653"/>
                    </a:cubicBezTo>
                    <a:cubicBezTo>
                      <a:pt x="1248657" y="4201656"/>
                      <a:pt x="1324931" y="4057890"/>
                      <a:pt x="1360063" y="3867281"/>
                    </a:cubicBezTo>
                    <a:cubicBezTo>
                      <a:pt x="1395196" y="3676672"/>
                      <a:pt x="1391036" y="3664191"/>
                      <a:pt x="1381944" y="3596700"/>
                    </a:cubicBezTo>
                    <a:cubicBezTo>
                      <a:pt x="1374086" y="3501780"/>
                      <a:pt x="1378092" y="3406091"/>
                      <a:pt x="1393655" y="3312096"/>
                    </a:cubicBezTo>
                    <a:cubicBezTo>
                      <a:pt x="1409064" y="3238749"/>
                      <a:pt x="1510917" y="2974794"/>
                      <a:pt x="1510917" y="2760609"/>
                    </a:cubicBezTo>
                    <a:cubicBezTo>
                      <a:pt x="1507835" y="2584331"/>
                      <a:pt x="1489191" y="2408514"/>
                      <a:pt x="1455137" y="2235472"/>
                    </a:cubicBezTo>
                    <a:cubicBezTo>
                      <a:pt x="1445891" y="2189861"/>
                      <a:pt x="1438957" y="2143942"/>
                      <a:pt x="1434643" y="2097561"/>
                    </a:cubicBezTo>
                    <a:cubicBezTo>
                      <a:pt x="1444659" y="2054108"/>
                      <a:pt x="1444659" y="2009114"/>
                      <a:pt x="1434643" y="1965660"/>
                    </a:cubicBezTo>
                    <a:cubicBezTo>
                      <a:pt x="1417077" y="1904025"/>
                      <a:pt x="1405366" y="1880449"/>
                      <a:pt x="1390727" y="1813112"/>
                    </a:cubicBezTo>
                    <a:cubicBezTo>
                      <a:pt x="1378708" y="1753941"/>
                      <a:pt x="1369925" y="1694154"/>
                      <a:pt x="1364224" y="1634059"/>
                    </a:cubicBezTo>
                    <a:lnTo>
                      <a:pt x="1364224" y="1519725"/>
                    </a:lnTo>
                    <a:cubicBezTo>
                      <a:pt x="1364224" y="1519725"/>
                      <a:pt x="1420004" y="1654553"/>
                      <a:pt x="1446354" y="1748548"/>
                    </a:cubicBezTo>
                    <a:cubicBezTo>
                      <a:pt x="1472703" y="1842543"/>
                      <a:pt x="1472857" y="1898169"/>
                      <a:pt x="1502134" y="1986154"/>
                    </a:cubicBezTo>
                    <a:cubicBezTo>
                      <a:pt x="1531411" y="2074140"/>
                      <a:pt x="1593047" y="2238399"/>
                      <a:pt x="1604758" y="2273686"/>
                    </a:cubicBezTo>
                    <a:cubicBezTo>
                      <a:pt x="1616469" y="2308972"/>
                      <a:pt x="1589349" y="2370454"/>
                      <a:pt x="1601830" y="2464295"/>
                    </a:cubicBezTo>
                    <a:cubicBezTo>
                      <a:pt x="1614311" y="2558135"/>
                      <a:pt x="1625406" y="2719621"/>
                      <a:pt x="1645900" y="2743043"/>
                    </a:cubicBezTo>
                    <a:cubicBezTo>
                      <a:pt x="1666394" y="2766464"/>
                      <a:pt x="1689969" y="2740115"/>
                      <a:pt x="1689969" y="2740115"/>
                    </a:cubicBezTo>
                    <a:cubicBezTo>
                      <a:pt x="1689969" y="2740115"/>
                      <a:pt x="1698753" y="2786342"/>
                      <a:pt x="1716319" y="2792968"/>
                    </a:cubicBezTo>
                    <a:cubicBezTo>
                      <a:pt x="1733885" y="2799594"/>
                      <a:pt x="1757307" y="2781103"/>
                      <a:pt x="1757307" y="2781103"/>
                    </a:cubicBezTo>
                    <a:cubicBezTo>
                      <a:pt x="1759464" y="2794355"/>
                      <a:pt x="1771945" y="2803446"/>
                      <a:pt x="1785197" y="2801289"/>
                    </a:cubicBezTo>
                    <a:cubicBezTo>
                      <a:pt x="1787817" y="2800827"/>
                      <a:pt x="1790282" y="2800056"/>
                      <a:pt x="1792593" y="2798823"/>
                    </a:cubicBezTo>
                    <a:cubicBezTo>
                      <a:pt x="1808464" y="2793738"/>
                      <a:pt x="1821408" y="2781873"/>
                      <a:pt x="1827726" y="2766464"/>
                    </a:cubicBezTo>
                    <a:cubicBezTo>
                      <a:pt x="1827726" y="2766464"/>
                      <a:pt x="1871795" y="2784031"/>
                      <a:pt x="1865940" y="2725477"/>
                    </a:cubicBezTo>
                    <a:cubicBezTo>
                      <a:pt x="1860084" y="2666923"/>
                      <a:pt x="1845446" y="2587566"/>
                      <a:pt x="1845446" y="2570000"/>
                    </a:cubicBezTo>
                    <a:cubicBezTo>
                      <a:pt x="1845446" y="2552434"/>
                      <a:pt x="1848374" y="2496653"/>
                      <a:pt x="1848374" y="2496653"/>
                    </a:cubicBezTo>
                    <a:cubicBezTo>
                      <a:pt x="1863783" y="2509135"/>
                      <a:pt x="1881811" y="2518072"/>
                      <a:pt x="1901072" y="2523003"/>
                    </a:cubicBezTo>
                    <a:cubicBezTo>
                      <a:pt x="1924648" y="2525930"/>
                      <a:pt x="1948070" y="2549352"/>
                      <a:pt x="1965636" y="2523003"/>
                    </a:cubicBezTo>
                    <a:cubicBezTo>
                      <a:pt x="1983202" y="2496653"/>
                      <a:pt x="1968564" y="2487870"/>
                      <a:pt x="1936359" y="2467222"/>
                    </a:cubicBezTo>
                    <a:cubicBezTo>
                      <a:pt x="1904154" y="2446574"/>
                      <a:pt x="1901072" y="2440873"/>
                      <a:pt x="1877651" y="2405586"/>
                    </a:cubicBezTo>
                    <a:cubicBezTo>
                      <a:pt x="1854229" y="2370300"/>
                      <a:pt x="1874723" y="2361671"/>
                      <a:pt x="1824798" y="2317601"/>
                    </a:cubicBezTo>
                    <a:cubicBezTo>
                      <a:pt x="1774873" y="2273532"/>
                      <a:pt x="1742668" y="2253038"/>
                      <a:pt x="1742668" y="2214978"/>
                    </a:cubicBezTo>
                    <a:cubicBezTo>
                      <a:pt x="1742668" y="2176917"/>
                      <a:pt x="1780882" y="1939157"/>
                      <a:pt x="1745596" y="1769042"/>
                    </a:cubicBezTo>
                    <a:cubicBezTo>
                      <a:pt x="1710309" y="1598927"/>
                      <a:pt x="1692897" y="1554857"/>
                      <a:pt x="1687042" y="1528508"/>
                    </a:cubicBezTo>
                    <a:cubicBezTo>
                      <a:pt x="1681186" y="1502159"/>
                      <a:pt x="1628334" y="1302613"/>
                      <a:pt x="1628334" y="1302613"/>
                    </a:cubicBezTo>
                    <a:cubicBezTo>
                      <a:pt x="1628334" y="1302613"/>
                      <a:pt x="1674560" y="1117705"/>
                      <a:pt x="1593047" y="962228"/>
                    </a:cubicBezTo>
                    <a:cubicBezTo>
                      <a:pt x="1511534" y="806752"/>
                      <a:pt x="1399510" y="818463"/>
                      <a:pt x="1314453" y="780403"/>
                    </a:cubicBezTo>
                    <a:cubicBezTo>
                      <a:pt x="1229395" y="742342"/>
                      <a:pt x="1161904" y="734176"/>
                      <a:pt x="1150039" y="709984"/>
                    </a:cubicBezTo>
                    <a:cubicBezTo>
                      <a:pt x="1141564" y="689336"/>
                      <a:pt x="1135555" y="667609"/>
                      <a:pt x="1132473" y="645420"/>
                    </a:cubicBezTo>
                    <a:cubicBezTo>
                      <a:pt x="1132473" y="645420"/>
                      <a:pt x="1209518" y="539869"/>
                      <a:pt x="1211675" y="504582"/>
                    </a:cubicBezTo>
                    <a:lnTo>
                      <a:pt x="1214603" y="469450"/>
                    </a:lnTo>
                    <a:cubicBezTo>
                      <a:pt x="1214603" y="469450"/>
                      <a:pt x="1260830" y="451883"/>
                      <a:pt x="1273311" y="361587"/>
                    </a:cubicBezTo>
                    <a:cubicBezTo>
                      <a:pt x="1285792" y="271290"/>
                      <a:pt x="1224002" y="285929"/>
                      <a:pt x="1224002" y="285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28"/>
              <p:cNvSpPr/>
              <p:nvPr/>
            </p:nvSpPr>
            <p:spPr>
              <a:xfrm>
                <a:off x="3888260" y="2018799"/>
                <a:ext cx="551552" cy="863793"/>
              </a:xfrm>
              <a:custGeom>
                <a:rect b="b" l="l" r="r" t="t"/>
                <a:pathLst>
                  <a:path extrusionOk="0" h="863793" w="551552">
                    <a:moveTo>
                      <a:pt x="43258" y="27518"/>
                    </a:moveTo>
                    <a:cubicBezTo>
                      <a:pt x="43258" y="27518"/>
                      <a:pt x="-4972" y="35531"/>
                      <a:pt x="421" y="62343"/>
                    </a:cubicBezTo>
                    <a:cubicBezTo>
                      <a:pt x="5814" y="89154"/>
                      <a:pt x="43258" y="115812"/>
                      <a:pt x="51270" y="126444"/>
                    </a:cubicBezTo>
                    <a:cubicBezTo>
                      <a:pt x="59283" y="137076"/>
                      <a:pt x="104740" y="316282"/>
                      <a:pt x="115372" y="345713"/>
                    </a:cubicBezTo>
                    <a:cubicBezTo>
                      <a:pt x="126004" y="375145"/>
                      <a:pt x="190259" y="391940"/>
                      <a:pt x="211678" y="359119"/>
                    </a:cubicBezTo>
                    <a:cubicBezTo>
                      <a:pt x="233096" y="326298"/>
                      <a:pt x="216917" y="214737"/>
                      <a:pt x="216917" y="203951"/>
                    </a:cubicBezTo>
                    <a:cubicBezTo>
                      <a:pt x="216917" y="193165"/>
                      <a:pt x="267766" y="134456"/>
                      <a:pt x="267766" y="134456"/>
                    </a:cubicBezTo>
                    <a:lnTo>
                      <a:pt x="334641" y="147862"/>
                    </a:lnTo>
                    <a:cubicBezTo>
                      <a:pt x="334641" y="147862"/>
                      <a:pt x="369312" y="292244"/>
                      <a:pt x="374705" y="334927"/>
                    </a:cubicBezTo>
                    <a:cubicBezTo>
                      <a:pt x="380098" y="377610"/>
                      <a:pt x="409529" y="473608"/>
                      <a:pt x="430947" y="559590"/>
                    </a:cubicBezTo>
                    <a:cubicBezTo>
                      <a:pt x="443891" y="620301"/>
                      <a:pt x="449130" y="682399"/>
                      <a:pt x="446356" y="744498"/>
                    </a:cubicBezTo>
                    <a:cubicBezTo>
                      <a:pt x="446356" y="744498"/>
                      <a:pt x="416925" y="736485"/>
                      <a:pt x="414152" y="773929"/>
                    </a:cubicBezTo>
                    <a:cubicBezTo>
                      <a:pt x="410916" y="794268"/>
                      <a:pt x="414614" y="814917"/>
                      <a:pt x="424938" y="832791"/>
                    </a:cubicBezTo>
                    <a:cubicBezTo>
                      <a:pt x="432951" y="854209"/>
                      <a:pt x="430331" y="856829"/>
                      <a:pt x="459608" y="862222"/>
                    </a:cubicBezTo>
                    <a:cubicBezTo>
                      <a:pt x="488885" y="867615"/>
                      <a:pt x="531876" y="859448"/>
                      <a:pt x="542508" y="832791"/>
                    </a:cubicBezTo>
                    <a:cubicBezTo>
                      <a:pt x="553141" y="806133"/>
                      <a:pt x="555914" y="792728"/>
                      <a:pt x="542508" y="752510"/>
                    </a:cubicBezTo>
                    <a:cubicBezTo>
                      <a:pt x="529103" y="712293"/>
                      <a:pt x="521090" y="677623"/>
                      <a:pt x="515851" y="658978"/>
                    </a:cubicBezTo>
                    <a:cubicBezTo>
                      <a:pt x="510612" y="640333"/>
                      <a:pt x="424938" y="228451"/>
                      <a:pt x="422164" y="185768"/>
                    </a:cubicBezTo>
                    <a:cubicBezTo>
                      <a:pt x="419391" y="143086"/>
                      <a:pt x="451595" y="102868"/>
                      <a:pt x="432951" y="62497"/>
                    </a:cubicBezTo>
                    <a:cubicBezTo>
                      <a:pt x="422781" y="36301"/>
                      <a:pt x="396739" y="19968"/>
                      <a:pt x="368695" y="22279"/>
                    </a:cubicBezTo>
                    <a:cubicBezTo>
                      <a:pt x="360683" y="25053"/>
                      <a:pt x="363456" y="6870"/>
                      <a:pt x="326012" y="861"/>
                    </a:cubicBezTo>
                    <a:cubicBezTo>
                      <a:pt x="288569" y="-5149"/>
                      <a:pt x="237719" y="22279"/>
                      <a:pt x="237719" y="22279"/>
                    </a:cubicBezTo>
                    <a:cubicBezTo>
                      <a:pt x="237719" y="22279"/>
                      <a:pt x="120765" y="-4532"/>
                      <a:pt x="43258" y="275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28"/>
              <p:cNvSpPr/>
              <p:nvPr/>
            </p:nvSpPr>
            <p:spPr>
              <a:xfrm>
                <a:off x="4113515" y="2040308"/>
                <a:ext cx="13080" cy="82900"/>
              </a:xfrm>
              <a:custGeom>
                <a:rect b="b" l="l" r="r" t="t"/>
                <a:pathLst>
                  <a:path extrusionOk="0" h="82900" w="13080">
                    <a:moveTo>
                      <a:pt x="13081" y="0"/>
                    </a:moveTo>
                    <a:cubicBezTo>
                      <a:pt x="13081" y="0"/>
                      <a:pt x="-16351" y="53469"/>
                      <a:pt x="13081" y="82900"/>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28"/>
              <p:cNvSpPr/>
              <p:nvPr/>
            </p:nvSpPr>
            <p:spPr>
              <a:xfrm>
                <a:off x="4199156" y="2051711"/>
                <a:ext cx="26365" cy="74887"/>
              </a:xfrm>
              <a:custGeom>
                <a:rect b="b" l="l" r="r" t="t"/>
                <a:pathLst>
                  <a:path extrusionOk="0" h="74887" w="26365">
                    <a:moveTo>
                      <a:pt x="26366" y="0"/>
                    </a:moveTo>
                    <a:cubicBezTo>
                      <a:pt x="26366" y="0"/>
                      <a:pt x="-13698" y="34670"/>
                      <a:pt x="4947" y="74888"/>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28"/>
              <p:cNvSpPr/>
              <p:nvPr/>
            </p:nvSpPr>
            <p:spPr>
              <a:xfrm>
                <a:off x="4311041" y="2848245"/>
                <a:ext cx="264015" cy="666382"/>
              </a:xfrm>
              <a:custGeom>
                <a:rect b="b" l="l" r="r" t="t"/>
                <a:pathLst>
                  <a:path extrusionOk="0" h="666382" w="264015">
                    <a:moveTo>
                      <a:pt x="0" y="58972"/>
                    </a:moveTo>
                    <a:cubicBezTo>
                      <a:pt x="2774" y="18909"/>
                      <a:pt x="45456" y="-2664"/>
                      <a:pt x="90913" y="264"/>
                    </a:cubicBezTo>
                    <a:cubicBezTo>
                      <a:pt x="136369" y="3191"/>
                      <a:pt x="163181" y="34934"/>
                      <a:pt x="160561" y="58972"/>
                    </a:cubicBezTo>
                    <a:cubicBezTo>
                      <a:pt x="157942" y="83010"/>
                      <a:pt x="152549" y="88403"/>
                      <a:pt x="152549" y="99189"/>
                    </a:cubicBezTo>
                    <a:cubicBezTo>
                      <a:pt x="152549" y="109976"/>
                      <a:pt x="206018" y="499822"/>
                      <a:pt x="214185" y="540348"/>
                    </a:cubicBezTo>
                    <a:cubicBezTo>
                      <a:pt x="222351" y="580874"/>
                      <a:pt x="254248" y="580411"/>
                      <a:pt x="262261" y="607069"/>
                    </a:cubicBezTo>
                    <a:cubicBezTo>
                      <a:pt x="270273" y="633726"/>
                      <a:pt x="248855" y="644513"/>
                      <a:pt x="238223" y="649906"/>
                    </a:cubicBezTo>
                    <a:cubicBezTo>
                      <a:pt x="227590" y="655299"/>
                      <a:pt x="208791" y="641893"/>
                      <a:pt x="208791" y="641893"/>
                    </a:cubicBezTo>
                    <a:cubicBezTo>
                      <a:pt x="208791" y="641893"/>
                      <a:pt x="203398" y="676717"/>
                      <a:pt x="173967" y="663312"/>
                    </a:cubicBezTo>
                    <a:cubicBezTo>
                      <a:pt x="144536" y="649906"/>
                      <a:pt x="144536" y="647903"/>
                      <a:pt x="125891" y="593817"/>
                    </a:cubicBezTo>
                    <a:cubicBezTo>
                      <a:pt x="107246" y="539732"/>
                      <a:pt x="64255" y="422624"/>
                      <a:pt x="51004" y="299660"/>
                    </a:cubicBezTo>
                    <a:cubicBezTo>
                      <a:pt x="37752" y="176696"/>
                      <a:pt x="24346" y="136479"/>
                      <a:pt x="24346" y="136479"/>
                    </a:cubicBezTo>
                    <a:cubicBezTo>
                      <a:pt x="8629" y="113674"/>
                      <a:pt x="154" y="86708"/>
                      <a:pt x="0" y="58972"/>
                    </a:cubicBezTo>
                    <a:close/>
                    <a:moveTo>
                      <a:pt x="109712" y="367151"/>
                    </a:moveTo>
                    <a:cubicBezTo>
                      <a:pt x="128357" y="436646"/>
                      <a:pt x="168574" y="552059"/>
                      <a:pt x="168574" y="552059"/>
                    </a:cubicBezTo>
                    <a:cubicBezTo>
                      <a:pt x="162565" y="476709"/>
                      <a:pt x="152857" y="401667"/>
                      <a:pt x="139143" y="327396"/>
                    </a:cubicBezTo>
                    <a:cubicBezTo>
                      <a:pt x="115105" y="191181"/>
                      <a:pt x="101699" y="140331"/>
                      <a:pt x="88293" y="110900"/>
                    </a:cubicBezTo>
                    <a:lnTo>
                      <a:pt x="74888" y="150963"/>
                    </a:lnTo>
                    <a:cubicBezTo>
                      <a:pt x="82592" y="223386"/>
                      <a:pt x="94149" y="295345"/>
                      <a:pt x="109712" y="366535"/>
                    </a:cubicBezTo>
                    <a:lnTo>
                      <a:pt x="109712" y="367151"/>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28"/>
              <p:cNvSpPr/>
              <p:nvPr/>
            </p:nvSpPr>
            <p:spPr>
              <a:xfrm>
                <a:off x="4552155" y="3530978"/>
                <a:ext cx="84238" cy="162686"/>
              </a:xfrm>
              <a:custGeom>
                <a:rect b="b" l="l" r="r" t="t"/>
                <a:pathLst>
                  <a:path extrusionOk="0" h="162686" w="84238">
                    <a:moveTo>
                      <a:pt x="58436" y="4000"/>
                    </a:moveTo>
                    <a:cubicBezTo>
                      <a:pt x="58436" y="4000"/>
                      <a:pt x="47650" y="46837"/>
                      <a:pt x="58436" y="70875"/>
                    </a:cubicBezTo>
                    <a:cubicBezTo>
                      <a:pt x="69222" y="94913"/>
                      <a:pt x="90487" y="137750"/>
                      <a:pt x="82474" y="151001"/>
                    </a:cubicBezTo>
                    <a:cubicBezTo>
                      <a:pt x="74461" y="164253"/>
                      <a:pt x="47650" y="172420"/>
                      <a:pt x="42411" y="140369"/>
                    </a:cubicBezTo>
                    <a:cubicBezTo>
                      <a:pt x="39791" y="116948"/>
                      <a:pt x="35169" y="93680"/>
                      <a:pt x="29005" y="70875"/>
                    </a:cubicBezTo>
                    <a:cubicBezTo>
                      <a:pt x="20992" y="44063"/>
                      <a:pt x="-8439" y="38824"/>
                      <a:pt x="2347" y="25418"/>
                    </a:cubicBezTo>
                    <a:cubicBezTo>
                      <a:pt x="13134" y="12013"/>
                      <a:pt x="26386" y="-8789"/>
                      <a:pt x="58436" y="400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28"/>
              <p:cNvSpPr/>
              <p:nvPr/>
            </p:nvSpPr>
            <p:spPr>
              <a:xfrm>
                <a:off x="4602579" y="3677087"/>
                <a:ext cx="43143" cy="172053"/>
              </a:xfrm>
              <a:custGeom>
                <a:rect b="b" l="l" r="r" t="t"/>
                <a:pathLst>
                  <a:path extrusionOk="0" h="172053" w="43143">
                    <a:moveTo>
                      <a:pt x="32051" y="5509"/>
                    </a:moveTo>
                    <a:cubicBezTo>
                      <a:pt x="36827" y="20301"/>
                      <a:pt x="39447" y="35556"/>
                      <a:pt x="40063" y="50965"/>
                    </a:cubicBezTo>
                    <a:cubicBezTo>
                      <a:pt x="40063" y="72384"/>
                      <a:pt x="50850" y="182095"/>
                      <a:pt x="32051" y="171309"/>
                    </a:cubicBezTo>
                    <a:cubicBezTo>
                      <a:pt x="13252" y="160523"/>
                      <a:pt x="5393" y="112447"/>
                      <a:pt x="5393" y="88409"/>
                    </a:cubicBezTo>
                    <a:cubicBezTo>
                      <a:pt x="5393" y="64371"/>
                      <a:pt x="0" y="13521"/>
                      <a:pt x="0" y="13521"/>
                    </a:cubicBezTo>
                    <a:cubicBezTo>
                      <a:pt x="0" y="13521"/>
                      <a:pt x="13406" y="-10517"/>
                      <a:pt x="32051" y="550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28"/>
              <p:cNvSpPr/>
              <p:nvPr/>
            </p:nvSpPr>
            <p:spPr>
              <a:xfrm>
                <a:off x="4610432" y="3808333"/>
                <a:ext cx="37602" cy="109519"/>
              </a:xfrm>
              <a:custGeom>
                <a:rect b="b" l="l" r="r" t="t"/>
                <a:pathLst>
                  <a:path extrusionOk="0" h="109519" w="37602">
                    <a:moveTo>
                      <a:pt x="29590" y="8013"/>
                    </a:moveTo>
                    <a:cubicBezTo>
                      <a:pt x="33751" y="30048"/>
                      <a:pt x="36524" y="52391"/>
                      <a:pt x="37603" y="74888"/>
                    </a:cubicBezTo>
                    <a:cubicBezTo>
                      <a:pt x="37603" y="98926"/>
                      <a:pt x="29590" y="128357"/>
                      <a:pt x="13565" y="93533"/>
                    </a:cubicBezTo>
                    <a:cubicBezTo>
                      <a:pt x="-2460" y="58708"/>
                      <a:pt x="159" y="0"/>
                      <a:pt x="159" y="0"/>
                    </a:cubicBezTo>
                    <a:lnTo>
                      <a:pt x="29590" y="8013"/>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28"/>
              <p:cNvSpPr/>
              <p:nvPr/>
            </p:nvSpPr>
            <p:spPr>
              <a:xfrm>
                <a:off x="4440785" y="3451040"/>
                <a:ext cx="246594" cy="136869"/>
              </a:xfrm>
              <a:custGeom>
                <a:rect b="b" l="l" r="r" t="t"/>
                <a:pathLst>
                  <a:path extrusionOk="0" h="136869" w="246594">
                    <a:moveTo>
                      <a:pt x="132363" y="4274"/>
                    </a:moveTo>
                    <a:cubicBezTo>
                      <a:pt x="132363" y="4274"/>
                      <a:pt x="180439" y="49730"/>
                      <a:pt x="188452" y="55123"/>
                    </a:cubicBezTo>
                    <a:cubicBezTo>
                      <a:pt x="196464" y="60517"/>
                      <a:pt x="258100" y="111366"/>
                      <a:pt x="244694" y="127391"/>
                    </a:cubicBezTo>
                    <a:cubicBezTo>
                      <a:pt x="231597" y="140181"/>
                      <a:pt x="210641" y="140027"/>
                      <a:pt x="197851" y="126929"/>
                    </a:cubicBezTo>
                    <a:cubicBezTo>
                      <a:pt x="196310" y="125388"/>
                      <a:pt x="195078" y="123693"/>
                      <a:pt x="193845" y="121998"/>
                    </a:cubicBezTo>
                    <a:cubicBezTo>
                      <a:pt x="183213" y="106589"/>
                      <a:pt x="169807" y="84554"/>
                      <a:pt x="169807" y="84554"/>
                    </a:cubicBezTo>
                    <a:cubicBezTo>
                      <a:pt x="152549" y="95033"/>
                      <a:pt x="133596" y="102275"/>
                      <a:pt x="113718" y="105973"/>
                    </a:cubicBezTo>
                    <a:cubicBezTo>
                      <a:pt x="70881" y="116605"/>
                      <a:pt x="22805" y="140643"/>
                      <a:pt x="5855" y="111366"/>
                    </a:cubicBezTo>
                    <a:cubicBezTo>
                      <a:pt x="-11094" y="82089"/>
                      <a:pt x="13868" y="47111"/>
                      <a:pt x="16642" y="34321"/>
                    </a:cubicBezTo>
                    <a:cubicBezTo>
                      <a:pt x="19415" y="21532"/>
                      <a:pt x="86907" y="-11752"/>
                      <a:pt x="132363" y="427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28"/>
              <p:cNvSpPr/>
              <p:nvPr/>
            </p:nvSpPr>
            <p:spPr>
              <a:xfrm>
                <a:off x="4631881" y="3569860"/>
                <a:ext cx="110000" cy="101095"/>
              </a:xfrm>
              <a:custGeom>
                <a:rect b="b" l="l" r="r" t="t"/>
                <a:pathLst>
                  <a:path extrusionOk="0" h="101095" w="110000">
                    <a:moveTo>
                      <a:pt x="53598" y="8571"/>
                    </a:moveTo>
                    <a:cubicBezTo>
                      <a:pt x="53598" y="8571"/>
                      <a:pt x="69007" y="32609"/>
                      <a:pt x="83029" y="48634"/>
                    </a:cubicBezTo>
                    <a:cubicBezTo>
                      <a:pt x="97051" y="64660"/>
                      <a:pt x="117699" y="46015"/>
                      <a:pt x="107067" y="78066"/>
                    </a:cubicBezTo>
                    <a:cubicBezTo>
                      <a:pt x="96435" y="110116"/>
                      <a:pt x="72243" y="104723"/>
                      <a:pt x="58837" y="86078"/>
                    </a:cubicBezTo>
                    <a:cubicBezTo>
                      <a:pt x="45431" y="67433"/>
                      <a:pt x="-13277" y="-2215"/>
                      <a:pt x="2748" y="3178"/>
                    </a:cubicBezTo>
                    <a:cubicBezTo>
                      <a:pt x="18774" y="8571"/>
                      <a:pt x="29560" y="-10228"/>
                      <a:pt x="53598" y="8571"/>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8"/>
              <p:cNvSpPr/>
              <p:nvPr/>
            </p:nvSpPr>
            <p:spPr>
              <a:xfrm>
                <a:off x="4720110" y="3647297"/>
                <a:ext cx="74083" cy="31533"/>
              </a:xfrm>
              <a:custGeom>
                <a:rect b="b" l="l" r="r" t="t"/>
                <a:pathLst>
                  <a:path extrusionOk="0" h="31533" w="74083">
                    <a:moveTo>
                      <a:pt x="18838" y="629"/>
                    </a:moveTo>
                    <a:cubicBezTo>
                      <a:pt x="18838" y="629"/>
                      <a:pt x="85713" y="-4764"/>
                      <a:pt x="72307" y="16038"/>
                    </a:cubicBezTo>
                    <a:cubicBezTo>
                      <a:pt x="58901" y="36840"/>
                      <a:pt x="16064" y="34683"/>
                      <a:pt x="5432" y="21431"/>
                    </a:cubicBezTo>
                    <a:cubicBezTo>
                      <a:pt x="-5200" y="8179"/>
                      <a:pt x="39" y="5868"/>
                      <a:pt x="18838" y="62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28"/>
              <p:cNvSpPr/>
              <p:nvPr/>
            </p:nvSpPr>
            <p:spPr>
              <a:xfrm>
                <a:off x="4516289" y="3552585"/>
                <a:ext cx="58294" cy="146035"/>
              </a:xfrm>
              <a:custGeom>
                <a:rect b="b" l="l" r="r" t="t"/>
                <a:pathLst>
                  <a:path extrusionOk="0" h="146035" w="58294">
                    <a:moveTo>
                      <a:pt x="0" y="16138"/>
                    </a:moveTo>
                    <a:cubicBezTo>
                      <a:pt x="0" y="16138"/>
                      <a:pt x="34208" y="-10211"/>
                      <a:pt x="38214" y="4427"/>
                    </a:cubicBezTo>
                    <a:cubicBezTo>
                      <a:pt x="42221" y="19066"/>
                      <a:pt x="42066" y="65293"/>
                      <a:pt x="43453" y="71148"/>
                    </a:cubicBezTo>
                    <a:cubicBezTo>
                      <a:pt x="44840" y="77004"/>
                      <a:pt x="60865" y="100117"/>
                      <a:pt x="57938" y="121844"/>
                    </a:cubicBezTo>
                    <a:cubicBezTo>
                      <a:pt x="55010" y="143570"/>
                      <a:pt x="27120" y="155127"/>
                      <a:pt x="17412" y="137253"/>
                    </a:cubicBezTo>
                    <a:cubicBezTo>
                      <a:pt x="7704" y="119378"/>
                      <a:pt x="11557" y="101042"/>
                      <a:pt x="8629" y="80702"/>
                    </a:cubicBezTo>
                    <a:cubicBezTo>
                      <a:pt x="5701" y="60362"/>
                      <a:pt x="0" y="16138"/>
                      <a:pt x="0" y="1613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8"/>
              <p:cNvSpPr/>
              <p:nvPr/>
            </p:nvSpPr>
            <p:spPr>
              <a:xfrm>
                <a:off x="4533855" y="3683855"/>
                <a:ext cx="67105" cy="125458"/>
              </a:xfrm>
              <a:custGeom>
                <a:rect b="b" l="l" r="r" t="t"/>
                <a:pathLst>
                  <a:path extrusionOk="0" h="125458" w="67105">
                    <a:moveTo>
                      <a:pt x="34516" y="7986"/>
                    </a:moveTo>
                    <a:cubicBezTo>
                      <a:pt x="34516" y="7986"/>
                      <a:pt x="47614" y="10914"/>
                      <a:pt x="49001" y="32640"/>
                    </a:cubicBezTo>
                    <a:cubicBezTo>
                      <a:pt x="49001" y="49590"/>
                      <a:pt x="52082" y="66386"/>
                      <a:pt x="57938" y="82257"/>
                    </a:cubicBezTo>
                    <a:cubicBezTo>
                      <a:pt x="63639" y="95355"/>
                      <a:pt x="75350" y="111226"/>
                      <a:pt x="57938" y="120009"/>
                    </a:cubicBezTo>
                    <a:cubicBezTo>
                      <a:pt x="40526" y="128792"/>
                      <a:pt x="33283" y="128638"/>
                      <a:pt x="28969" y="106911"/>
                    </a:cubicBezTo>
                    <a:cubicBezTo>
                      <a:pt x="24654" y="85185"/>
                      <a:pt x="27428" y="77943"/>
                      <a:pt x="20186" y="66386"/>
                    </a:cubicBezTo>
                    <a:cubicBezTo>
                      <a:pt x="10940" y="55137"/>
                      <a:pt x="5085" y="41578"/>
                      <a:pt x="2928" y="27247"/>
                    </a:cubicBezTo>
                    <a:lnTo>
                      <a:pt x="0" y="7061"/>
                    </a:lnTo>
                    <a:cubicBezTo>
                      <a:pt x="0" y="7061"/>
                      <a:pt x="22959" y="-9426"/>
                      <a:pt x="34516" y="798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28"/>
              <p:cNvSpPr/>
              <p:nvPr/>
            </p:nvSpPr>
            <p:spPr>
              <a:xfrm>
                <a:off x="4567138" y="3797936"/>
                <a:ext cx="41958" cy="85130"/>
              </a:xfrm>
              <a:custGeom>
                <a:rect b="b" l="l" r="r" t="t"/>
                <a:pathLst>
                  <a:path extrusionOk="0" h="85130" w="41958">
                    <a:moveTo>
                      <a:pt x="24654" y="5466"/>
                    </a:moveTo>
                    <a:cubicBezTo>
                      <a:pt x="32359" y="11014"/>
                      <a:pt x="37444" y="19334"/>
                      <a:pt x="39139" y="28580"/>
                    </a:cubicBezTo>
                    <a:cubicBezTo>
                      <a:pt x="42067" y="43989"/>
                      <a:pt x="46381" y="85131"/>
                      <a:pt x="30356" y="85131"/>
                    </a:cubicBezTo>
                    <a:cubicBezTo>
                      <a:pt x="14330" y="85131"/>
                      <a:pt x="17412" y="76502"/>
                      <a:pt x="10170" y="54313"/>
                    </a:cubicBezTo>
                    <a:cubicBezTo>
                      <a:pt x="4160" y="41061"/>
                      <a:pt x="770" y="26731"/>
                      <a:pt x="0" y="12246"/>
                    </a:cubicBezTo>
                    <a:cubicBezTo>
                      <a:pt x="770" y="4696"/>
                      <a:pt x="7550" y="-697"/>
                      <a:pt x="15101" y="73"/>
                    </a:cubicBezTo>
                    <a:cubicBezTo>
                      <a:pt x="18953" y="535"/>
                      <a:pt x="22497" y="2385"/>
                      <a:pt x="24654" y="546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28"/>
              <p:cNvSpPr/>
              <p:nvPr/>
            </p:nvSpPr>
            <p:spPr>
              <a:xfrm>
                <a:off x="4575305" y="3858566"/>
                <a:ext cx="40103" cy="89018"/>
              </a:xfrm>
              <a:custGeom>
                <a:rect b="b" l="l" r="r" t="t"/>
                <a:pathLst>
                  <a:path extrusionOk="0" h="89018" w="40103">
                    <a:moveTo>
                      <a:pt x="31897" y="0"/>
                    </a:moveTo>
                    <a:cubicBezTo>
                      <a:pt x="31897" y="0"/>
                      <a:pt x="43453" y="44994"/>
                      <a:pt x="39139" y="59479"/>
                    </a:cubicBezTo>
                    <a:cubicBezTo>
                      <a:pt x="34824" y="73963"/>
                      <a:pt x="34824" y="100004"/>
                      <a:pt x="18953" y="83979"/>
                    </a:cubicBezTo>
                    <a:cubicBezTo>
                      <a:pt x="3082" y="67954"/>
                      <a:pt x="0" y="8783"/>
                      <a:pt x="0" y="8783"/>
                    </a:cubicBezTo>
                    <a:cubicBezTo>
                      <a:pt x="0" y="8783"/>
                      <a:pt x="29277" y="14330"/>
                      <a:pt x="31897"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8"/>
              <p:cNvSpPr/>
              <p:nvPr/>
            </p:nvSpPr>
            <p:spPr>
              <a:xfrm>
                <a:off x="4487315" y="3568724"/>
                <a:ext cx="36562" cy="142586"/>
              </a:xfrm>
              <a:custGeom>
                <a:rect b="b" l="l" r="r" t="t"/>
                <a:pathLst>
                  <a:path extrusionOk="0" h="142586" w="36562">
                    <a:moveTo>
                      <a:pt x="28973" y="0"/>
                    </a:moveTo>
                    <a:cubicBezTo>
                      <a:pt x="28973" y="0"/>
                      <a:pt x="30360" y="85520"/>
                      <a:pt x="33288" y="104319"/>
                    </a:cubicBezTo>
                    <a:cubicBezTo>
                      <a:pt x="36215" y="123118"/>
                      <a:pt x="40530" y="131746"/>
                      <a:pt x="28973" y="136215"/>
                    </a:cubicBezTo>
                    <a:cubicBezTo>
                      <a:pt x="17416" y="140684"/>
                      <a:pt x="2932" y="151624"/>
                      <a:pt x="1391" y="127432"/>
                    </a:cubicBezTo>
                    <a:cubicBezTo>
                      <a:pt x="-150" y="103240"/>
                      <a:pt x="2932" y="57938"/>
                      <a:pt x="1391" y="43453"/>
                    </a:cubicBezTo>
                    <a:cubicBezTo>
                      <a:pt x="-150" y="28969"/>
                      <a:pt x="4" y="7242"/>
                      <a:pt x="4" y="7242"/>
                    </a:cubicBezTo>
                    <a:lnTo>
                      <a:pt x="28973"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28"/>
              <p:cNvSpPr/>
              <p:nvPr/>
            </p:nvSpPr>
            <p:spPr>
              <a:xfrm>
                <a:off x="4491354" y="3704509"/>
                <a:ext cx="49928" cy="114189"/>
              </a:xfrm>
              <a:custGeom>
                <a:rect b="b" l="l" r="r" t="t"/>
                <a:pathLst>
                  <a:path extrusionOk="0" h="114189" w="49928">
                    <a:moveTo>
                      <a:pt x="280" y="1816"/>
                    </a:moveTo>
                    <a:cubicBezTo>
                      <a:pt x="-491" y="21694"/>
                      <a:pt x="280" y="41571"/>
                      <a:pt x="3208" y="61141"/>
                    </a:cubicBezTo>
                    <a:cubicBezTo>
                      <a:pt x="7522" y="78553"/>
                      <a:pt x="11837" y="113377"/>
                      <a:pt x="22007" y="113377"/>
                    </a:cubicBezTo>
                    <a:cubicBezTo>
                      <a:pt x="32177" y="113377"/>
                      <a:pt x="52824" y="119078"/>
                      <a:pt x="49589" y="100279"/>
                    </a:cubicBezTo>
                    <a:cubicBezTo>
                      <a:pt x="46353" y="81481"/>
                      <a:pt x="40806" y="81481"/>
                      <a:pt x="39419" y="61141"/>
                    </a:cubicBezTo>
                    <a:cubicBezTo>
                      <a:pt x="36337" y="40493"/>
                      <a:pt x="31406" y="20153"/>
                      <a:pt x="24934" y="429"/>
                    </a:cubicBezTo>
                    <a:cubicBezTo>
                      <a:pt x="16768" y="-495"/>
                      <a:pt x="8447" y="121"/>
                      <a:pt x="280" y="181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8"/>
              <p:cNvSpPr/>
              <p:nvPr/>
            </p:nvSpPr>
            <p:spPr>
              <a:xfrm>
                <a:off x="4513361" y="3817887"/>
                <a:ext cx="35896" cy="77828"/>
              </a:xfrm>
              <a:custGeom>
                <a:rect b="b" l="l" r="r" t="t"/>
                <a:pathLst>
                  <a:path extrusionOk="0" h="77828" w="35896">
                    <a:moveTo>
                      <a:pt x="24654" y="0"/>
                    </a:moveTo>
                    <a:cubicBezTo>
                      <a:pt x="24654" y="0"/>
                      <a:pt x="33283" y="28969"/>
                      <a:pt x="34824" y="37598"/>
                    </a:cubicBezTo>
                    <a:cubicBezTo>
                      <a:pt x="36365" y="46227"/>
                      <a:pt x="37752" y="72422"/>
                      <a:pt x="27582" y="76737"/>
                    </a:cubicBezTo>
                    <a:cubicBezTo>
                      <a:pt x="17412" y="81051"/>
                      <a:pt x="8783" y="72422"/>
                      <a:pt x="4314" y="53623"/>
                    </a:cubicBezTo>
                    <a:cubicBezTo>
                      <a:pt x="1387" y="35903"/>
                      <a:pt x="0" y="18028"/>
                      <a:pt x="0" y="0"/>
                    </a:cubicBezTo>
                    <a:lnTo>
                      <a:pt x="24654"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28"/>
              <p:cNvSpPr/>
              <p:nvPr/>
            </p:nvSpPr>
            <p:spPr>
              <a:xfrm>
                <a:off x="4518908" y="3877211"/>
                <a:ext cx="35787" cy="70859"/>
              </a:xfrm>
              <a:custGeom>
                <a:rect b="b" l="l" r="r" t="t"/>
                <a:pathLst>
                  <a:path extrusionOk="0" h="70859" w="35787">
                    <a:moveTo>
                      <a:pt x="32205" y="0"/>
                    </a:moveTo>
                    <a:cubicBezTo>
                      <a:pt x="36982" y="19569"/>
                      <a:pt x="36982" y="39909"/>
                      <a:pt x="32205" y="59479"/>
                    </a:cubicBezTo>
                    <a:cubicBezTo>
                      <a:pt x="23422" y="84133"/>
                      <a:pt x="10478" y="63793"/>
                      <a:pt x="3236" y="44994"/>
                    </a:cubicBezTo>
                    <a:cubicBezTo>
                      <a:pt x="-1079" y="33283"/>
                      <a:pt x="-1079" y="20494"/>
                      <a:pt x="3236" y="8783"/>
                    </a:cubicBezTo>
                    <a:lnTo>
                      <a:pt x="32205"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28"/>
              <p:cNvSpPr/>
              <p:nvPr/>
            </p:nvSpPr>
            <p:spPr>
              <a:xfrm>
                <a:off x="4445973" y="3565767"/>
                <a:ext cx="41346" cy="135202"/>
              </a:xfrm>
              <a:custGeom>
                <a:rect b="b" l="l" r="r" t="t"/>
                <a:pathLst>
                  <a:path extrusionOk="0" h="135202" w="41346">
                    <a:moveTo>
                      <a:pt x="41347" y="10199"/>
                    </a:moveTo>
                    <a:cubicBezTo>
                      <a:pt x="41347" y="10199"/>
                      <a:pt x="35492" y="79694"/>
                      <a:pt x="32718" y="105735"/>
                    </a:cubicBezTo>
                    <a:cubicBezTo>
                      <a:pt x="29944" y="131776"/>
                      <a:pt x="25476" y="139172"/>
                      <a:pt x="12378" y="133317"/>
                    </a:cubicBezTo>
                    <a:cubicBezTo>
                      <a:pt x="-719" y="127462"/>
                      <a:pt x="-3031" y="98493"/>
                      <a:pt x="3595" y="60895"/>
                    </a:cubicBezTo>
                    <a:cubicBezTo>
                      <a:pt x="7447" y="42250"/>
                      <a:pt x="10529" y="23297"/>
                      <a:pt x="12378" y="4344"/>
                    </a:cubicBezTo>
                    <a:cubicBezTo>
                      <a:pt x="12378" y="4344"/>
                      <a:pt x="39960" y="-8600"/>
                      <a:pt x="41347" y="1019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28"/>
              <p:cNvSpPr/>
              <p:nvPr/>
            </p:nvSpPr>
            <p:spPr>
              <a:xfrm>
                <a:off x="4435975" y="3677443"/>
                <a:ext cx="49270" cy="128650"/>
              </a:xfrm>
              <a:custGeom>
                <a:rect b="b" l="l" r="r" t="t"/>
                <a:pathLst>
                  <a:path extrusionOk="0" h="128650" w="49270">
                    <a:moveTo>
                      <a:pt x="32546" y="10084"/>
                    </a:moveTo>
                    <a:cubicBezTo>
                      <a:pt x="38864" y="18559"/>
                      <a:pt x="42870" y="28575"/>
                      <a:pt x="44103" y="39053"/>
                    </a:cubicBezTo>
                    <a:cubicBezTo>
                      <a:pt x="44103" y="58468"/>
                      <a:pt x="45644" y="77884"/>
                      <a:pt x="48417" y="96991"/>
                    </a:cubicBezTo>
                    <a:cubicBezTo>
                      <a:pt x="51345" y="111475"/>
                      <a:pt x="47030" y="133202"/>
                      <a:pt x="31005" y="127809"/>
                    </a:cubicBezTo>
                    <a:cubicBezTo>
                      <a:pt x="14980" y="122416"/>
                      <a:pt x="22376" y="123494"/>
                      <a:pt x="9278" y="85896"/>
                    </a:cubicBezTo>
                    <a:cubicBezTo>
                      <a:pt x="495" y="62166"/>
                      <a:pt x="-2124" y="36587"/>
                      <a:pt x="1728" y="11625"/>
                    </a:cubicBezTo>
                    <a:lnTo>
                      <a:pt x="3269" y="68"/>
                    </a:lnTo>
                    <a:cubicBezTo>
                      <a:pt x="3269" y="68"/>
                      <a:pt x="26690" y="-1473"/>
                      <a:pt x="32546" y="1008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28"/>
              <p:cNvSpPr/>
              <p:nvPr/>
            </p:nvSpPr>
            <p:spPr>
              <a:xfrm>
                <a:off x="4451725" y="3791469"/>
                <a:ext cx="39100" cy="77962"/>
              </a:xfrm>
              <a:custGeom>
                <a:rect b="b" l="l" r="r" t="t"/>
                <a:pathLst>
                  <a:path extrusionOk="0" h="77962" w="39100">
                    <a:moveTo>
                      <a:pt x="34208" y="1763"/>
                    </a:moveTo>
                    <a:cubicBezTo>
                      <a:pt x="34208" y="1763"/>
                      <a:pt x="44224" y="69871"/>
                      <a:pt x="35595" y="74185"/>
                    </a:cubicBezTo>
                    <a:cubicBezTo>
                      <a:pt x="26966" y="78500"/>
                      <a:pt x="24038" y="82968"/>
                      <a:pt x="16796" y="64015"/>
                    </a:cubicBezTo>
                    <a:cubicBezTo>
                      <a:pt x="10632" y="50455"/>
                      <a:pt x="5393" y="36433"/>
                      <a:pt x="1387" y="22103"/>
                    </a:cubicBezTo>
                    <a:lnTo>
                      <a:pt x="0" y="11933"/>
                    </a:lnTo>
                    <a:cubicBezTo>
                      <a:pt x="0" y="11933"/>
                      <a:pt x="28353" y="-5479"/>
                      <a:pt x="34208" y="176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28"/>
              <p:cNvSpPr/>
              <p:nvPr/>
            </p:nvSpPr>
            <p:spPr>
              <a:xfrm>
                <a:off x="3166670" y="2018029"/>
                <a:ext cx="551678" cy="863948"/>
              </a:xfrm>
              <a:custGeom>
                <a:rect b="b" l="l" r="r" t="t"/>
                <a:pathLst>
                  <a:path extrusionOk="0" h="863948" w="551678">
                    <a:moveTo>
                      <a:pt x="508443" y="28289"/>
                    </a:moveTo>
                    <a:cubicBezTo>
                      <a:pt x="508443" y="28289"/>
                      <a:pt x="556519" y="36301"/>
                      <a:pt x="551279" y="63113"/>
                    </a:cubicBezTo>
                    <a:cubicBezTo>
                      <a:pt x="546040" y="89925"/>
                      <a:pt x="508443" y="116582"/>
                      <a:pt x="500430" y="127214"/>
                    </a:cubicBezTo>
                    <a:cubicBezTo>
                      <a:pt x="492417" y="137846"/>
                      <a:pt x="446961" y="317053"/>
                      <a:pt x="436329" y="345868"/>
                    </a:cubicBezTo>
                    <a:cubicBezTo>
                      <a:pt x="425696" y="374682"/>
                      <a:pt x="361441" y="392094"/>
                      <a:pt x="340023" y="359273"/>
                    </a:cubicBezTo>
                    <a:cubicBezTo>
                      <a:pt x="318604" y="326452"/>
                      <a:pt x="334629" y="214891"/>
                      <a:pt x="334629" y="204105"/>
                    </a:cubicBezTo>
                    <a:cubicBezTo>
                      <a:pt x="334629" y="193319"/>
                      <a:pt x="283934" y="134611"/>
                      <a:pt x="283934" y="134611"/>
                    </a:cubicBezTo>
                    <a:lnTo>
                      <a:pt x="217059" y="148016"/>
                    </a:lnTo>
                    <a:cubicBezTo>
                      <a:pt x="217059" y="148016"/>
                      <a:pt x="182235" y="292398"/>
                      <a:pt x="176842" y="335081"/>
                    </a:cubicBezTo>
                    <a:cubicBezTo>
                      <a:pt x="171448" y="377764"/>
                      <a:pt x="142171" y="473762"/>
                      <a:pt x="120753" y="559744"/>
                    </a:cubicBezTo>
                    <a:cubicBezTo>
                      <a:pt x="107655" y="620455"/>
                      <a:pt x="102570" y="682553"/>
                      <a:pt x="105344" y="744652"/>
                    </a:cubicBezTo>
                    <a:cubicBezTo>
                      <a:pt x="105344" y="744652"/>
                      <a:pt x="134775" y="736639"/>
                      <a:pt x="137395" y="774083"/>
                    </a:cubicBezTo>
                    <a:cubicBezTo>
                      <a:pt x="140785" y="794269"/>
                      <a:pt x="137086" y="815225"/>
                      <a:pt x="126762" y="832945"/>
                    </a:cubicBezTo>
                    <a:cubicBezTo>
                      <a:pt x="118750" y="854364"/>
                      <a:pt x="121369" y="856983"/>
                      <a:pt x="91938" y="862376"/>
                    </a:cubicBezTo>
                    <a:cubicBezTo>
                      <a:pt x="62507" y="867769"/>
                      <a:pt x="19824" y="859602"/>
                      <a:pt x="9038" y="832945"/>
                    </a:cubicBezTo>
                    <a:cubicBezTo>
                      <a:pt x="-1748" y="806287"/>
                      <a:pt x="-4214" y="792882"/>
                      <a:pt x="9038" y="752664"/>
                    </a:cubicBezTo>
                    <a:cubicBezTo>
                      <a:pt x="22290" y="712447"/>
                      <a:pt x="30456" y="677777"/>
                      <a:pt x="35849" y="659132"/>
                    </a:cubicBezTo>
                    <a:cubicBezTo>
                      <a:pt x="41243" y="640487"/>
                      <a:pt x="126762" y="228605"/>
                      <a:pt x="129382" y="185922"/>
                    </a:cubicBezTo>
                    <a:cubicBezTo>
                      <a:pt x="132001" y="143240"/>
                      <a:pt x="99951" y="103022"/>
                      <a:pt x="118750" y="62651"/>
                    </a:cubicBezTo>
                    <a:cubicBezTo>
                      <a:pt x="128611" y="36610"/>
                      <a:pt x="154499" y="20276"/>
                      <a:pt x="182235" y="22279"/>
                    </a:cubicBezTo>
                    <a:cubicBezTo>
                      <a:pt x="190247" y="25053"/>
                      <a:pt x="187628" y="6870"/>
                      <a:pt x="225072" y="861"/>
                    </a:cubicBezTo>
                    <a:cubicBezTo>
                      <a:pt x="262515" y="-5149"/>
                      <a:pt x="313211" y="22279"/>
                      <a:pt x="313211" y="22279"/>
                    </a:cubicBezTo>
                    <a:cubicBezTo>
                      <a:pt x="313211" y="22279"/>
                      <a:pt x="430935" y="-3762"/>
                      <a:pt x="508443" y="2828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28"/>
              <p:cNvSpPr/>
              <p:nvPr/>
            </p:nvSpPr>
            <p:spPr>
              <a:xfrm>
                <a:off x="3479881" y="2040308"/>
                <a:ext cx="13080" cy="82900"/>
              </a:xfrm>
              <a:custGeom>
                <a:rect b="b" l="l" r="r" t="t"/>
                <a:pathLst>
                  <a:path extrusionOk="0" h="82900" w="13080">
                    <a:moveTo>
                      <a:pt x="0" y="0"/>
                    </a:moveTo>
                    <a:cubicBezTo>
                      <a:pt x="0" y="0"/>
                      <a:pt x="29431" y="53469"/>
                      <a:pt x="0" y="82900"/>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28"/>
              <p:cNvSpPr/>
              <p:nvPr/>
            </p:nvSpPr>
            <p:spPr>
              <a:xfrm>
                <a:off x="3380956" y="2051711"/>
                <a:ext cx="26250" cy="74887"/>
              </a:xfrm>
              <a:custGeom>
                <a:rect b="b" l="l" r="r" t="t"/>
                <a:pathLst>
                  <a:path extrusionOk="0" h="74887" w="26250">
                    <a:moveTo>
                      <a:pt x="0" y="0"/>
                    </a:moveTo>
                    <a:cubicBezTo>
                      <a:pt x="0" y="0"/>
                      <a:pt x="39755" y="34824"/>
                      <a:pt x="21418" y="74888"/>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28"/>
              <p:cNvSpPr/>
              <p:nvPr/>
            </p:nvSpPr>
            <p:spPr>
              <a:xfrm>
                <a:off x="3031565" y="2848245"/>
                <a:ext cx="263870" cy="666382"/>
              </a:xfrm>
              <a:custGeom>
                <a:rect b="b" l="l" r="r" t="t"/>
                <a:pathLst>
                  <a:path extrusionOk="0" h="666382" w="263870">
                    <a:moveTo>
                      <a:pt x="263871" y="58972"/>
                    </a:moveTo>
                    <a:cubicBezTo>
                      <a:pt x="261251" y="18909"/>
                      <a:pt x="217644" y="-2664"/>
                      <a:pt x="172958" y="264"/>
                    </a:cubicBezTo>
                    <a:cubicBezTo>
                      <a:pt x="128272" y="3191"/>
                      <a:pt x="100844" y="34934"/>
                      <a:pt x="103463" y="58972"/>
                    </a:cubicBezTo>
                    <a:cubicBezTo>
                      <a:pt x="106083" y="83010"/>
                      <a:pt x="111476" y="88403"/>
                      <a:pt x="111476" y="99189"/>
                    </a:cubicBezTo>
                    <a:cubicBezTo>
                      <a:pt x="111476" y="109976"/>
                      <a:pt x="58007" y="499822"/>
                      <a:pt x="49840" y="540348"/>
                    </a:cubicBezTo>
                    <a:cubicBezTo>
                      <a:pt x="41673" y="580874"/>
                      <a:pt x="9777" y="580411"/>
                      <a:pt x="1764" y="607069"/>
                    </a:cubicBezTo>
                    <a:cubicBezTo>
                      <a:pt x="-6249" y="633726"/>
                      <a:pt x="15016" y="644513"/>
                      <a:pt x="25802" y="649906"/>
                    </a:cubicBezTo>
                    <a:cubicBezTo>
                      <a:pt x="36588" y="655299"/>
                      <a:pt x="55233" y="641893"/>
                      <a:pt x="55233" y="641893"/>
                    </a:cubicBezTo>
                    <a:cubicBezTo>
                      <a:pt x="55233" y="641893"/>
                      <a:pt x="60472" y="676717"/>
                      <a:pt x="89903" y="663312"/>
                    </a:cubicBezTo>
                    <a:cubicBezTo>
                      <a:pt x="119335" y="649906"/>
                      <a:pt x="119335" y="647903"/>
                      <a:pt x="138134" y="593817"/>
                    </a:cubicBezTo>
                    <a:cubicBezTo>
                      <a:pt x="156932" y="539732"/>
                      <a:pt x="199769" y="422624"/>
                      <a:pt x="212867" y="299660"/>
                    </a:cubicBezTo>
                    <a:cubicBezTo>
                      <a:pt x="225965" y="176696"/>
                      <a:pt x="239679" y="136479"/>
                      <a:pt x="239679" y="136479"/>
                    </a:cubicBezTo>
                    <a:cubicBezTo>
                      <a:pt x="255396" y="113674"/>
                      <a:pt x="263871" y="86708"/>
                      <a:pt x="263871" y="58972"/>
                    </a:cubicBezTo>
                    <a:close/>
                    <a:moveTo>
                      <a:pt x="154313" y="367151"/>
                    </a:moveTo>
                    <a:cubicBezTo>
                      <a:pt x="135514" y="436646"/>
                      <a:pt x="95451" y="552059"/>
                      <a:pt x="95451" y="552059"/>
                    </a:cubicBezTo>
                    <a:cubicBezTo>
                      <a:pt x="101460" y="476709"/>
                      <a:pt x="111168" y="401667"/>
                      <a:pt x="124882" y="327396"/>
                    </a:cubicBezTo>
                    <a:cubicBezTo>
                      <a:pt x="148920" y="191181"/>
                      <a:pt x="162326" y="140331"/>
                      <a:pt x="175731" y="110900"/>
                    </a:cubicBezTo>
                    <a:lnTo>
                      <a:pt x="188983" y="150963"/>
                    </a:lnTo>
                    <a:cubicBezTo>
                      <a:pt x="181279" y="223386"/>
                      <a:pt x="169722" y="295345"/>
                      <a:pt x="154313" y="366535"/>
                    </a:cubicBezTo>
                    <a:lnTo>
                      <a:pt x="154313" y="367151"/>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28"/>
              <p:cNvSpPr/>
              <p:nvPr/>
            </p:nvSpPr>
            <p:spPr>
              <a:xfrm>
                <a:off x="2970196" y="3530978"/>
                <a:ext cx="84279" cy="162686"/>
              </a:xfrm>
              <a:custGeom>
                <a:rect b="b" l="l" r="r" t="t"/>
                <a:pathLst>
                  <a:path extrusionOk="0" h="162686" w="84279">
                    <a:moveTo>
                      <a:pt x="25844" y="4000"/>
                    </a:moveTo>
                    <a:cubicBezTo>
                      <a:pt x="25844" y="4000"/>
                      <a:pt x="36476" y="46837"/>
                      <a:pt x="25844" y="70875"/>
                    </a:cubicBezTo>
                    <a:cubicBezTo>
                      <a:pt x="15212" y="94913"/>
                      <a:pt x="-6361" y="137750"/>
                      <a:pt x="1806" y="151001"/>
                    </a:cubicBezTo>
                    <a:cubicBezTo>
                      <a:pt x="9973" y="164253"/>
                      <a:pt x="36476" y="172420"/>
                      <a:pt x="41869" y="140369"/>
                    </a:cubicBezTo>
                    <a:cubicBezTo>
                      <a:pt x="44489" y="116948"/>
                      <a:pt x="49111" y="93680"/>
                      <a:pt x="55275" y="70875"/>
                    </a:cubicBezTo>
                    <a:cubicBezTo>
                      <a:pt x="63288" y="44063"/>
                      <a:pt x="92719" y="38824"/>
                      <a:pt x="81932" y="25418"/>
                    </a:cubicBezTo>
                    <a:cubicBezTo>
                      <a:pt x="71146" y="12013"/>
                      <a:pt x="57894" y="-8789"/>
                      <a:pt x="25844" y="400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8"/>
              <p:cNvSpPr/>
              <p:nvPr/>
            </p:nvSpPr>
            <p:spPr>
              <a:xfrm>
                <a:off x="2960840" y="3677087"/>
                <a:ext cx="43212" cy="172053"/>
              </a:xfrm>
              <a:custGeom>
                <a:rect b="b" l="l" r="r" t="t"/>
                <a:pathLst>
                  <a:path extrusionOk="0" h="172053" w="43212">
                    <a:moveTo>
                      <a:pt x="11162" y="5509"/>
                    </a:moveTo>
                    <a:cubicBezTo>
                      <a:pt x="6385" y="20147"/>
                      <a:pt x="3612" y="35556"/>
                      <a:pt x="2995" y="50965"/>
                    </a:cubicBezTo>
                    <a:cubicBezTo>
                      <a:pt x="2995" y="72384"/>
                      <a:pt x="-7637" y="182095"/>
                      <a:pt x="11162" y="171309"/>
                    </a:cubicBezTo>
                    <a:cubicBezTo>
                      <a:pt x="29961" y="160523"/>
                      <a:pt x="37820" y="112447"/>
                      <a:pt x="37820" y="88409"/>
                    </a:cubicBezTo>
                    <a:cubicBezTo>
                      <a:pt x="37820" y="64371"/>
                      <a:pt x="43213" y="13521"/>
                      <a:pt x="43213" y="13521"/>
                    </a:cubicBezTo>
                    <a:cubicBezTo>
                      <a:pt x="43213" y="13521"/>
                      <a:pt x="29807" y="-10517"/>
                      <a:pt x="11162" y="550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28"/>
              <p:cNvSpPr/>
              <p:nvPr/>
            </p:nvSpPr>
            <p:spPr>
              <a:xfrm>
                <a:off x="2958442" y="3808333"/>
                <a:ext cx="37602" cy="109519"/>
              </a:xfrm>
              <a:custGeom>
                <a:rect b="b" l="l" r="r" t="t"/>
                <a:pathLst>
                  <a:path extrusionOk="0" h="109519" w="37602">
                    <a:moveTo>
                      <a:pt x="8167" y="8013"/>
                    </a:moveTo>
                    <a:cubicBezTo>
                      <a:pt x="3852" y="30048"/>
                      <a:pt x="1233" y="52391"/>
                      <a:pt x="0" y="74888"/>
                    </a:cubicBezTo>
                    <a:cubicBezTo>
                      <a:pt x="0" y="98926"/>
                      <a:pt x="8013" y="128357"/>
                      <a:pt x="24038" y="93533"/>
                    </a:cubicBezTo>
                    <a:cubicBezTo>
                      <a:pt x="40063" y="58708"/>
                      <a:pt x="37444" y="0"/>
                      <a:pt x="37444" y="0"/>
                    </a:cubicBezTo>
                    <a:lnTo>
                      <a:pt x="8167" y="8013"/>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28"/>
              <p:cNvSpPr/>
              <p:nvPr/>
            </p:nvSpPr>
            <p:spPr>
              <a:xfrm>
                <a:off x="2919248" y="3451040"/>
                <a:ext cx="245287" cy="136869"/>
              </a:xfrm>
              <a:custGeom>
                <a:rect b="b" l="l" r="r" t="t"/>
                <a:pathLst>
                  <a:path extrusionOk="0" h="136869" w="245287">
                    <a:moveTo>
                      <a:pt x="114236" y="4274"/>
                    </a:moveTo>
                    <a:cubicBezTo>
                      <a:pt x="114236" y="4274"/>
                      <a:pt x="66006" y="49730"/>
                      <a:pt x="57993" y="55123"/>
                    </a:cubicBezTo>
                    <a:cubicBezTo>
                      <a:pt x="49980" y="60517"/>
                      <a:pt x="-11501" y="111366"/>
                      <a:pt x="1904" y="127391"/>
                    </a:cubicBezTo>
                    <a:cubicBezTo>
                      <a:pt x="15002" y="140181"/>
                      <a:pt x="35958" y="140027"/>
                      <a:pt x="48748" y="126929"/>
                    </a:cubicBezTo>
                    <a:cubicBezTo>
                      <a:pt x="50289" y="125388"/>
                      <a:pt x="51521" y="123693"/>
                      <a:pt x="52754" y="121998"/>
                    </a:cubicBezTo>
                    <a:cubicBezTo>
                      <a:pt x="63386" y="106589"/>
                      <a:pt x="76792" y="84554"/>
                      <a:pt x="76792" y="84554"/>
                    </a:cubicBezTo>
                    <a:cubicBezTo>
                      <a:pt x="94050" y="95033"/>
                      <a:pt x="113003" y="102429"/>
                      <a:pt x="132881" y="105973"/>
                    </a:cubicBezTo>
                    <a:cubicBezTo>
                      <a:pt x="175718" y="116605"/>
                      <a:pt x="223794" y="140643"/>
                      <a:pt x="239819" y="111366"/>
                    </a:cubicBezTo>
                    <a:cubicBezTo>
                      <a:pt x="255844" y="82089"/>
                      <a:pt x="231806" y="47111"/>
                      <a:pt x="229187" y="34321"/>
                    </a:cubicBezTo>
                    <a:cubicBezTo>
                      <a:pt x="226567" y="21532"/>
                      <a:pt x="159692" y="-11752"/>
                      <a:pt x="114236" y="427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28"/>
              <p:cNvSpPr/>
              <p:nvPr/>
            </p:nvSpPr>
            <p:spPr>
              <a:xfrm>
                <a:off x="2864692" y="3569860"/>
                <a:ext cx="110052" cy="101095"/>
              </a:xfrm>
              <a:custGeom>
                <a:rect b="b" l="l" r="r" t="t"/>
                <a:pathLst>
                  <a:path extrusionOk="0" h="101095" w="110052">
                    <a:moveTo>
                      <a:pt x="56460" y="8571"/>
                    </a:moveTo>
                    <a:cubicBezTo>
                      <a:pt x="56460" y="8571"/>
                      <a:pt x="41051" y="32609"/>
                      <a:pt x="27029" y="48634"/>
                    </a:cubicBezTo>
                    <a:cubicBezTo>
                      <a:pt x="13007" y="64660"/>
                      <a:pt x="-7795" y="46015"/>
                      <a:pt x="2991" y="78066"/>
                    </a:cubicBezTo>
                    <a:cubicBezTo>
                      <a:pt x="13777" y="110116"/>
                      <a:pt x="37661" y="104723"/>
                      <a:pt x="51067" y="86078"/>
                    </a:cubicBezTo>
                    <a:cubicBezTo>
                      <a:pt x="64473" y="67433"/>
                      <a:pt x="123335" y="-2215"/>
                      <a:pt x="107310" y="3178"/>
                    </a:cubicBezTo>
                    <a:cubicBezTo>
                      <a:pt x="91285" y="8571"/>
                      <a:pt x="80498" y="-10228"/>
                      <a:pt x="56460" y="8571"/>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28"/>
              <p:cNvSpPr/>
              <p:nvPr/>
            </p:nvSpPr>
            <p:spPr>
              <a:xfrm>
                <a:off x="2812438" y="3647297"/>
                <a:ext cx="74116" cy="31533"/>
              </a:xfrm>
              <a:custGeom>
                <a:rect b="b" l="l" r="r" t="t"/>
                <a:pathLst>
                  <a:path extrusionOk="0" h="31533" w="74116">
                    <a:moveTo>
                      <a:pt x="55245" y="629"/>
                    </a:moveTo>
                    <a:cubicBezTo>
                      <a:pt x="55245" y="629"/>
                      <a:pt x="-11630" y="-4764"/>
                      <a:pt x="1776" y="16038"/>
                    </a:cubicBezTo>
                    <a:cubicBezTo>
                      <a:pt x="15182" y="36840"/>
                      <a:pt x="57865" y="34683"/>
                      <a:pt x="68651" y="21431"/>
                    </a:cubicBezTo>
                    <a:cubicBezTo>
                      <a:pt x="79437" y="8179"/>
                      <a:pt x="73890" y="5868"/>
                      <a:pt x="55245" y="62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28"/>
              <p:cNvSpPr/>
              <p:nvPr/>
            </p:nvSpPr>
            <p:spPr>
              <a:xfrm>
                <a:off x="3032048" y="3552585"/>
                <a:ext cx="58294" cy="146035"/>
              </a:xfrm>
              <a:custGeom>
                <a:rect b="b" l="l" r="r" t="t"/>
                <a:pathLst>
                  <a:path extrusionOk="0" h="146035" w="58294">
                    <a:moveTo>
                      <a:pt x="58294" y="16138"/>
                    </a:moveTo>
                    <a:cubicBezTo>
                      <a:pt x="58294" y="16138"/>
                      <a:pt x="23932" y="-10211"/>
                      <a:pt x="20080" y="4427"/>
                    </a:cubicBezTo>
                    <a:cubicBezTo>
                      <a:pt x="16228" y="19066"/>
                      <a:pt x="16228" y="65293"/>
                      <a:pt x="14841" y="71148"/>
                    </a:cubicBezTo>
                    <a:cubicBezTo>
                      <a:pt x="13454" y="77004"/>
                      <a:pt x="-2571" y="100117"/>
                      <a:pt x="357" y="121844"/>
                    </a:cubicBezTo>
                    <a:cubicBezTo>
                      <a:pt x="3284" y="143570"/>
                      <a:pt x="31174" y="155127"/>
                      <a:pt x="40882" y="137253"/>
                    </a:cubicBezTo>
                    <a:cubicBezTo>
                      <a:pt x="50590" y="119378"/>
                      <a:pt x="46583" y="101042"/>
                      <a:pt x="49511" y="80702"/>
                    </a:cubicBezTo>
                    <a:cubicBezTo>
                      <a:pt x="52439" y="60362"/>
                      <a:pt x="58294" y="16138"/>
                      <a:pt x="58294" y="1613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8"/>
              <p:cNvSpPr/>
              <p:nvPr/>
            </p:nvSpPr>
            <p:spPr>
              <a:xfrm>
                <a:off x="3005782" y="3683726"/>
                <a:ext cx="67148" cy="125125"/>
              </a:xfrm>
              <a:custGeom>
                <a:rect b="b" l="l" r="r" t="t"/>
                <a:pathLst>
                  <a:path extrusionOk="0" h="125125" w="67148">
                    <a:moveTo>
                      <a:pt x="32324" y="8115"/>
                    </a:moveTo>
                    <a:cubicBezTo>
                      <a:pt x="32324" y="8115"/>
                      <a:pt x="19381" y="11043"/>
                      <a:pt x="17840" y="32770"/>
                    </a:cubicBezTo>
                    <a:cubicBezTo>
                      <a:pt x="17840" y="49565"/>
                      <a:pt x="14912" y="66207"/>
                      <a:pt x="9211" y="81924"/>
                    </a:cubicBezTo>
                    <a:cubicBezTo>
                      <a:pt x="3355" y="95022"/>
                      <a:pt x="-8201" y="110893"/>
                      <a:pt x="9211" y="119676"/>
                    </a:cubicBezTo>
                    <a:cubicBezTo>
                      <a:pt x="26623" y="128459"/>
                      <a:pt x="33865" y="128305"/>
                      <a:pt x="38180" y="106579"/>
                    </a:cubicBezTo>
                    <a:cubicBezTo>
                      <a:pt x="42494" y="84852"/>
                      <a:pt x="39566" y="77610"/>
                      <a:pt x="46809" y="66053"/>
                    </a:cubicBezTo>
                    <a:cubicBezTo>
                      <a:pt x="56054" y="54804"/>
                      <a:pt x="62063" y="41245"/>
                      <a:pt x="64221" y="26914"/>
                    </a:cubicBezTo>
                    <a:lnTo>
                      <a:pt x="67148" y="6729"/>
                    </a:lnTo>
                    <a:cubicBezTo>
                      <a:pt x="67148" y="6729"/>
                      <a:pt x="43881" y="-9297"/>
                      <a:pt x="32324" y="811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8"/>
              <p:cNvSpPr/>
              <p:nvPr/>
            </p:nvSpPr>
            <p:spPr>
              <a:xfrm>
                <a:off x="2997676" y="3797936"/>
                <a:ext cx="41971" cy="85130"/>
              </a:xfrm>
              <a:custGeom>
                <a:rect b="b" l="l" r="r" t="t"/>
                <a:pathLst>
                  <a:path extrusionOk="0" h="85130" w="41971">
                    <a:moveTo>
                      <a:pt x="17317" y="5466"/>
                    </a:moveTo>
                    <a:cubicBezTo>
                      <a:pt x="9612" y="11014"/>
                      <a:pt x="4527" y="19334"/>
                      <a:pt x="2832" y="28580"/>
                    </a:cubicBezTo>
                    <a:cubicBezTo>
                      <a:pt x="-95" y="43989"/>
                      <a:pt x="-4410" y="85131"/>
                      <a:pt x="11461" y="85131"/>
                    </a:cubicBezTo>
                    <a:cubicBezTo>
                      <a:pt x="27333" y="85131"/>
                      <a:pt x="24559" y="76502"/>
                      <a:pt x="31801" y="54313"/>
                    </a:cubicBezTo>
                    <a:cubicBezTo>
                      <a:pt x="37811" y="41061"/>
                      <a:pt x="41201" y="26731"/>
                      <a:pt x="41971" y="12246"/>
                    </a:cubicBezTo>
                    <a:cubicBezTo>
                      <a:pt x="41201" y="4696"/>
                      <a:pt x="34421" y="-697"/>
                      <a:pt x="26870" y="73"/>
                    </a:cubicBezTo>
                    <a:cubicBezTo>
                      <a:pt x="23018" y="535"/>
                      <a:pt x="19474" y="2385"/>
                      <a:pt x="17317" y="546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28"/>
              <p:cNvSpPr/>
              <p:nvPr/>
            </p:nvSpPr>
            <p:spPr>
              <a:xfrm>
                <a:off x="2990760" y="3858566"/>
                <a:ext cx="40103" cy="89018"/>
              </a:xfrm>
              <a:custGeom>
                <a:rect b="b" l="l" r="r" t="t"/>
                <a:pathLst>
                  <a:path extrusionOk="0" h="89018" w="40103">
                    <a:moveTo>
                      <a:pt x="8207" y="0"/>
                    </a:moveTo>
                    <a:cubicBezTo>
                      <a:pt x="8207" y="0"/>
                      <a:pt x="-3350" y="44994"/>
                      <a:pt x="965" y="59479"/>
                    </a:cubicBezTo>
                    <a:cubicBezTo>
                      <a:pt x="5279" y="73963"/>
                      <a:pt x="5433" y="100004"/>
                      <a:pt x="21304" y="83979"/>
                    </a:cubicBezTo>
                    <a:cubicBezTo>
                      <a:pt x="37176" y="67954"/>
                      <a:pt x="40103" y="8783"/>
                      <a:pt x="40103" y="8783"/>
                    </a:cubicBezTo>
                    <a:cubicBezTo>
                      <a:pt x="40103" y="8783"/>
                      <a:pt x="11135" y="14330"/>
                      <a:pt x="8207"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28"/>
              <p:cNvSpPr/>
              <p:nvPr/>
            </p:nvSpPr>
            <p:spPr>
              <a:xfrm>
                <a:off x="3082619" y="3568724"/>
                <a:ext cx="36692" cy="142586"/>
              </a:xfrm>
              <a:custGeom>
                <a:rect b="b" l="l" r="r" t="t"/>
                <a:pathLst>
                  <a:path extrusionOk="0" h="142586" w="36692">
                    <a:moveTo>
                      <a:pt x="7724" y="0"/>
                    </a:moveTo>
                    <a:cubicBezTo>
                      <a:pt x="7724" y="0"/>
                      <a:pt x="6183" y="85520"/>
                      <a:pt x="3255" y="104319"/>
                    </a:cubicBezTo>
                    <a:cubicBezTo>
                      <a:pt x="328" y="123118"/>
                      <a:pt x="-3987" y="131746"/>
                      <a:pt x="7724" y="136215"/>
                    </a:cubicBezTo>
                    <a:cubicBezTo>
                      <a:pt x="19435" y="140684"/>
                      <a:pt x="33765" y="151624"/>
                      <a:pt x="35152" y="127432"/>
                    </a:cubicBezTo>
                    <a:cubicBezTo>
                      <a:pt x="36539" y="103240"/>
                      <a:pt x="33765" y="57938"/>
                      <a:pt x="35152" y="43453"/>
                    </a:cubicBezTo>
                    <a:cubicBezTo>
                      <a:pt x="36539" y="28969"/>
                      <a:pt x="36693" y="7242"/>
                      <a:pt x="36693" y="7242"/>
                    </a:cubicBezTo>
                    <a:lnTo>
                      <a:pt x="7724"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28"/>
              <p:cNvSpPr/>
              <p:nvPr/>
            </p:nvSpPr>
            <p:spPr>
              <a:xfrm>
                <a:off x="3065779" y="3704881"/>
                <a:ext cx="49535" cy="114280"/>
              </a:xfrm>
              <a:custGeom>
                <a:rect b="b" l="l" r="r" t="t"/>
                <a:pathLst>
                  <a:path extrusionOk="0" h="114280" w="49535">
                    <a:moveTo>
                      <a:pt x="49064" y="1445"/>
                    </a:moveTo>
                    <a:cubicBezTo>
                      <a:pt x="50143" y="21476"/>
                      <a:pt x="49372" y="41354"/>
                      <a:pt x="46753" y="61231"/>
                    </a:cubicBezTo>
                    <a:cubicBezTo>
                      <a:pt x="42284" y="78643"/>
                      <a:pt x="37970" y="113468"/>
                      <a:pt x="27800" y="113468"/>
                    </a:cubicBezTo>
                    <a:cubicBezTo>
                      <a:pt x="17630" y="113468"/>
                      <a:pt x="-3018" y="119169"/>
                      <a:pt x="372" y="100370"/>
                    </a:cubicBezTo>
                    <a:cubicBezTo>
                      <a:pt x="3762" y="81571"/>
                      <a:pt x="9001" y="81571"/>
                      <a:pt x="10542" y="61231"/>
                    </a:cubicBezTo>
                    <a:cubicBezTo>
                      <a:pt x="13623" y="40583"/>
                      <a:pt x="18554" y="20243"/>
                      <a:pt x="25026" y="520"/>
                    </a:cubicBezTo>
                    <a:cubicBezTo>
                      <a:pt x="33039" y="-404"/>
                      <a:pt x="41205" y="-96"/>
                      <a:pt x="49064" y="144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28"/>
              <p:cNvSpPr/>
              <p:nvPr/>
            </p:nvSpPr>
            <p:spPr>
              <a:xfrm>
                <a:off x="3057442" y="3817887"/>
                <a:ext cx="35674" cy="77828"/>
              </a:xfrm>
              <a:custGeom>
                <a:rect b="b" l="l" r="r" t="t"/>
                <a:pathLst>
                  <a:path extrusionOk="0" h="77828" w="35674">
                    <a:moveTo>
                      <a:pt x="11174" y="0"/>
                    </a:moveTo>
                    <a:cubicBezTo>
                      <a:pt x="11174" y="0"/>
                      <a:pt x="2391" y="28969"/>
                      <a:pt x="1004" y="37598"/>
                    </a:cubicBezTo>
                    <a:cubicBezTo>
                      <a:pt x="-382" y="46227"/>
                      <a:pt x="-1923" y="72422"/>
                      <a:pt x="8247" y="76737"/>
                    </a:cubicBezTo>
                    <a:cubicBezTo>
                      <a:pt x="18417" y="81051"/>
                      <a:pt x="27046" y="72422"/>
                      <a:pt x="31360" y="53623"/>
                    </a:cubicBezTo>
                    <a:cubicBezTo>
                      <a:pt x="34288" y="35903"/>
                      <a:pt x="35675" y="18028"/>
                      <a:pt x="35675" y="0"/>
                    </a:cubicBezTo>
                    <a:lnTo>
                      <a:pt x="11174"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28"/>
              <p:cNvSpPr/>
              <p:nvPr/>
            </p:nvSpPr>
            <p:spPr>
              <a:xfrm>
                <a:off x="3051936" y="3877211"/>
                <a:ext cx="35787" cy="70859"/>
              </a:xfrm>
              <a:custGeom>
                <a:rect b="b" l="l" r="r" t="t"/>
                <a:pathLst>
                  <a:path extrusionOk="0" h="70859" w="35787">
                    <a:moveTo>
                      <a:pt x="3583" y="0"/>
                    </a:moveTo>
                    <a:cubicBezTo>
                      <a:pt x="-1194" y="19569"/>
                      <a:pt x="-1194" y="39909"/>
                      <a:pt x="3583" y="59479"/>
                    </a:cubicBezTo>
                    <a:cubicBezTo>
                      <a:pt x="12212" y="84133"/>
                      <a:pt x="25309" y="63793"/>
                      <a:pt x="32551" y="44994"/>
                    </a:cubicBezTo>
                    <a:cubicBezTo>
                      <a:pt x="36866" y="33283"/>
                      <a:pt x="36866" y="20494"/>
                      <a:pt x="32551" y="8783"/>
                    </a:cubicBezTo>
                    <a:lnTo>
                      <a:pt x="3583" y="0"/>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28"/>
              <p:cNvSpPr/>
              <p:nvPr/>
            </p:nvSpPr>
            <p:spPr>
              <a:xfrm>
                <a:off x="3119311" y="3565767"/>
                <a:ext cx="41306" cy="135202"/>
              </a:xfrm>
              <a:custGeom>
                <a:rect b="b" l="l" r="r" t="t"/>
                <a:pathLst>
                  <a:path extrusionOk="0" h="135202" w="41306">
                    <a:moveTo>
                      <a:pt x="0" y="10199"/>
                    </a:moveTo>
                    <a:cubicBezTo>
                      <a:pt x="0" y="10199"/>
                      <a:pt x="5701" y="79694"/>
                      <a:pt x="8629" y="105735"/>
                    </a:cubicBezTo>
                    <a:cubicBezTo>
                      <a:pt x="11557" y="131776"/>
                      <a:pt x="15871" y="139172"/>
                      <a:pt x="28969" y="133317"/>
                    </a:cubicBezTo>
                    <a:cubicBezTo>
                      <a:pt x="42066" y="127462"/>
                      <a:pt x="44378" y="98493"/>
                      <a:pt x="37598" y="60895"/>
                    </a:cubicBezTo>
                    <a:cubicBezTo>
                      <a:pt x="33746" y="42250"/>
                      <a:pt x="30818" y="23297"/>
                      <a:pt x="28969" y="4344"/>
                    </a:cubicBezTo>
                    <a:cubicBezTo>
                      <a:pt x="28969" y="4344"/>
                      <a:pt x="1387" y="-8600"/>
                      <a:pt x="0" y="1019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28"/>
              <p:cNvSpPr/>
              <p:nvPr/>
            </p:nvSpPr>
            <p:spPr>
              <a:xfrm>
                <a:off x="3121302" y="3677710"/>
                <a:ext cx="49097" cy="128382"/>
              </a:xfrm>
              <a:custGeom>
                <a:rect b="b" l="l" r="r" t="t"/>
                <a:pathLst>
                  <a:path extrusionOk="0" h="128382" w="49097">
                    <a:moveTo>
                      <a:pt x="16809" y="9816"/>
                    </a:moveTo>
                    <a:cubicBezTo>
                      <a:pt x="10491" y="18291"/>
                      <a:pt x="6485" y="28307"/>
                      <a:pt x="5252" y="38785"/>
                    </a:cubicBezTo>
                    <a:cubicBezTo>
                      <a:pt x="5252" y="58200"/>
                      <a:pt x="3711" y="77616"/>
                      <a:pt x="783" y="96723"/>
                    </a:cubicBezTo>
                    <a:cubicBezTo>
                      <a:pt x="-1990" y="111207"/>
                      <a:pt x="2324" y="132934"/>
                      <a:pt x="18195" y="127541"/>
                    </a:cubicBezTo>
                    <a:cubicBezTo>
                      <a:pt x="34067" y="122148"/>
                      <a:pt x="26979" y="123226"/>
                      <a:pt x="39922" y="85628"/>
                    </a:cubicBezTo>
                    <a:cubicBezTo>
                      <a:pt x="48705" y="62053"/>
                      <a:pt x="51325" y="36474"/>
                      <a:pt x="47164" y="11665"/>
                    </a:cubicBezTo>
                    <a:lnTo>
                      <a:pt x="45777" y="109"/>
                    </a:lnTo>
                    <a:cubicBezTo>
                      <a:pt x="45777" y="109"/>
                      <a:pt x="22048" y="-1741"/>
                      <a:pt x="16809" y="981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28"/>
              <p:cNvSpPr/>
              <p:nvPr/>
            </p:nvSpPr>
            <p:spPr>
              <a:xfrm>
                <a:off x="3115738" y="3791469"/>
                <a:ext cx="39322" cy="77962"/>
              </a:xfrm>
              <a:custGeom>
                <a:rect b="b" l="l" r="r" t="t"/>
                <a:pathLst>
                  <a:path extrusionOk="0" h="77962" w="39322">
                    <a:moveTo>
                      <a:pt x="4961" y="1763"/>
                    </a:moveTo>
                    <a:cubicBezTo>
                      <a:pt x="4961" y="1763"/>
                      <a:pt x="-5209" y="69871"/>
                      <a:pt x="3574" y="74185"/>
                    </a:cubicBezTo>
                    <a:cubicBezTo>
                      <a:pt x="12357" y="78500"/>
                      <a:pt x="15131" y="82968"/>
                      <a:pt x="22373" y="64015"/>
                    </a:cubicBezTo>
                    <a:cubicBezTo>
                      <a:pt x="28690" y="50455"/>
                      <a:pt x="33775" y="36433"/>
                      <a:pt x="37782" y="22103"/>
                    </a:cubicBezTo>
                    <a:lnTo>
                      <a:pt x="39323" y="11933"/>
                    </a:lnTo>
                    <a:cubicBezTo>
                      <a:pt x="39323" y="11933"/>
                      <a:pt x="10816" y="-5479"/>
                      <a:pt x="4961" y="176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28"/>
              <p:cNvSpPr/>
              <p:nvPr/>
            </p:nvSpPr>
            <p:spPr>
              <a:xfrm>
                <a:off x="3429552" y="2494952"/>
                <a:ext cx="388169" cy="399475"/>
              </a:xfrm>
              <a:custGeom>
                <a:rect b="b" l="l" r="r" t="t"/>
                <a:pathLst>
                  <a:path extrusionOk="0" h="399475" w="388169">
                    <a:moveTo>
                      <a:pt x="119978" y="399321"/>
                    </a:moveTo>
                    <a:cubicBezTo>
                      <a:pt x="92704" y="398859"/>
                      <a:pt x="66201" y="389614"/>
                      <a:pt x="44474" y="373280"/>
                    </a:cubicBezTo>
                    <a:cubicBezTo>
                      <a:pt x="-25945" y="323201"/>
                      <a:pt x="7339" y="148926"/>
                      <a:pt x="11345" y="129202"/>
                    </a:cubicBezTo>
                    <a:cubicBezTo>
                      <a:pt x="13040" y="120727"/>
                      <a:pt x="21361" y="115180"/>
                      <a:pt x="29836" y="116875"/>
                    </a:cubicBezTo>
                    <a:cubicBezTo>
                      <a:pt x="38311" y="118570"/>
                      <a:pt x="43858" y="126891"/>
                      <a:pt x="42163" y="135366"/>
                    </a:cubicBezTo>
                    <a:cubicBezTo>
                      <a:pt x="32301" y="183442"/>
                      <a:pt x="17046" y="315497"/>
                      <a:pt x="62965" y="348164"/>
                    </a:cubicBezTo>
                    <a:cubicBezTo>
                      <a:pt x="83767" y="364651"/>
                      <a:pt x="110579" y="371431"/>
                      <a:pt x="136620" y="366808"/>
                    </a:cubicBezTo>
                    <a:cubicBezTo>
                      <a:pt x="168825" y="358025"/>
                      <a:pt x="195944" y="336453"/>
                      <a:pt x="211816" y="307022"/>
                    </a:cubicBezTo>
                    <a:cubicBezTo>
                      <a:pt x="226916" y="276666"/>
                      <a:pt x="238473" y="244769"/>
                      <a:pt x="246640" y="211948"/>
                    </a:cubicBezTo>
                    <a:cubicBezTo>
                      <a:pt x="270678" y="130589"/>
                      <a:pt x="297952" y="38443"/>
                      <a:pt x="364827" y="2078"/>
                    </a:cubicBezTo>
                    <a:cubicBezTo>
                      <a:pt x="372223" y="-2236"/>
                      <a:pt x="381777" y="383"/>
                      <a:pt x="386091" y="7934"/>
                    </a:cubicBezTo>
                    <a:cubicBezTo>
                      <a:pt x="390406" y="15484"/>
                      <a:pt x="387786" y="24883"/>
                      <a:pt x="380236" y="29198"/>
                    </a:cubicBezTo>
                    <a:cubicBezTo>
                      <a:pt x="324609" y="60016"/>
                      <a:pt x="299339" y="145228"/>
                      <a:pt x="276996" y="220886"/>
                    </a:cubicBezTo>
                    <a:cubicBezTo>
                      <a:pt x="268058" y="256480"/>
                      <a:pt x="254807" y="290842"/>
                      <a:pt x="237703" y="323201"/>
                    </a:cubicBezTo>
                    <a:cubicBezTo>
                      <a:pt x="217517" y="360028"/>
                      <a:pt x="183155" y="386840"/>
                      <a:pt x="142475" y="397164"/>
                    </a:cubicBezTo>
                    <a:cubicBezTo>
                      <a:pt x="135079" y="398705"/>
                      <a:pt x="127529" y="399476"/>
                      <a:pt x="119978" y="39947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8"/>
              <p:cNvSpPr/>
              <p:nvPr/>
            </p:nvSpPr>
            <p:spPr>
              <a:xfrm>
                <a:off x="3431432" y="2530417"/>
                <a:ext cx="350207" cy="303453"/>
              </a:xfrm>
              <a:custGeom>
                <a:rect b="b" l="l" r="r" t="t"/>
                <a:pathLst>
                  <a:path extrusionOk="0" h="303453" w="350207">
                    <a:moveTo>
                      <a:pt x="126572" y="303299"/>
                    </a:moveTo>
                    <a:cubicBezTo>
                      <a:pt x="111009" y="302991"/>
                      <a:pt x="95755" y="299755"/>
                      <a:pt x="81424" y="293900"/>
                    </a:cubicBezTo>
                    <a:cubicBezTo>
                      <a:pt x="-33064" y="249522"/>
                      <a:pt x="6074" y="86495"/>
                      <a:pt x="7923" y="80023"/>
                    </a:cubicBezTo>
                    <a:cubicBezTo>
                      <a:pt x="9927" y="71702"/>
                      <a:pt x="18247" y="66772"/>
                      <a:pt x="26568" y="68775"/>
                    </a:cubicBezTo>
                    <a:cubicBezTo>
                      <a:pt x="34889" y="70778"/>
                      <a:pt x="39820" y="79099"/>
                      <a:pt x="37817" y="87420"/>
                    </a:cubicBezTo>
                    <a:cubicBezTo>
                      <a:pt x="37817" y="87420"/>
                      <a:pt x="37817" y="87420"/>
                      <a:pt x="37817" y="87574"/>
                    </a:cubicBezTo>
                    <a:cubicBezTo>
                      <a:pt x="37817" y="88960"/>
                      <a:pt x="3455" y="230569"/>
                      <a:pt x="92827" y="265701"/>
                    </a:cubicBezTo>
                    <a:cubicBezTo>
                      <a:pt x="162013" y="292975"/>
                      <a:pt x="191907" y="238890"/>
                      <a:pt x="226423" y="159379"/>
                    </a:cubicBezTo>
                    <a:cubicBezTo>
                      <a:pt x="231353" y="148131"/>
                      <a:pt x="235976" y="137345"/>
                      <a:pt x="240753" y="127791"/>
                    </a:cubicBezTo>
                    <a:cubicBezTo>
                      <a:pt x="262788" y="83876"/>
                      <a:pt x="290370" y="42888"/>
                      <a:pt x="322729" y="5752"/>
                    </a:cubicBezTo>
                    <a:cubicBezTo>
                      <a:pt x="328122" y="-874"/>
                      <a:pt x="337829" y="-1952"/>
                      <a:pt x="344455" y="3441"/>
                    </a:cubicBezTo>
                    <a:cubicBezTo>
                      <a:pt x="351081" y="8834"/>
                      <a:pt x="352160" y="18541"/>
                      <a:pt x="346767" y="25167"/>
                    </a:cubicBezTo>
                    <a:cubicBezTo>
                      <a:pt x="346458" y="25630"/>
                      <a:pt x="345996" y="26092"/>
                      <a:pt x="345534" y="26554"/>
                    </a:cubicBezTo>
                    <a:cubicBezTo>
                      <a:pt x="315178" y="61533"/>
                      <a:pt x="289445" y="100209"/>
                      <a:pt x="268489" y="141505"/>
                    </a:cubicBezTo>
                    <a:cubicBezTo>
                      <a:pt x="263866" y="150750"/>
                      <a:pt x="259398" y="161074"/>
                      <a:pt x="254775" y="172323"/>
                    </a:cubicBezTo>
                    <a:cubicBezTo>
                      <a:pt x="231045" y="225792"/>
                      <a:pt x="197146" y="303453"/>
                      <a:pt x="126572" y="30345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28"/>
              <p:cNvSpPr/>
              <p:nvPr/>
            </p:nvSpPr>
            <p:spPr>
              <a:xfrm>
                <a:off x="3440360" y="2410304"/>
                <a:ext cx="363392" cy="323433"/>
              </a:xfrm>
              <a:custGeom>
                <a:rect b="b" l="l" r="r" t="t"/>
                <a:pathLst>
                  <a:path extrusionOk="0" h="323433" w="363392">
                    <a:moveTo>
                      <a:pt x="109016" y="323408"/>
                    </a:moveTo>
                    <a:cubicBezTo>
                      <a:pt x="96689" y="323408"/>
                      <a:pt x="84362" y="322021"/>
                      <a:pt x="72343" y="319248"/>
                    </a:cubicBezTo>
                    <a:cubicBezTo>
                      <a:pt x="45839" y="314471"/>
                      <a:pt x="23034" y="297675"/>
                      <a:pt x="10707" y="273791"/>
                    </a:cubicBezTo>
                    <a:cubicBezTo>
                      <a:pt x="-14256" y="218473"/>
                      <a:pt x="-1158" y="136960"/>
                      <a:pt x="110403" y="74707"/>
                    </a:cubicBezTo>
                    <a:cubicBezTo>
                      <a:pt x="211640" y="18002"/>
                      <a:pt x="340459" y="744"/>
                      <a:pt x="346006" y="128"/>
                    </a:cubicBezTo>
                    <a:cubicBezTo>
                      <a:pt x="354481" y="-951"/>
                      <a:pt x="362186" y="4905"/>
                      <a:pt x="363264" y="13380"/>
                    </a:cubicBezTo>
                    <a:cubicBezTo>
                      <a:pt x="364343" y="21855"/>
                      <a:pt x="358487" y="29559"/>
                      <a:pt x="350012" y="30638"/>
                    </a:cubicBezTo>
                    <a:cubicBezTo>
                      <a:pt x="348626" y="30638"/>
                      <a:pt x="221348" y="47896"/>
                      <a:pt x="125350" y="101519"/>
                    </a:cubicBezTo>
                    <a:cubicBezTo>
                      <a:pt x="46148" y="145897"/>
                      <a:pt x="13789" y="205530"/>
                      <a:pt x="38905" y="261002"/>
                    </a:cubicBezTo>
                    <a:cubicBezTo>
                      <a:pt x="47688" y="276257"/>
                      <a:pt x="62789" y="286581"/>
                      <a:pt x="80201" y="289354"/>
                    </a:cubicBezTo>
                    <a:cubicBezTo>
                      <a:pt x="117491" y="297983"/>
                      <a:pt x="156476" y="290587"/>
                      <a:pt x="188064" y="269014"/>
                    </a:cubicBezTo>
                    <a:cubicBezTo>
                      <a:pt x="217958" y="240816"/>
                      <a:pt x="245231" y="209844"/>
                      <a:pt x="269424" y="176561"/>
                    </a:cubicBezTo>
                    <a:cubicBezTo>
                      <a:pt x="287914" y="150674"/>
                      <a:pt x="308562" y="126327"/>
                      <a:pt x="331059" y="103830"/>
                    </a:cubicBezTo>
                    <a:cubicBezTo>
                      <a:pt x="337531" y="98283"/>
                      <a:pt x="347239" y="99208"/>
                      <a:pt x="352786" y="105679"/>
                    </a:cubicBezTo>
                    <a:cubicBezTo>
                      <a:pt x="352786" y="105679"/>
                      <a:pt x="352786" y="105679"/>
                      <a:pt x="352786" y="105679"/>
                    </a:cubicBezTo>
                    <a:cubicBezTo>
                      <a:pt x="358333" y="112151"/>
                      <a:pt x="357409" y="121859"/>
                      <a:pt x="350937" y="127406"/>
                    </a:cubicBezTo>
                    <a:cubicBezTo>
                      <a:pt x="350937" y="127406"/>
                      <a:pt x="350937" y="127406"/>
                      <a:pt x="350937" y="127406"/>
                    </a:cubicBezTo>
                    <a:cubicBezTo>
                      <a:pt x="329981" y="148670"/>
                      <a:pt x="310566" y="171322"/>
                      <a:pt x="292999" y="195514"/>
                    </a:cubicBezTo>
                    <a:cubicBezTo>
                      <a:pt x="267420" y="230646"/>
                      <a:pt x="238297" y="263159"/>
                      <a:pt x="206401" y="292590"/>
                    </a:cubicBezTo>
                    <a:cubicBezTo>
                      <a:pt x="178202" y="313238"/>
                      <a:pt x="143995" y="324024"/>
                      <a:pt x="109016" y="32340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28"/>
              <p:cNvSpPr/>
              <p:nvPr/>
            </p:nvSpPr>
            <p:spPr>
              <a:xfrm>
                <a:off x="3780228" y="2494866"/>
                <a:ext cx="387990" cy="399407"/>
              </a:xfrm>
              <a:custGeom>
                <a:rect b="b" l="l" r="r" t="t"/>
                <a:pathLst>
                  <a:path extrusionOk="0" h="399407" w="387990">
                    <a:moveTo>
                      <a:pt x="266703" y="399407"/>
                    </a:moveTo>
                    <a:cubicBezTo>
                      <a:pt x="259307" y="399407"/>
                      <a:pt x="251910" y="398637"/>
                      <a:pt x="244668" y="397096"/>
                    </a:cubicBezTo>
                    <a:cubicBezTo>
                      <a:pt x="203989" y="386772"/>
                      <a:pt x="169472" y="359960"/>
                      <a:pt x="149287" y="323133"/>
                    </a:cubicBezTo>
                    <a:cubicBezTo>
                      <a:pt x="132491" y="290620"/>
                      <a:pt x="119702" y="256258"/>
                      <a:pt x="111227" y="220817"/>
                    </a:cubicBezTo>
                    <a:cubicBezTo>
                      <a:pt x="88884" y="145159"/>
                      <a:pt x="63459" y="59485"/>
                      <a:pt x="7832" y="29130"/>
                    </a:cubicBezTo>
                    <a:cubicBezTo>
                      <a:pt x="436" y="24815"/>
                      <a:pt x="-2184" y="15416"/>
                      <a:pt x="1977" y="7865"/>
                    </a:cubicBezTo>
                    <a:cubicBezTo>
                      <a:pt x="6137" y="315"/>
                      <a:pt x="15691" y="-2151"/>
                      <a:pt x="23241" y="2010"/>
                    </a:cubicBezTo>
                    <a:cubicBezTo>
                      <a:pt x="89962" y="38375"/>
                      <a:pt x="117236" y="130520"/>
                      <a:pt x="141428" y="211880"/>
                    </a:cubicBezTo>
                    <a:cubicBezTo>
                      <a:pt x="149441" y="244701"/>
                      <a:pt x="160998" y="276598"/>
                      <a:pt x="176098" y="306953"/>
                    </a:cubicBezTo>
                    <a:cubicBezTo>
                      <a:pt x="191969" y="336384"/>
                      <a:pt x="219089" y="357957"/>
                      <a:pt x="251294" y="366740"/>
                    </a:cubicBezTo>
                    <a:cubicBezTo>
                      <a:pt x="277335" y="371363"/>
                      <a:pt x="304147" y="364583"/>
                      <a:pt x="324949" y="348095"/>
                    </a:cubicBezTo>
                    <a:cubicBezTo>
                      <a:pt x="371176" y="315428"/>
                      <a:pt x="355767" y="183373"/>
                      <a:pt x="345905" y="135297"/>
                    </a:cubicBezTo>
                    <a:cubicBezTo>
                      <a:pt x="344210" y="126822"/>
                      <a:pt x="349757" y="118502"/>
                      <a:pt x="358232" y="116807"/>
                    </a:cubicBezTo>
                    <a:cubicBezTo>
                      <a:pt x="366707" y="115112"/>
                      <a:pt x="375028" y="120659"/>
                      <a:pt x="376723" y="129134"/>
                    </a:cubicBezTo>
                    <a:cubicBezTo>
                      <a:pt x="380729" y="148857"/>
                      <a:pt x="413859" y="323133"/>
                      <a:pt x="343440" y="373212"/>
                    </a:cubicBezTo>
                    <a:cubicBezTo>
                      <a:pt x="321251" y="389853"/>
                      <a:pt x="294439" y="398945"/>
                      <a:pt x="266703" y="39925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28"/>
              <p:cNvSpPr/>
              <p:nvPr/>
            </p:nvSpPr>
            <p:spPr>
              <a:xfrm>
                <a:off x="3815663" y="2530179"/>
                <a:ext cx="349551" cy="303536"/>
              </a:xfrm>
              <a:custGeom>
                <a:rect b="b" l="l" r="r" t="t"/>
                <a:pathLst>
                  <a:path extrusionOk="0" h="303536" w="349551">
                    <a:moveTo>
                      <a:pt x="222794" y="303537"/>
                    </a:moveTo>
                    <a:cubicBezTo>
                      <a:pt x="152221" y="303537"/>
                      <a:pt x="118475" y="226492"/>
                      <a:pt x="94745" y="171482"/>
                    </a:cubicBezTo>
                    <a:cubicBezTo>
                      <a:pt x="89968" y="160695"/>
                      <a:pt x="85500" y="150371"/>
                      <a:pt x="81031" y="140664"/>
                    </a:cubicBezTo>
                    <a:cubicBezTo>
                      <a:pt x="60075" y="99368"/>
                      <a:pt x="34188" y="60691"/>
                      <a:pt x="3986" y="25713"/>
                    </a:cubicBezTo>
                    <a:cubicBezTo>
                      <a:pt x="-1715" y="19395"/>
                      <a:pt x="-1253" y="9688"/>
                      <a:pt x="5065" y="3986"/>
                    </a:cubicBezTo>
                    <a:cubicBezTo>
                      <a:pt x="11383" y="-1715"/>
                      <a:pt x="21090" y="-1253"/>
                      <a:pt x="26946" y="5065"/>
                    </a:cubicBezTo>
                    <a:lnTo>
                      <a:pt x="26946" y="5065"/>
                    </a:lnTo>
                    <a:cubicBezTo>
                      <a:pt x="59150" y="42201"/>
                      <a:pt x="86732" y="83188"/>
                      <a:pt x="108767" y="127104"/>
                    </a:cubicBezTo>
                    <a:cubicBezTo>
                      <a:pt x="113544" y="136812"/>
                      <a:pt x="118167" y="147444"/>
                      <a:pt x="123098" y="158692"/>
                    </a:cubicBezTo>
                    <a:cubicBezTo>
                      <a:pt x="157768" y="238203"/>
                      <a:pt x="187507" y="292288"/>
                      <a:pt x="256847" y="265014"/>
                    </a:cubicBezTo>
                    <a:cubicBezTo>
                      <a:pt x="346220" y="229882"/>
                      <a:pt x="312166" y="88273"/>
                      <a:pt x="311858" y="86887"/>
                    </a:cubicBezTo>
                    <a:cubicBezTo>
                      <a:pt x="309700" y="78720"/>
                      <a:pt x="314631" y="70245"/>
                      <a:pt x="322952" y="68088"/>
                    </a:cubicBezTo>
                    <a:cubicBezTo>
                      <a:pt x="322952" y="68088"/>
                      <a:pt x="322952" y="68088"/>
                      <a:pt x="323106" y="68088"/>
                    </a:cubicBezTo>
                    <a:cubicBezTo>
                      <a:pt x="331427" y="66084"/>
                      <a:pt x="339748" y="71015"/>
                      <a:pt x="341751" y="79336"/>
                    </a:cubicBezTo>
                    <a:cubicBezTo>
                      <a:pt x="343446" y="86270"/>
                      <a:pt x="382585" y="248835"/>
                      <a:pt x="268096" y="293675"/>
                    </a:cubicBezTo>
                    <a:cubicBezTo>
                      <a:pt x="253766" y="299839"/>
                      <a:pt x="238357" y="303074"/>
                      <a:pt x="222794" y="30353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28"/>
              <p:cNvSpPr/>
              <p:nvPr/>
            </p:nvSpPr>
            <p:spPr>
              <a:xfrm>
                <a:off x="3793174" y="2409228"/>
                <a:ext cx="363417" cy="324509"/>
              </a:xfrm>
              <a:custGeom>
                <a:rect b="b" l="l" r="r" t="t"/>
                <a:pathLst>
                  <a:path extrusionOk="0" h="324509" w="363417">
                    <a:moveTo>
                      <a:pt x="253911" y="324484"/>
                    </a:moveTo>
                    <a:cubicBezTo>
                      <a:pt x="218933" y="325100"/>
                      <a:pt x="184879" y="314314"/>
                      <a:pt x="156680" y="293666"/>
                    </a:cubicBezTo>
                    <a:cubicBezTo>
                      <a:pt x="124938" y="263927"/>
                      <a:pt x="95969" y="231106"/>
                      <a:pt x="70544" y="195819"/>
                    </a:cubicBezTo>
                    <a:cubicBezTo>
                      <a:pt x="53132" y="171627"/>
                      <a:pt x="33717" y="148822"/>
                      <a:pt x="12607" y="127711"/>
                    </a:cubicBezTo>
                    <a:cubicBezTo>
                      <a:pt x="6135" y="122164"/>
                      <a:pt x="5210" y="112457"/>
                      <a:pt x="10757" y="105985"/>
                    </a:cubicBezTo>
                    <a:cubicBezTo>
                      <a:pt x="16305" y="99513"/>
                      <a:pt x="26012" y="98589"/>
                      <a:pt x="32484" y="104136"/>
                    </a:cubicBezTo>
                    <a:lnTo>
                      <a:pt x="32484" y="104136"/>
                    </a:lnTo>
                    <a:cubicBezTo>
                      <a:pt x="54981" y="126633"/>
                      <a:pt x="75629" y="150979"/>
                      <a:pt x="94120" y="176866"/>
                    </a:cubicBezTo>
                    <a:cubicBezTo>
                      <a:pt x="118312" y="210149"/>
                      <a:pt x="145432" y="240967"/>
                      <a:pt x="175325" y="269320"/>
                    </a:cubicBezTo>
                    <a:cubicBezTo>
                      <a:pt x="206759" y="290892"/>
                      <a:pt x="245898" y="298289"/>
                      <a:pt x="283188" y="289660"/>
                    </a:cubicBezTo>
                    <a:cubicBezTo>
                      <a:pt x="300600" y="286886"/>
                      <a:pt x="315855" y="276562"/>
                      <a:pt x="324638" y="261307"/>
                    </a:cubicBezTo>
                    <a:cubicBezTo>
                      <a:pt x="349601" y="205835"/>
                      <a:pt x="317396" y="146202"/>
                      <a:pt x="238040" y="101824"/>
                    </a:cubicBezTo>
                    <a:cubicBezTo>
                      <a:pt x="141888" y="48047"/>
                      <a:pt x="14764" y="31097"/>
                      <a:pt x="13531" y="30943"/>
                    </a:cubicBezTo>
                    <a:cubicBezTo>
                      <a:pt x="5056" y="29865"/>
                      <a:pt x="-953" y="22006"/>
                      <a:pt x="125" y="13531"/>
                    </a:cubicBezTo>
                    <a:cubicBezTo>
                      <a:pt x="1204" y="5056"/>
                      <a:pt x="9062" y="-953"/>
                      <a:pt x="17537" y="125"/>
                    </a:cubicBezTo>
                    <a:cubicBezTo>
                      <a:pt x="22930" y="125"/>
                      <a:pt x="151904" y="18000"/>
                      <a:pt x="253141" y="74705"/>
                    </a:cubicBezTo>
                    <a:cubicBezTo>
                      <a:pt x="364701" y="136340"/>
                      <a:pt x="377645" y="218470"/>
                      <a:pt x="352682" y="273789"/>
                    </a:cubicBezTo>
                    <a:cubicBezTo>
                      <a:pt x="340201" y="297826"/>
                      <a:pt x="317088" y="314776"/>
                      <a:pt x="290276" y="319245"/>
                    </a:cubicBezTo>
                    <a:cubicBezTo>
                      <a:pt x="278411" y="322327"/>
                      <a:pt x="266238" y="324176"/>
                      <a:pt x="253911" y="32448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28"/>
              <p:cNvSpPr/>
              <p:nvPr/>
            </p:nvSpPr>
            <p:spPr>
              <a:xfrm>
                <a:off x="3422261" y="2357037"/>
                <a:ext cx="382065" cy="289767"/>
              </a:xfrm>
              <a:custGeom>
                <a:rect b="b" l="l" r="r" t="t"/>
                <a:pathLst>
                  <a:path extrusionOk="0" h="289767" w="382065">
                    <a:moveTo>
                      <a:pt x="132508" y="289768"/>
                    </a:moveTo>
                    <a:cubicBezTo>
                      <a:pt x="125882" y="289768"/>
                      <a:pt x="119102" y="289768"/>
                      <a:pt x="112014" y="288998"/>
                    </a:cubicBezTo>
                    <a:cubicBezTo>
                      <a:pt x="58237" y="284683"/>
                      <a:pt x="20639" y="262494"/>
                      <a:pt x="6155" y="227362"/>
                    </a:cubicBezTo>
                    <a:cubicBezTo>
                      <a:pt x="-8330" y="192229"/>
                      <a:pt x="3073" y="149084"/>
                      <a:pt x="36973" y="110099"/>
                    </a:cubicBezTo>
                    <a:lnTo>
                      <a:pt x="36973" y="110099"/>
                    </a:lnTo>
                    <a:cubicBezTo>
                      <a:pt x="100920" y="37369"/>
                      <a:pt x="322655" y="2237"/>
                      <a:pt x="332054" y="233"/>
                    </a:cubicBezTo>
                    <a:cubicBezTo>
                      <a:pt x="339913" y="-1153"/>
                      <a:pt x="347309" y="3777"/>
                      <a:pt x="349466" y="11328"/>
                    </a:cubicBezTo>
                    <a:lnTo>
                      <a:pt x="381517" y="129823"/>
                    </a:lnTo>
                    <a:cubicBezTo>
                      <a:pt x="383366" y="136603"/>
                      <a:pt x="380438" y="143691"/>
                      <a:pt x="374275" y="147235"/>
                    </a:cubicBezTo>
                    <a:cubicBezTo>
                      <a:pt x="351470" y="161257"/>
                      <a:pt x="330668" y="178361"/>
                      <a:pt x="312639" y="198239"/>
                    </a:cubicBezTo>
                    <a:lnTo>
                      <a:pt x="310790" y="200242"/>
                    </a:lnTo>
                    <a:cubicBezTo>
                      <a:pt x="281667" y="231830"/>
                      <a:pt x="229585" y="289768"/>
                      <a:pt x="132508" y="289768"/>
                    </a:cubicBezTo>
                    <a:close/>
                    <a:moveTo>
                      <a:pt x="60086" y="130131"/>
                    </a:moveTo>
                    <a:cubicBezTo>
                      <a:pt x="33737" y="160024"/>
                      <a:pt x="24337" y="191767"/>
                      <a:pt x="34199" y="215497"/>
                    </a:cubicBezTo>
                    <a:cubicBezTo>
                      <a:pt x="44061" y="239226"/>
                      <a:pt x="72413" y="255252"/>
                      <a:pt x="114017" y="258642"/>
                    </a:cubicBezTo>
                    <a:cubicBezTo>
                      <a:pt x="208937" y="266192"/>
                      <a:pt x="258091" y="212415"/>
                      <a:pt x="287214" y="179440"/>
                    </a:cubicBezTo>
                    <a:lnTo>
                      <a:pt x="289063" y="177282"/>
                    </a:lnTo>
                    <a:cubicBezTo>
                      <a:pt x="306784" y="158021"/>
                      <a:pt x="326815" y="140917"/>
                      <a:pt x="348696" y="126433"/>
                    </a:cubicBezTo>
                    <a:lnTo>
                      <a:pt x="323117" y="32592"/>
                    </a:lnTo>
                    <a:cubicBezTo>
                      <a:pt x="253623" y="44919"/>
                      <a:pt x="103847" y="80206"/>
                      <a:pt x="60086" y="130131"/>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28"/>
              <p:cNvSpPr/>
              <p:nvPr/>
            </p:nvSpPr>
            <p:spPr>
              <a:xfrm>
                <a:off x="3796602" y="2356461"/>
                <a:ext cx="382371" cy="290344"/>
              </a:xfrm>
              <a:custGeom>
                <a:rect b="b" l="l" r="r" t="t"/>
                <a:pathLst>
                  <a:path extrusionOk="0" h="290344" w="382371">
                    <a:moveTo>
                      <a:pt x="249251" y="290344"/>
                    </a:moveTo>
                    <a:cubicBezTo>
                      <a:pt x="152174" y="290344"/>
                      <a:pt x="99938" y="232406"/>
                      <a:pt x="71123" y="200202"/>
                    </a:cubicBezTo>
                    <a:lnTo>
                      <a:pt x="69274" y="198199"/>
                    </a:lnTo>
                    <a:cubicBezTo>
                      <a:pt x="51245" y="178321"/>
                      <a:pt x="30443" y="161217"/>
                      <a:pt x="7638" y="147195"/>
                    </a:cubicBezTo>
                    <a:cubicBezTo>
                      <a:pt x="1628" y="143651"/>
                      <a:pt x="-1299" y="136563"/>
                      <a:pt x="550" y="129783"/>
                    </a:cubicBezTo>
                    <a:lnTo>
                      <a:pt x="32600" y="11288"/>
                    </a:lnTo>
                    <a:cubicBezTo>
                      <a:pt x="34758" y="3737"/>
                      <a:pt x="42154" y="-1039"/>
                      <a:pt x="49858" y="193"/>
                    </a:cubicBezTo>
                    <a:cubicBezTo>
                      <a:pt x="59258" y="1580"/>
                      <a:pt x="280993" y="37329"/>
                      <a:pt x="344940" y="110059"/>
                    </a:cubicBezTo>
                    <a:lnTo>
                      <a:pt x="344940" y="110059"/>
                    </a:lnTo>
                    <a:cubicBezTo>
                      <a:pt x="379148" y="149044"/>
                      <a:pt x="391167" y="191727"/>
                      <a:pt x="375758" y="227321"/>
                    </a:cubicBezTo>
                    <a:cubicBezTo>
                      <a:pt x="360349" y="262916"/>
                      <a:pt x="323676" y="285259"/>
                      <a:pt x="269899" y="288957"/>
                    </a:cubicBezTo>
                    <a:cubicBezTo>
                      <a:pt x="262656" y="290190"/>
                      <a:pt x="255876" y="290344"/>
                      <a:pt x="249251" y="290344"/>
                    </a:cubicBezTo>
                    <a:close/>
                    <a:moveTo>
                      <a:pt x="32600" y="126701"/>
                    </a:moveTo>
                    <a:cubicBezTo>
                      <a:pt x="54481" y="141185"/>
                      <a:pt x="74513" y="158289"/>
                      <a:pt x="92233" y="177550"/>
                    </a:cubicBezTo>
                    <a:lnTo>
                      <a:pt x="94082" y="179708"/>
                    </a:lnTo>
                    <a:cubicBezTo>
                      <a:pt x="123205" y="212067"/>
                      <a:pt x="172052" y="266460"/>
                      <a:pt x="267279" y="258910"/>
                    </a:cubicBezTo>
                    <a:cubicBezTo>
                      <a:pt x="308729" y="255520"/>
                      <a:pt x="337082" y="240111"/>
                      <a:pt x="346943" y="215765"/>
                    </a:cubicBezTo>
                    <a:cubicBezTo>
                      <a:pt x="356805" y="191419"/>
                      <a:pt x="346943" y="160292"/>
                      <a:pt x="321210" y="130399"/>
                    </a:cubicBezTo>
                    <a:cubicBezTo>
                      <a:pt x="277449" y="80474"/>
                      <a:pt x="127520" y="45187"/>
                      <a:pt x="58025" y="32860"/>
                    </a:cubicBezTo>
                    <a:lnTo>
                      <a:pt x="32600" y="126701"/>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28"/>
              <p:cNvSpPr/>
              <p:nvPr/>
            </p:nvSpPr>
            <p:spPr>
              <a:xfrm>
                <a:off x="3417467" y="2347974"/>
                <a:ext cx="767845" cy="211522"/>
              </a:xfrm>
              <a:custGeom>
                <a:rect b="b" l="l" r="r" t="t"/>
                <a:pathLst>
                  <a:path extrusionOk="0" h="211522" w="767845">
                    <a:moveTo>
                      <a:pt x="182451" y="211462"/>
                    </a:moveTo>
                    <a:cubicBezTo>
                      <a:pt x="168737" y="211462"/>
                      <a:pt x="155023" y="210229"/>
                      <a:pt x="141463" y="207610"/>
                    </a:cubicBezTo>
                    <a:cubicBezTo>
                      <a:pt x="64418" y="192201"/>
                      <a:pt x="8946" y="150597"/>
                      <a:pt x="933" y="101596"/>
                    </a:cubicBezTo>
                    <a:cubicBezTo>
                      <a:pt x="-4152" y="70778"/>
                      <a:pt x="11719" y="41963"/>
                      <a:pt x="44386" y="23473"/>
                    </a:cubicBezTo>
                    <a:cubicBezTo>
                      <a:pt x="121431" y="-20289"/>
                      <a:pt x="301716" y="9913"/>
                      <a:pt x="320823" y="13303"/>
                    </a:cubicBezTo>
                    <a:lnTo>
                      <a:pt x="447023" y="13303"/>
                    </a:lnTo>
                    <a:cubicBezTo>
                      <a:pt x="466130" y="9913"/>
                      <a:pt x="647339" y="-20289"/>
                      <a:pt x="723460" y="23473"/>
                    </a:cubicBezTo>
                    <a:lnTo>
                      <a:pt x="723460" y="23473"/>
                    </a:lnTo>
                    <a:cubicBezTo>
                      <a:pt x="756126" y="41963"/>
                      <a:pt x="771998" y="69700"/>
                      <a:pt x="766913" y="101596"/>
                    </a:cubicBezTo>
                    <a:cubicBezTo>
                      <a:pt x="759054" y="150597"/>
                      <a:pt x="703890" y="192201"/>
                      <a:pt x="626383" y="207610"/>
                    </a:cubicBezTo>
                    <a:cubicBezTo>
                      <a:pt x="530077" y="226717"/>
                      <a:pt x="430227" y="171245"/>
                      <a:pt x="384000" y="140427"/>
                    </a:cubicBezTo>
                    <a:cubicBezTo>
                      <a:pt x="344245" y="166930"/>
                      <a:pt x="265197" y="211462"/>
                      <a:pt x="182451" y="211462"/>
                    </a:cubicBezTo>
                    <a:close/>
                    <a:moveTo>
                      <a:pt x="384000" y="106373"/>
                    </a:moveTo>
                    <a:cubicBezTo>
                      <a:pt x="387082" y="106373"/>
                      <a:pt x="390163" y="107297"/>
                      <a:pt x="392783" y="109146"/>
                    </a:cubicBezTo>
                    <a:cubicBezTo>
                      <a:pt x="422368" y="129949"/>
                      <a:pt x="526379" y="196053"/>
                      <a:pt x="620373" y="177408"/>
                    </a:cubicBezTo>
                    <a:cubicBezTo>
                      <a:pt x="693566" y="162770"/>
                      <a:pt x="731780" y="125326"/>
                      <a:pt x="736557" y="96665"/>
                    </a:cubicBezTo>
                    <a:cubicBezTo>
                      <a:pt x="738098" y="76788"/>
                      <a:pt x="726695" y="58143"/>
                      <a:pt x="708205" y="50438"/>
                    </a:cubicBezTo>
                    <a:lnTo>
                      <a:pt x="708205" y="50438"/>
                    </a:lnTo>
                    <a:cubicBezTo>
                      <a:pt x="638556" y="10837"/>
                      <a:pt x="452878" y="43812"/>
                      <a:pt x="451029" y="44275"/>
                    </a:cubicBezTo>
                    <a:lnTo>
                      <a:pt x="316817" y="44275"/>
                    </a:lnTo>
                    <a:cubicBezTo>
                      <a:pt x="314968" y="44275"/>
                      <a:pt x="129290" y="10837"/>
                      <a:pt x="59641" y="50438"/>
                    </a:cubicBezTo>
                    <a:cubicBezTo>
                      <a:pt x="41150" y="58143"/>
                      <a:pt x="29748" y="76788"/>
                      <a:pt x="31289" y="96665"/>
                    </a:cubicBezTo>
                    <a:cubicBezTo>
                      <a:pt x="36065" y="125326"/>
                      <a:pt x="74280" y="162770"/>
                      <a:pt x="147472" y="177408"/>
                    </a:cubicBezTo>
                    <a:cubicBezTo>
                      <a:pt x="241467" y="196053"/>
                      <a:pt x="345477" y="129949"/>
                      <a:pt x="375063" y="109146"/>
                    </a:cubicBezTo>
                    <a:cubicBezTo>
                      <a:pt x="377682" y="107297"/>
                      <a:pt x="380764" y="106373"/>
                      <a:pt x="384000" y="10637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28"/>
              <p:cNvSpPr/>
              <p:nvPr/>
            </p:nvSpPr>
            <p:spPr>
              <a:xfrm>
                <a:off x="3424527" y="2276437"/>
                <a:ext cx="752954" cy="191787"/>
              </a:xfrm>
              <a:custGeom>
                <a:rect b="b" l="l" r="r" t="t"/>
                <a:pathLst>
                  <a:path extrusionOk="0" h="191787" w="752954">
                    <a:moveTo>
                      <a:pt x="574329" y="191624"/>
                    </a:moveTo>
                    <a:cubicBezTo>
                      <a:pt x="493431" y="191624"/>
                      <a:pt x="415616" y="151869"/>
                      <a:pt x="376940" y="128447"/>
                    </a:cubicBezTo>
                    <a:cubicBezTo>
                      <a:pt x="331791" y="155721"/>
                      <a:pt x="233790" y="205492"/>
                      <a:pt x="139333" y="188234"/>
                    </a:cubicBezTo>
                    <a:cubicBezTo>
                      <a:pt x="62289" y="174366"/>
                      <a:pt x="7587" y="136151"/>
                      <a:pt x="653" y="91157"/>
                    </a:cubicBezTo>
                    <a:cubicBezTo>
                      <a:pt x="-3508" y="63113"/>
                      <a:pt x="12363" y="37534"/>
                      <a:pt x="44260" y="21046"/>
                    </a:cubicBezTo>
                    <a:cubicBezTo>
                      <a:pt x="119302" y="-17630"/>
                      <a:pt x="296505" y="9336"/>
                      <a:pt x="314842" y="12263"/>
                    </a:cubicBezTo>
                    <a:lnTo>
                      <a:pt x="438113" y="12263"/>
                    </a:lnTo>
                    <a:cubicBezTo>
                      <a:pt x="456450" y="9336"/>
                      <a:pt x="633653" y="-18555"/>
                      <a:pt x="708695" y="21046"/>
                    </a:cubicBezTo>
                    <a:cubicBezTo>
                      <a:pt x="740591" y="37534"/>
                      <a:pt x="756463" y="63113"/>
                      <a:pt x="752302" y="91157"/>
                    </a:cubicBezTo>
                    <a:cubicBezTo>
                      <a:pt x="745522" y="136151"/>
                      <a:pt x="690666" y="174366"/>
                      <a:pt x="613621" y="188234"/>
                    </a:cubicBezTo>
                    <a:cubicBezTo>
                      <a:pt x="600678" y="190545"/>
                      <a:pt x="587426" y="191624"/>
                      <a:pt x="574329" y="191624"/>
                    </a:cubicBezTo>
                    <a:close/>
                    <a:moveTo>
                      <a:pt x="376940" y="94855"/>
                    </a:moveTo>
                    <a:cubicBezTo>
                      <a:pt x="379867" y="94855"/>
                      <a:pt x="382641" y="95626"/>
                      <a:pt x="385106" y="97321"/>
                    </a:cubicBezTo>
                    <a:cubicBezTo>
                      <a:pt x="414229" y="115657"/>
                      <a:pt x="516391" y="174366"/>
                      <a:pt x="608999" y="157878"/>
                    </a:cubicBezTo>
                    <a:cubicBezTo>
                      <a:pt x="678339" y="145397"/>
                      <a:pt x="718557" y="112576"/>
                      <a:pt x="722409" y="86689"/>
                    </a:cubicBezTo>
                    <a:cubicBezTo>
                      <a:pt x="725182" y="68044"/>
                      <a:pt x="709157" y="55871"/>
                      <a:pt x="695289" y="48474"/>
                    </a:cubicBezTo>
                    <a:cubicBezTo>
                      <a:pt x="626719" y="13034"/>
                      <a:pt x="444431" y="42465"/>
                      <a:pt x="442582" y="42773"/>
                    </a:cubicBezTo>
                    <a:lnTo>
                      <a:pt x="311143" y="42773"/>
                    </a:lnTo>
                    <a:cubicBezTo>
                      <a:pt x="309448" y="42773"/>
                      <a:pt x="126236" y="13034"/>
                      <a:pt x="58436" y="48474"/>
                    </a:cubicBezTo>
                    <a:cubicBezTo>
                      <a:pt x="44568" y="55717"/>
                      <a:pt x="28543" y="68044"/>
                      <a:pt x="31316" y="86689"/>
                    </a:cubicBezTo>
                    <a:cubicBezTo>
                      <a:pt x="35169" y="112576"/>
                      <a:pt x="75386" y="145397"/>
                      <a:pt x="144726" y="157878"/>
                    </a:cubicBezTo>
                    <a:cubicBezTo>
                      <a:pt x="237180" y="174674"/>
                      <a:pt x="339496" y="115657"/>
                      <a:pt x="368619" y="97321"/>
                    </a:cubicBezTo>
                    <a:cubicBezTo>
                      <a:pt x="371084" y="95780"/>
                      <a:pt x="374012" y="94855"/>
                      <a:pt x="376940" y="9485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28"/>
              <p:cNvSpPr/>
              <p:nvPr/>
            </p:nvSpPr>
            <p:spPr>
              <a:xfrm>
                <a:off x="3456614" y="2162501"/>
                <a:ext cx="684928" cy="228514"/>
              </a:xfrm>
              <a:custGeom>
                <a:rect b="b" l="l" r="r" t="t"/>
                <a:pathLst>
                  <a:path extrusionOk="0" h="228514" w="684928">
                    <a:moveTo>
                      <a:pt x="342387" y="228515"/>
                    </a:moveTo>
                    <a:cubicBezTo>
                      <a:pt x="176433" y="228515"/>
                      <a:pt x="0" y="188452"/>
                      <a:pt x="0" y="114335"/>
                    </a:cubicBezTo>
                    <a:cubicBezTo>
                      <a:pt x="0" y="40217"/>
                      <a:pt x="176433" y="0"/>
                      <a:pt x="342387" y="0"/>
                    </a:cubicBezTo>
                    <a:cubicBezTo>
                      <a:pt x="508342" y="0"/>
                      <a:pt x="684929" y="40063"/>
                      <a:pt x="684929" y="114335"/>
                    </a:cubicBezTo>
                    <a:cubicBezTo>
                      <a:pt x="684929" y="188606"/>
                      <a:pt x="508496" y="228515"/>
                      <a:pt x="342387" y="228515"/>
                    </a:cubicBezTo>
                    <a:close/>
                    <a:moveTo>
                      <a:pt x="342387" y="30818"/>
                    </a:moveTo>
                    <a:cubicBezTo>
                      <a:pt x="149313" y="30818"/>
                      <a:pt x="30818" y="79510"/>
                      <a:pt x="30818" y="114335"/>
                    </a:cubicBezTo>
                    <a:cubicBezTo>
                      <a:pt x="30818" y="149159"/>
                      <a:pt x="149313" y="197697"/>
                      <a:pt x="342387" y="197697"/>
                    </a:cubicBezTo>
                    <a:cubicBezTo>
                      <a:pt x="535462" y="197697"/>
                      <a:pt x="654111" y="149159"/>
                      <a:pt x="654111" y="114335"/>
                    </a:cubicBezTo>
                    <a:cubicBezTo>
                      <a:pt x="654111" y="79510"/>
                      <a:pt x="535462" y="30818"/>
                      <a:pt x="342387"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28"/>
              <p:cNvSpPr/>
              <p:nvPr/>
            </p:nvSpPr>
            <p:spPr>
              <a:xfrm>
                <a:off x="3485274" y="2067120"/>
                <a:ext cx="627607" cy="228515"/>
              </a:xfrm>
              <a:custGeom>
                <a:rect b="b" l="l" r="r" t="t"/>
                <a:pathLst>
                  <a:path extrusionOk="0" h="228515" w="627607">
                    <a:moveTo>
                      <a:pt x="313727" y="228515"/>
                    </a:moveTo>
                    <a:cubicBezTo>
                      <a:pt x="161640" y="228515"/>
                      <a:pt x="0" y="188452"/>
                      <a:pt x="0" y="114335"/>
                    </a:cubicBezTo>
                    <a:cubicBezTo>
                      <a:pt x="0" y="40217"/>
                      <a:pt x="161640" y="0"/>
                      <a:pt x="313727" y="0"/>
                    </a:cubicBezTo>
                    <a:cubicBezTo>
                      <a:pt x="465813" y="0"/>
                      <a:pt x="627607" y="40063"/>
                      <a:pt x="627607" y="114335"/>
                    </a:cubicBezTo>
                    <a:cubicBezTo>
                      <a:pt x="627607" y="188606"/>
                      <a:pt x="465967" y="228515"/>
                      <a:pt x="313727" y="228515"/>
                    </a:cubicBezTo>
                    <a:close/>
                    <a:moveTo>
                      <a:pt x="313727" y="30818"/>
                    </a:moveTo>
                    <a:cubicBezTo>
                      <a:pt x="138527" y="30818"/>
                      <a:pt x="30818" y="79510"/>
                      <a:pt x="30818" y="114335"/>
                    </a:cubicBezTo>
                    <a:cubicBezTo>
                      <a:pt x="30818" y="149159"/>
                      <a:pt x="138681" y="197697"/>
                      <a:pt x="313727" y="197697"/>
                    </a:cubicBezTo>
                    <a:cubicBezTo>
                      <a:pt x="488773" y="197697"/>
                      <a:pt x="596789" y="149159"/>
                      <a:pt x="596789" y="114335"/>
                    </a:cubicBezTo>
                    <a:cubicBezTo>
                      <a:pt x="596789" y="79510"/>
                      <a:pt x="489081" y="30818"/>
                      <a:pt x="313727"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28"/>
              <p:cNvSpPr/>
              <p:nvPr/>
            </p:nvSpPr>
            <p:spPr>
              <a:xfrm>
                <a:off x="3537049" y="1990845"/>
                <a:ext cx="523904" cy="228514"/>
              </a:xfrm>
              <a:custGeom>
                <a:rect b="b" l="l" r="r" t="t"/>
                <a:pathLst>
                  <a:path extrusionOk="0" h="228514" w="523904">
                    <a:moveTo>
                      <a:pt x="261952" y="228515"/>
                    </a:moveTo>
                    <a:cubicBezTo>
                      <a:pt x="113102" y="228515"/>
                      <a:pt x="0" y="179360"/>
                      <a:pt x="0" y="114180"/>
                    </a:cubicBezTo>
                    <a:cubicBezTo>
                      <a:pt x="0" y="49001"/>
                      <a:pt x="112331" y="0"/>
                      <a:pt x="261952" y="0"/>
                    </a:cubicBezTo>
                    <a:cubicBezTo>
                      <a:pt x="411574" y="0"/>
                      <a:pt x="523905" y="49155"/>
                      <a:pt x="523905" y="114180"/>
                    </a:cubicBezTo>
                    <a:cubicBezTo>
                      <a:pt x="523905" y="179206"/>
                      <a:pt x="410957" y="228515"/>
                      <a:pt x="261952" y="228515"/>
                    </a:cubicBezTo>
                    <a:close/>
                    <a:moveTo>
                      <a:pt x="261952" y="30818"/>
                    </a:moveTo>
                    <a:cubicBezTo>
                      <a:pt x="126199" y="30818"/>
                      <a:pt x="30818" y="74733"/>
                      <a:pt x="30818" y="114180"/>
                    </a:cubicBezTo>
                    <a:cubicBezTo>
                      <a:pt x="30818" y="153627"/>
                      <a:pt x="125429" y="197697"/>
                      <a:pt x="261952" y="197697"/>
                    </a:cubicBezTo>
                    <a:cubicBezTo>
                      <a:pt x="398476" y="197697"/>
                      <a:pt x="493087" y="153627"/>
                      <a:pt x="493087" y="114180"/>
                    </a:cubicBezTo>
                    <a:cubicBezTo>
                      <a:pt x="493087" y="74733"/>
                      <a:pt x="397860" y="30818"/>
                      <a:pt x="261952"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28"/>
              <p:cNvSpPr/>
              <p:nvPr/>
            </p:nvSpPr>
            <p:spPr>
              <a:xfrm>
                <a:off x="3608392" y="1944464"/>
                <a:ext cx="381372" cy="205709"/>
              </a:xfrm>
              <a:custGeom>
                <a:rect b="b" l="l" r="r" t="t"/>
                <a:pathLst>
                  <a:path extrusionOk="0" h="205709" w="381372">
                    <a:moveTo>
                      <a:pt x="190609" y="205710"/>
                    </a:moveTo>
                    <a:cubicBezTo>
                      <a:pt x="83671" y="205710"/>
                      <a:pt x="0" y="160561"/>
                      <a:pt x="0" y="102778"/>
                    </a:cubicBezTo>
                    <a:cubicBezTo>
                      <a:pt x="0" y="44994"/>
                      <a:pt x="83671" y="0"/>
                      <a:pt x="190609" y="0"/>
                    </a:cubicBezTo>
                    <a:cubicBezTo>
                      <a:pt x="297547" y="0"/>
                      <a:pt x="381372" y="45148"/>
                      <a:pt x="381372" y="102778"/>
                    </a:cubicBezTo>
                    <a:cubicBezTo>
                      <a:pt x="381372" y="160407"/>
                      <a:pt x="297547" y="205710"/>
                      <a:pt x="190609" y="205710"/>
                    </a:cubicBezTo>
                    <a:close/>
                    <a:moveTo>
                      <a:pt x="190609" y="30818"/>
                    </a:moveTo>
                    <a:cubicBezTo>
                      <a:pt x="96460" y="30818"/>
                      <a:pt x="30818" y="68724"/>
                      <a:pt x="30818" y="102778"/>
                    </a:cubicBezTo>
                    <a:cubicBezTo>
                      <a:pt x="30818" y="136832"/>
                      <a:pt x="96460" y="174892"/>
                      <a:pt x="190609" y="174892"/>
                    </a:cubicBezTo>
                    <a:cubicBezTo>
                      <a:pt x="284758" y="174892"/>
                      <a:pt x="350554" y="136832"/>
                      <a:pt x="350554" y="102778"/>
                    </a:cubicBezTo>
                    <a:cubicBezTo>
                      <a:pt x="350554" y="68724"/>
                      <a:pt x="284912" y="30818"/>
                      <a:pt x="190609"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28"/>
              <p:cNvSpPr/>
              <p:nvPr/>
            </p:nvSpPr>
            <p:spPr>
              <a:xfrm>
                <a:off x="3739214" y="1805321"/>
                <a:ext cx="122039" cy="1397285"/>
              </a:xfrm>
              <a:custGeom>
                <a:rect b="b" l="l" r="r" t="t"/>
                <a:pathLst>
                  <a:path extrusionOk="0" h="1397285" w="122039">
                    <a:moveTo>
                      <a:pt x="33900" y="2311"/>
                    </a:moveTo>
                    <a:lnTo>
                      <a:pt x="0" y="1345203"/>
                    </a:lnTo>
                    <a:lnTo>
                      <a:pt x="61020" y="1397285"/>
                    </a:lnTo>
                    <a:lnTo>
                      <a:pt x="122039" y="1349826"/>
                    </a:lnTo>
                    <a:lnTo>
                      <a:pt x="97076" y="0"/>
                    </a:lnTo>
                    <a:lnTo>
                      <a:pt x="33900" y="2311"/>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28"/>
              <p:cNvSpPr/>
              <p:nvPr/>
            </p:nvSpPr>
            <p:spPr>
              <a:xfrm>
                <a:off x="3585647" y="1191671"/>
                <a:ext cx="431972" cy="636161"/>
              </a:xfrm>
              <a:custGeom>
                <a:rect b="b" l="l" r="r" t="t"/>
                <a:pathLst>
                  <a:path extrusionOk="0" h="636161" w="431972">
                    <a:moveTo>
                      <a:pt x="163429" y="6845"/>
                    </a:moveTo>
                    <a:cubicBezTo>
                      <a:pt x="119051" y="14242"/>
                      <a:pt x="78217" y="35968"/>
                      <a:pt x="47091" y="68481"/>
                    </a:cubicBezTo>
                    <a:cubicBezTo>
                      <a:pt x="3175" y="120255"/>
                      <a:pt x="-2680" y="131350"/>
                      <a:pt x="864" y="174495"/>
                    </a:cubicBezTo>
                    <a:cubicBezTo>
                      <a:pt x="3483" y="208086"/>
                      <a:pt x="11188" y="275269"/>
                      <a:pt x="6103" y="308861"/>
                    </a:cubicBezTo>
                    <a:cubicBezTo>
                      <a:pt x="1018" y="342453"/>
                      <a:pt x="19047" y="383903"/>
                      <a:pt x="34455" y="394227"/>
                    </a:cubicBezTo>
                    <a:cubicBezTo>
                      <a:pt x="43239" y="399928"/>
                      <a:pt x="50327" y="407787"/>
                      <a:pt x="54949" y="417186"/>
                    </a:cubicBezTo>
                    <a:cubicBezTo>
                      <a:pt x="54949" y="417186"/>
                      <a:pt x="52330" y="515341"/>
                      <a:pt x="70358" y="538609"/>
                    </a:cubicBezTo>
                    <a:cubicBezTo>
                      <a:pt x="96245" y="571122"/>
                      <a:pt x="127526" y="599166"/>
                      <a:pt x="162812" y="621355"/>
                    </a:cubicBezTo>
                    <a:cubicBezTo>
                      <a:pt x="198099" y="640154"/>
                      <a:pt x="240319" y="641078"/>
                      <a:pt x="276530" y="623974"/>
                    </a:cubicBezTo>
                    <a:cubicBezTo>
                      <a:pt x="305037" y="608565"/>
                      <a:pt x="356657" y="574820"/>
                      <a:pt x="364362" y="543848"/>
                    </a:cubicBezTo>
                    <a:cubicBezTo>
                      <a:pt x="370371" y="506250"/>
                      <a:pt x="373915" y="468190"/>
                      <a:pt x="374840" y="430130"/>
                    </a:cubicBezTo>
                    <a:cubicBezTo>
                      <a:pt x="400881" y="409327"/>
                      <a:pt x="415982" y="378047"/>
                      <a:pt x="416136" y="344764"/>
                    </a:cubicBezTo>
                    <a:cubicBezTo>
                      <a:pt x="418755" y="285285"/>
                      <a:pt x="446954" y="223341"/>
                      <a:pt x="421221" y="132891"/>
                    </a:cubicBezTo>
                    <a:cubicBezTo>
                      <a:pt x="395488" y="42440"/>
                      <a:pt x="264203" y="-21661"/>
                      <a:pt x="163429" y="684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28"/>
              <p:cNvSpPr/>
              <p:nvPr/>
            </p:nvSpPr>
            <p:spPr>
              <a:xfrm>
                <a:off x="3661245" y="1604234"/>
                <a:ext cx="276591" cy="87784"/>
              </a:xfrm>
              <a:custGeom>
                <a:rect b="b" l="l" r="r" t="t"/>
                <a:pathLst>
                  <a:path extrusionOk="0" h="87784" w="276591">
                    <a:moveTo>
                      <a:pt x="0" y="0"/>
                    </a:moveTo>
                    <a:lnTo>
                      <a:pt x="33592" y="12944"/>
                    </a:lnTo>
                    <a:lnTo>
                      <a:pt x="38676" y="56859"/>
                    </a:lnTo>
                    <a:cubicBezTo>
                      <a:pt x="38676" y="56859"/>
                      <a:pt x="64564" y="85366"/>
                      <a:pt x="139605" y="87677"/>
                    </a:cubicBezTo>
                    <a:cubicBezTo>
                      <a:pt x="214647" y="89988"/>
                      <a:pt x="240380" y="54085"/>
                      <a:pt x="240380" y="54085"/>
                    </a:cubicBezTo>
                    <a:lnTo>
                      <a:pt x="242999" y="12635"/>
                    </a:lnTo>
                    <a:lnTo>
                      <a:pt x="276591" y="10016"/>
                    </a:ln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28"/>
              <p:cNvSpPr/>
              <p:nvPr/>
            </p:nvSpPr>
            <p:spPr>
              <a:xfrm>
                <a:off x="3701154" y="1658628"/>
                <a:ext cx="200470" cy="85997"/>
              </a:xfrm>
              <a:custGeom>
                <a:rect b="b" l="l" r="r" t="t"/>
                <a:pathLst>
                  <a:path extrusionOk="0" h="85997" w="200470">
                    <a:moveTo>
                      <a:pt x="0" y="4160"/>
                    </a:moveTo>
                    <a:lnTo>
                      <a:pt x="4623" y="37752"/>
                    </a:lnTo>
                    <a:cubicBezTo>
                      <a:pt x="4623" y="37752"/>
                      <a:pt x="89372" y="142071"/>
                      <a:pt x="195232" y="43916"/>
                    </a:cubicBezTo>
                    <a:lnTo>
                      <a:pt x="200471" y="0"/>
                    </a:lnTo>
                  </a:path>
                </a:pathLst>
              </a:custGeom>
              <a:solidFill>
                <a:schemeClr val="dk1"/>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28"/>
              <p:cNvSpPr/>
              <p:nvPr/>
            </p:nvSpPr>
            <p:spPr>
              <a:xfrm>
                <a:off x="3769780" y="1534474"/>
                <a:ext cx="67595" cy="100156"/>
              </a:xfrm>
              <a:custGeom>
                <a:rect b="b" l="l" r="r" t="t"/>
                <a:pathLst>
                  <a:path extrusionOk="0" h="100156" w="67595">
                    <a:moveTo>
                      <a:pt x="31224" y="1345"/>
                    </a:moveTo>
                    <a:cubicBezTo>
                      <a:pt x="25061" y="15829"/>
                      <a:pt x="17664" y="29851"/>
                      <a:pt x="9035" y="43103"/>
                    </a:cubicBezTo>
                    <a:cubicBezTo>
                      <a:pt x="-1443" y="56509"/>
                      <a:pt x="-2984" y="74846"/>
                      <a:pt x="5337" y="89792"/>
                    </a:cubicBezTo>
                    <a:cubicBezTo>
                      <a:pt x="13196" y="101503"/>
                      <a:pt x="51564" y="102736"/>
                      <a:pt x="56341" y="96264"/>
                    </a:cubicBezTo>
                    <a:cubicBezTo>
                      <a:pt x="68360" y="85786"/>
                      <a:pt x="71133" y="68220"/>
                      <a:pt x="62813" y="54506"/>
                    </a:cubicBezTo>
                    <a:cubicBezTo>
                      <a:pt x="51564" y="31392"/>
                      <a:pt x="42935" y="-7746"/>
                      <a:pt x="31224" y="1345"/>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8"/>
              <p:cNvSpPr/>
              <p:nvPr/>
            </p:nvSpPr>
            <p:spPr>
              <a:xfrm>
                <a:off x="3653540" y="1453535"/>
                <a:ext cx="116183" cy="104472"/>
              </a:xfrm>
              <a:custGeom>
                <a:rect b="b" l="l" r="r" t="t"/>
                <a:pathLst>
                  <a:path extrusionOk="0" h="104472" w="116183">
                    <a:moveTo>
                      <a:pt x="116184" y="40526"/>
                    </a:moveTo>
                    <a:cubicBezTo>
                      <a:pt x="111715" y="73809"/>
                      <a:pt x="85520" y="100004"/>
                      <a:pt x="52236" y="104473"/>
                    </a:cubicBezTo>
                    <a:cubicBezTo>
                      <a:pt x="23422" y="104473"/>
                      <a:pt x="0" y="81051"/>
                      <a:pt x="0" y="52236"/>
                    </a:cubicBezTo>
                    <a:cubicBezTo>
                      <a:pt x="0" y="23422"/>
                      <a:pt x="23422" y="0"/>
                      <a:pt x="52236" y="0"/>
                    </a:cubicBezTo>
                    <a:cubicBezTo>
                      <a:pt x="81051" y="0"/>
                      <a:pt x="116184" y="11711"/>
                      <a:pt x="116184" y="4052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8"/>
              <p:cNvSpPr/>
              <p:nvPr/>
            </p:nvSpPr>
            <p:spPr>
              <a:xfrm>
                <a:off x="3836753" y="1453535"/>
                <a:ext cx="116183" cy="104472"/>
              </a:xfrm>
              <a:custGeom>
                <a:rect b="b" l="l" r="r" t="t"/>
                <a:pathLst>
                  <a:path extrusionOk="0" h="104472" w="116183">
                    <a:moveTo>
                      <a:pt x="0" y="40526"/>
                    </a:moveTo>
                    <a:cubicBezTo>
                      <a:pt x="4468" y="73809"/>
                      <a:pt x="30664" y="100004"/>
                      <a:pt x="63947" y="104473"/>
                    </a:cubicBezTo>
                    <a:cubicBezTo>
                      <a:pt x="92762" y="104473"/>
                      <a:pt x="116184" y="81051"/>
                      <a:pt x="116184" y="52236"/>
                    </a:cubicBezTo>
                    <a:cubicBezTo>
                      <a:pt x="116184" y="23422"/>
                      <a:pt x="92762" y="0"/>
                      <a:pt x="63947" y="0"/>
                    </a:cubicBezTo>
                    <a:cubicBezTo>
                      <a:pt x="34516" y="0"/>
                      <a:pt x="0" y="11711"/>
                      <a:pt x="0" y="4052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28"/>
              <p:cNvSpPr/>
              <p:nvPr/>
            </p:nvSpPr>
            <p:spPr>
              <a:xfrm>
                <a:off x="3748614" y="1869423"/>
                <a:ext cx="114488" cy="30817"/>
              </a:xfrm>
              <a:custGeom>
                <a:rect b="b" l="l" r="r" t="t"/>
                <a:pathLst>
                  <a:path extrusionOk="0" h="30817" w="114488">
                    <a:moveTo>
                      <a:pt x="99080" y="30818"/>
                    </a:moveTo>
                    <a:lnTo>
                      <a:pt x="15409" y="30818"/>
                    </a:lnTo>
                    <a:cubicBezTo>
                      <a:pt x="6934" y="30818"/>
                      <a:pt x="0" y="23884"/>
                      <a:pt x="0" y="15409"/>
                    </a:cubicBezTo>
                    <a:lnTo>
                      <a:pt x="0" y="15409"/>
                    </a:lnTo>
                    <a:cubicBezTo>
                      <a:pt x="0" y="6934"/>
                      <a:pt x="6934" y="0"/>
                      <a:pt x="15409" y="0"/>
                    </a:cubicBezTo>
                    <a:lnTo>
                      <a:pt x="99080" y="0"/>
                    </a:lnTo>
                    <a:cubicBezTo>
                      <a:pt x="107555" y="0"/>
                      <a:pt x="114489" y="6934"/>
                      <a:pt x="114489" y="15409"/>
                    </a:cubicBezTo>
                    <a:lnTo>
                      <a:pt x="114489" y="15409"/>
                    </a:lnTo>
                    <a:cubicBezTo>
                      <a:pt x="114489" y="23884"/>
                      <a:pt x="107555" y="30818"/>
                      <a:pt x="99080"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28"/>
              <p:cNvSpPr/>
              <p:nvPr/>
            </p:nvSpPr>
            <p:spPr>
              <a:xfrm>
                <a:off x="3731202" y="1915958"/>
                <a:ext cx="149312" cy="40987"/>
              </a:xfrm>
              <a:custGeom>
                <a:rect b="b" l="l" r="r" t="t"/>
                <a:pathLst>
                  <a:path extrusionOk="0" h="40987" w="149312">
                    <a:moveTo>
                      <a:pt x="133442" y="0"/>
                    </a:moveTo>
                    <a:cubicBezTo>
                      <a:pt x="142207" y="0"/>
                      <a:pt x="149313" y="7106"/>
                      <a:pt x="149313" y="15871"/>
                    </a:cubicBezTo>
                    <a:lnTo>
                      <a:pt x="149313" y="25117"/>
                    </a:lnTo>
                    <a:cubicBezTo>
                      <a:pt x="149313" y="33882"/>
                      <a:pt x="142207" y="40988"/>
                      <a:pt x="133442" y="40988"/>
                    </a:cubicBezTo>
                    <a:lnTo>
                      <a:pt x="15871" y="40988"/>
                    </a:lnTo>
                    <a:cubicBezTo>
                      <a:pt x="7106" y="40988"/>
                      <a:pt x="0" y="33882"/>
                      <a:pt x="0" y="25117"/>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8"/>
              <p:cNvSpPr/>
              <p:nvPr/>
            </p:nvSpPr>
            <p:spPr>
              <a:xfrm>
                <a:off x="3731202" y="2686868"/>
                <a:ext cx="149312" cy="32358"/>
              </a:xfrm>
              <a:custGeom>
                <a:rect b="b" l="l" r="r" t="t"/>
                <a:pathLst>
                  <a:path extrusionOk="0" h="32358" w="149312">
                    <a:moveTo>
                      <a:pt x="133442" y="0"/>
                    </a:moveTo>
                    <a:cubicBezTo>
                      <a:pt x="142207" y="0"/>
                      <a:pt x="149313" y="7106"/>
                      <a:pt x="149313" y="15871"/>
                    </a:cubicBezTo>
                    <a:lnTo>
                      <a:pt x="149313" y="16488"/>
                    </a:lnTo>
                    <a:cubicBezTo>
                      <a:pt x="149313" y="25253"/>
                      <a:pt x="142207" y="32359"/>
                      <a:pt x="133442" y="32359"/>
                    </a:cubicBezTo>
                    <a:lnTo>
                      <a:pt x="15871" y="32359"/>
                    </a:lnTo>
                    <a:cubicBezTo>
                      <a:pt x="7106" y="32359"/>
                      <a:pt x="0" y="25253"/>
                      <a:pt x="0" y="16488"/>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8"/>
              <p:cNvSpPr/>
              <p:nvPr/>
            </p:nvSpPr>
            <p:spPr>
              <a:xfrm>
                <a:off x="3723497" y="2741878"/>
                <a:ext cx="164567" cy="42066"/>
              </a:xfrm>
              <a:custGeom>
                <a:rect b="b" l="l" r="r" t="t"/>
                <a:pathLst>
                  <a:path extrusionOk="0" h="42066" w="164567">
                    <a:moveTo>
                      <a:pt x="148697" y="0"/>
                    </a:moveTo>
                    <a:cubicBezTo>
                      <a:pt x="157462" y="0"/>
                      <a:pt x="164568" y="7106"/>
                      <a:pt x="164568" y="15871"/>
                    </a:cubicBezTo>
                    <a:lnTo>
                      <a:pt x="164568" y="26195"/>
                    </a:lnTo>
                    <a:cubicBezTo>
                      <a:pt x="164568" y="34961"/>
                      <a:pt x="157462" y="42066"/>
                      <a:pt x="148697" y="42066"/>
                    </a:cubicBezTo>
                    <a:lnTo>
                      <a:pt x="15871" y="42066"/>
                    </a:lnTo>
                    <a:cubicBezTo>
                      <a:pt x="7106" y="42066"/>
                      <a:pt x="0" y="34961"/>
                      <a:pt x="0" y="26195"/>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8"/>
              <p:cNvSpPr/>
              <p:nvPr/>
            </p:nvSpPr>
            <p:spPr>
              <a:xfrm>
                <a:off x="3715793" y="2826011"/>
                <a:ext cx="180284" cy="42066"/>
              </a:xfrm>
              <a:custGeom>
                <a:rect b="b" l="l" r="r" t="t"/>
                <a:pathLst>
                  <a:path extrusionOk="0" h="42066" w="180284">
                    <a:moveTo>
                      <a:pt x="164414" y="0"/>
                    </a:moveTo>
                    <a:cubicBezTo>
                      <a:pt x="173179" y="0"/>
                      <a:pt x="180285" y="7106"/>
                      <a:pt x="180285" y="15871"/>
                    </a:cubicBezTo>
                    <a:lnTo>
                      <a:pt x="180285" y="26195"/>
                    </a:lnTo>
                    <a:cubicBezTo>
                      <a:pt x="180285" y="34961"/>
                      <a:pt x="173179" y="42066"/>
                      <a:pt x="164414" y="42066"/>
                    </a:cubicBezTo>
                    <a:lnTo>
                      <a:pt x="15871" y="42066"/>
                    </a:lnTo>
                    <a:cubicBezTo>
                      <a:pt x="7106" y="42066"/>
                      <a:pt x="0" y="34961"/>
                      <a:pt x="0" y="26195"/>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28"/>
              <p:cNvSpPr/>
              <p:nvPr/>
            </p:nvSpPr>
            <p:spPr>
              <a:xfrm>
                <a:off x="3704544" y="2904443"/>
                <a:ext cx="202473" cy="42066"/>
              </a:xfrm>
              <a:custGeom>
                <a:rect b="b" l="l" r="r" t="t"/>
                <a:pathLst>
                  <a:path extrusionOk="0" h="42066" w="202473">
                    <a:moveTo>
                      <a:pt x="186603" y="0"/>
                    </a:moveTo>
                    <a:cubicBezTo>
                      <a:pt x="195368" y="0"/>
                      <a:pt x="202474" y="7106"/>
                      <a:pt x="202474" y="15871"/>
                    </a:cubicBezTo>
                    <a:lnTo>
                      <a:pt x="202474" y="26195"/>
                    </a:lnTo>
                    <a:cubicBezTo>
                      <a:pt x="202474" y="34961"/>
                      <a:pt x="195368" y="42066"/>
                      <a:pt x="186603" y="42066"/>
                    </a:cubicBezTo>
                    <a:lnTo>
                      <a:pt x="15871" y="42066"/>
                    </a:lnTo>
                    <a:cubicBezTo>
                      <a:pt x="7106" y="42066"/>
                      <a:pt x="0" y="34961"/>
                      <a:pt x="0" y="26195"/>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28"/>
              <p:cNvSpPr/>
              <p:nvPr/>
            </p:nvSpPr>
            <p:spPr>
              <a:xfrm>
                <a:off x="3704544" y="2975170"/>
                <a:ext cx="202473" cy="42066"/>
              </a:xfrm>
              <a:custGeom>
                <a:rect b="b" l="l" r="r" t="t"/>
                <a:pathLst>
                  <a:path extrusionOk="0" h="42066" w="202473">
                    <a:moveTo>
                      <a:pt x="186603" y="0"/>
                    </a:moveTo>
                    <a:cubicBezTo>
                      <a:pt x="195368" y="0"/>
                      <a:pt x="202474" y="7106"/>
                      <a:pt x="202474" y="15871"/>
                    </a:cubicBezTo>
                    <a:lnTo>
                      <a:pt x="202474" y="26195"/>
                    </a:lnTo>
                    <a:cubicBezTo>
                      <a:pt x="202474" y="34961"/>
                      <a:pt x="195368" y="42066"/>
                      <a:pt x="186603" y="42066"/>
                    </a:cubicBezTo>
                    <a:lnTo>
                      <a:pt x="15871" y="42066"/>
                    </a:lnTo>
                    <a:cubicBezTo>
                      <a:pt x="7106" y="42066"/>
                      <a:pt x="0" y="34961"/>
                      <a:pt x="0" y="26195"/>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8"/>
              <p:cNvSpPr/>
              <p:nvPr/>
            </p:nvSpPr>
            <p:spPr>
              <a:xfrm>
                <a:off x="3693758" y="3044202"/>
                <a:ext cx="224046" cy="42066"/>
              </a:xfrm>
              <a:custGeom>
                <a:rect b="b" l="l" r="r" t="t"/>
                <a:pathLst>
                  <a:path extrusionOk="0" h="42066" w="224046">
                    <a:moveTo>
                      <a:pt x="208175" y="0"/>
                    </a:moveTo>
                    <a:cubicBezTo>
                      <a:pt x="216941" y="0"/>
                      <a:pt x="224046" y="7106"/>
                      <a:pt x="224046" y="15871"/>
                    </a:cubicBezTo>
                    <a:lnTo>
                      <a:pt x="224046" y="26195"/>
                    </a:lnTo>
                    <a:cubicBezTo>
                      <a:pt x="224046" y="34961"/>
                      <a:pt x="216941" y="42066"/>
                      <a:pt x="208175" y="42066"/>
                    </a:cubicBezTo>
                    <a:lnTo>
                      <a:pt x="15871" y="42066"/>
                    </a:lnTo>
                    <a:cubicBezTo>
                      <a:pt x="7106" y="42066"/>
                      <a:pt x="0" y="34961"/>
                      <a:pt x="0" y="26195"/>
                    </a:cubicBezTo>
                    <a:lnTo>
                      <a:pt x="0" y="15871"/>
                    </a:lnTo>
                    <a:cubicBezTo>
                      <a:pt x="0" y="7106"/>
                      <a:pt x="7106" y="0"/>
                      <a:pt x="15871" y="0"/>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28"/>
              <p:cNvSpPr/>
              <p:nvPr/>
            </p:nvSpPr>
            <p:spPr>
              <a:xfrm>
                <a:off x="3387868" y="1995446"/>
                <a:ext cx="373535" cy="77991"/>
              </a:xfrm>
              <a:custGeom>
                <a:rect b="b" l="l" r="r" t="t"/>
                <a:pathLst>
                  <a:path extrusionOk="0" h="77991" w="373535">
                    <a:moveTo>
                      <a:pt x="366755" y="50409"/>
                    </a:moveTo>
                    <a:cubicBezTo>
                      <a:pt x="363982" y="48560"/>
                      <a:pt x="298186" y="4182"/>
                      <a:pt x="181848" y="4182"/>
                    </a:cubicBezTo>
                    <a:cubicBezTo>
                      <a:pt x="95712" y="4182"/>
                      <a:pt x="58576" y="6802"/>
                      <a:pt x="45478" y="8035"/>
                    </a:cubicBezTo>
                    <a:cubicBezTo>
                      <a:pt x="35308" y="-2443"/>
                      <a:pt x="18513" y="-2752"/>
                      <a:pt x="8035" y="7572"/>
                    </a:cubicBezTo>
                    <a:cubicBezTo>
                      <a:pt x="-2444" y="17742"/>
                      <a:pt x="-2752" y="34538"/>
                      <a:pt x="7572" y="45016"/>
                    </a:cubicBezTo>
                    <a:cubicBezTo>
                      <a:pt x="17742" y="55494"/>
                      <a:pt x="34538" y="55802"/>
                      <a:pt x="45016" y="45478"/>
                    </a:cubicBezTo>
                    <a:cubicBezTo>
                      <a:pt x="47019" y="43475"/>
                      <a:pt x="48714" y="41318"/>
                      <a:pt x="49947" y="38853"/>
                    </a:cubicBezTo>
                    <a:cubicBezTo>
                      <a:pt x="62582" y="37620"/>
                      <a:pt x="98948" y="35154"/>
                      <a:pt x="181848" y="35154"/>
                    </a:cubicBezTo>
                    <a:cubicBezTo>
                      <a:pt x="287861" y="35154"/>
                      <a:pt x="348573" y="74755"/>
                      <a:pt x="349651" y="75372"/>
                    </a:cubicBezTo>
                    <a:cubicBezTo>
                      <a:pt x="352117" y="77067"/>
                      <a:pt x="355045" y="77991"/>
                      <a:pt x="358126" y="77991"/>
                    </a:cubicBezTo>
                    <a:cubicBezTo>
                      <a:pt x="366601" y="77991"/>
                      <a:pt x="373535" y="71057"/>
                      <a:pt x="373535" y="62582"/>
                    </a:cubicBezTo>
                    <a:cubicBezTo>
                      <a:pt x="373535" y="57497"/>
                      <a:pt x="371070" y="52875"/>
                      <a:pt x="366910" y="49947"/>
                    </a:cubicBezTo>
                    <a:lnTo>
                      <a:pt x="366910" y="50409"/>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28"/>
              <p:cNvSpPr/>
              <p:nvPr/>
            </p:nvSpPr>
            <p:spPr>
              <a:xfrm>
                <a:off x="3846615" y="1995446"/>
                <a:ext cx="373535" cy="77991"/>
              </a:xfrm>
              <a:custGeom>
                <a:rect b="b" l="l" r="r" t="t"/>
                <a:pathLst>
                  <a:path extrusionOk="0" h="77991" w="373535">
                    <a:moveTo>
                      <a:pt x="6780" y="50409"/>
                    </a:moveTo>
                    <a:cubicBezTo>
                      <a:pt x="9553" y="48560"/>
                      <a:pt x="75350" y="4182"/>
                      <a:pt x="191687" y="4182"/>
                    </a:cubicBezTo>
                    <a:cubicBezTo>
                      <a:pt x="277824" y="4182"/>
                      <a:pt x="314959" y="6802"/>
                      <a:pt x="328057" y="8035"/>
                    </a:cubicBezTo>
                    <a:cubicBezTo>
                      <a:pt x="338227" y="-2443"/>
                      <a:pt x="355023" y="-2752"/>
                      <a:pt x="365501" y="7572"/>
                    </a:cubicBezTo>
                    <a:cubicBezTo>
                      <a:pt x="375979" y="17742"/>
                      <a:pt x="376287" y="34538"/>
                      <a:pt x="365963" y="45016"/>
                    </a:cubicBezTo>
                    <a:cubicBezTo>
                      <a:pt x="355793" y="55494"/>
                      <a:pt x="338997" y="55802"/>
                      <a:pt x="328519" y="45478"/>
                    </a:cubicBezTo>
                    <a:cubicBezTo>
                      <a:pt x="326516" y="43475"/>
                      <a:pt x="324821" y="41318"/>
                      <a:pt x="323588" y="38853"/>
                    </a:cubicBezTo>
                    <a:cubicBezTo>
                      <a:pt x="310953" y="37620"/>
                      <a:pt x="274588" y="35154"/>
                      <a:pt x="191687" y="35154"/>
                    </a:cubicBezTo>
                    <a:cubicBezTo>
                      <a:pt x="85674" y="35154"/>
                      <a:pt x="24962" y="74755"/>
                      <a:pt x="23884" y="75372"/>
                    </a:cubicBezTo>
                    <a:cubicBezTo>
                      <a:pt x="21418" y="77067"/>
                      <a:pt x="18491" y="77991"/>
                      <a:pt x="15409" y="77991"/>
                    </a:cubicBezTo>
                    <a:cubicBezTo>
                      <a:pt x="6934" y="77991"/>
                      <a:pt x="0" y="71057"/>
                      <a:pt x="0" y="62582"/>
                    </a:cubicBezTo>
                    <a:cubicBezTo>
                      <a:pt x="0" y="57497"/>
                      <a:pt x="2465" y="52875"/>
                      <a:pt x="6626" y="49947"/>
                    </a:cubicBezTo>
                    <a:lnTo>
                      <a:pt x="6626" y="50409"/>
                    </a:ln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8"/>
              <p:cNvSpPr/>
              <p:nvPr/>
            </p:nvSpPr>
            <p:spPr>
              <a:xfrm>
                <a:off x="3713625" y="2031538"/>
                <a:ext cx="175373" cy="526665"/>
              </a:xfrm>
              <a:custGeom>
                <a:rect b="b" l="l" r="r" t="t"/>
                <a:pathLst>
                  <a:path extrusionOk="0" h="526665" w="175373">
                    <a:moveTo>
                      <a:pt x="147628" y="117403"/>
                    </a:moveTo>
                    <a:cubicBezTo>
                      <a:pt x="161188" y="94906"/>
                      <a:pt x="190619" y="49603"/>
                      <a:pt x="165656" y="15704"/>
                    </a:cubicBezTo>
                    <a:cubicBezTo>
                      <a:pt x="145471" y="-11878"/>
                      <a:pt x="102942" y="3839"/>
                      <a:pt x="87687" y="10773"/>
                    </a:cubicBezTo>
                    <a:cubicBezTo>
                      <a:pt x="72278" y="3839"/>
                      <a:pt x="29903" y="-11878"/>
                      <a:pt x="9718" y="15704"/>
                    </a:cubicBezTo>
                    <a:cubicBezTo>
                      <a:pt x="-15245" y="49603"/>
                      <a:pt x="14186" y="94906"/>
                      <a:pt x="27746" y="117403"/>
                    </a:cubicBezTo>
                    <a:cubicBezTo>
                      <a:pt x="41306" y="139900"/>
                      <a:pt x="-1685" y="418186"/>
                      <a:pt x="14186" y="442994"/>
                    </a:cubicBezTo>
                    <a:cubicBezTo>
                      <a:pt x="26051" y="461023"/>
                      <a:pt x="38995" y="478435"/>
                      <a:pt x="52709" y="495077"/>
                    </a:cubicBezTo>
                    <a:cubicBezTo>
                      <a:pt x="52246" y="512027"/>
                      <a:pt x="65806" y="526203"/>
                      <a:pt x="82756" y="526665"/>
                    </a:cubicBezTo>
                    <a:cubicBezTo>
                      <a:pt x="83064" y="526665"/>
                      <a:pt x="83218" y="526665"/>
                      <a:pt x="83527" y="526665"/>
                    </a:cubicBezTo>
                    <a:lnTo>
                      <a:pt x="90306" y="526665"/>
                    </a:lnTo>
                    <a:cubicBezTo>
                      <a:pt x="107256" y="526665"/>
                      <a:pt x="121124" y="512951"/>
                      <a:pt x="121124" y="495847"/>
                    </a:cubicBezTo>
                    <a:cubicBezTo>
                      <a:pt x="121124" y="495539"/>
                      <a:pt x="121124" y="495385"/>
                      <a:pt x="121124" y="495077"/>
                    </a:cubicBezTo>
                    <a:cubicBezTo>
                      <a:pt x="134838" y="478435"/>
                      <a:pt x="147782" y="461023"/>
                      <a:pt x="159647" y="442994"/>
                    </a:cubicBezTo>
                    <a:cubicBezTo>
                      <a:pt x="177059" y="418186"/>
                      <a:pt x="134068" y="140054"/>
                      <a:pt x="147628" y="11740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8"/>
              <p:cNvSpPr/>
              <p:nvPr/>
            </p:nvSpPr>
            <p:spPr>
              <a:xfrm>
                <a:off x="3402605" y="3350802"/>
                <a:ext cx="255337" cy="1214471"/>
              </a:xfrm>
              <a:custGeom>
                <a:rect b="b" l="l" r="r" t="t"/>
                <a:pathLst>
                  <a:path extrusionOk="0" h="1214471" w="255337">
                    <a:moveTo>
                      <a:pt x="120575" y="7897"/>
                    </a:moveTo>
                    <a:cubicBezTo>
                      <a:pt x="120575" y="7897"/>
                      <a:pt x="50310" y="-14908"/>
                      <a:pt x="34285" y="16989"/>
                    </a:cubicBezTo>
                    <a:cubicBezTo>
                      <a:pt x="25348" y="39486"/>
                      <a:pt x="25348" y="64756"/>
                      <a:pt x="34285" y="87253"/>
                    </a:cubicBezTo>
                    <a:cubicBezTo>
                      <a:pt x="34285" y="87253"/>
                      <a:pt x="-4238" y="89565"/>
                      <a:pt x="385" y="118996"/>
                    </a:cubicBezTo>
                    <a:cubicBezTo>
                      <a:pt x="3775" y="137641"/>
                      <a:pt x="12404" y="154899"/>
                      <a:pt x="25348" y="168767"/>
                    </a:cubicBezTo>
                    <a:cubicBezTo>
                      <a:pt x="25348" y="168767"/>
                      <a:pt x="68339" y="547828"/>
                      <a:pt x="84210" y="692672"/>
                    </a:cubicBezTo>
                    <a:cubicBezTo>
                      <a:pt x="100081" y="837516"/>
                      <a:pt x="97924" y="1012716"/>
                      <a:pt x="84210" y="1033056"/>
                    </a:cubicBezTo>
                    <a:cubicBezTo>
                      <a:pt x="70496" y="1053396"/>
                      <a:pt x="13945" y="1082981"/>
                      <a:pt x="29816" y="1151089"/>
                    </a:cubicBezTo>
                    <a:cubicBezTo>
                      <a:pt x="45687" y="1219196"/>
                      <a:pt x="68339" y="1216885"/>
                      <a:pt x="95612" y="1212725"/>
                    </a:cubicBezTo>
                    <a:cubicBezTo>
                      <a:pt x="113795" y="1209026"/>
                      <a:pt x="130745" y="1201168"/>
                      <a:pt x="145538" y="1189919"/>
                    </a:cubicBezTo>
                    <a:cubicBezTo>
                      <a:pt x="145538" y="1189919"/>
                      <a:pt x="193151" y="1236146"/>
                      <a:pt x="227205" y="1194542"/>
                    </a:cubicBezTo>
                    <a:cubicBezTo>
                      <a:pt x="261259" y="1152938"/>
                      <a:pt x="263570" y="1119654"/>
                      <a:pt x="238608" y="1067418"/>
                    </a:cubicBezTo>
                    <a:cubicBezTo>
                      <a:pt x="213645" y="1015182"/>
                      <a:pt x="209022" y="1022116"/>
                      <a:pt x="197774" y="988062"/>
                    </a:cubicBezTo>
                    <a:cubicBezTo>
                      <a:pt x="186525" y="954008"/>
                      <a:pt x="125968" y="273394"/>
                      <a:pt x="125968" y="245812"/>
                    </a:cubicBezTo>
                    <a:lnTo>
                      <a:pt x="125968" y="204978"/>
                    </a:lnTo>
                    <a:cubicBezTo>
                      <a:pt x="125968" y="204978"/>
                      <a:pt x="166802" y="189569"/>
                      <a:pt x="153088" y="161833"/>
                    </a:cubicBezTo>
                    <a:cubicBezTo>
                      <a:pt x="139374" y="134097"/>
                      <a:pt x="121345" y="127779"/>
                      <a:pt x="130437" y="109597"/>
                    </a:cubicBezTo>
                    <a:cubicBezTo>
                      <a:pt x="139528" y="91414"/>
                      <a:pt x="172195" y="75389"/>
                      <a:pt x="172195" y="75389"/>
                    </a:cubicBezTo>
                    <a:cubicBezTo>
                      <a:pt x="172195" y="75389"/>
                      <a:pt x="156786" y="16989"/>
                      <a:pt x="120575" y="789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28"/>
              <p:cNvSpPr/>
              <p:nvPr/>
            </p:nvSpPr>
            <p:spPr>
              <a:xfrm>
                <a:off x="3481987" y="4467220"/>
                <a:ext cx="119214" cy="140221"/>
              </a:xfrm>
              <a:custGeom>
                <a:rect b="b" l="l" r="r" t="t"/>
                <a:pathLst>
                  <a:path extrusionOk="0" h="140221" w="119214">
                    <a:moveTo>
                      <a:pt x="119009" y="30818"/>
                    </a:moveTo>
                    <a:cubicBezTo>
                      <a:pt x="118238" y="14022"/>
                      <a:pt x="104986" y="770"/>
                      <a:pt x="88191" y="0"/>
                    </a:cubicBezTo>
                    <a:cubicBezTo>
                      <a:pt x="61533" y="0"/>
                      <a:pt x="24089" y="1233"/>
                      <a:pt x="10067" y="15409"/>
                    </a:cubicBezTo>
                    <a:cubicBezTo>
                      <a:pt x="-12584" y="38214"/>
                      <a:pt x="10067" y="72268"/>
                      <a:pt x="10067" y="72268"/>
                    </a:cubicBezTo>
                    <a:cubicBezTo>
                      <a:pt x="10067" y="72268"/>
                      <a:pt x="35030" y="140221"/>
                      <a:pt x="62304" y="140221"/>
                    </a:cubicBezTo>
                    <a:cubicBezTo>
                      <a:pt x="89577" y="140221"/>
                      <a:pt x="109917" y="124812"/>
                      <a:pt x="116697" y="78586"/>
                    </a:cubicBezTo>
                    <a:cubicBezTo>
                      <a:pt x="118854" y="62714"/>
                      <a:pt x="119625" y="46843"/>
                      <a:pt x="119009"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8"/>
              <p:cNvSpPr/>
              <p:nvPr/>
            </p:nvSpPr>
            <p:spPr>
              <a:xfrm>
                <a:off x="3589073" y="5541741"/>
                <a:ext cx="135067" cy="106963"/>
              </a:xfrm>
              <a:custGeom>
                <a:rect b="b" l="l" r="r" t="t"/>
                <a:pathLst>
                  <a:path extrusionOk="0" h="106963" w="135067">
                    <a:moveTo>
                      <a:pt x="18086" y="18129"/>
                    </a:moveTo>
                    <a:lnTo>
                      <a:pt x="4526" y="86082"/>
                    </a:lnTo>
                    <a:cubicBezTo>
                      <a:pt x="4526" y="86082"/>
                      <a:pt x="-22748" y="90705"/>
                      <a:pt x="56608" y="104265"/>
                    </a:cubicBezTo>
                    <a:cubicBezTo>
                      <a:pt x="135964" y="117825"/>
                      <a:pt x="138276" y="77145"/>
                      <a:pt x="133653" y="52183"/>
                    </a:cubicBezTo>
                    <a:cubicBezTo>
                      <a:pt x="131034" y="38777"/>
                      <a:pt x="129647" y="25063"/>
                      <a:pt x="129185" y="11349"/>
                    </a:cubicBezTo>
                    <a:cubicBezTo>
                      <a:pt x="129185" y="11349"/>
                      <a:pt x="22554" y="-18236"/>
                      <a:pt x="18086" y="1812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8"/>
              <p:cNvSpPr/>
              <p:nvPr/>
            </p:nvSpPr>
            <p:spPr>
              <a:xfrm>
                <a:off x="3460909" y="4544043"/>
                <a:ext cx="262742" cy="1025249"/>
              </a:xfrm>
              <a:custGeom>
                <a:rect b="b" l="l" r="r" t="t"/>
                <a:pathLst>
                  <a:path extrusionOk="0" h="1025249" w="262742">
                    <a:moveTo>
                      <a:pt x="246101" y="888703"/>
                    </a:moveTo>
                    <a:cubicBezTo>
                      <a:pt x="240707" y="861583"/>
                      <a:pt x="233157" y="835080"/>
                      <a:pt x="223449" y="809193"/>
                    </a:cubicBezTo>
                    <a:cubicBezTo>
                      <a:pt x="223449" y="809193"/>
                      <a:pt x="164433" y="173727"/>
                      <a:pt x="168902" y="146607"/>
                    </a:cubicBezTo>
                    <a:cubicBezTo>
                      <a:pt x="173370" y="119487"/>
                      <a:pt x="223449" y="126267"/>
                      <a:pt x="202955" y="67251"/>
                    </a:cubicBezTo>
                    <a:cubicBezTo>
                      <a:pt x="182461" y="8235"/>
                      <a:pt x="155342" y="1455"/>
                      <a:pt x="137159" y="1455"/>
                    </a:cubicBezTo>
                    <a:cubicBezTo>
                      <a:pt x="118977" y="1455"/>
                      <a:pt x="55492" y="-7637"/>
                      <a:pt x="37309" y="19637"/>
                    </a:cubicBezTo>
                    <a:cubicBezTo>
                      <a:pt x="16815" y="20562"/>
                      <a:pt x="790" y="37666"/>
                      <a:pt x="944" y="58160"/>
                    </a:cubicBezTo>
                    <a:cubicBezTo>
                      <a:pt x="-1213" y="86974"/>
                      <a:pt x="327" y="115943"/>
                      <a:pt x="5567" y="144450"/>
                    </a:cubicBezTo>
                    <a:cubicBezTo>
                      <a:pt x="12346" y="169412"/>
                      <a:pt x="128838" y="856960"/>
                      <a:pt x="128838" y="856960"/>
                    </a:cubicBezTo>
                    <a:cubicBezTo>
                      <a:pt x="128838" y="856960"/>
                      <a:pt x="133461" y="1004424"/>
                      <a:pt x="147021" y="1015827"/>
                    </a:cubicBezTo>
                    <a:cubicBezTo>
                      <a:pt x="160581" y="1027230"/>
                      <a:pt x="194635" y="1017984"/>
                      <a:pt x="194635" y="1017984"/>
                    </a:cubicBezTo>
                    <a:cubicBezTo>
                      <a:pt x="194635" y="1017984"/>
                      <a:pt x="190166" y="1027076"/>
                      <a:pt x="217440" y="1024918"/>
                    </a:cubicBezTo>
                    <a:cubicBezTo>
                      <a:pt x="244714" y="1022761"/>
                      <a:pt x="262742" y="1015827"/>
                      <a:pt x="262742" y="990864"/>
                    </a:cubicBezTo>
                    <a:cubicBezTo>
                      <a:pt x="260123" y="956348"/>
                      <a:pt x="254575" y="922141"/>
                      <a:pt x="246101" y="888703"/>
                    </a:cubicBezTo>
                    <a:close/>
                    <a:moveTo>
                      <a:pt x="132691" y="693471"/>
                    </a:moveTo>
                    <a:lnTo>
                      <a:pt x="62272" y="269879"/>
                    </a:lnTo>
                    <a:cubicBezTo>
                      <a:pt x="54259" y="216564"/>
                      <a:pt x="52718" y="162478"/>
                      <a:pt x="57803" y="108701"/>
                    </a:cubicBezTo>
                    <a:cubicBezTo>
                      <a:pt x="65816" y="132585"/>
                      <a:pt x="72595" y="156777"/>
                      <a:pt x="78143" y="181277"/>
                    </a:cubicBezTo>
                    <a:cubicBezTo>
                      <a:pt x="82765" y="206240"/>
                      <a:pt x="96325" y="276659"/>
                      <a:pt x="123599" y="437683"/>
                    </a:cubicBezTo>
                    <a:cubicBezTo>
                      <a:pt x="150873" y="598706"/>
                      <a:pt x="171213" y="889319"/>
                      <a:pt x="171213" y="889319"/>
                    </a:cubicBezTo>
                    <a:lnTo>
                      <a:pt x="180304" y="955115"/>
                    </a:lnTo>
                    <a:cubicBezTo>
                      <a:pt x="175527" y="936316"/>
                      <a:pt x="132691" y="693471"/>
                      <a:pt x="132691" y="693471"/>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8"/>
              <p:cNvSpPr/>
              <p:nvPr/>
            </p:nvSpPr>
            <p:spPr>
              <a:xfrm>
                <a:off x="3566962" y="5623423"/>
                <a:ext cx="173669" cy="79235"/>
              </a:xfrm>
              <a:custGeom>
                <a:rect b="b" l="l" r="r" t="t"/>
                <a:pathLst>
                  <a:path extrusionOk="0" h="79235" w="173669">
                    <a:moveTo>
                      <a:pt x="172252" y="27514"/>
                    </a:moveTo>
                    <a:cubicBezTo>
                      <a:pt x="166397" y="10564"/>
                      <a:pt x="150063" y="-684"/>
                      <a:pt x="132189" y="86"/>
                    </a:cubicBezTo>
                    <a:cubicBezTo>
                      <a:pt x="96902" y="-376"/>
                      <a:pt x="61770" y="1011"/>
                      <a:pt x="26637" y="4401"/>
                    </a:cubicBezTo>
                    <a:cubicBezTo>
                      <a:pt x="9841" y="6712"/>
                      <a:pt x="-2024" y="22275"/>
                      <a:pt x="288" y="39071"/>
                    </a:cubicBezTo>
                    <a:cubicBezTo>
                      <a:pt x="750" y="42923"/>
                      <a:pt x="1983" y="46468"/>
                      <a:pt x="3832" y="49858"/>
                    </a:cubicBezTo>
                    <a:cubicBezTo>
                      <a:pt x="15235" y="68040"/>
                      <a:pt x="83342" y="88380"/>
                      <a:pt x="128645" y="74820"/>
                    </a:cubicBezTo>
                    <a:cubicBezTo>
                      <a:pt x="161928" y="64958"/>
                      <a:pt x="178878" y="49241"/>
                      <a:pt x="172252" y="2751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28"/>
              <p:cNvSpPr/>
              <p:nvPr/>
            </p:nvSpPr>
            <p:spPr>
              <a:xfrm>
                <a:off x="3485045" y="5724907"/>
                <a:ext cx="37799" cy="41737"/>
              </a:xfrm>
              <a:custGeom>
                <a:rect b="b" l="l" r="r" t="t"/>
                <a:pathLst>
                  <a:path extrusionOk="0" h="41737" w="37799">
                    <a:moveTo>
                      <a:pt x="35516" y="8469"/>
                    </a:moveTo>
                    <a:cubicBezTo>
                      <a:pt x="35516" y="8469"/>
                      <a:pt x="30739" y="-2318"/>
                      <a:pt x="23805" y="456"/>
                    </a:cubicBezTo>
                    <a:cubicBezTo>
                      <a:pt x="16871" y="3230"/>
                      <a:pt x="16100" y="12783"/>
                      <a:pt x="15484" y="15865"/>
                    </a:cubicBezTo>
                    <a:cubicBezTo>
                      <a:pt x="14868" y="18947"/>
                      <a:pt x="10091" y="20025"/>
                      <a:pt x="5468" y="25881"/>
                    </a:cubicBezTo>
                    <a:cubicBezTo>
                      <a:pt x="846" y="31736"/>
                      <a:pt x="-4085" y="36051"/>
                      <a:pt x="5468" y="41290"/>
                    </a:cubicBezTo>
                    <a:cubicBezTo>
                      <a:pt x="11786" y="42985"/>
                      <a:pt x="18412" y="39749"/>
                      <a:pt x="20877" y="33585"/>
                    </a:cubicBezTo>
                    <a:cubicBezTo>
                      <a:pt x="22264" y="27576"/>
                      <a:pt x="20877" y="32199"/>
                      <a:pt x="24729" y="27576"/>
                    </a:cubicBezTo>
                    <a:cubicBezTo>
                      <a:pt x="28582" y="22953"/>
                      <a:pt x="35208" y="24032"/>
                      <a:pt x="37211" y="17252"/>
                    </a:cubicBezTo>
                    <a:cubicBezTo>
                      <a:pt x="38444" y="14170"/>
                      <a:pt x="37673" y="10780"/>
                      <a:pt x="35516" y="846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28"/>
              <p:cNvSpPr/>
              <p:nvPr/>
            </p:nvSpPr>
            <p:spPr>
              <a:xfrm>
                <a:off x="3518712" y="5654736"/>
                <a:ext cx="78837" cy="82742"/>
              </a:xfrm>
              <a:custGeom>
                <a:rect b="b" l="l" r="r" t="t"/>
                <a:pathLst>
                  <a:path extrusionOk="0" h="82742" w="78837">
                    <a:moveTo>
                      <a:pt x="63485" y="2674"/>
                    </a:moveTo>
                    <a:lnTo>
                      <a:pt x="0" y="70781"/>
                    </a:lnTo>
                    <a:cubicBezTo>
                      <a:pt x="0" y="70781"/>
                      <a:pt x="9091" y="86190"/>
                      <a:pt x="22651" y="82030"/>
                    </a:cubicBezTo>
                    <a:cubicBezTo>
                      <a:pt x="22651" y="82030"/>
                      <a:pt x="77815" y="17312"/>
                      <a:pt x="78740" y="9454"/>
                    </a:cubicBezTo>
                    <a:cubicBezTo>
                      <a:pt x="79664" y="1595"/>
                      <a:pt x="73963" y="-3336"/>
                      <a:pt x="63485" y="267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28"/>
              <p:cNvSpPr/>
              <p:nvPr/>
            </p:nvSpPr>
            <p:spPr>
              <a:xfrm>
                <a:off x="3566317" y="5664609"/>
                <a:ext cx="50833" cy="86348"/>
              </a:xfrm>
              <a:custGeom>
                <a:rect b="b" l="l" r="r" t="t"/>
                <a:pathLst>
                  <a:path extrusionOk="0" h="86348" w="50833">
                    <a:moveTo>
                      <a:pt x="36528" y="4357"/>
                    </a:moveTo>
                    <a:cubicBezTo>
                      <a:pt x="36528" y="4357"/>
                      <a:pt x="10025" y="56439"/>
                      <a:pt x="3861" y="64143"/>
                    </a:cubicBezTo>
                    <a:cubicBezTo>
                      <a:pt x="-2302" y="71848"/>
                      <a:pt x="-761" y="82788"/>
                      <a:pt x="6173" y="85254"/>
                    </a:cubicBezTo>
                    <a:cubicBezTo>
                      <a:pt x="13107" y="87719"/>
                      <a:pt x="19424" y="86795"/>
                      <a:pt x="24047" y="74313"/>
                    </a:cubicBezTo>
                    <a:cubicBezTo>
                      <a:pt x="28670" y="61832"/>
                      <a:pt x="38069" y="41646"/>
                      <a:pt x="46544" y="23001"/>
                    </a:cubicBezTo>
                    <a:cubicBezTo>
                      <a:pt x="55019" y="4357"/>
                      <a:pt x="50550" y="-6584"/>
                      <a:pt x="36528" y="435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28"/>
              <p:cNvSpPr/>
              <p:nvPr/>
            </p:nvSpPr>
            <p:spPr>
              <a:xfrm>
                <a:off x="3601033" y="5663559"/>
                <a:ext cx="45881" cy="101741"/>
              </a:xfrm>
              <a:custGeom>
                <a:rect b="b" l="l" r="r" t="t"/>
                <a:pathLst>
                  <a:path extrusionOk="0" h="101741" w="45881">
                    <a:moveTo>
                      <a:pt x="24308" y="4482"/>
                    </a:moveTo>
                    <a:cubicBezTo>
                      <a:pt x="24308" y="4482"/>
                      <a:pt x="6434" y="66118"/>
                      <a:pt x="1041" y="80756"/>
                    </a:cubicBezTo>
                    <a:cubicBezTo>
                      <a:pt x="-2041" y="88615"/>
                      <a:pt x="1965" y="97552"/>
                      <a:pt x="9824" y="100634"/>
                    </a:cubicBezTo>
                    <a:cubicBezTo>
                      <a:pt x="11981" y="101404"/>
                      <a:pt x="14139" y="101866"/>
                      <a:pt x="16450" y="101713"/>
                    </a:cubicBezTo>
                    <a:cubicBezTo>
                      <a:pt x="24925" y="99401"/>
                      <a:pt x="26466" y="94008"/>
                      <a:pt x="31859" y="72281"/>
                    </a:cubicBezTo>
                    <a:cubicBezTo>
                      <a:pt x="37252" y="50555"/>
                      <a:pt x="45111" y="21740"/>
                      <a:pt x="45881" y="11570"/>
                    </a:cubicBezTo>
                    <a:cubicBezTo>
                      <a:pt x="45573" y="4790"/>
                      <a:pt x="39872" y="-295"/>
                      <a:pt x="33092" y="13"/>
                    </a:cubicBezTo>
                    <a:cubicBezTo>
                      <a:pt x="29702" y="168"/>
                      <a:pt x="26466" y="1862"/>
                      <a:pt x="24308" y="4482"/>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28"/>
              <p:cNvSpPr/>
              <p:nvPr/>
            </p:nvSpPr>
            <p:spPr>
              <a:xfrm>
                <a:off x="3656453" y="5667678"/>
                <a:ext cx="58021" cy="114389"/>
              </a:xfrm>
              <a:custGeom>
                <a:rect b="b" l="l" r="r" t="t"/>
                <a:pathLst>
                  <a:path extrusionOk="0" h="114389" w="58021">
                    <a:moveTo>
                      <a:pt x="1556" y="12844"/>
                    </a:moveTo>
                    <a:cubicBezTo>
                      <a:pt x="1556" y="12844"/>
                      <a:pt x="785" y="75867"/>
                      <a:pt x="15" y="89118"/>
                    </a:cubicBezTo>
                    <a:cubicBezTo>
                      <a:pt x="-448" y="102524"/>
                      <a:pt x="10031" y="113927"/>
                      <a:pt x="23436" y="114389"/>
                    </a:cubicBezTo>
                    <a:cubicBezTo>
                      <a:pt x="24977" y="114389"/>
                      <a:pt x="26518" y="114389"/>
                      <a:pt x="28059" y="114081"/>
                    </a:cubicBezTo>
                    <a:cubicBezTo>
                      <a:pt x="46704" y="113156"/>
                      <a:pt x="52097" y="103141"/>
                      <a:pt x="55333" y="78178"/>
                    </a:cubicBezTo>
                    <a:cubicBezTo>
                      <a:pt x="58569" y="53216"/>
                      <a:pt x="60726" y="26096"/>
                      <a:pt x="50556" y="12074"/>
                    </a:cubicBezTo>
                    <a:cubicBezTo>
                      <a:pt x="40386" y="-1949"/>
                      <a:pt x="4637" y="-6263"/>
                      <a:pt x="1556" y="1284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28"/>
              <p:cNvSpPr/>
              <p:nvPr/>
            </p:nvSpPr>
            <p:spPr>
              <a:xfrm>
                <a:off x="3651349" y="5737722"/>
                <a:ext cx="66829" cy="95034"/>
              </a:xfrm>
              <a:custGeom>
                <a:rect b="b" l="l" r="r" t="t"/>
                <a:pathLst>
                  <a:path extrusionOk="0" h="95034" w="66829">
                    <a:moveTo>
                      <a:pt x="62132" y="19846"/>
                    </a:moveTo>
                    <a:cubicBezTo>
                      <a:pt x="62132" y="19846"/>
                      <a:pt x="44258" y="-3422"/>
                      <a:pt x="26229" y="431"/>
                    </a:cubicBezTo>
                    <a:cubicBezTo>
                      <a:pt x="8201" y="4283"/>
                      <a:pt x="12361" y="29245"/>
                      <a:pt x="2962" y="46657"/>
                    </a:cubicBezTo>
                    <a:cubicBezTo>
                      <a:pt x="-6438" y="64070"/>
                      <a:pt x="7584" y="87029"/>
                      <a:pt x="30236" y="92884"/>
                    </a:cubicBezTo>
                    <a:cubicBezTo>
                      <a:pt x="42100" y="98278"/>
                      <a:pt x="56123" y="93192"/>
                      <a:pt x="61516" y="81328"/>
                    </a:cubicBezTo>
                    <a:cubicBezTo>
                      <a:pt x="62903" y="78400"/>
                      <a:pt x="63673" y="75010"/>
                      <a:pt x="63673" y="71774"/>
                    </a:cubicBezTo>
                    <a:cubicBezTo>
                      <a:pt x="63673" y="64378"/>
                      <a:pt x="64752" y="57135"/>
                      <a:pt x="66755" y="50047"/>
                    </a:cubicBezTo>
                    <a:cubicBezTo>
                      <a:pt x="67217" y="39723"/>
                      <a:pt x="65522" y="29554"/>
                      <a:pt x="62132" y="1984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28"/>
              <p:cNvSpPr/>
              <p:nvPr/>
            </p:nvSpPr>
            <p:spPr>
              <a:xfrm>
                <a:off x="3642900" y="5797370"/>
                <a:ext cx="51097" cy="50335"/>
              </a:xfrm>
              <a:custGeom>
                <a:rect b="b" l="l" r="r" t="t"/>
                <a:pathLst>
                  <a:path extrusionOk="0" h="50335" w="51097">
                    <a:moveTo>
                      <a:pt x="50858" y="40324"/>
                    </a:moveTo>
                    <a:cubicBezTo>
                      <a:pt x="52091" y="28305"/>
                      <a:pt x="48546" y="16286"/>
                      <a:pt x="40842" y="6887"/>
                    </a:cubicBezTo>
                    <a:cubicBezTo>
                      <a:pt x="32521" y="-1896"/>
                      <a:pt x="18653" y="-2359"/>
                      <a:pt x="9870" y="5962"/>
                    </a:cubicBezTo>
                    <a:cubicBezTo>
                      <a:pt x="6634" y="8890"/>
                      <a:pt x="4477" y="12896"/>
                      <a:pt x="3552" y="17057"/>
                    </a:cubicBezTo>
                    <a:cubicBezTo>
                      <a:pt x="-2765" y="34931"/>
                      <a:pt x="-1225" y="43406"/>
                      <a:pt x="12798" y="47875"/>
                    </a:cubicBezTo>
                    <a:cubicBezTo>
                      <a:pt x="25895" y="52960"/>
                      <a:pt x="40688" y="50032"/>
                      <a:pt x="50858" y="4032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28"/>
              <p:cNvSpPr/>
              <p:nvPr/>
            </p:nvSpPr>
            <p:spPr>
              <a:xfrm>
                <a:off x="3576187" y="5750381"/>
                <a:ext cx="54013" cy="74840"/>
              </a:xfrm>
              <a:custGeom>
                <a:rect b="b" l="l" r="r" t="t"/>
                <a:pathLst>
                  <a:path extrusionOk="0" h="74840" w="54013">
                    <a:moveTo>
                      <a:pt x="47614" y="10268"/>
                    </a:moveTo>
                    <a:cubicBezTo>
                      <a:pt x="47614" y="10268"/>
                      <a:pt x="35903" y="-5141"/>
                      <a:pt x="25887" y="1794"/>
                    </a:cubicBezTo>
                    <a:cubicBezTo>
                      <a:pt x="15872" y="8728"/>
                      <a:pt x="18029" y="24290"/>
                      <a:pt x="18029" y="29684"/>
                    </a:cubicBezTo>
                    <a:cubicBezTo>
                      <a:pt x="18029" y="35077"/>
                      <a:pt x="11095" y="38313"/>
                      <a:pt x="5702" y="49253"/>
                    </a:cubicBezTo>
                    <a:cubicBezTo>
                      <a:pt x="309" y="60194"/>
                      <a:pt x="-6163" y="68823"/>
                      <a:pt x="11865" y="74832"/>
                    </a:cubicBezTo>
                    <a:cubicBezTo>
                      <a:pt x="22497" y="75140"/>
                      <a:pt x="31897" y="67436"/>
                      <a:pt x="33592" y="56957"/>
                    </a:cubicBezTo>
                    <a:cubicBezTo>
                      <a:pt x="33592" y="46787"/>
                      <a:pt x="33592" y="54646"/>
                      <a:pt x="37598" y="46017"/>
                    </a:cubicBezTo>
                    <a:cubicBezTo>
                      <a:pt x="41605" y="37388"/>
                      <a:pt x="53007" y="36772"/>
                      <a:pt x="53932" y="25061"/>
                    </a:cubicBezTo>
                    <a:cubicBezTo>
                      <a:pt x="54856" y="13350"/>
                      <a:pt x="47614" y="10268"/>
                      <a:pt x="47614" y="1026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28"/>
              <p:cNvSpPr/>
              <p:nvPr/>
            </p:nvSpPr>
            <p:spPr>
              <a:xfrm>
                <a:off x="3536490" y="5741822"/>
                <a:ext cx="53956" cy="74925"/>
              </a:xfrm>
              <a:custGeom>
                <a:rect b="b" l="l" r="r" t="t"/>
                <a:pathLst>
                  <a:path extrusionOk="0" h="74925" w="53956">
                    <a:moveTo>
                      <a:pt x="47710" y="10353"/>
                    </a:moveTo>
                    <a:cubicBezTo>
                      <a:pt x="47710" y="10353"/>
                      <a:pt x="35999" y="-5056"/>
                      <a:pt x="25829" y="1724"/>
                    </a:cubicBezTo>
                    <a:cubicBezTo>
                      <a:pt x="15659" y="8504"/>
                      <a:pt x="18125" y="24375"/>
                      <a:pt x="18125" y="29768"/>
                    </a:cubicBezTo>
                    <a:cubicBezTo>
                      <a:pt x="18125" y="35161"/>
                      <a:pt x="11037" y="38243"/>
                      <a:pt x="5644" y="49183"/>
                    </a:cubicBezTo>
                    <a:cubicBezTo>
                      <a:pt x="250" y="60124"/>
                      <a:pt x="-6067" y="68907"/>
                      <a:pt x="11807" y="74916"/>
                    </a:cubicBezTo>
                    <a:cubicBezTo>
                      <a:pt x="22594" y="75224"/>
                      <a:pt x="31839" y="67674"/>
                      <a:pt x="33688" y="57042"/>
                    </a:cubicBezTo>
                    <a:cubicBezTo>
                      <a:pt x="33688" y="46872"/>
                      <a:pt x="33688" y="54576"/>
                      <a:pt x="37540" y="46102"/>
                    </a:cubicBezTo>
                    <a:cubicBezTo>
                      <a:pt x="41392" y="37626"/>
                      <a:pt x="52949" y="36702"/>
                      <a:pt x="53874" y="25145"/>
                    </a:cubicBezTo>
                    <a:cubicBezTo>
                      <a:pt x="54798" y="13588"/>
                      <a:pt x="47710" y="10353"/>
                      <a:pt x="47710" y="1035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28"/>
              <p:cNvSpPr/>
              <p:nvPr/>
            </p:nvSpPr>
            <p:spPr>
              <a:xfrm>
                <a:off x="3501454" y="5732442"/>
                <a:ext cx="46887" cy="65057"/>
              </a:xfrm>
              <a:custGeom>
                <a:rect b="b" l="l" r="r" t="t"/>
                <a:pathLst>
                  <a:path extrusionOk="0" h="65057" w="46887">
                    <a:moveTo>
                      <a:pt x="41450" y="8946"/>
                    </a:moveTo>
                    <a:cubicBezTo>
                      <a:pt x="41450" y="8946"/>
                      <a:pt x="31280" y="-4460"/>
                      <a:pt x="22497" y="1550"/>
                    </a:cubicBezTo>
                    <a:cubicBezTo>
                      <a:pt x="13714" y="7559"/>
                      <a:pt x="15717" y="21119"/>
                      <a:pt x="15717" y="25896"/>
                    </a:cubicBezTo>
                    <a:cubicBezTo>
                      <a:pt x="15717" y="30673"/>
                      <a:pt x="9708" y="33292"/>
                      <a:pt x="4931" y="42846"/>
                    </a:cubicBezTo>
                    <a:cubicBezTo>
                      <a:pt x="154" y="52399"/>
                      <a:pt x="-5239" y="59950"/>
                      <a:pt x="10324" y="65035"/>
                    </a:cubicBezTo>
                    <a:cubicBezTo>
                      <a:pt x="19569" y="65497"/>
                      <a:pt x="27736" y="58871"/>
                      <a:pt x="29277" y="49626"/>
                    </a:cubicBezTo>
                    <a:cubicBezTo>
                      <a:pt x="29277" y="40688"/>
                      <a:pt x="29277" y="47468"/>
                      <a:pt x="32667" y="40072"/>
                    </a:cubicBezTo>
                    <a:cubicBezTo>
                      <a:pt x="36057" y="32676"/>
                      <a:pt x="46227" y="31906"/>
                      <a:pt x="46843" y="21889"/>
                    </a:cubicBezTo>
                    <a:cubicBezTo>
                      <a:pt x="47460" y="11874"/>
                      <a:pt x="41450" y="8946"/>
                      <a:pt x="41450" y="894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28"/>
              <p:cNvSpPr/>
              <p:nvPr/>
            </p:nvSpPr>
            <p:spPr>
              <a:xfrm>
                <a:off x="3648037" y="5517614"/>
                <a:ext cx="74868" cy="50756"/>
              </a:xfrm>
              <a:custGeom>
                <a:rect b="b" l="l" r="r" t="t"/>
                <a:pathLst>
                  <a:path extrusionOk="0" h="50756" w="74868">
                    <a:moveTo>
                      <a:pt x="74844" y="17294"/>
                    </a:moveTo>
                    <a:cubicBezTo>
                      <a:pt x="74844" y="17294"/>
                      <a:pt x="18293" y="1885"/>
                      <a:pt x="13208" y="190"/>
                    </a:cubicBezTo>
                    <a:cubicBezTo>
                      <a:pt x="8123" y="-1505"/>
                      <a:pt x="-2201" y="8357"/>
                      <a:pt x="419" y="21146"/>
                    </a:cubicBezTo>
                    <a:cubicBezTo>
                      <a:pt x="3038" y="33936"/>
                      <a:pt x="7507" y="44414"/>
                      <a:pt x="7507" y="44414"/>
                    </a:cubicBezTo>
                    <a:cubicBezTo>
                      <a:pt x="16906" y="49653"/>
                      <a:pt x="27693" y="51810"/>
                      <a:pt x="38325" y="50269"/>
                    </a:cubicBezTo>
                    <a:cubicBezTo>
                      <a:pt x="57894" y="49036"/>
                      <a:pt x="75615" y="45955"/>
                      <a:pt x="74844" y="1729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28"/>
              <p:cNvSpPr/>
              <p:nvPr/>
            </p:nvSpPr>
            <p:spPr>
              <a:xfrm>
                <a:off x="3944836" y="3350802"/>
                <a:ext cx="255337" cy="1214625"/>
              </a:xfrm>
              <a:custGeom>
                <a:rect b="b" l="l" r="r" t="t"/>
                <a:pathLst>
                  <a:path extrusionOk="0" h="1214625" w="255337">
                    <a:moveTo>
                      <a:pt x="134762" y="7897"/>
                    </a:moveTo>
                    <a:cubicBezTo>
                      <a:pt x="134762" y="7897"/>
                      <a:pt x="205027" y="-14908"/>
                      <a:pt x="221052" y="16989"/>
                    </a:cubicBezTo>
                    <a:cubicBezTo>
                      <a:pt x="229990" y="39486"/>
                      <a:pt x="229990" y="64756"/>
                      <a:pt x="221052" y="87253"/>
                    </a:cubicBezTo>
                    <a:cubicBezTo>
                      <a:pt x="221052" y="87253"/>
                      <a:pt x="259575" y="89565"/>
                      <a:pt x="254952" y="118996"/>
                    </a:cubicBezTo>
                    <a:cubicBezTo>
                      <a:pt x="251562" y="137641"/>
                      <a:pt x="242933" y="155053"/>
                      <a:pt x="229990" y="168921"/>
                    </a:cubicBezTo>
                    <a:cubicBezTo>
                      <a:pt x="229990" y="168921"/>
                      <a:pt x="186999" y="547982"/>
                      <a:pt x="171127" y="692826"/>
                    </a:cubicBezTo>
                    <a:cubicBezTo>
                      <a:pt x="155256" y="837670"/>
                      <a:pt x="157413" y="1012870"/>
                      <a:pt x="171127" y="1033210"/>
                    </a:cubicBezTo>
                    <a:cubicBezTo>
                      <a:pt x="184841" y="1053550"/>
                      <a:pt x="241392" y="1083135"/>
                      <a:pt x="225521" y="1151243"/>
                    </a:cubicBezTo>
                    <a:cubicBezTo>
                      <a:pt x="209650" y="1219350"/>
                      <a:pt x="186999" y="1217039"/>
                      <a:pt x="159725" y="1212879"/>
                    </a:cubicBezTo>
                    <a:cubicBezTo>
                      <a:pt x="141542" y="1209181"/>
                      <a:pt x="124592" y="1201322"/>
                      <a:pt x="109800" y="1190073"/>
                    </a:cubicBezTo>
                    <a:cubicBezTo>
                      <a:pt x="109800" y="1190073"/>
                      <a:pt x="62186" y="1236300"/>
                      <a:pt x="28132" y="1194696"/>
                    </a:cubicBezTo>
                    <a:cubicBezTo>
                      <a:pt x="-5922" y="1153092"/>
                      <a:pt x="-8233" y="1119809"/>
                      <a:pt x="16729" y="1067572"/>
                    </a:cubicBezTo>
                    <a:cubicBezTo>
                      <a:pt x="41692" y="1015336"/>
                      <a:pt x="46315" y="1022270"/>
                      <a:pt x="57563" y="988216"/>
                    </a:cubicBezTo>
                    <a:cubicBezTo>
                      <a:pt x="68812" y="954162"/>
                      <a:pt x="130140" y="273394"/>
                      <a:pt x="130140" y="246120"/>
                    </a:cubicBezTo>
                    <a:lnTo>
                      <a:pt x="130140" y="205286"/>
                    </a:lnTo>
                    <a:cubicBezTo>
                      <a:pt x="130140" y="205286"/>
                      <a:pt x="89306" y="189877"/>
                      <a:pt x="103020" y="162141"/>
                    </a:cubicBezTo>
                    <a:cubicBezTo>
                      <a:pt x="116734" y="134405"/>
                      <a:pt x="134762" y="128087"/>
                      <a:pt x="125671" y="109905"/>
                    </a:cubicBezTo>
                    <a:cubicBezTo>
                      <a:pt x="116580" y="91722"/>
                      <a:pt x="83142" y="75389"/>
                      <a:pt x="83142" y="75389"/>
                    </a:cubicBezTo>
                    <a:cubicBezTo>
                      <a:pt x="83142" y="75389"/>
                      <a:pt x="98397" y="16989"/>
                      <a:pt x="134762" y="789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8"/>
              <p:cNvSpPr/>
              <p:nvPr/>
            </p:nvSpPr>
            <p:spPr>
              <a:xfrm>
                <a:off x="4001578" y="4467220"/>
                <a:ext cx="119214" cy="140221"/>
              </a:xfrm>
              <a:custGeom>
                <a:rect b="b" l="l" r="r" t="t"/>
                <a:pathLst>
                  <a:path extrusionOk="0" h="140221" w="119214">
                    <a:moveTo>
                      <a:pt x="205" y="30818"/>
                    </a:moveTo>
                    <a:cubicBezTo>
                      <a:pt x="976" y="14022"/>
                      <a:pt x="14228" y="770"/>
                      <a:pt x="31023" y="0"/>
                    </a:cubicBezTo>
                    <a:cubicBezTo>
                      <a:pt x="57681" y="0"/>
                      <a:pt x="95125" y="1233"/>
                      <a:pt x="109147" y="15409"/>
                    </a:cubicBezTo>
                    <a:cubicBezTo>
                      <a:pt x="131798" y="38214"/>
                      <a:pt x="109147" y="72268"/>
                      <a:pt x="109147" y="72268"/>
                    </a:cubicBezTo>
                    <a:cubicBezTo>
                      <a:pt x="109147" y="72268"/>
                      <a:pt x="84184" y="140221"/>
                      <a:pt x="56910" y="140221"/>
                    </a:cubicBezTo>
                    <a:cubicBezTo>
                      <a:pt x="29637" y="140221"/>
                      <a:pt x="9297" y="124812"/>
                      <a:pt x="2517" y="78586"/>
                    </a:cubicBezTo>
                    <a:cubicBezTo>
                      <a:pt x="359" y="62714"/>
                      <a:pt x="-411" y="46843"/>
                      <a:pt x="205" y="3081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8"/>
              <p:cNvSpPr/>
              <p:nvPr/>
            </p:nvSpPr>
            <p:spPr>
              <a:xfrm>
                <a:off x="3878638" y="5541741"/>
                <a:ext cx="135067" cy="106963"/>
              </a:xfrm>
              <a:custGeom>
                <a:rect b="b" l="l" r="r" t="t"/>
                <a:pathLst>
                  <a:path extrusionOk="0" h="106963" w="135067">
                    <a:moveTo>
                      <a:pt x="116981" y="18129"/>
                    </a:moveTo>
                    <a:lnTo>
                      <a:pt x="130541" y="86082"/>
                    </a:lnTo>
                    <a:cubicBezTo>
                      <a:pt x="130541" y="86082"/>
                      <a:pt x="157815" y="90705"/>
                      <a:pt x="78459" y="104265"/>
                    </a:cubicBezTo>
                    <a:cubicBezTo>
                      <a:pt x="-897" y="117825"/>
                      <a:pt x="-3209" y="77145"/>
                      <a:pt x="1414" y="52183"/>
                    </a:cubicBezTo>
                    <a:cubicBezTo>
                      <a:pt x="4034" y="38777"/>
                      <a:pt x="5421" y="25063"/>
                      <a:pt x="5883" y="11349"/>
                    </a:cubicBezTo>
                    <a:cubicBezTo>
                      <a:pt x="5883" y="11349"/>
                      <a:pt x="112205" y="-18236"/>
                      <a:pt x="116981" y="1812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28"/>
              <p:cNvSpPr/>
              <p:nvPr/>
            </p:nvSpPr>
            <p:spPr>
              <a:xfrm>
                <a:off x="3879128" y="4544043"/>
                <a:ext cx="262742" cy="1025249"/>
              </a:xfrm>
              <a:custGeom>
                <a:rect b="b" l="l" r="r" t="t"/>
                <a:pathLst>
                  <a:path extrusionOk="0" h="1025249" w="262742">
                    <a:moveTo>
                      <a:pt x="16642" y="888703"/>
                    </a:moveTo>
                    <a:cubicBezTo>
                      <a:pt x="22035" y="861583"/>
                      <a:pt x="29585" y="835080"/>
                      <a:pt x="39293" y="809193"/>
                    </a:cubicBezTo>
                    <a:cubicBezTo>
                      <a:pt x="39293" y="809193"/>
                      <a:pt x="98309" y="173727"/>
                      <a:pt x="93841" y="146607"/>
                    </a:cubicBezTo>
                    <a:cubicBezTo>
                      <a:pt x="89372" y="119487"/>
                      <a:pt x="39293" y="126267"/>
                      <a:pt x="59787" y="67251"/>
                    </a:cubicBezTo>
                    <a:cubicBezTo>
                      <a:pt x="80281" y="8235"/>
                      <a:pt x="107400" y="1455"/>
                      <a:pt x="125583" y="1455"/>
                    </a:cubicBezTo>
                    <a:cubicBezTo>
                      <a:pt x="143766" y="1455"/>
                      <a:pt x="207251" y="-7637"/>
                      <a:pt x="225433" y="19637"/>
                    </a:cubicBezTo>
                    <a:cubicBezTo>
                      <a:pt x="245927" y="20562"/>
                      <a:pt x="261952" y="37666"/>
                      <a:pt x="261798" y="58160"/>
                    </a:cubicBezTo>
                    <a:cubicBezTo>
                      <a:pt x="263956" y="86974"/>
                      <a:pt x="262415" y="115943"/>
                      <a:pt x="257176" y="144450"/>
                    </a:cubicBezTo>
                    <a:cubicBezTo>
                      <a:pt x="250396" y="169412"/>
                      <a:pt x="133904" y="856960"/>
                      <a:pt x="133904" y="856960"/>
                    </a:cubicBezTo>
                    <a:cubicBezTo>
                      <a:pt x="133904" y="856960"/>
                      <a:pt x="129281" y="1004424"/>
                      <a:pt x="115721" y="1015827"/>
                    </a:cubicBezTo>
                    <a:cubicBezTo>
                      <a:pt x="102161" y="1027230"/>
                      <a:pt x="68108" y="1017984"/>
                      <a:pt x="68108" y="1017984"/>
                    </a:cubicBezTo>
                    <a:cubicBezTo>
                      <a:pt x="68108" y="1017984"/>
                      <a:pt x="72576" y="1027076"/>
                      <a:pt x="45302" y="1024918"/>
                    </a:cubicBezTo>
                    <a:cubicBezTo>
                      <a:pt x="18028" y="1022761"/>
                      <a:pt x="0" y="1015827"/>
                      <a:pt x="0" y="990864"/>
                    </a:cubicBezTo>
                    <a:cubicBezTo>
                      <a:pt x="2619" y="956348"/>
                      <a:pt x="8167" y="922141"/>
                      <a:pt x="16642" y="888703"/>
                    </a:cubicBezTo>
                    <a:close/>
                    <a:moveTo>
                      <a:pt x="130052" y="693471"/>
                    </a:moveTo>
                    <a:lnTo>
                      <a:pt x="200471" y="269879"/>
                    </a:lnTo>
                    <a:cubicBezTo>
                      <a:pt x="208483" y="216564"/>
                      <a:pt x="210024" y="162478"/>
                      <a:pt x="204939" y="108701"/>
                    </a:cubicBezTo>
                    <a:cubicBezTo>
                      <a:pt x="196927" y="132585"/>
                      <a:pt x="190147" y="156777"/>
                      <a:pt x="184599" y="181277"/>
                    </a:cubicBezTo>
                    <a:cubicBezTo>
                      <a:pt x="179977" y="206240"/>
                      <a:pt x="166417" y="276659"/>
                      <a:pt x="138372" y="437683"/>
                    </a:cubicBezTo>
                    <a:cubicBezTo>
                      <a:pt x="110328" y="598706"/>
                      <a:pt x="90759" y="889319"/>
                      <a:pt x="90759" y="889319"/>
                    </a:cubicBezTo>
                    <a:lnTo>
                      <a:pt x="81667" y="955115"/>
                    </a:lnTo>
                    <a:cubicBezTo>
                      <a:pt x="87061" y="936316"/>
                      <a:pt x="130052" y="693471"/>
                      <a:pt x="130052" y="693471"/>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8"/>
              <p:cNvSpPr/>
              <p:nvPr/>
            </p:nvSpPr>
            <p:spPr>
              <a:xfrm>
                <a:off x="3862171" y="5623423"/>
                <a:ext cx="173645" cy="79235"/>
              </a:xfrm>
              <a:custGeom>
                <a:rect b="b" l="l" r="r" t="t"/>
                <a:pathLst>
                  <a:path extrusionOk="0" h="79235" w="173645">
                    <a:moveTo>
                      <a:pt x="1393" y="27514"/>
                    </a:moveTo>
                    <a:cubicBezTo>
                      <a:pt x="7249" y="10564"/>
                      <a:pt x="23582" y="-684"/>
                      <a:pt x="41457" y="86"/>
                    </a:cubicBezTo>
                    <a:cubicBezTo>
                      <a:pt x="76743" y="-376"/>
                      <a:pt x="111876" y="1011"/>
                      <a:pt x="147008" y="4401"/>
                    </a:cubicBezTo>
                    <a:cubicBezTo>
                      <a:pt x="163804" y="6712"/>
                      <a:pt x="175669" y="22275"/>
                      <a:pt x="173357" y="39071"/>
                    </a:cubicBezTo>
                    <a:cubicBezTo>
                      <a:pt x="172895" y="42923"/>
                      <a:pt x="171662" y="46468"/>
                      <a:pt x="169813" y="49858"/>
                    </a:cubicBezTo>
                    <a:cubicBezTo>
                      <a:pt x="158411" y="68040"/>
                      <a:pt x="90303" y="88380"/>
                      <a:pt x="45001" y="74820"/>
                    </a:cubicBezTo>
                    <a:cubicBezTo>
                      <a:pt x="12179" y="64958"/>
                      <a:pt x="-5233" y="49241"/>
                      <a:pt x="1393" y="2751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8"/>
              <p:cNvSpPr/>
              <p:nvPr/>
            </p:nvSpPr>
            <p:spPr>
              <a:xfrm>
                <a:off x="4079935" y="5724907"/>
                <a:ext cx="37799" cy="41737"/>
              </a:xfrm>
              <a:custGeom>
                <a:rect b="b" l="l" r="r" t="t"/>
                <a:pathLst>
                  <a:path extrusionOk="0" h="41737" w="37799">
                    <a:moveTo>
                      <a:pt x="2283" y="8469"/>
                    </a:moveTo>
                    <a:cubicBezTo>
                      <a:pt x="2283" y="8469"/>
                      <a:pt x="7060" y="-2318"/>
                      <a:pt x="13994" y="456"/>
                    </a:cubicBezTo>
                    <a:cubicBezTo>
                      <a:pt x="20928" y="3230"/>
                      <a:pt x="21699" y="12783"/>
                      <a:pt x="22315" y="15865"/>
                    </a:cubicBezTo>
                    <a:cubicBezTo>
                      <a:pt x="22931" y="18947"/>
                      <a:pt x="27708" y="20025"/>
                      <a:pt x="32331" y="25881"/>
                    </a:cubicBezTo>
                    <a:cubicBezTo>
                      <a:pt x="36954" y="31736"/>
                      <a:pt x="41884" y="36051"/>
                      <a:pt x="32331" y="41290"/>
                    </a:cubicBezTo>
                    <a:cubicBezTo>
                      <a:pt x="26013" y="42985"/>
                      <a:pt x="19387" y="39749"/>
                      <a:pt x="16922" y="33585"/>
                    </a:cubicBezTo>
                    <a:cubicBezTo>
                      <a:pt x="15535" y="27576"/>
                      <a:pt x="16922" y="32199"/>
                      <a:pt x="13070" y="27576"/>
                    </a:cubicBezTo>
                    <a:cubicBezTo>
                      <a:pt x="9217" y="22953"/>
                      <a:pt x="2591" y="24032"/>
                      <a:pt x="588" y="17252"/>
                    </a:cubicBezTo>
                    <a:cubicBezTo>
                      <a:pt x="-644" y="14170"/>
                      <a:pt x="126" y="10780"/>
                      <a:pt x="2283" y="8469"/>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28"/>
              <p:cNvSpPr/>
              <p:nvPr/>
            </p:nvSpPr>
            <p:spPr>
              <a:xfrm>
                <a:off x="4005230" y="5654736"/>
                <a:ext cx="78837" cy="82742"/>
              </a:xfrm>
              <a:custGeom>
                <a:rect b="b" l="l" r="r" t="t"/>
                <a:pathLst>
                  <a:path extrusionOk="0" h="82742" w="78837">
                    <a:moveTo>
                      <a:pt x="15352" y="2674"/>
                    </a:moveTo>
                    <a:lnTo>
                      <a:pt x="78837" y="70781"/>
                    </a:lnTo>
                    <a:cubicBezTo>
                      <a:pt x="78837" y="70781"/>
                      <a:pt x="69746" y="86190"/>
                      <a:pt x="56186" y="82030"/>
                    </a:cubicBezTo>
                    <a:cubicBezTo>
                      <a:pt x="56186" y="82030"/>
                      <a:pt x="1022" y="17312"/>
                      <a:pt x="97" y="9454"/>
                    </a:cubicBezTo>
                    <a:cubicBezTo>
                      <a:pt x="-827" y="1595"/>
                      <a:pt x="4874" y="-3336"/>
                      <a:pt x="15352" y="267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8"/>
              <p:cNvSpPr/>
              <p:nvPr/>
            </p:nvSpPr>
            <p:spPr>
              <a:xfrm>
                <a:off x="3985629" y="5664609"/>
                <a:ext cx="50833" cy="86348"/>
              </a:xfrm>
              <a:custGeom>
                <a:rect b="b" l="l" r="r" t="t"/>
                <a:pathLst>
                  <a:path extrusionOk="0" h="86348" w="50833">
                    <a:moveTo>
                      <a:pt x="14305" y="4357"/>
                    </a:moveTo>
                    <a:cubicBezTo>
                      <a:pt x="14305" y="4357"/>
                      <a:pt x="40808" y="56439"/>
                      <a:pt x="46972" y="64143"/>
                    </a:cubicBezTo>
                    <a:cubicBezTo>
                      <a:pt x="53135" y="71848"/>
                      <a:pt x="51595" y="82788"/>
                      <a:pt x="44661" y="85254"/>
                    </a:cubicBezTo>
                    <a:cubicBezTo>
                      <a:pt x="37727" y="87719"/>
                      <a:pt x="31409" y="86795"/>
                      <a:pt x="26786" y="74313"/>
                    </a:cubicBezTo>
                    <a:cubicBezTo>
                      <a:pt x="22164" y="61832"/>
                      <a:pt x="12764" y="41646"/>
                      <a:pt x="4289" y="23001"/>
                    </a:cubicBezTo>
                    <a:cubicBezTo>
                      <a:pt x="-4186" y="4357"/>
                      <a:pt x="283" y="-6584"/>
                      <a:pt x="14305" y="4357"/>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28"/>
              <p:cNvSpPr/>
              <p:nvPr/>
            </p:nvSpPr>
            <p:spPr>
              <a:xfrm>
                <a:off x="3955864" y="5663559"/>
                <a:ext cx="45881" cy="101741"/>
              </a:xfrm>
              <a:custGeom>
                <a:rect b="b" l="l" r="r" t="t"/>
                <a:pathLst>
                  <a:path extrusionOk="0" h="101741" w="45881">
                    <a:moveTo>
                      <a:pt x="21573" y="4482"/>
                    </a:moveTo>
                    <a:cubicBezTo>
                      <a:pt x="21573" y="4482"/>
                      <a:pt x="39447" y="66118"/>
                      <a:pt x="44840" y="80756"/>
                    </a:cubicBezTo>
                    <a:cubicBezTo>
                      <a:pt x="47922" y="88615"/>
                      <a:pt x="43916" y="97552"/>
                      <a:pt x="36057" y="100634"/>
                    </a:cubicBezTo>
                    <a:cubicBezTo>
                      <a:pt x="33900" y="101404"/>
                      <a:pt x="31742" y="101866"/>
                      <a:pt x="29431" y="101713"/>
                    </a:cubicBezTo>
                    <a:cubicBezTo>
                      <a:pt x="20956" y="99401"/>
                      <a:pt x="19415" y="94008"/>
                      <a:pt x="14022" y="72281"/>
                    </a:cubicBezTo>
                    <a:cubicBezTo>
                      <a:pt x="8629" y="50555"/>
                      <a:pt x="770" y="21740"/>
                      <a:pt x="0" y="11570"/>
                    </a:cubicBezTo>
                    <a:cubicBezTo>
                      <a:pt x="308" y="4790"/>
                      <a:pt x="6009" y="-295"/>
                      <a:pt x="12789" y="13"/>
                    </a:cubicBezTo>
                    <a:cubicBezTo>
                      <a:pt x="16179" y="168"/>
                      <a:pt x="19415" y="1862"/>
                      <a:pt x="21573" y="4482"/>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28"/>
              <p:cNvSpPr/>
              <p:nvPr/>
            </p:nvSpPr>
            <p:spPr>
              <a:xfrm>
                <a:off x="3888150" y="5667678"/>
                <a:ext cx="58021" cy="114389"/>
              </a:xfrm>
              <a:custGeom>
                <a:rect b="b" l="l" r="r" t="t"/>
                <a:pathLst>
                  <a:path extrusionOk="0" h="114389" w="58021">
                    <a:moveTo>
                      <a:pt x="56466" y="12844"/>
                    </a:moveTo>
                    <a:cubicBezTo>
                      <a:pt x="56466" y="12844"/>
                      <a:pt x="56466" y="75867"/>
                      <a:pt x="58006" y="89118"/>
                    </a:cubicBezTo>
                    <a:cubicBezTo>
                      <a:pt x="58469" y="102524"/>
                      <a:pt x="47991" y="113927"/>
                      <a:pt x="34585" y="114389"/>
                    </a:cubicBezTo>
                    <a:cubicBezTo>
                      <a:pt x="33044" y="114389"/>
                      <a:pt x="31503" y="114389"/>
                      <a:pt x="29962" y="114081"/>
                    </a:cubicBezTo>
                    <a:cubicBezTo>
                      <a:pt x="11317" y="113156"/>
                      <a:pt x="5924" y="103141"/>
                      <a:pt x="2688" y="78178"/>
                    </a:cubicBezTo>
                    <a:cubicBezTo>
                      <a:pt x="-548" y="53216"/>
                      <a:pt x="-2705" y="26096"/>
                      <a:pt x="7465" y="12074"/>
                    </a:cubicBezTo>
                    <a:cubicBezTo>
                      <a:pt x="17635" y="-1949"/>
                      <a:pt x="53538" y="-6263"/>
                      <a:pt x="56466" y="1284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28"/>
              <p:cNvSpPr/>
              <p:nvPr/>
            </p:nvSpPr>
            <p:spPr>
              <a:xfrm>
                <a:off x="3884754" y="5737722"/>
                <a:ext cx="66829" cy="95034"/>
              </a:xfrm>
              <a:custGeom>
                <a:rect b="b" l="l" r="r" t="t"/>
                <a:pathLst>
                  <a:path extrusionOk="0" h="95034" w="66829">
                    <a:moveTo>
                      <a:pt x="4698" y="19846"/>
                    </a:moveTo>
                    <a:cubicBezTo>
                      <a:pt x="4698" y="19846"/>
                      <a:pt x="22572" y="-3422"/>
                      <a:pt x="40601" y="431"/>
                    </a:cubicBezTo>
                    <a:cubicBezTo>
                      <a:pt x="58629" y="4283"/>
                      <a:pt x="54469" y="29245"/>
                      <a:pt x="63868" y="46657"/>
                    </a:cubicBezTo>
                    <a:cubicBezTo>
                      <a:pt x="73267" y="64070"/>
                      <a:pt x="59245" y="87029"/>
                      <a:pt x="36594" y="92884"/>
                    </a:cubicBezTo>
                    <a:cubicBezTo>
                      <a:pt x="24729" y="98278"/>
                      <a:pt x="10707" y="93192"/>
                      <a:pt x="5314" y="81328"/>
                    </a:cubicBezTo>
                    <a:cubicBezTo>
                      <a:pt x="3927" y="78400"/>
                      <a:pt x="3157" y="75010"/>
                      <a:pt x="3157" y="71774"/>
                    </a:cubicBezTo>
                    <a:cubicBezTo>
                      <a:pt x="3157" y="64378"/>
                      <a:pt x="2078" y="57135"/>
                      <a:pt x="75" y="50047"/>
                    </a:cubicBezTo>
                    <a:cubicBezTo>
                      <a:pt x="-387" y="39723"/>
                      <a:pt x="1308" y="29554"/>
                      <a:pt x="4698" y="1984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28"/>
              <p:cNvSpPr/>
              <p:nvPr/>
            </p:nvSpPr>
            <p:spPr>
              <a:xfrm>
                <a:off x="3908781" y="5797370"/>
                <a:ext cx="51097" cy="50335"/>
              </a:xfrm>
              <a:custGeom>
                <a:rect b="b" l="l" r="r" t="t"/>
                <a:pathLst>
                  <a:path extrusionOk="0" h="50335" w="51097">
                    <a:moveTo>
                      <a:pt x="240" y="40324"/>
                    </a:moveTo>
                    <a:cubicBezTo>
                      <a:pt x="-993" y="28305"/>
                      <a:pt x="2551" y="16286"/>
                      <a:pt x="10256" y="6887"/>
                    </a:cubicBezTo>
                    <a:cubicBezTo>
                      <a:pt x="18577" y="-1896"/>
                      <a:pt x="32445" y="-2359"/>
                      <a:pt x="41228" y="5962"/>
                    </a:cubicBezTo>
                    <a:cubicBezTo>
                      <a:pt x="44464" y="8890"/>
                      <a:pt x="46621" y="12896"/>
                      <a:pt x="47545" y="17057"/>
                    </a:cubicBezTo>
                    <a:cubicBezTo>
                      <a:pt x="53863" y="34931"/>
                      <a:pt x="52322" y="43406"/>
                      <a:pt x="38300" y="47875"/>
                    </a:cubicBezTo>
                    <a:cubicBezTo>
                      <a:pt x="25203" y="52960"/>
                      <a:pt x="10410" y="50032"/>
                      <a:pt x="240" y="4032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28"/>
              <p:cNvSpPr/>
              <p:nvPr/>
            </p:nvSpPr>
            <p:spPr>
              <a:xfrm>
                <a:off x="3972579" y="5750381"/>
                <a:ext cx="54013" cy="74840"/>
              </a:xfrm>
              <a:custGeom>
                <a:rect b="b" l="l" r="r" t="t"/>
                <a:pathLst>
                  <a:path extrusionOk="0" h="74840" w="54013">
                    <a:moveTo>
                      <a:pt x="6399" y="10268"/>
                    </a:moveTo>
                    <a:cubicBezTo>
                      <a:pt x="6399" y="10268"/>
                      <a:pt x="18110" y="-5141"/>
                      <a:pt x="28126" y="1794"/>
                    </a:cubicBezTo>
                    <a:cubicBezTo>
                      <a:pt x="38142" y="8728"/>
                      <a:pt x="35984" y="24290"/>
                      <a:pt x="35984" y="29684"/>
                    </a:cubicBezTo>
                    <a:cubicBezTo>
                      <a:pt x="35984" y="35077"/>
                      <a:pt x="42918" y="38313"/>
                      <a:pt x="48312" y="49253"/>
                    </a:cubicBezTo>
                    <a:cubicBezTo>
                      <a:pt x="53705" y="60194"/>
                      <a:pt x="60176" y="68823"/>
                      <a:pt x="42148" y="74832"/>
                    </a:cubicBezTo>
                    <a:cubicBezTo>
                      <a:pt x="31516" y="75140"/>
                      <a:pt x="22116" y="67436"/>
                      <a:pt x="20421" y="56957"/>
                    </a:cubicBezTo>
                    <a:cubicBezTo>
                      <a:pt x="20421" y="46787"/>
                      <a:pt x="20421" y="54646"/>
                      <a:pt x="16415" y="46017"/>
                    </a:cubicBezTo>
                    <a:cubicBezTo>
                      <a:pt x="12409" y="37388"/>
                      <a:pt x="1006" y="36772"/>
                      <a:pt x="82" y="25061"/>
                    </a:cubicBezTo>
                    <a:cubicBezTo>
                      <a:pt x="-843" y="13350"/>
                      <a:pt x="6399" y="10268"/>
                      <a:pt x="6399" y="10268"/>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8"/>
              <p:cNvSpPr/>
              <p:nvPr/>
            </p:nvSpPr>
            <p:spPr>
              <a:xfrm>
                <a:off x="4012332" y="5741822"/>
                <a:ext cx="53956" cy="74925"/>
              </a:xfrm>
              <a:custGeom>
                <a:rect b="b" l="l" r="r" t="t"/>
                <a:pathLst>
                  <a:path extrusionOk="0" h="74925" w="53956">
                    <a:moveTo>
                      <a:pt x="6247" y="10353"/>
                    </a:moveTo>
                    <a:cubicBezTo>
                      <a:pt x="6247" y="10353"/>
                      <a:pt x="17958" y="-5056"/>
                      <a:pt x="28127" y="1724"/>
                    </a:cubicBezTo>
                    <a:cubicBezTo>
                      <a:pt x="38297" y="8504"/>
                      <a:pt x="35832" y="24375"/>
                      <a:pt x="35832" y="29768"/>
                    </a:cubicBezTo>
                    <a:cubicBezTo>
                      <a:pt x="35832" y="35161"/>
                      <a:pt x="42920" y="38243"/>
                      <a:pt x="48313" y="49183"/>
                    </a:cubicBezTo>
                    <a:cubicBezTo>
                      <a:pt x="53706" y="60124"/>
                      <a:pt x="60024" y="68907"/>
                      <a:pt x="42150" y="74916"/>
                    </a:cubicBezTo>
                    <a:cubicBezTo>
                      <a:pt x="31363" y="75224"/>
                      <a:pt x="22118" y="67674"/>
                      <a:pt x="20269" y="57042"/>
                    </a:cubicBezTo>
                    <a:cubicBezTo>
                      <a:pt x="20269" y="46872"/>
                      <a:pt x="20269" y="54576"/>
                      <a:pt x="16417" y="46102"/>
                    </a:cubicBezTo>
                    <a:cubicBezTo>
                      <a:pt x="12565" y="37626"/>
                      <a:pt x="1008" y="36702"/>
                      <a:pt x="83" y="25145"/>
                    </a:cubicBezTo>
                    <a:cubicBezTo>
                      <a:pt x="-841" y="13588"/>
                      <a:pt x="6247" y="10353"/>
                      <a:pt x="6247" y="1035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28"/>
              <p:cNvSpPr/>
              <p:nvPr/>
            </p:nvSpPr>
            <p:spPr>
              <a:xfrm>
                <a:off x="4054437" y="5732442"/>
                <a:ext cx="46887" cy="65057"/>
              </a:xfrm>
              <a:custGeom>
                <a:rect b="b" l="l" r="r" t="t"/>
                <a:pathLst>
                  <a:path extrusionOk="0" h="65057" w="46887">
                    <a:moveTo>
                      <a:pt x="5437" y="8946"/>
                    </a:moveTo>
                    <a:cubicBezTo>
                      <a:pt x="5437" y="8946"/>
                      <a:pt x="15607" y="-4460"/>
                      <a:pt x="24391" y="1550"/>
                    </a:cubicBezTo>
                    <a:cubicBezTo>
                      <a:pt x="33174" y="7559"/>
                      <a:pt x="31170" y="21119"/>
                      <a:pt x="31170" y="25896"/>
                    </a:cubicBezTo>
                    <a:cubicBezTo>
                      <a:pt x="31170" y="30673"/>
                      <a:pt x="37180" y="33292"/>
                      <a:pt x="41957" y="42846"/>
                    </a:cubicBezTo>
                    <a:cubicBezTo>
                      <a:pt x="46734" y="52399"/>
                      <a:pt x="52127" y="59950"/>
                      <a:pt x="36564" y="65035"/>
                    </a:cubicBezTo>
                    <a:cubicBezTo>
                      <a:pt x="27318" y="65497"/>
                      <a:pt x="19151" y="58871"/>
                      <a:pt x="17611" y="49626"/>
                    </a:cubicBezTo>
                    <a:cubicBezTo>
                      <a:pt x="17611" y="40688"/>
                      <a:pt x="17611" y="47468"/>
                      <a:pt x="14221" y="40072"/>
                    </a:cubicBezTo>
                    <a:cubicBezTo>
                      <a:pt x="10831" y="32676"/>
                      <a:pt x="661" y="31906"/>
                      <a:pt x="44" y="21889"/>
                    </a:cubicBezTo>
                    <a:cubicBezTo>
                      <a:pt x="-572" y="11874"/>
                      <a:pt x="5437" y="8946"/>
                      <a:pt x="5437" y="8946"/>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28"/>
              <p:cNvSpPr/>
              <p:nvPr/>
            </p:nvSpPr>
            <p:spPr>
              <a:xfrm>
                <a:off x="3879874" y="5517614"/>
                <a:ext cx="75082" cy="50756"/>
              </a:xfrm>
              <a:custGeom>
                <a:rect b="b" l="l" r="r" t="t"/>
                <a:pathLst>
                  <a:path extrusionOk="0" h="50756" w="75082">
                    <a:moveTo>
                      <a:pt x="24" y="17294"/>
                    </a:moveTo>
                    <a:cubicBezTo>
                      <a:pt x="24" y="17294"/>
                      <a:pt x="56575" y="1885"/>
                      <a:pt x="61660" y="190"/>
                    </a:cubicBezTo>
                    <a:cubicBezTo>
                      <a:pt x="66745" y="-1505"/>
                      <a:pt x="77840" y="8357"/>
                      <a:pt x="74450" y="21146"/>
                    </a:cubicBezTo>
                    <a:cubicBezTo>
                      <a:pt x="71060" y="33936"/>
                      <a:pt x="67361" y="44414"/>
                      <a:pt x="67361" y="44414"/>
                    </a:cubicBezTo>
                    <a:cubicBezTo>
                      <a:pt x="57962" y="49653"/>
                      <a:pt x="47176" y="51810"/>
                      <a:pt x="36544" y="50269"/>
                    </a:cubicBezTo>
                    <a:cubicBezTo>
                      <a:pt x="16974" y="49036"/>
                      <a:pt x="-746" y="45955"/>
                      <a:pt x="24" y="17294"/>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8"/>
              <p:cNvSpPr/>
              <p:nvPr/>
            </p:nvSpPr>
            <p:spPr>
              <a:xfrm>
                <a:off x="3401228" y="3010750"/>
                <a:ext cx="807992" cy="544610"/>
              </a:xfrm>
              <a:custGeom>
                <a:rect b="b" l="l" r="r" t="t"/>
                <a:pathLst>
                  <a:path extrusionOk="0" h="544610" w="807992">
                    <a:moveTo>
                      <a:pt x="752179" y="24052"/>
                    </a:moveTo>
                    <a:cubicBezTo>
                      <a:pt x="697940" y="-20788"/>
                      <a:pt x="601325" y="477"/>
                      <a:pt x="515344" y="59647"/>
                    </a:cubicBezTo>
                    <a:cubicBezTo>
                      <a:pt x="476359" y="85842"/>
                      <a:pt x="439069" y="114811"/>
                      <a:pt x="403937" y="146091"/>
                    </a:cubicBezTo>
                    <a:cubicBezTo>
                      <a:pt x="368804" y="114811"/>
                      <a:pt x="331669" y="85842"/>
                      <a:pt x="292530" y="59647"/>
                    </a:cubicBezTo>
                    <a:cubicBezTo>
                      <a:pt x="206702" y="477"/>
                      <a:pt x="109933" y="-20788"/>
                      <a:pt x="55694" y="24052"/>
                    </a:cubicBezTo>
                    <a:cubicBezTo>
                      <a:pt x="1454" y="68892"/>
                      <a:pt x="-12568" y="160730"/>
                      <a:pt x="11008" y="198482"/>
                    </a:cubicBezTo>
                    <a:cubicBezTo>
                      <a:pt x="34584" y="236234"/>
                      <a:pt x="88053" y="257498"/>
                      <a:pt x="91135" y="285697"/>
                    </a:cubicBezTo>
                    <a:cubicBezTo>
                      <a:pt x="94216" y="313895"/>
                      <a:pt x="84046" y="354112"/>
                      <a:pt x="117022" y="378151"/>
                    </a:cubicBezTo>
                    <a:cubicBezTo>
                      <a:pt x="149997" y="402189"/>
                      <a:pt x="173573" y="415440"/>
                      <a:pt x="173573" y="415440"/>
                    </a:cubicBezTo>
                    <a:cubicBezTo>
                      <a:pt x="173573" y="415440"/>
                      <a:pt x="140597" y="436704"/>
                      <a:pt x="178349" y="488479"/>
                    </a:cubicBezTo>
                    <a:cubicBezTo>
                      <a:pt x="216101" y="540253"/>
                      <a:pt x="272652" y="552272"/>
                      <a:pt x="308093" y="540407"/>
                    </a:cubicBezTo>
                    <a:cubicBezTo>
                      <a:pt x="343533" y="528542"/>
                      <a:pt x="385138" y="467368"/>
                      <a:pt x="385138" y="467368"/>
                    </a:cubicBezTo>
                    <a:lnTo>
                      <a:pt x="404707" y="462592"/>
                    </a:lnTo>
                    <a:lnTo>
                      <a:pt x="422736" y="467214"/>
                    </a:lnTo>
                    <a:cubicBezTo>
                      <a:pt x="422736" y="467214"/>
                      <a:pt x="465264" y="528850"/>
                      <a:pt x="499780" y="540253"/>
                    </a:cubicBezTo>
                    <a:cubicBezTo>
                      <a:pt x="534297" y="551655"/>
                      <a:pt x="592234" y="540253"/>
                      <a:pt x="629524" y="488325"/>
                    </a:cubicBezTo>
                    <a:cubicBezTo>
                      <a:pt x="666814" y="436396"/>
                      <a:pt x="634301" y="415286"/>
                      <a:pt x="634301" y="415286"/>
                    </a:cubicBezTo>
                    <a:cubicBezTo>
                      <a:pt x="634301" y="415286"/>
                      <a:pt x="657876" y="401110"/>
                      <a:pt x="690852" y="377534"/>
                    </a:cubicBezTo>
                    <a:cubicBezTo>
                      <a:pt x="723827" y="353958"/>
                      <a:pt x="714427" y="313895"/>
                      <a:pt x="716739" y="285080"/>
                    </a:cubicBezTo>
                    <a:cubicBezTo>
                      <a:pt x="719050" y="256266"/>
                      <a:pt x="773444" y="235618"/>
                      <a:pt x="797019" y="197865"/>
                    </a:cubicBezTo>
                    <a:cubicBezTo>
                      <a:pt x="820595" y="160114"/>
                      <a:pt x="806419" y="68738"/>
                      <a:pt x="752179" y="24052"/>
                    </a:cubicBezTo>
                    <a:close/>
                    <a:moveTo>
                      <a:pt x="322269" y="460280"/>
                    </a:moveTo>
                    <a:cubicBezTo>
                      <a:pt x="310404" y="481391"/>
                      <a:pt x="296228" y="486167"/>
                      <a:pt x="260633" y="462592"/>
                    </a:cubicBezTo>
                    <a:cubicBezTo>
                      <a:pt x="225038" y="439016"/>
                      <a:pt x="234592" y="394176"/>
                      <a:pt x="248768" y="387088"/>
                    </a:cubicBezTo>
                    <a:cubicBezTo>
                      <a:pt x="262945" y="380000"/>
                      <a:pt x="333672" y="403575"/>
                      <a:pt x="333672" y="403575"/>
                    </a:cubicBezTo>
                    <a:cubicBezTo>
                      <a:pt x="333672" y="422991"/>
                      <a:pt x="329819" y="442406"/>
                      <a:pt x="322269" y="460280"/>
                    </a:cubicBezTo>
                    <a:close/>
                    <a:moveTo>
                      <a:pt x="244454" y="335313"/>
                    </a:moveTo>
                    <a:cubicBezTo>
                      <a:pt x="237982" y="320521"/>
                      <a:pt x="234746" y="304342"/>
                      <a:pt x="234900" y="288162"/>
                    </a:cubicBezTo>
                    <a:cubicBezTo>
                      <a:pt x="234900" y="259810"/>
                      <a:pt x="249076" y="236234"/>
                      <a:pt x="291605" y="266898"/>
                    </a:cubicBezTo>
                    <a:cubicBezTo>
                      <a:pt x="334134" y="297562"/>
                      <a:pt x="388219" y="396641"/>
                      <a:pt x="388219" y="396641"/>
                    </a:cubicBezTo>
                    <a:lnTo>
                      <a:pt x="244454" y="335313"/>
                    </a:lnTo>
                    <a:close/>
                    <a:moveTo>
                      <a:pt x="532139" y="462592"/>
                    </a:moveTo>
                    <a:cubicBezTo>
                      <a:pt x="496699" y="486167"/>
                      <a:pt x="482522" y="481391"/>
                      <a:pt x="470503" y="460280"/>
                    </a:cubicBezTo>
                    <a:cubicBezTo>
                      <a:pt x="462645" y="442406"/>
                      <a:pt x="458639" y="423145"/>
                      <a:pt x="458639" y="403575"/>
                    </a:cubicBezTo>
                    <a:cubicBezTo>
                      <a:pt x="458639" y="403575"/>
                      <a:pt x="529366" y="380000"/>
                      <a:pt x="543542" y="387088"/>
                    </a:cubicBezTo>
                    <a:cubicBezTo>
                      <a:pt x="557718" y="394176"/>
                      <a:pt x="567426" y="439016"/>
                      <a:pt x="532139" y="462592"/>
                    </a:cubicBezTo>
                    <a:close/>
                    <a:moveTo>
                      <a:pt x="548627" y="335313"/>
                    </a:moveTo>
                    <a:lnTo>
                      <a:pt x="404707" y="396949"/>
                    </a:lnTo>
                    <a:cubicBezTo>
                      <a:pt x="404707" y="396949"/>
                      <a:pt x="458947" y="297870"/>
                      <a:pt x="501475" y="267206"/>
                    </a:cubicBezTo>
                    <a:cubicBezTo>
                      <a:pt x="544004" y="236542"/>
                      <a:pt x="558026" y="260118"/>
                      <a:pt x="558026" y="288470"/>
                    </a:cubicBezTo>
                    <a:cubicBezTo>
                      <a:pt x="558180" y="304496"/>
                      <a:pt x="554945" y="320521"/>
                      <a:pt x="548627" y="335313"/>
                    </a:cubicBezTo>
                    <a:close/>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28"/>
              <p:cNvSpPr/>
              <p:nvPr/>
            </p:nvSpPr>
            <p:spPr>
              <a:xfrm>
                <a:off x="3456213" y="3026482"/>
                <a:ext cx="168667" cy="307254"/>
              </a:xfrm>
              <a:custGeom>
                <a:rect b="b" l="l" r="r" t="t"/>
                <a:pathLst>
                  <a:path extrusionOk="0" h="307254" w="168667">
                    <a:moveTo>
                      <a:pt x="78525" y="0"/>
                    </a:moveTo>
                    <a:cubicBezTo>
                      <a:pt x="78525" y="0"/>
                      <a:pt x="25364" y="20648"/>
                      <a:pt x="13653" y="53161"/>
                    </a:cubicBezTo>
                    <a:cubicBezTo>
                      <a:pt x="1942" y="85674"/>
                      <a:pt x="-10077" y="152086"/>
                      <a:pt x="13653" y="183058"/>
                    </a:cubicBezTo>
                    <a:cubicBezTo>
                      <a:pt x="37383" y="214031"/>
                      <a:pt x="97786" y="251012"/>
                      <a:pt x="119975" y="270273"/>
                    </a:cubicBezTo>
                    <a:cubicBezTo>
                      <a:pt x="135538" y="283525"/>
                      <a:pt x="151717" y="295852"/>
                      <a:pt x="168667" y="307255"/>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28"/>
              <p:cNvSpPr/>
              <p:nvPr/>
            </p:nvSpPr>
            <p:spPr>
              <a:xfrm>
                <a:off x="3976358" y="3033971"/>
                <a:ext cx="161639" cy="300690"/>
              </a:xfrm>
              <a:custGeom>
                <a:rect b="b" l="l" r="r" t="t"/>
                <a:pathLst>
                  <a:path extrusionOk="0" h="300690" w="161639">
                    <a:moveTo>
                      <a:pt x="0" y="300690"/>
                    </a:moveTo>
                    <a:cubicBezTo>
                      <a:pt x="0" y="300690"/>
                      <a:pt x="73809" y="269872"/>
                      <a:pt x="94611" y="245988"/>
                    </a:cubicBezTo>
                    <a:cubicBezTo>
                      <a:pt x="115413" y="222104"/>
                      <a:pt x="146231" y="201610"/>
                      <a:pt x="156247" y="158774"/>
                    </a:cubicBezTo>
                    <a:cubicBezTo>
                      <a:pt x="166263" y="115937"/>
                      <a:pt x="163643" y="42128"/>
                      <a:pt x="137140" y="20093"/>
                    </a:cubicBezTo>
                    <a:cubicBezTo>
                      <a:pt x="116030" y="4068"/>
                      <a:pt x="89372" y="-2712"/>
                      <a:pt x="63177" y="986"/>
                    </a:cubicBezTo>
                  </a:path>
                </a:pathLst>
              </a:custGeom>
              <a:solidFill>
                <a:schemeClr val="accent2"/>
              </a:solid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 name="Shape 433"/>
        <p:cNvGrpSpPr/>
        <p:nvPr/>
      </p:nvGrpSpPr>
      <p:grpSpPr>
        <a:xfrm>
          <a:off x="0" y="0"/>
          <a:ext cx="0" cy="0"/>
          <a:chOff x="0" y="0"/>
          <a:chExt cx="0" cy="0"/>
        </a:xfrm>
      </p:grpSpPr>
      <p:sp>
        <p:nvSpPr>
          <p:cNvPr id="434" name="Google Shape;434;p2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435" name="Google Shape;435;p29"/>
          <p:cNvGraphicFramePr/>
          <p:nvPr/>
        </p:nvGraphicFramePr>
        <p:xfrm>
          <a:off x="720000" y="1804613"/>
          <a:ext cx="3000000" cy="3000000"/>
        </p:xfrm>
        <a:graphic>
          <a:graphicData uri="http://schemas.openxmlformats.org/drawingml/2006/table">
            <a:tbl>
              <a:tblPr>
                <a:noFill/>
                <a:tableStyleId>{36489EBC-20A0-49D9-801C-75504C25FA00}</a:tableStyleId>
              </a:tblPr>
              <a:tblGrid>
                <a:gridCol w="2362275"/>
                <a:gridCol w="5341725"/>
              </a:tblGrid>
              <a:tr h="324500">
                <a:tc>
                  <a:txBody>
                    <a:bodyPr/>
                    <a:lstStyle/>
                    <a:p>
                      <a:pPr indent="0" lvl="0" marL="0" rtl="0" algn="l">
                        <a:spcBef>
                          <a:spcPts val="0"/>
                        </a:spcBef>
                        <a:spcAft>
                          <a:spcPts val="0"/>
                        </a:spcAft>
                        <a:buNone/>
                      </a:pPr>
                      <a:r>
                        <a:rPr b="1" lang="en" sz="1000" u="sng">
                          <a:solidFill>
                            <a:schemeClr val="hlink"/>
                          </a:solidFill>
                          <a:latin typeface="Chivo"/>
                          <a:ea typeface="Chivo"/>
                          <a:cs typeface="Chivo"/>
                          <a:sym typeface="Chivo"/>
                          <a:hlinkClick action="ppaction://hlinksldjump" r:id="rId3"/>
                        </a:rPr>
                        <a:t>Fonts</a:t>
                      </a:r>
                      <a:endParaRPr b="1" sz="1000" u="sng">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hivo"/>
                          <a:ea typeface="Chivo"/>
                          <a:cs typeface="Chivo"/>
                          <a:sym typeface="Chivo"/>
                        </a:rPr>
                        <a:t>To view this template correctly in PowerPoint, download and install the fonts we used</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4500">
                <a:tc>
                  <a:txBody>
                    <a:bodyPr/>
                    <a:lstStyle/>
                    <a:p>
                      <a:pPr indent="0" lvl="0" marL="0" rtl="0" algn="l">
                        <a:spcBef>
                          <a:spcPts val="0"/>
                        </a:spcBef>
                        <a:spcAft>
                          <a:spcPts val="0"/>
                        </a:spcAft>
                        <a:buNone/>
                      </a:pPr>
                      <a:r>
                        <a:rPr b="1" lang="en" sz="1000" u="sng">
                          <a:solidFill>
                            <a:schemeClr val="hlink"/>
                          </a:solidFill>
                          <a:latin typeface="Chivo"/>
                          <a:ea typeface="Chivo"/>
                          <a:cs typeface="Chivo"/>
                          <a:sym typeface="Chivo"/>
                          <a:hlinkClick action="ppaction://hlinksldjump" r:id="rId4"/>
                        </a:rPr>
                        <a:t>Used</a:t>
                      </a:r>
                      <a:r>
                        <a:rPr b="1" lang="en" sz="1000">
                          <a:solidFill>
                            <a:schemeClr val="dk1"/>
                          </a:solidFill>
                          <a:latin typeface="Chivo"/>
                          <a:ea typeface="Chivo"/>
                          <a:cs typeface="Chivo"/>
                          <a:sym typeface="Chivo"/>
                        </a:rPr>
                        <a:t> </a:t>
                      </a:r>
                      <a:r>
                        <a:rPr lang="en" sz="1000">
                          <a:solidFill>
                            <a:schemeClr val="dk1"/>
                          </a:solidFill>
                          <a:latin typeface="Chivo"/>
                          <a:ea typeface="Chivo"/>
                          <a:cs typeface="Chivo"/>
                          <a:sym typeface="Chivo"/>
                        </a:rPr>
                        <a:t>and </a:t>
                      </a:r>
                      <a:r>
                        <a:rPr b="1" lang="en" sz="1000" u="sng">
                          <a:solidFill>
                            <a:schemeClr val="hlink"/>
                          </a:solidFill>
                          <a:latin typeface="Chivo"/>
                          <a:ea typeface="Chivo"/>
                          <a:cs typeface="Chivo"/>
                          <a:sym typeface="Chivo"/>
                          <a:hlinkClick action="ppaction://hlinksldjump" r:id="rId5"/>
                        </a:rPr>
                        <a:t>alternative</a:t>
                      </a:r>
                      <a:r>
                        <a:rPr b="1" lang="en" sz="1000" u="sng">
                          <a:solidFill>
                            <a:schemeClr val="hlink"/>
                          </a:solidFill>
                          <a:latin typeface="Chivo"/>
                          <a:ea typeface="Chivo"/>
                          <a:cs typeface="Chivo"/>
                          <a:sym typeface="Chivo"/>
                          <a:hlinkClick action="ppaction://hlinksldjump" r:id="rId6"/>
                        </a:rPr>
                        <a:t> resources</a:t>
                      </a:r>
                      <a:endParaRPr b="1" sz="1000" u="sng">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Chivo"/>
                          <a:ea typeface="Chivo"/>
                          <a:cs typeface="Chivo"/>
                          <a:sym typeface="Chivo"/>
                        </a:rPr>
                        <a:t>An assortment of graphic resources that are suitable for use in this presentation</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4500">
                <a:tc>
                  <a:txBody>
                    <a:bodyPr/>
                    <a:lstStyle/>
                    <a:p>
                      <a:pPr indent="0" lvl="0" marL="0" rtl="0" algn="l">
                        <a:spcBef>
                          <a:spcPts val="0"/>
                        </a:spcBef>
                        <a:spcAft>
                          <a:spcPts val="0"/>
                        </a:spcAft>
                        <a:buNone/>
                      </a:pPr>
                      <a:r>
                        <a:rPr b="1" lang="en" sz="1000" u="sng">
                          <a:solidFill>
                            <a:schemeClr val="hlink"/>
                          </a:solidFill>
                          <a:latin typeface="Chivo"/>
                          <a:ea typeface="Chivo"/>
                          <a:cs typeface="Chivo"/>
                          <a:sym typeface="Chivo"/>
                          <a:hlinkClick action="ppaction://hlinksldjump" r:id="rId7"/>
                        </a:rPr>
                        <a:t>Thanks slide</a:t>
                      </a:r>
                      <a:endParaRPr b="1" sz="1000" u="sng">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hivo"/>
                          <a:ea typeface="Chivo"/>
                          <a:cs typeface="Chivo"/>
                          <a:sym typeface="Chivo"/>
                        </a:rPr>
                        <a:t>You must keep it so that proper credits for our design are given</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4500">
                <a:tc>
                  <a:txBody>
                    <a:bodyPr/>
                    <a:lstStyle/>
                    <a:p>
                      <a:pPr indent="0" lvl="0" marL="0" rtl="0" algn="l">
                        <a:spcBef>
                          <a:spcPts val="0"/>
                        </a:spcBef>
                        <a:spcAft>
                          <a:spcPts val="0"/>
                        </a:spcAft>
                        <a:buNone/>
                      </a:pPr>
                      <a:r>
                        <a:rPr b="1" lang="en" sz="1000" u="sng">
                          <a:solidFill>
                            <a:schemeClr val="hlink"/>
                          </a:solidFill>
                          <a:latin typeface="Chivo"/>
                          <a:ea typeface="Chivo"/>
                          <a:cs typeface="Chivo"/>
                          <a:sym typeface="Chivo"/>
                          <a:hlinkClick action="ppaction://hlinksldjump" r:id="rId8"/>
                        </a:rPr>
                        <a:t>Colors</a:t>
                      </a:r>
                      <a:endParaRPr b="1" sz="1000" u="sng">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hivo"/>
                          <a:ea typeface="Chivo"/>
                          <a:cs typeface="Chivo"/>
                          <a:sym typeface="Chivo"/>
                        </a:rPr>
                        <a:t>All the colors used in this presentation</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4500">
                <a:tc>
                  <a:txBody>
                    <a:bodyPr/>
                    <a:lstStyle/>
                    <a:p>
                      <a:pPr indent="0" lvl="0" marL="0" rtl="0" algn="l">
                        <a:spcBef>
                          <a:spcPts val="0"/>
                        </a:spcBef>
                        <a:spcAft>
                          <a:spcPts val="0"/>
                        </a:spcAft>
                        <a:buNone/>
                      </a:pPr>
                      <a:r>
                        <a:rPr b="1" lang="en" sz="1000" u="sng">
                          <a:solidFill>
                            <a:schemeClr val="hlink"/>
                          </a:solidFill>
                          <a:latin typeface="Chivo"/>
                          <a:ea typeface="Chivo"/>
                          <a:cs typeface="Chivo"/>
                          <a:sym typeface="Chivo"/>
                          <a:hlinkClick action="ppaction://hlinksldjump" r:id="rId9"/>
                        </a:rPr>
                        <a:t>Icons</a:t>
                      </a:r>
                      <a:r>
                        <a:rPr b="1" lang="en" sz="1000">
                          <a:solidFill>
                            <a:schemeClr val="dk1"/>
                          </a:solidFill>
                          <a:latin typeface="Chivo"/>
                          <a:ea typeface="Chivo"/>
                          <a:cs typeface="Chivo"/>
                          <a:sym typeface="Chivo"/>
                        </a:rPr>
                        <a:t> </a:t>
                      </a:r>
                      <a:r>
                        <a:rPr lang="en" sz="1000">
                          <a:solidFill>
                            <a:schemeClr val="dk1"/>
                          </a:solidFill>
                          <a:latin typeface="Chivo"/>
                          <a:ea typeface="Chivo"/>
                          <a:cs typeface="Chivo"/>
                          <a:sym typeface="Chivo"/>
                        </a:rPr>
                        <a:t>and </a:t>
                      </a:r>
                      <a:r>
                        <a:rPr b="1" lang="en" sz="1000" u="sng">
                          <a:solidFill>
                            <a:schemeClr val="hlink"/>
                          </a:solidFill>
                          <a:latin typeface="Chivo"/>
                          <a:ea typeface="Chivo"/>
                          <a:cs typeface="Chivo"/>
                          <a:sym typeface="Chivo"/>
                          <a:hlinkClick action="ppaction://hlinksldjump" r:id="rId10"/>
                        </a:rPr>
                        <a:t>infographic resources</a:t>
                      </a:r>
                      <a:endParaRPr b="1" sz="1000" u="sng">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000">
                          <a:solidFill>
                            <a:schemeClr val="dk1"/>
                          </a:solidFill>
                          <a:latin typeface="Chivo"/>
                          <a:ea typeface="Chivo"/>
                          <a:cs typeface="Chivo"/>
                          <a:sym typeface="Chivo"/>
                        </a:rPr>
                        <a:t>These can be used in the template, and their size and color can be edited</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4500">
                <a:tc>
                  <a:txBody>
                    <a:bodyPr/>
                    <a:lstStyle/>
                    <a:p>
                      <a:pPr indent="0" lvl="0" marL="0" rtl="0" algn="l">
                        <a:spcBef>
                          <a:spcPts val="0"/>
                        </a:spcBef>
                        <a:spcAft>
                          <a:spcPts val="0"/>
                        </a:spcAft>
                        <a:buNone/>
                      </a:pPr>
                      <a:r>
                        <a:rPr lang="en" sz="1000">
                          <a:solidFill>
                            <a:schemeClr val="dk1"/>
                          </a:solidFill>
                          <a:latin typeface="Chivo"/>
                          <a:ea typeface="Chivo"/>
                          <a:cs typeface="Chivo"/>
                          <a:sym typeface="Chivo"/>
                        </a:rPr>
                        <a:t>Editable presentation theme </a:t>
                      </a:r>
                      <a:endParaRPr sz="10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hivo"/>
                          <a:ea typeface="Chivo"/>
                          <a:cs typeface="Chivo"/>
                          <a:sym typeface="Chivo"/>
                        </a:rPr>
                        <a:t>You can edit the master slides easily. For more info, click </a:t>
                      </a:r>
                      <a:r>
                        <a:rPr b="1" lang="en" sz="1000" u="sng">
                          <a:solidFill>
                            <a:schemeClr val="dk1"/>
                          </a:solidFill>
                          <a:latin typeface="Chivo"/>
                          <a:ea typeface="Chivo"/>
                          <a:cs typeface="Chivo"/>
                          <a:sym typeface="Chivo"/>
                          <a:hlinkClick r:id="rId11">
                            <a:extLst>
                              <a:ext uri="{A12FA001-AC4F-418D-AE19-62706E023703}">
                                <ahyp:hlinkClr val="tx"/>
                              </a:ext>
                            </a:extLst>
                          </a:hlinkClick>
                        </a:rPr>
                        <a:t>here</a:t>
                      </a:r>
                      <a:endParaRPr sz="10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36" name="Google Shape;436;p29"/>
          <p:cNvSpPr txBox="1"/>
          <p:nvPr/>
        </p:nvSpPr>
        <p:spPr>
          <a:xfrm>
            <a:off x="720000" y="11399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You can delete this slide when you’re done editing the presentation</a:t>
            </a:r>
            <a:endParaRPr sz="1200">
              <a:solidFill>
                <a:schemeClr val="dk1"/>
              </a:solidFill>
              <a:latin typeface="Chivo"/>
              <a:ea typeface="Chivo"/>
              <a:cs typeface="Chivo"/>
              <a:sym typeface="Chivo"/>
            </a:endParaRPr>
          </a:p>
        </p:txBody>
      </p:sp>
      <p:sp>
        <p:nvSpPr>
          <p:cNvPr id="437" name="Google Shape;437;p29"/>
          <p:cNvSpPr txBox="1"/>
          <p:nvPr/>
        </p:nvSpPr>
        <p:spPr>
          <a:xfrm>
            <a:off x="719988" y="4110925"/>
            <a:ext cx="20622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Chivo"/>
                <a:ea typeface="Chivo"/>
                <a:cs typeface="Chivo"/>
                <a:sym typeface="Chivo"/>
              </a:rPr>
              <a:t>For more info:</a:t>
            </a:r>
            <a:br>
              <a:rPr b="1" lang="en" sz="1000">
                <a:solidFill>
                  <a:schemeClr val="dk1"/>
                </a:solidFill>
                <a:latin typeface="Chivo"/>
                <a:ea typeface="Chivo"/>
                <a:cs typeface="Chivo"/>
                <a:sym typeface="Chivo"/>
              </a:rPr>
            </a:br>
            <a:r>
              <a:rPr b="1" lang="en" sz="1000" u="sng">
                <a:solidFill>
                  <a:schemeClr val="dk1"/>
                </a:solidFill>
                <a:latin typeface="Chivo"/>
                <a:ea typeface="Chivo"/>
                <a:cs typeface="Chivo"/>
                <a:sym typeface="Chivo"/>
                <a:hlinkClick r:id="rId12">
                  <a:extLst>
                    <a:ext uri="{A12FA001-AC4F-418D-AE19-62706E023703}">
                      <ahyp:hlinkClr val="tx"/>
                    </a:ext>
                  </a:extLst>
                </a:hlinkClick>
              </a:rPr>
              <a:t>SLIDESGO</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3">
                  <a:extLst>
                    <a:ext uri="{A12FA001-AC4F-418D-AE19-62706E023703}">
                      <ahyp:hlinkClr val="tx"/>
                    </a:ext>
                  </a:extLst>
                </a:hlinkClick>
              </a:rPr>
              <a:t>BLOG</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4">
                  <a:extLst>
                    <a:ext uri="{A12FA001-AC4F-418D-AE19-62706E023703}">
                      <ahyp:hlinkClr val="tx"/>
                    </a:ext>
                  </a:extLst>
                </a:hlinkClick>
              </a:rPr>
              <a:t>FAQs</a:t>
            </a:r>
            <a:endParaRPr b="1" sz="1000" u="sng">
              <a:solidFill>
                <a:schemeClr val="dk1"/>
              </a:solidFill>
              <a:latin typeface="Chivo"/>
              <a:ea typeface="Chivo"/>
              <a:cs typeface="Chivo"/>
              <a:sym typeface="Chivo"/>
            </a:endParaRPr>
          </a:p>
        </p:txBody>
      </p:sp>
      <p:sp>
        <p:nvSpPr>
          <p:cNvPr id="438" name="Google Shape;438;p29"/>
          <p:cNvSpPr txBox="1"/>
          <p:nvPr/>
        </p:nvSpPr>
        <p:spPr>
          <a:xfrm>
            <a:off x="3134926" y="4110925"/>
            <a:ext cx="3611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Chivo"/>
                <a:ea typeface="Chivo"/>
                <a:cs typeface="Chivo"/>
                <a:sym typeface="Chivo"/>
              </a:rPr>
              <a:t>You can visit our sister </a:t>
            </a:r>
            <a:r>
              <a:rPr lang="en" sz="1000">
                <a:solidFill>
                  <a:schemeClr val="dk1"/>
                </a:solidFill>
                <a:latin typeface="Chivo"/>
                <a:ea typeface="Chivo"/>
                <a:cs typeface="Chivo"/>
                <a:sym typeface="Chivo"/>
              </a:rPr>
              <a:t>projects</a:t>
            </a:r>
            <a:r>
              <a:rPr lang="en" sz="1000">
                <a:solidFill>
                  <a:schemeClr val="dk1"/>
                </a:solidFill>
                <a:latin typeface="Chivo"/>
                <a:ea typeface="Chivo"/>
                <a:cs typeface="Chivo"/>
                <a:sym typeface="Chivo"/>
              </a:rPr>
              <a:t>:</a:t>
            </a:r>
            <a:br>
              <a:rPr b="1" lang="en" sz="1000">
                <a:solidFill>
                  <a:schemeClr val="dk1"/>
                </a:solidFill>
                <a:latin typeface="Chivo"/>
                <a:ea typeface="Chivo"/>
                <a:cs typeface="Chivo"/>
                <a:sym typeface="Chivo"/>
              </a:rPr>
            </a:br>
            <a:r>
              <a:rPr b="1" lang="en" sz="1000" u="sng">
                <a:solidFill>
                  <a:schemeClr val="dk1"/>
                </a:solidFill>
                <a:latin typeface="Chivo"/>
                <a:ea typeface="Chivo"/>
                <a:cs typeface="Chivo"/>
                <a:sym typeface="Chivo"/>
                <a:hlinkClick r:id="rId15">
                  <a:extLst>
                    <a:ext uri="{A12FA001-AC4F-418D-AE19-62706E023703}">
                      <ahyp:hlinkClr val="tx"/>
                    </a:ext>
                  </a:extLst>
                </a:hlinkClick>
              </a:rPr>
              <a:t>FREEPIK</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6">
                  <a:extLst>
                    <a:ext uri="{A12FA001-AC4F-418D-AE19-62706E023703}">
                      <ahyp:hlinkClr val="tx"/>
                    </a:ext>
                  </a:extLst>
                </a:hlinkClick>
              </a:rPr>
              <a:t>FLATICON</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7">
                  <a:extLst>
                    <a:ext uri="{A12FA001-AC4F-418D-AE19-62706E023703}">
                      <ahyp:hlinkClr val="tx"/>
                    </a:ext>
                  </a:extLst>
                </a:hlinkClick>
              </a:rPr>
              <a:t>STORYSET</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8">
                  <a:extLst>
                    <a:ext uri="{A12FA001-AC4F-418D-AE19-62706E023703}">
                      <ahyp:hlinkClr val="tx"/>
                    </a:ext>
                  </a:extLst>
                </a:hlinkClick>
              </a:rPr>
              <a:t>WEPIK</a:t>
            </a:r>
            <a:r>
              <a:rPr b="1" lang="en" sz="1000">
                <a:solidFill>
                  <a:schemeClr val="dk1"/>
                </a:solidFill>
                <a:latin typeface="Chivo"/>
                <a:ea typeface="Chivo"/>
                <a:cs typeface="Chivo"/>
                <a:sym typeface="Chivo"/>
              </a:rPr>
              <a:t> | </a:t>
            </a:r>
            <a:r>
              <a:rPr b="1" lang="en" sz="1000" u="sng">
                <a:solidFill>
                  <a:schemeClr val="dk1"/>
                </a:solidFill>
                <a:latin typeface="Chivo"/>
                <a:ea typeface="Chivo"/>
                <a:cs typeface="Chivo"/>
                <a:sym typeface="Chivo"/>
                <a:hlinkClick r:id="rId19">
                  <a:extLst>
                    <a:ext uri="{A12FA001-AC4F-418D-AE19-62706E023703}">
                      <ahyp:hlinkClr val="tx"/>
                    </a:ext>
                  </a:extLst>
                </a:hlinkClick>
              </a:rPr>
              <a:t>VIDEVO</a:t>
            </a:r>
            <a:endParaRPr b="1" sz="1000">
              <a:solidFill>
                <a:schemeClr val="dk1"/>
              </a:solidFill>
              <a:latin typeface="Chivo"/>
              <a:ea typeface="Chivo"/>
              <a:cs typeface="Chivo"/>
              <a:sym typeface="Chiv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 name="Shape 442"/>
        <p:cNvGrpSpPr/>
        <p:nvPr/>
      </p:nvGrpSpPr>
      <p:grpSpPr>
        <a:xfrm>
          <a:off x="0" y="0"/>
          <a:ext cx="0" cy="0"/>
          <a:chOff x="0" y="0"/>
          <a:chExt cx="0" cy="0"/>
        </a:xfrm>
      </p:grpSpPr>
      <p:sp>
        <p:nvSpPr>
          <p:cNvPr id="443" name="Google Shape;443;p3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444" name="Google Shape;444;p30"/>
          <p:cNvSpPr txBox="1"/>
          <p:nvPr>
            <p:ph idx="2" type="title"/>
          </p:nvPr>
        </p:nvSpPr>
        <p:spPr>
          <a:xfrm>
            <a:off x="720000" y="1746992"/>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45" name="Google Shape;445;p30"/>
          <p:cNvSpPr txBox="1"/>
          <p:nvPr>
            <p:ph idx="3" type="title"/>
          </p:nvPr>
        </p:nvSpPr>
        <p:spPr>
          <a:xfrm>
            <a:off x="720000" y="3180400"/>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46" name="Google Shape;446;p30"/>
          <p:cNvSpPr txBox="1"/>
          <p:nvPr>
            <p:ph idx="4" type="title"/>
          </p:nvPr>
        </p:nvSpPr>
        <p:spPr>
          <a:xfrm>
            <a:off x="2701596" y="1746992"/>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47" name="Google Shape;447;p30"/>
          <p:cNvSpPr txBox="1"/>
          <p:nvPr>
            <p:ph idx="5" type="title"/>
          </p:nvPr>
        </p:nvSpPr>
        <p:spPr>
          <a:xfrm>
            <a:off x="2701596" y="3180400"/>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448" name="Google Shape;448;p30"/>
          <p:cNvSpPr txBox="1"/>
          <p:nvPr>
            <p:ph idx="6" type="title"/>
          </p:nvPr>
        </p:nvSpPr>
        <p:spPr>
          <a:xfrm>
            <a:off x="4683192" y="1746992"/>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49" name="Google Shape;449;p30"/>
          <p:cNvSpPr txBox="1"/>
          <p:nvPr>
            <p:ph idx="7" type="title"/>
          </p:nvPr>
        </p:nvSpPr>
        <p:spPr>
          <a:xfrm>
            <a:off x="4683192" y="3180400"/>
            <a:ext cx="7347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450" name="Google Shape;450;p30"/>
          <p:cNvSpPr txBox="1"/>
          <p:nvPr>
            <p:ph idx="1" type="subTitle"/>
          </p:nvPr>
        </p:nvSpPr>
        <p:spPr>
          <a:xfrm>
            <a:off x="720000" y="2094083"/>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Abstract</a:t>
            </a:r>
            <a:endParaRPr/>
          </a:p>
        </p:txBody>
      </p:sp>
      <p:sp>
        <p:nvSpPr>
          <p:cNvPr id="451" name="Google Shape;451;p30"/>
          <p:cNvSpPr txBox="1"/>
          <p:nvPr>
            <p:ph idx="8" type="subTitle"/>
          </p:nvPr>
        </p:nvSpPr>
        <p:spPr>
          <a:xfrm>
            <a:off x="2701596" y="2094083"/>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52" name="Google Shape;452;p30"/>
          <p:cNvSpPr txBox="1"/>
          <p:nvPr>
            <p:ph idx="9" type="subTitle"/>
          </p:nvPr>
        </p:nvSpPr>
        <p:spPr>
          <a:xfrm>
            <a:off x="4683192" y="2094083"/>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presentation</a:t>
            </a:r>
            <a:endParaRPr/>
          </a:p>
        </p:txBody>
      </p:sp>
      <p:sp>
        <p:nvSpPr>
          <p:cNvPr id="453" name="Google Shape;453;p30"/>
          <p:cNvSpPr txBox="1"/>
          <p:nvPr>
            <p:ph idx="13" type="subTitle"/>
          </p:nvPr>
        </p:nvSpPr>
        <p:spPr>
          <a:xfrm>
            <a:off x="720000" y="3527558"/>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454" name="Google Shape;454;p30"/>
          <p:cNvSpPr txBox="1"/>
          <p:nvPr>
            <p:ph idx="14" type="subTitle"/>
          </p:nvPr>
        </p:nvSpPr>
        <p:spPr>
          <a:xfrm>
            <a:off x="2701596" y="3527558"/>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455" name="Google Shape;455;p30"/>
          <p:cNvSpPr txBox="1"/>
          <p:nvPr>
            <p:ph idx="15" type="subTitle"/>
          </p:nvPr>
        </p:nvSpPr>
        <p:spPr>
          <a:xfrm>
            <a:off x="4683192" y="3527558"/>
            <a:ext cx="1971300" cy="45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a:t>
            </a:r>
            <a:endParaRPr/>
          </a:p>
        </p:txBody>
      </p:sp>
      <p:grpSp>
        <p:nvGrpSpPr>
          <p:cNvPr id="456" name="Google Shape;456;p30"/>
          <p:cNvGrpSpPr/>
          <p:nvPr/>
        </p:nvGrpSpPr>
        <p:grpSpPr>
          <a:xfrm>
            <a:off x="6654496" y="2831792"/>
            <a:ext cx="1769506" cy="1605658"/>
            <a:chOff x="6654552" y="986778"/>
            <a:chExt cx="1914014" cy="1736785"/>
          </a:xfrm>
        </p:grpSpPr>
        <p:sp>
          <p:nvSpPr>
            <p:cNvPr id="457" name="Google Shape;457;p30"/>
            <p:cNvSpPr/>
            <p:nvPr/>
          </p:nvSpPr>
          <p:spPr>
            <a:xfrm>
              <a:off x="7496455" y="2000511"/>
              <a:ext cx="420347" cy="723052"/>
            </a:xfrm>
            <a:custGeom>
              <a:rect b="b" l="l" r="r" t="t"/>
              <a:pathLst>
                <a:path extrusionOk="0" h="403421" w="219285">
                  <a:moveTo>
                    <a:pt x="169879" y="377508"/>
                  </a:moveTo>
                  <a:cubicBezTo>
                    <a:pt x="169879" y="377508"/>
                    <a:pt x="169879" y="349486"/>
                    <a:pt x="160820" y="330522"/>
                  </a:cubicBezTo>
                  <a:cubicBezTo>
                    <a:pt x="151762" y="311557"/>
                    <a:pt x="126187" y="276953"/>
                    <a:pt x="110557" y="255626"/>
                  </a:cubicBezTo>
                  <a:cubicBezTo>
                    <a:pt x="94926" y="234300"/>
                    <a:pt x="98993" y="201229"/>
                    <a:pt x="98993" y="201229"/>
                  </a:cubicBezTo>
                  <a:cubicBezTo>
                    <a:pt x="98993" y="201229"/>
                    <a:pt x="72619" y="193828"/>
                    <a:pt x="39672" y="150966"/>
                  </a:cubicBezTo>
                  <a:cubicBezTo>
                    <a:pt x="6725" y="108103"/>
                    <a:pt x="0" y="50325"/>
                    <a:pt x="0" y="50325"/>
                  </a:cubicBezTo>
                  <a:lnTo>
                    <a:pt x="128549" y="24693"/>
                  </a:lnTo>
                  <a:cubicBezTo>
                    <a:pt x="128549" y="24693"/>
                    <a:pt x="168421" y="-25913"/>
                    <a:pt x="188986" y="17768"/>
                  </a:cubicBezTo>
                  <a:cubicBezTo>
                    <a:pt x="209550" y="61450"/>
                    <a:pt x="204368" y="224127"/>
                    <a:pt x="210969" y="252150"/>
                  </a:cubicBezTo>
                  <a:cubicBezTo>
                    <a:pt x="217570" y="280172"/>
                    <a:pt x="219285" y="369250"/>
                    <a:pt x="219285" y="36925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7715212" y="2008792"/>
              <a:ext cx="565363" cy="538113"/>
            </a:xfrm>
            <a:custGeom>
              <a:rect b="b" l="l" r="r" t="t"/>
              <a:pathLst>
                <a:path extrusionOk="0" h="284274" w="303276">
                  <a:moveTo>
                    <a:pt x="0" y="3296"/>
                  </a:moveTo>
                  <a:cubicBezTo>
                    <a:pt x="0" y="3296"/>
                    <a:pt x="7429" y="43682"/>
                    <a:pt x="12363" y="71647"/>
                  </a:cubicBezTo>
                  <a:cubicBezTo>
                    <a:pt x="17297" y="99613"/>
                    <a:pt x="32985" y="125187"/>
                    <a:pt x="32985" y="125187"/>
                  </a:cubicBezTo>
                  <a:cubicBezTo>
                    <a:pt x="28194" y="144999"/>
                    <a:pt x="28480" y="165697"/>
                    <a:pt x="33814" y="185366"/>
                  </a:cubicBezTo>
                  <a:cubicBezTo>
                    <a:pt x="42872" y="215865"/>
                    <a:pt x="51930" y="276015"/>
                    <a:pt x="95612" y="280140"/>
                  </a:cubicBezTo>
                  <a:cubicBezTo>
                    <a:pt x="139303" y="284274"/>
                    <a:pt x="157410" y="257070"/>
                    <a:pt x="157410" y="257070"/>
                  </a:cubicBezTo>
                  <a:cubicBezTo>
                    <a:pt x="157410" y="257070"/>
                    <a:pt x="204397" y="275187"/>
                    <a:pt x="241478" y="247164"/>
                  </a:cubicBezTo>
                  <a:cubicBezTo>
                    <a:pt x="278559" y="219142"/>
                    <a:pt x="303276" y="166402"/>
                    <a:pt x="292570" y="128492"/>
                  </a:cubicBezTo>
                  <a:cubicBezTo>
                    <a:pt x="281864" y="90583"/>
                    <a:pt x="268672" y="73276"/>
                    <a:pt x="212627" y="52683"/>
                  </a:cubicBezTo>
                  <a:cubicBezTo>
                    <a:pt x="156581" y="32090"/>
                    <a:pt x="77467" y="50206"/>
                    <a:pt x="65103" y="58379"/>
                  </a:cubicBezTo>
                  <a:cubicBezTo>
                    <a:pt x="52740" y="66551"/>
                    <a:pt x="42719" y="88164"/>
                    <a:pt x="42719" y="88164"/>
                  </a:cubicBezTo>
                  <a:lnTo>
                    <a:pt x="22955" y="35424"/>
                  </a:lnTo>
                  <a:lnTo>
                    <a:pt x="14697" y="0"/>
                  </a:lnTo>
                  <a:lnTo>
                    <a:pt x="0" y="3305"/>
                  </a:lnTo>
                  <a:close/>
                </a:path>
              </a:pathLst>
            </a:custGeom>
            <a:solidFill>
              <a:schemeClr val="lt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a:off x="6661453" y="1531254"/>
              <a:ext cx="857801" cy="670700"/>
            </a:xfrm>
            <a:custGeom>
              <a:rect b="b" l="l" r="r" t="t"/>
              <a:pathLst>
                <a:path extrusionOk="0" h="355216" w="447494">
                  <a:moveTo>
                    <a:pt x="0" y="19"/>
                  </a:moveTo>
                  <a:cubicBezTo>
                    <a:pt x="0" y="19"/>
                    <a:pt x="3277" y="77486"/>
                    <a:pt x="46139" y="122787"/>
                  </a:cubicBezTo>
                  <a:cubicBezTo>
                    <a:pt x="89002" y="168097"/>
                    <a:pt x="137617" y="191138"/>
                    <a:pt x="173069" y="195320"/>
                  </a:cubicBezTo>
                  <a:cubicBezTo>
                    <a:pt x="193272" y="197596"/>
                    <a:pt x="213351" y="200892"/>
                    <a:pt x="233220" y="205197"/>
                  </a:cubicBezTo>
                  <a:cubicBezTo>
                    <a:pt x="233220" y="205197"/>
                    <a:pt x="249707" y="312334"/>
                    <a:pt x="310687" y="333775"/>
                  </a:cubicBezTo>
                  <a:cubicBezTo>
                    <a:pt x="371656" y="355216"/>
                    <a:pt x="379038" y="354368"/>
                    <a:pt x="403812" y="338699"/>
                  </a:cubicBezTo>
                  <a:cubicBezTo>
                    <a:pt x="428587" y="323031"/>
                    <a:pt x="447494" y="309029"/>
                    <a:pt x="447494" y="309029"/>
                  </a:cubicBezTo>
                  <a:cubicBezTo>
                    <a:pt x="447494" y="309029"/>
                    <a:pt x="335404" y="298323"/>
                    <a:pt x="304933" y="234982"/>
                  </a:cubicBezTo>
                  <a:cubicBezTo>
                    <a:pt x="275835" y="175365"/>
                    <a:pt x="228495" y="126568"/>
                    <a:pt x="169774" y="95688"/>
                  </a:cubicBezTo>
                  <a:cubicBezTo>
                    <a:pt x="116205" y="67694"/>
                    <a:pt x="21431" y="23184"/>
                    <a:pt x="18126" y="16574"/>
                  </a:cubicBezTo>
                  <a:cubicBezTo>
                    <a:pt x="14821" y="9963"/>
                    <a:pt x="10"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6654552" y="986778"/>
              <a:ext cx="1914014" cy="1323240"/>
            </a:xfrm>
            <a:custGeom>
              <a:rect b="b" l="l" r="r" t="t"/>
              <a:pathLst>
                <a:path extrusionOk="0" h="699040" w="1006040">
                  <a:moveTo>
                    <a:pt x="76843" y="136699"/>
                  </a:moveTo>
                  <a:cubicBezTo>
                    <a:pt x="76843" y="136699"/>
                    <a:pt x="65451" y="149881"/>
                    <a:pt x="57907" y="159768"/>
                  </a:cubicBezTo>
                  <a:cubicBezTo>
                    <a:pt x="53611" y="165369"/>
                    <a:pt x="50011" y="171474"/>
                    <a:pt x="47172" y="177942"/>
                  </a:cubicBezTo>
                  <a:cubicBezTo>
                    <a:pt x="47172" y="177942"/>
                    <a:pt x="16702" y="197678"/>
                    <a:pt x="9320" y="219947"/>
                  </a:cubicBezTo>
                  <a:cubicBezTo>
                    <a:pt x="1938" y="242216"/>
                    <a:pt x="-2072" y="256199"/>
                    <a:pt x="1090" y="278440"/>
                  </a:cubicBezTo>
                  <a:cubicBezTo>
                    <a:pt x="3348" y="292823"/>
                    <a:pt x="7167" y="306920"/>
                    <a:pt x="12482" y="320474"/>
                  </a:cubicBezTo>
                  <a:cubicBezTo>
                    <a:pt x="12482" y="320474"/>
                    <a:pt x="13311" y="341886"/>
                    <a:pt x="47906" y="355078"/>
                  </a:cubicBezTo>
                  <a:cubicBezTo>
                    <a:pt x="82501" y="368270"/>
                    <a:pt x="183894" y="406999"/>
                    <a:pt x="188847" y="411123"/>
                  </a:cubicBezTo>
                  <a:cubicBezTo>
                    <a:pt x="193800" y="415248"/>
                    <a:pt x="230881" y="440794"/>
                    <a:pt x="230881" y="440794"/>
                  </a:cubicBezTo>
                  <a:lnTo>
                    <a:pt x="239111" y="482828"/>
                  </a:lnTo>
                  <a:cubicBezTo>
                    <a:pt x="239111" y="482828"/>
                    <a:pt x="244064" y="534748"/>
                    <a:pt x="252293" y="548760"/>
                  </a:cubicBezTo>
                  <a:cubicBezTo>
                    <a:pt x="260523" y="562771"/>
                    <a:pt x="273706" y="599852"/>
                    <a:pt x="300080" y="613863"/>
                  </a:cubicBezTo>
                  <a:cubicBezTo>
                    <a:pt x="326455" y="627874"/>
                    <a:pt x="359602" y="627045"/>
                    <a:pt x="380109" y="622207"/>
                  </a:cubicBezTo>
                  <a:cubicBezTo>
                    <a:pt x="400617" y="617368"/>
                    <a:pt x="414742" y="610815"/>
                    <a:pt x="461700" y="595013"/>
                  </a:cubicBezTo>
                  <a:cubicBezTo>
                    <a:pt x="508659" y="579211"/>
                    <a:pt x="525975" y="575249"/>
                    <a:pt x="529280" y="574420"/>
                  </a:cubicBezTo>
                  <a:cubicBezTo>
                    <a:pt x="532585" y="573591"/>
                    <a:pt x="643818" y="597489"/>
                    <a:pt x="674327" y="591708"/>
                  </a:cubicBezTo>
                  <a:cubicBezTo>
                    <a:pt x="704836" y="585926"/>
                    <a:pt x="717190" y="574420"/>
                    <a:pt x="717190" y="574420"/>
                  </a:cubicBezTo>
                  <a:cubicBezTo>
                    <a:pt x="717190" y="574420"/>
                    <a:pt x="732848" y="604090"/>
                    <a:pt x="755918" y="618102"/>
                  </a:cubicBezTo>
                  <a:cubicBezTo>
                    <a:pt x="778988" y="632113"/>
                    <a:pt x="840815" y="663412"/>
                    <a:pt x="848215" y="669194"/>
                  </a:cubicBezTo>
                  <a:cubicBezTo>
                    <a:pt x="855616" y="674975"/>
                    <a:pt x="864703" y="693092"/>
                    <a:pt x="886125" y="689787"/>
                  </a:cubicBezTo>
                  <a:cubicBezTo>
                    <a:pt x="907547" y="686482"/>
                    <a:pt x="919100" y="658459"/>
                    <a:pt x="921577" y="655182"/>
                  </a:cubicBezTo>
                  <a:cubicBezTo>
                    <a:pt x="924053" y="651906"/>
                    <a:pt x="954524" y="614682"/>
                    <a:pt x="963582" y="596575"/>
                  </a:cubicBezTo>
                  <a:cubicBezTo>
                    <a:pt x="968831" y="586336"/>
                    <a:pt x="972974" y="575563"/>
                    <a:pt x="975946" y="564447"/>
                  </a:cubicBezTo>
                  <a:cubicBezTo>
                    <a:pt x="975946" y="564447"/>
                    <a:pt x="1003968" y="535596"/>
                    <a:pt x="998215" y="486952"/>
                  </a:cubicBezTo>
                  <a:cubicBezTo>
                    <a:pt x="992462" y="438308"/>
                    <a:pt x="985852" y="397131"/>
                    <a:pt x="973498" y="361641"/>
                  </a:cubicBezTo>
                  <a:cubicBezTo>
                    <a:pt x="961144" y="326151"/>
                    <a:pt x="954533" y="312997"/>
                    <a:pt x="954533" y="312997"/>
                  </a:cubicBezTo>
                  <a:cubicBezTo>
                    <a:pt x="954533" y="312997"/>
                    <a:pt x="946275" y="234882"/>
                    <a:pt x="908394" y="198487"/>
                  </a:cubicBezTo>
                  <a:cubicBezTo>
                    <a:pt x="870513" y="162092"/>
                    <a:pt x="848215" y="151529"/>
                    <a:pt x="848215" y="151529"/>
                  </a:cubicBezTo>
                  <a:cubicBezTo>
                    <a:pt x="848215" y="151529"/>
                    <a:pt x="821841" y="111143"/>
                    <a:pt x="785560" y="96313"/>
                  </a:cubicBezTo>
                  <a:cubicBezTo>
                    <a:pt x="749279" y="81482"/>
                    <a:pt x="694910" y="39353"/>
                    <a:pt x="669365" y="29561"/>
                  </a:cubicBezTo>
                  <a:cubicBezTo>
                    <a:pt x="643818" y="19770"/>
                    <a:pt x="629007" y="26999"/>
                    <a:pt x="629007" y="26999"/>
                  </a:cubicBezTo>
                  <a:cubicBezTo>
                    <a:pt x="629007" y="26999"/>
                    <a:pt x="558951" y="4758"/>
                    <a:pt x="507030" y="4758"/>
                  </a:cubicBezTo>
                  <a:lnTo>
                    <a:pt x="455109" y="4758"/>
                  </a:lnTo>
                  <a:cubicBezTo>
                    <a:pt x="455109" y="4758"/>
                    <a:pt x="404017" y="-5948"/>
                    <a:pt x="352077" y="4758"/>
                  </a:cubicBezTo>
                  <a:cubicBezTo>
                    <a:pt x="300128" y="15464"/>
                    <a:pt x="245769" y="7235"/>
                    <a:pt x="207859" y="23694"/>
                  </a:cubicBezTo>
                  <a:cubicBezTo>
                    <a:pt x="169950" y="40153"/>
                    <a:pt x="129573" y="78910"/>
                    <a:pt x="129573" y="78910"/>
                  </a:cubicBezTo>
                  <a:cubicBezTo>
                    <a:pt x="129573" y="78910"/>
                    <a:pt x="86711" y="106190"/>
                    <a:pt x="76833" y="13668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7065842" y="1299386"/>
              <a:ext cx="1501859" cy="1010767"/>
            </a:xfrm>
            <a:custGeom>
              <a:rect b="b" l="l" r="r" t="t"/>
              <a:pathLst>
                <a:path extrusionOk="0" h="529942" w="789404">
                  <a:moveTo>
                    <a:pt x="758933" y="198520"/>
                  </a:moveTo>
                  <a:cubicBezTo>
                    <a:pt x="746570" y="163068"/>
                    <a:pt x="739969" y="149876"/>
                    <a:pt x="739969" y="149876"/>
                  </a:cubicBezTo>
                  <a:cubicBezTo>
                    <a:pt x="739969" y="149876"/>
                    <a:pt x="731711" y="71733"/>
                    <a:pt x="693830" y="35338"/>
                  </a:cubicBezTo>
                  <a:cubicBezTo>
                    <a:pt x="680704" y="22603"/>
                    <a:pt x="666722" y="10792"/>
                    <a:pt x="651967" y="0"/>
                  </a:cubicBezTo>
                  <a:cubicBezTo>
                    <a:pt x="614286" y="449589"/>
                    <a:pt x="130978" y="255251"/>
                    <a:pt x="0" y="266281"/>
                  </a:cubicBezTo>
                  <a:cubicBezTo>
                    <a:pt x="8773" y="272405"/>
                    <a:pt x="16402" y="277673"/>
                    <a:pt x="16402" y="277673"/>
                  </a:cubicBezTo>
                  <a:lnTo>
                    <a:pt x="24632" y="319707"/>
                  </a:lnTo>
                  <a:cubicBezTo>
                    <a:pt x="24632" y="319707"/>
                    <a:pt x="29585" y="371627"/>
                    <a:pt x="37814" y="385639"/>
                  </a:cubicBezTo>
                  <a:cubicBezTo>
                    <a:pt x="46044" y="399650"/>
                    <a:pt x="59227" y="436731"/>
                    <a:pt x="85601" y="450742"/>
                  </a:cubicBezTo>
                  <a:cubicBezTo>
                    <a:pt x="111976" y="464753"/>
                    <a:pt x="145037" y="463896"/>
                    <a:pt x="165545" y="459057"/>
                  </a:cubicBezTo>
                  <a:cubicBezTo>
                    <a:pt x="186052" y="454219"/>
                    <a:pt x="200178" y="447665"/>
                    <a:pt x="247136" y="431863"/>
                  </a:cubicBezTo>
                  <a:cubicBezTo>
                    <a:pt x="294094" y="416062"/>
                    <a:pt x="311410" y="412099"/>
                    <a:pt x="314716" y="411271"/>
                  </a:cubicBezTo>
                  <a:cubicBezTo>
                    <a:pt x="318021" y="410442"/>
                    <a:pt x="429254" y="434340"/>
                    <a:pt x="459762" y="428558"/>
                  </a:cubicBezTo>
                  <a:cubicBezTo>
                    <a:pt x="490271" y="422777"/>
                    <a:pt x="502625" y="411271"/>
                    <a:pt x="502625" y="411271"/>
                  </a:cubicBezTo>
                  <a:cubicBezTo>
                    <a:pt x="502625" y="411271"/>
                    <a:pt x="518284" y="440941"/>
                    <a:pt x="541354" y="454952"/>
                  </a:cubicBezTo>
                  <a:cubicBezTo>
                    <a:pt x="564423" y="468963"/>
                    <a:pt x="626250" y="500263"/>
                    <a:pt x="633651" y="506044"/>
                  </a:cubicBezTo>
                  <a:cubicBezTo>
                    <a:pt x="641052" y="511826"/>
                    <a:pt x="650139" y="529942"/>
                    <a:pt x="671560" y="526637"/>
                  </a:cubicBezTo>
                  <a:cubicBezTo>
                    <a:pt x="692982" y="523332"/>
                    <a:pt x="704536" y="495310"/>
                    <a:pt x="707012" y="492033"/>
                  </a:cubicBezTo>
                  <a:cubicBezTo>
                    <a:pt x="709489" y="488756"/>
                    <a:pt x="739959" y="451533"/>
                    <a:pt x="749017" y="433426"/>
                  </a:cubicBezTo>
                  <a:cubicBezTo>
                    <a:pt x="754266" y="423186"/>
                    <a:pt x="758409" y="412414"/>
                    <a:pt x="761381" y="401298"/>
                  </a:cubicBezTo>
                  <a:cubicBezTo>
                    <a:pt x="761381" y="401298"/>
                    <a:pt x="789404" y="372446"/>
                    <a:pt x="783650" y="323802"/>
                  </a:cubicBezTo>
                  <a:cubicBezTo>
                    <a:pt x="777897" y="275158"/>
                    <a:pt x="771287" y="234067"/>
                    <a:pt x="758933" y="19852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7248025" y="1331130"/>
              <a:ext cx="284734" cy="317871"/>
            </a:xfrm>
            <a:custGeom>
              <a:rect b="b" l="l" r="r" t="t"/>
              <a:pathLst>
                <a:path extrusionOk="0" h="182728" w="149285">
                  <a:moveTo>
                    <a:pt x="148664" y="5869"/>
                  </a:moveTo>
                  <a:cubicBezTo>
                    <a:pt x="148664" y="5869"/>
                    <a:pt x="141940" y="-17115"/>
                    <a:pt x="123747" y="27882"/>
                  </a:cubicBezTo>
                  <a:cubicBezTo>
                    <a:pt x="105554" y="72878"/>
                    <a:pt x="97915" y="109273"/>
                    <a:pt x="76846" y="126503"/>
                  </a:cubicBezTo>
                  <a:cubicBezTo>
                    <a:pt x="55776" y="143734"/>
                    <a:pt x="9837" y="137038"/>
                    <a:pt x="4084" y="146611"/>
                  </a:cubicBezTo>
                  <a:cubicBezTo>
                    <a:pt x="732" y="151640"/>
                    <a:pt x="-621" y="157726"/>
                    <a:pt x="265" y="163699"/>
                  </a:cubicBezTo>
                  <a:cubicBezTo>
                    <a:pt x="265" y="163699"/>
                    <a:pt x="23220" y="161794"/>
                    <a:pt x="33755" y="161794"/>
                  </a:cubicBezTo>
                  <a:cubicBezTo>
                    <a:pt x="44289" y="161794"/>
                    <a:pt x="77808" y="165613"/>
                    <a:pt x="77808" y="165613"/>
                  </a:cubicBezTo>
                  <a:lnTo>
                    <a:pt x="102697" y="156040"/>
                  </a:lnTo>
                  <a:cubicBezTo>
                    <a:pt x="102697" y="156040"/>
                    <a:pt x="98849" y="141801"/>
                    <a:pt x="100792" y="138953"/>
                  </a:cubicBezTo>
                  <a:cubicBezTo>
                    <a:pt x="102735" y="136105"/>
                    <a:pt x="117879" y="127561"/>
                    <a:pt x="122804" y="102586"/>
                  </a:cubicBezTo>
                  <a:cubicBezTo>
                    <a:pt x="127728" y="77612"/>
                    <a:pt x="130462" y="36511"/>
                    <a:pt x="133339" y="30758"/>
                  </a:cubicBezTo>
                  <a:cubicBezTo>
                    <a:pt x="136215" y="25005"/>
                    <a:pt x="148664" y="5869"/>
                    <a:pt x="148664" y="586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7417095" y="1457415"/>
              <a:ext cx="685196" cy="360660"/>
            </a:xfrm>
            <a:custGeom>
              <a:rect b="b" l="l" r="r" t="t"/>
              <a:pathLst>
                <a:path extrusionOk="0" h="190529" w="363817">
                  <a:moveTo>
                    <a:pt x="10" y="172432"/>
                  </a:moveTo>
                  <a:cubicBezTo>
                    <a:pt x="10" y="172432"/>
                    <a:pt x="29680" y="154259"/>
                    <a:pt x="47854" y="154259"/>
                  </a:cubicBezTo>
                  <a:cubicBezTo>
                    <a:pt x="66027" y="154259"/>
                    <a:pt x="101479" y="160955"/>
                    <a:pt x="136903" y="144657"/>
                  </a:cubicBezTo>
                  <a:cubicBezTo>
                    <a:pt x="172326" y="128360"/>
                    <a:pt x="217322" y="94880"/>
                    <a:pt x="217322" y="94880"/>
                  </a:cubicBezTo>
                  <a:cubicBezTo>
                    <a:pt x="217322" y="94880"/>
                    <a:pt x="267100" y="110206"/>
                    <a:pt x="297742" y="81497"/>
                  </a:cubicBezTo>
                  <a:cubicBezTo>
                    <a:pt x="328384" y="52789"/>
                    <a:pt x="327412" y="2983"/>
                    <a:pt x="345615" y="106"/>
                  </a:cubicBezTo>
                  <a:cubicBezTo>
                    <a:pt x="363817" y="-2771"/>
                    <a:pt x="359026" y="53732"/>
                    <a:pt x="346558" y="69057"/>
                  </a:cubicBezTo>
                  <a:cubicBezTo>
                    <a:pt x="334090" y="84383"/>
                    <a:pt x="313068" y="119778"/>
                    <a:pt x="298713" y="125531"/>
                  </a:cubicBezTo>
                  <a:cubicBezTo>
                    <a:pt x="284359" y="131284"/>
                    <a:pt x="261347" y="137980"/>
                    <a:pt x="243183" y="137980"/>
                  </a:cubicBezTo>
                  <a:cubicBezTo>
                    <a:pt x="230476" y="138390"/>
                    <a:pt x="217904" y="140647"/>
                    <a:pt x="205845" y="144677"/>
                  </a:cubicBezTo>
                  <a:lnTo>
                    <a:pt x="166573" y="165831"/>
                  </a:lnTo>
                  <a:lnTo>
                    <a:pt x="119672" y="174375"/>
                  </a:lnTo>
                  <a:cubicBezTo>
                    <a:pt x="119672" y="174375"/>
                    <a:pt x="75619" y="187758"/>
                    <a:pt x="66046" y="187758"/>
                  </a:cubicBezTo>
                  <a:cubicBezTo>
                    <a:pt x="56474" y="187758"/>
                    <a:pt x="7668" y="169556"/>
                    <a:pt x="0" y="17243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7622740" y="1094431"/>
              <a:ext cx="317295" cy="500903"/>
            </a:xfrm>
            <a:custGeom>
              <a:rect b="b" l="l" r="r" t="t"/>
              <a:pathLst>
                <a:path extrusionOk="0" h="261309" w="165525">
                  <a:moveTo>
                    <a:pt x="151276" y="0"/>
                  </a:moveTo>
                  <a:cubicBezTo>
                    <a:pt x="151276" y="0"/>
                    <a:pt x="153181" y="25832"/>
                    <a:pt x="138827" y="43062"/>
                  </a:cubicBezTo>
                  <a:cubicBezTo>
                    <a:pt x="124473" y="60293"/>
                    <a:pt x="131169" y="66046"/>
                    <a:pt x="119662" y="77553"/>
                  </a:cubicBezTo>
                  <a:cubicBezTo>
                    <a:pt x="108156" y="89059"/>
                    <a:pt x="97650" y="88059"/>
                    <a:pt x="86173" y="101479"/>
                  </a:cubicBezTo>
                  <a:cubicBezTo>
                    <a:pt x="74695" y="114900"/>
                    <a:pt x="71933" y="123492"/>
                    <a:pt x="67008" y="127340"/>
                  </a:cubicBezTo>
                  <a:cubicBezTo>
                    <a:pt x="62084" y="131188"/>
                    <a:pt x="40214" y="116805"/>
                    <a:pt x="22984" y="145542"/>
                  </a:cubicBezTo>
                  <a:cubicBezTo>
                    <a:pt x="5753" y="174279"/>
                    <a:pt x="28680" y="190538"/>
                    <a:pt x="16259" y="221151"/>
                  </a:cubicBezTo>
                  <a:cubicBezTo>
                    <a:pt x="3839" y="251765"/>
                    <a:pt x="0" y="261309"/>
                    <a:pt x="0" y="261309"/>
                  </a:cubicBezTo>
                  <a:lnTo>
                    <a:pt x="48816" y="248860"/>
                  </a:lnTo>
                  <a:cubicBezTo>
                    <a:pt x="48816" y="248860"/>
                    <a:pt x="34576" y="226847"/>
                    <a:pt x="32556" y="205797"/>
                  </a:cubicBezTo>
                  <a:cubicBezTo>
                    <a:pt x="30537" y="184747"/>
                    <a:pt x="28708" y="159829"/>
                    <a:pt x="42129" y="148323"/>
                  </a:cubicBezTo>
                  <a:cubicBezTo>
                    <a:pt x="55540" y="136817"/>
                    <a:pt x="67989" y="136931"/>
                    <a:pt x="67989" y="136931"/>
                  </a:cubicBezTo>
                  <a:cubicBezTo>
                    <a:pt x="67989" y="136931"/>
                    <a:pt x="86192" y="110138"/>
                    <a:pt x="95755" y="103413"/>
                  </a:cubicBezTo>
                  <a:cubicBezTo>
                    <a:pt x="105318" y="96688"/>
                    <a:pt x="148609" y="76133"/>
                    <a:pt x="154134" y="73743"/>
                  </a:cubicBezTo>
                  <a:cubicBezTo>
                    <a:pt x="157753" y="72314"/>
                    <a:pt x="161639" y="71666"/>
                    <a:pt x="165525" y="71838"/>
                  </a:cubicBezTo>
                  <a:lnTo>
                    <a:pt x="165525" y="26842"/>
                  </a:lnTo>
                  <a:lnTo>
                    <a:pt x="158944" y="13545"/>
                  </a:lnTo>
                  <a:lnTo>
                    <a:pt x="151286" y="1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8022989" y="1139976"/>
              <a:ext cx="78667" cy="144990"/>
            </a:xfrm>
            <a:custGeom>
              <a:rect b="b" l="l" r="r" t="t"/>
              <a:pathLst>
                <a:path extrusionOk="0" h="75638" w="41453">
                  <a:moveTo>
                    <a:pt x="0" y="0"/>
                  </a:moveTo>
                  <a:cubicBezTo>
                    <a:pt x="0" y="0"/>
                    <a:pt x="17231" y="12449"/>
                    <a:pt x="23927" y="39243"/>
                  </a:cubicBezTo>
                  <a:cubicBezTo>
                    <a:pt x="30623" y="66037"/>
                    <a:pt x="21079" y="67980"/>
                    <a:pt x="21079" y="67980"/>
                  </a:cubicBezTo>
                  <a:lnTo>
                    <a:pt x="41186" y="75638"/>
                  </a:lnTo>
                  <a:cubicBezTo>
                    <a:pt x="41453" y="59588"/>
                    <a:pt x="38548" y="43653"/>
                    <a:pt x="32642" y="28737"/>
                  </a:cubicBezTo>
                  <a:cubicBezTo>
                    <a:pt x="22984" y="6696"/>
                    <a:pt x="10" y="0"/>
                    <a:pt x="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6902983" y="1075798"/>
              <a:ext cx="622176" cy="444410"/>
            </a:xfrm>
            <a:custGeom>
              <a:rect b="b" l="l" r="r" t="t"/>
              <a:pathLst>
                <a:path extrusionOk="0" h="231838" w="324574">
                  <a:moveTo>
                    <a:pt x="324574" y="0"/>
                  </a:moveTo>
                  <a:cubicBezTo>
                    <a:pt x="324574" y="0"/>
                    <a:pt x="306372" y="21079"/>
                    <a:pt x="292027" y="34490"/>
                  </a:cubicBezTo>
                  <a:cubicBezTo>
                    <a:pt x="277682" y="47901"/>
                    <a:pt x="247031" y="65103"/>
                    <a:pt x="230743" y="58417"/>
                  </a:cubicBezTo>
                  <a:cubicBezTo>
                    <a:pt x="214455" y="51730"/>
                    <a:pt x="209693" y="44177"/>
                    <a:pt x="209693" y="44177"/>
                  </a:cubicBezTo>
                  <a:cubicBezTo>
                    <a:pt x="209693" y="44177"/>
                    <a:pt x="236487" y="71942"/>
                    <a:pt x="231705" y="88201"/>
                  </a:cubicBezTo>
                  <a:cubicBezTo>
                    <a:pt x="226924" y="104461"/>
                    <a:pt x="210626" y="139922"/>
                    <a:pt x="182889" y="146609"/>
                  </a:cubicBezTo>
                  <a:cubicBezTo>
                    <a:pt x="155153" y="153295"/>
                    <a:pt x="111062" y="139913"/>
                    <a:pt x="88087" y="146609"/>
                  </a:cubicBezTo>
                  <a:cubicBezTo>
                    <a:pt x="65113" y="153305"/>
                    <a:pt x="54597" y="188728"/>
                    <a:pt x="52664" y="193510"/>
                  </a:cubicBezTo>
                  <a:cubicBezTo>
                    <a:pt x="50730" y="198291"/>
                    <a:pt x="39281" y="192567"/>
                    <a:pt x="23955" y="188728"/>
                  </a:cubicBezTo>
                  <a:cubicBezTo>
                    <a:pt x="16173" y="186509"/>
                    <a:pt x="8087" y="185547"/>
                    <a:pt x="0" y="185880"/>
                  </a:cubicBezTo>
                  <a:cubicBezTo>
                    <a:pt x="0" y="185880"/>
                    <a:pt x="17259" y="206959"/>
                    <a:pt x="13411" y="218427"/>
                  </a:cubicBezTo>
                  <a:cubicBezTo>
                    <a:pt x="9563" y="229895"/>
                    <a:pt x="962" y="231838"/>
                    <a:pt x="962" y="231838"/>
                  </a:cubicBezTo>
                  <a:cubicBezTo>
                    <a:pt x="10039" y="228152"/>
                    <a:pt x="19307" y="224952"/>
                    <a:pt x="28727" y="222266"/>
                  </a:cubicBezTo>
                  <a:cubicBezTo>
                    <a:pt x="37271" y="220361"/>
                    <a:pt x="52654" y="225114"/>
                    <a:pt x="52654" y="225114"/>
                  </a:cubicBezTo>
                  <a:cubicBezTo>
                    <a:pt x="52654" y="225114"/>
                    <a:pt x="76610" y="180118"/>
                    <a:pt x="93831" y="177241"/>
                  </a:cubicBezTo>
                  <a:cubicBezTo>
                    <a:pt x="104699" y="175689"/>
                    <a:pt x="115776" y="177689"/>
                    <a:pt x="125416" y="182937"/>
                  </a:cubicBezTo>
                  <a:cubicBezTo>
                    <a:pt x="125416" y="182937"/>
                    <a:pt x="157029" y="160896"/>
                    <a:pt x="168507" y="160896"/>
                  </a:cubicBezTo>
                  <a:cubicBezTo>
                    <a:pt x="179984" y="160896"/>
                    <a:pt x="201054" y="179099"/>
                    <a:pt x="201054" y="179099"/>
                  </a:cubicBezTo>
                  <a:cubicBezTo>
                    <a:pt x="201054" y="179099"/>
                    <a:pt x="207778" y="167707"/>
                    <a:pt x="213503" y="164859"/>
                  </a:cubicBezTo>
                  <a:cubicBezTo>
                    <a:pt x="218122" y="162782"/>
                    <a:pt x="222942" y="161182"/>
                    <a:pt x="227886" y="160077"/>
                  </a:cubicBezTo>
                  <a:cubicBezTo>
                    <a:pt x="227886" y="160077"/>
                    <a:pt x="229791" y="110271"/>
                    <a:pt x="243183" y="92097"/>
                  </a:cubicBezTo>
                  <a:cubicBezTo>
                    <a:pt x="256575" y="73924"/>
                    <a:pt x="308315" y="47101"/>
                    <a:pt x="308315" y="47101"/>
                  </a:cubicBezTo>
                  <a:cubicBezTo>
                    <a:pt x="308315" y="47101"/>
                    <a:pt x="294904" y="35423"/>
                    <a:pt x="3245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6911264" y="1514692"/>
              <a:ext cx="344300" cy="185414"/>
            </a:xfrm>
            <a:custGeom>
              <a:rect b="b" l="l" r="r" t="t"/>
              <a:pathLst>
                <a:path extrusionOk="0" h="96726" w="183747">
                  <a:moveTo>
                    <a:pt x="179693" y="0"/>
                  </a:moveTo>
                  <a:cubicBezTo>
                    <a:pt x="179693" y="0"/>
                    <a:pt x="162463" y="39214"/>
                    <a:pt x="150023" y="44053"/>
                  </a:cubicBezTo>
                  <a:cubicBezTo>
                    <a:pt x="137583" y="48892"/>
                    <a:pt x="128011" y="33518"/>
                    <a:pt x="128011" y="33518"/>
                  </a:cubicBezTo>
                  <a:cubicBezTo>
                    <a:pt x="128011" y="33518"/>
                    <a:pt x="130859" y="60312"/>
                    <a:pt x="120353" y="64160"/>
                  </a:cubicBezTo>
                  <a:cubicBezTo>
                    <a:pt x="109847" y="68008"/>
                    <a:pt x="93530" y="56502"/>
                    <a:pt x="93530" y="56502"/>
                  </a:cubicBezTo>
                  <a:cubicBezTo>
                    <a:pt x="93530" y="56502"/>
                    <a:pt x="92587" y="64160"/>
                    <a:pt x="82138" y="66075"/>
                  </a:cubicBezTo>
                  <a:cubicBezTo>
                    <a:pt x="71689" y="67989"/>
                    <a:pt x="40962" y="50749"/>
                    <a:pt x="25665" y="35433"/>
                  </a:cubicBezTo>
                  <a:cubicBezTo>
                    <a:pt x="10368" y="20117"/>
                    <a:pt x="6500" y="8639"/>
                    <a:pt x="6500" y="8639"/>
                  </a:cubicBezTo>
                  <a:cubicBezTo>
                    <a:pt x="6500" y="8639"/>
                    <a:pt x="-4035" y="22879"/>
                    <a:pt x="1719" y="33528"/>
                  </a:cubicBezTo>
                  <a:cubicBezTo>
                    <a:pt x="7472" y="44177"/>
                    <a:pt x="39057" y="63198"/>
                    <a:pt x="49591" y="67989"/>
                  </a:cubicBezTo>
                  <a:cubicBezTo>
                    <a:pt x="60126" y="72780"/>
                    <a:pt x="118543" y="96726"/>
                    <a:pt x="118543" y="96726"/>
                  </a:cubicBezTo>
                  <a:cubicBezTo>
                    <a:pt x="118543" y="96726"/>
                    <a:pt x="137679" y="81401"/>
                    <a:pt x="146280" y="77562"/>
                  </a:cubicBezTo>
                  <a:cubicBezTo>
                    <a:pt x="154881" y="73723"/>
                    <a:pt x="168320" y="69018"/>
                    <a:pt x="168320" y="69018"/>
                  </a:cubicBezTo>
                  <a:cubicBezTo>
                    <a:pt x="168320" y="69018"/>
                    <a:pt x="164472" y="64237"/>
                    <a:pt x="166387" y="52730"/>
                  </a:cubicBezTo>
                  <a:cubicBezTo>
                    <a:pt x="168301" y="41224"/>
                    <a:pt x="179712" y="19"/>
                    <a:pt x="179712" y="1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6685606" y="1470527"/>
              <a:ext cx="452526" cy="368930"/>
            </a:xfrm>
            <a:custGeom>
              <a:rect b="b" l="l" r="r" t="t"/>
              <a:pathLst>
                <a:path extrusionOk="0" h="192462" w="242125">
                  <a:moveTo>
                    <a:pt x="236088" y="130207"/>
                  </a:moveTo>
                  <a:cubicBezTo>
                    <a:pt x="229040" y="134322"/>
                    <a:pt x="221667" y="137846"/>
                    <a:pt x="214047" y="140741"/>
                  </a:cubicBezTo>
                  <a:cubicBezTo>
                    <a:pt x="199807" y="146437"/>
                    <a:pt x="123112" y="112033"/>
                    <a:pt x="85888" y="93840"/>
                  </a:cubicBezTo>
                  <a:cubicBezTo>
                    <a:pt x="48665" y="75648"/>
                    <a:pt x="12041" y="36395"/>
                    <a:pt x="8202" y="22041"/>
                  </a:cubicBezTo>
                  <a:cubicBezTo>
                    <a:pt x="4364" y="7687"/>
                    <a:pt x="5354" y="0"/>
                    <a:pt x="5354" y="0"/>
                  </a:cubicBezTo>
                  <a:cubicBezTo>
                    <a:pt x="5354" y="0"/>
                    <a:pt x="-6037" y="52654"/>
                    <a:pt x="4411" y="73733"/>
                  </a:cubicBezTo>
                  <a:cubicBezTo>
                    <a:pt x="14861" y="94812"/>
                    <a:pt x="77173" y="113948"/>
                    <a:pt x="100157" y="123511"/>
                  </a:cubicBezTo>
                  <a:cubicBezTo>
                    <a:pt x="123141" y="133074"/>
                    <a:pt x="191292" y="176851"/>
                    <a:pt x="198350" y="176994"/>
                  </a:cubicBezTo>
                  <a:cubicBezTo>
                    <a:pt x="205408" y="177136"/>
                    <a:pt x="220791" y="192462"/>
                    <a:pt x="220791" y="192462"/>
                  </a:cubicBezTo>
                  <a:cubicBezTo>
                    <a:pt x="220791" y="192462"/>
                    <a:pt x="223296" y="163097"/>
                    <a:pt x="224611" y="154162"/>
                  </a:cubicBezTo>
                  <a:cubicBezTo>
                    <a:pt x="225925" y="145228"/>
                    <a:pt x="236088" y="130216"/>
                    <a:pt x="236088" y="13021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8187919" y="1524353"/>
              <a:ext cx="248105" cy="295136"/>
            </a:xfrm>
            <a:custGeom>
              <a:rect b="b" l="l" r="r" t="t"/>
              <a:pathLst>
                <a:path extrusionOk="0" h="161220" w="140685">
                  <a:moveTo>
                    <a:pt x="1001" y="21848"/>
                  </a:moveTo>
                  <a:cubicBezTo>
                    <a:pt x="1001" y="21848"/>
                    <a:pt x="26862" y="32354"/>
                    <a:pt x="50779" y="25667"/>
                  </a:cubicBezTo>
                  <a:cubicBezTo>
                    <a:pt x="74696" y="18980"/>
                    <a:pt x="89079" y="-6880"/>
                    <a:pt x="98652" y="1740"/>
                  </a:cubicBezTo>
                  <a:cubicBezTo>
                    <a:pt x="108224" y="10360"/>
                    <a:pt x="122607" y="49584"/>
                    <a:pt x="121635" y="89799"/>
                  </a:cubicBezTo>
                  <a:cubicBezTo>
                    <a:pt x="120664" y="130013"/>
                    <a:pt x="115939" y="135767"/>
                    <a:pt x="119730" y="142453"/>
                  </a:cubicBezTo>
                  <a:cubicBezTo>
                    <a:pt x="123522" y="149140"/>
                    <a:pt x="135990" y="152988"/>
                    <a:pt x="125426" y="153845"/>
                  </a:cubicBezTo>
                  <a:cubicBezTo>
                    <a:pt x="118664" y="154340"/>
                    <a:pt x="111872" y="153693"/>
                    <a:pt x="105319" y="151940"/>
                  </a:cubicBezTo>
                  <a:cubicBezTo>
                    <a:pt x="105319" y="151940"/>
                    <a:pt x="111015" y="117450"/>
                    <a:pt x="101500" y="86837"/>
                  </a:cubicBezTo>
                  <a:cubicBezTo>
                    <a:pt x="91984" y="56223"/>
                    <a:pt x="95518" y="40221"/>
                    <a:pt x="84269" y="34182"/>
                  </a:cubicBezTo>
                  <a:cubicBezTo>
                    <a:pt x="73020" y="28144"/>
                    <a:pt x="77544" y="32249"/>
                    <a:pt x="45969" y="39878"/>
                  </a:cubicBezTo>
                  <a:cubicBezTo>
                    <a:pt x="14394" y="47508"/>
                    <a:pt x="-4695" y="36345"/>
                    <a:pt x="1001" y="218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7958811" y="1694804"/>
              <a:ext cx="497002" cy="390950"/>
            </a:xfrm>
            <a:custGeom>
              <a:rect b="b" l="l" r="r" t="t"/>
              <a:pathLst>
                <a:path extrusionOk="0" h="203949" w="261233">
                  <a:moveTo>
                    <a:pt x="98460" y="9"/>
                  </a:moveTo>
                  <a:cubicBezTo>
                    <a:pt x="98460" y="9"/>
                    <a:pt x="97402" y="38310"/>
                    <a:pt x="110909" y="48825"/>
                  </a:cubicBezTo>
                  <a:cubicBezTo>
                    <a:pt x="124415" y="59341"/>
                    <a:pt x="132921" y="45006"/>
                    <a:pt x="131016" y="49797"/>
                  </a:cubicBezTo>
                  <a:cubicBezTo>
                    <a:pt x="129111" y="54588"/>
                    <a:pt x="109004" y="85220"/>
                    <a:pt x="117605" y="106270"/>
                  </a:cubicBezTo>
                  <a:cubicBezTo>
                    <a:pt x="126206" y="127321"/>
                    <a:pt x="179832" y="134036"/>
                    <a:pt x="179832" y="134036"/>
                  </a:cubicBezTo>
                  <a:cubicBezTo>
                    <a:pt x="179832" y="134036"/>
                    <a:pt x="224828" y="145428"/>
                    <a:pt x="243030" y="161801"/>
                  </a:cubicBezTo>
                  <a:cubicBezTo>
                    <a:pt x="261233" y="178175"/>
                    <a:pt x="259318" y="203949"/>
                    <a:pt x="259318" y="203949"/>
                  </a:cubicBezTo>
                  <a:lnTo>
                    <a:pt x="211446" y="180966"/>
                  </a:lnTo>
                  <a:cubicBezTo>
                    <a:pt x="211446" y="180966"/>
                    <a:pt x="209512" y="159887"/>
                    <a:pt x="194358" y="159887"/>
                  </a:cubicBezTo>
                  <a:cubicBezTo>
                    <a:pt x="179203" y="159887"/>
                    <a:pt x="163716" y="160858"/>
                    <a:pt x="144551" y="156067"/>
                  </a:cubicBezTo>
                  <a:cubicBezTo>
                    <a:pt x="125387" y="151276"/>
                    <a:pt x="107528" y="143447"/>
                    <a:pt x="102432" y="127330"/>
                  </a:cubicBezTo>
                  <a:cubicBezTo>
                    <a:pt x="97336" y="111214"/>
                    <a:pt x="91040" y="98622"/>
                    <a:pt x="86173" y="97660"/>
                  </a:cubicBezTo>
                  <a:cubicBezTo>
                    <a:pt x="80629" y="96098"/>
                    <a:pt x="75190" y="94193"/>
                    <a:pt x="69885" y="91964"/>
                  </a:cubicBezTo>
                  <a:cubicBezTo>
                    <a:pt x="69885" y="91964"/>
                    <a:pt x="36395" y="80572"/>
                    <a:pt x="30642" y="78581"/>
                  </a:cubicBezTo>
                  <a:cubicBezTo>
                    <a:pt x="24889" y="76591"/>
                    <a:pt x="0" y="74733"/>
                    <a:pt x="0" y="74733"/>
                  </a:cubicBezTo>
                  <a:cubicBezTo>
                    <a:pt x="0" y="74733"/>
                    <a:pt x="46901" y="66189"/>
                    <a:pt x="62227" y="53654"/>
                  </a:cubicBezTo>
                  <a:cubicBezTo>
                    <a:pt x="77553" y="41119"/>
                    <a:pt x="98479" y="0"/>
                    <a:pt x="984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8244506" y="1632006"/>
              <a:ext cx="235042" cy="310139"/>
            </a:xfrm>
            <a:custGeom>
              <a:rect b="b" l="l" r="r" t="t"/>
              <a:pathLst>
                <a:path extrusionOk="0" h="161792" w="131140">
                  <a:moveTo>
                    <a:pt x="118700" y="85153"/>
                  </a:moveTo>
                  <a:cubicBezTo>
                    <a:pt x="118700" y="85153"/>
                    <a:pt x="125425" y="114824"/>
                    <a:pt x="98593" y="121520"/>
                  </a:cubicBezTo>
                  <a:cubicBezTo>
                    <a:pt x="71761" y="128216"/>
                    <a:pt x="32547" y="124368"/>
                    <a:pt x="22955" y="112976"/>
                  </a:cubicBezTo>
                  <a:cubicBezTo>
                    <a:pt x="13363" y="101584"/>
                    <a:pt x="36366" y="50749"/>
                    <a:pt x="36366" y="50749"/>
                  </a:cubicBezTo>
                  <a:cubicBezTo>
                    <a:pt x="36366" y="50749"/>
                    <a:pt x="27822" y="49778"/>
                    <a:pt x="20107" y="35423"/>
                  </a:cubicBezTo>
                  <a:cubicBezTo>
                    <a:pt x="14326" y="23917"/>
                    <a:pt x="9210" y="12087"/>
                    <a:pt x="4781" y="0"/>
                  </a:cubicBezTo>
                  <a:cubicBezTo>
                    <a:pt x="4781" y="0"/>
                    <a:pt x="0" y="21050"/>
                    <a:pt x="0" y="30642"/>
                  </a:cubicBezTo>
                  <a:cubicBezTo>
                    <a:pt x="0" y="40234"/>
                    <a:pt x="8544" y="124453"/>
                    <a:pt x="8544" y="124453"/>
                  </a:cubicBezTo>
                  <a:cubicBezTo>
                    <a:pt x="8544" y="124453"/>
                    <a:pt x="37281" y="128302"/>
                    <a:pt x="57388" y="139779"/>
                  </a:cubicBezTo>
                  <a:cubicBezTo>
                    <a:pt x="77495" y="151257"/>
                    <a:pt x="95660" y="161792"/>
                    <a:pt x="95660" y="161792"/>
                  </a:cubicBezTo>
                  <a:cubicBezTo>
                    <a:pt x="95660" y="161792"/>
                    <a:pt x="101355" y="144561"/>
                    <a:pt x="107051" y="138808"/>
                  </a:cubicBezTo>
                  <a:cubicBezTo>
                    <a:pt x="112747" y="133055"/>
                    <a:pt x="131140" y="109080"/>
                    <a:pt x="118700" y="851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7101037" y="1815569"/>
              <a:ext cx="967820" cy="365504"/>
            </a:xfrm>
            <a:custGeom>
              <a:rect b="b" l="l" r="r" t="t"/>
              <a:pathLst>
                <a:path extrusionOk="0" h="203930" w="507425">
                  <a:moveTo>
                    <a:pt x="93840" y="7844"/>
                  </a:moveTo>
                  <a:cubicBezTo>
                    <a:pt x="93840" y="7844"/>
                    <a:pt x="92869" y="58565"/>
                    <a:pt x="131178" y="62413"/>
                  </a:cubicBezTo>
                  <a:cubicBezTo>
                    <a:pt x="169488" y="66261"/>
                    <a:pt x="197253" y="44210"/>
                    <a:pt x="221171" y="44210"/>
                  </a:cubicBezTo>
                  <a:cubicBezTo>
                    <a:pt x="245088" y="44210"/>
                    <a:pt x="246059" y="54745"/>
                    <a:pt x="262347" y="48992"/>
                  </a:cubicBezTo>
                  <a:cubicBezTo>
                    <a:pt x="278635" y="43239"/>
                    <a:pt x="301590" y="27942"/>
                    <a:pt x="325517" y="31761"/>
                  </a:cubicBezTo>
                  <a:cubicBezTo>
                    <a:pt x="349444" y="35581"/>
                    <a:pt x="380114" y="53774"/>
                    <a:pt x="392554" y="53774"/>
                  </a:cubicBezTo>
                  <a:cubicBezTo>
                    <a:pt x="404994" y="53774"/>
                    <a:pt x="418386" y="48077"/>
                    <a:pt x="430854" y="49954"/>
                  </a:cubicBezTo>
                  <a:cubicBezTo>
                    <a:pt x="443322" y="51830"/>
                    <a:pt x="480631" y="62403"/>
                    <a:pt x="487328" y="59527"/>
                  </a:cubicBezTo>
                  <a:cubicBezTo>
                    <a:pt x="494024" y="56650"/>
                    <a:pt x="485423" y="70061"/>
                    <a:pt x="474879" y="73766"/>
                  </a:cubicBezTo>
                  <a:cubicBezTo>
                    <a:pt x="468316" y="76119"/>
                    <a:pt x="461601" y="78024"/>
                    <a:pt x="454771" y="79462"/>
                  </a:cubicBezTo>
                  <a:cubicBezTo>
                    <a:pt x="454771" y="79462"/>
                    <a:pt x="445198" y="67013"/>
                    <a:pt x="421253" y="67013"/>
                  </a:cubicBezTo>
                  <a:cubicBezTo>
                    <a:pt x="397307" y="67013"/>
                    <a:pt x="357121" y="62232"/>
                    <a:pt x="343710" y="60317"/>
                  </a:cubicBezTo>
                  <a:cubicBezTo>
                    <a:pt x="330298" y="58403"/>
                    <a:pt x="313068" y="47868"/>
                    <a:pt x="302562" y="51773"/>
                  </a:cubicBezTo>
                  <a:cubicBezTo>
                    <a:pt x="292056" y="55678"/>
                    <a:pt x="245116" y="75700"/>
                    <a:pt x="235525" y="75700"/>
                  </a:cubicBezTo>
                  <a:cubicBezTo>
                    <a:pt x="225933" y="75700"/>
                    <a:pt x="191500" y="64308"/>
                    <a:pt x="164697" y="74757"/>
                  </a:cubicBezTo>
                  <a:cubicBezTo>
                    <a:pt x="137893" y="85206"/>
                    <a:pt x="123606" y="90254"/>
                    <a:pt x="121606" y="97827"/>
                  </a:cubicBezTo>
                  <a:cubicBezTo>
                    <a:pt x="119605" y="105399"/>
                    <a:pt x="134055" y="123658"/>
                    <a:pt x="145532" y="126535"/>
                  </a:cubicBezTo>
                  <a:cubicBezTo>
                    <a:pt x="157010" y="129411"/>
                    <a:pt x="170421" y="130383"/>
                    <a:pt x="208731" y="116000"/>
                  </a:cubicBezTo>
                  <a:cubicBezTo>
                    <a:pt x="247031" y="101617"/>
                    <a:pt x="269053" y="81539"/>
                    <a:pt x="319802" y="92074"/>
                  </a:cubicBezTo>
                  <a:cubicBezTo>
                    <a:pt x="358035" y="100427"/>
                    <a:pt x="395754" y="110971"/>
                    <a:pt x="432778" y="123658"/>
                  </a:cubicBezTo>
                  <a:cubicBezTo>
                    <a:pt x="447018" y="128468"/>
                    <a:pt x="470116" y="134193"/>
                    <a:pt x="484470" y="129354"/>
                  </a:cubicBezTo>
                  <a:cubicBezTo>
                    <a:pt x="498824" y="124516"/>
                    <a:pt x="504577" y="115943"/>
                    <a:pt x="504577" y="115943"/>
                  </a:cubicBezTo>
                  <a:cubicBezTo>
                    <a:pt x="504577" y="115943"/>
                    <a:pt x="507425" y="131269"/>
                    <a:pt x="497881" y="134145"/>
                  </a:cubicBezTo>
                  <a:cubicBezTo>
                    <a:pt x="488337" y="137022"/>
                    <a:pt x="477774" y="146595"/>
                    <a:pt x="462458" y="143718"/>
                  </a:cubicBezTo>
                  <a:cubicBezTo>
                    <a:pt x="447142" y="140841"/>
                    <a:pt x="346348" y="99122"/>
                    <a:pt x="320069" y="104075"/>
                  </a:cubicBezTo>
                  <a:cubicBezTo>
                    <a:pt x="293789" y="109028"/>
                    <a:pt x="251717" y="112133"/>
                    <a:pt x="251717" y="115010"/>
                  </a:cubicBezTo>
                  <a:cubicBezTo>
                    <a:pt x="251717" y="117886"/>
                    <a:pt x="332137" y="113105"/>
                    <a:pt x="354244" y="123554"/>
                  </a:cubicBezTo>
                  <a:cubicBezTo>
                    <a:pt x="376352" y="134003"/>
                    <a:pt x="409775" y="145594"/>
                    <a:pt x="421253" y="149414"/>
                  </a:cubicBezTo>
                  <a:cubicBezTo>
                    <a:pt x="431302" y="152338"/>
                    <a:pt x="441541" y="154567"/>
                    <a:pt x="451895" y="156110"/>
                  </a:cubicBezTo>
                  <a:cubicBezTo>
                    <a:pt x="451895" y="156110"/>
                    <a:pt x="398269" y="159958"/>
                    <a:pt x="360931" y="152290"/>
                  </a:cubicBezTo>
                  <a:cubicBezTo>
                    <a:pt x="337623" y="147661"/>
                    <a:pt x="313858" y="145756"/>
                    <a:pt x="290103" y="146595"/>
                  </a:cubicBezTo>
                  <a:cubicBezTo>
                    <a:pt x="290103" y="146595"/>
                    <a:pt x="168497" y="184895"/>
                    <a:pt x="161811" y="185866"/>
                  </a:cubicBezTo>
                  <a:cubicBezTo>
                    <a:pt x="155124" y="186838"/>
                    <a:pt x="106280" y="198315"/>
                    <a:pt x="74666" y="181085"/>
                  </a:cubicBezTo>
                  <a:cubicBezTo>
                    <a:pt x="43053" y="163854"/>
                    <a:pt x="22012" y="129364"/>
                    <a:pt x="16288" y="107352"/>
                  </a:cubicBezTo>
                  <a:cubicBezTo>
                    <a:pt x="10563" y="85339"/>
                    <a:pt x="0" y="21179"/>
                    <a:pt x="0" y="21179"/>
                  </a:cubicBezTo>
                  <a:cubicBezTo>
                    <a:pt x="0" y="21179"/>
                    <a:pt x="971" y="-5615"/>
                    <a:pt x="9573" y="1072"/>
                  </a:cubicBezTo>
                  <a:cubicBezTo>
                    <a:pt x="18174" y="7758"/>
                    <a:pt x="28737" y="47039"/>
                    <a:pt x="43091" y="75738"/>
                  </a:cubicBezTo>
                  <a:cubicBezTo>
                    <a:pt x="57445" y="104437"/>
                    <a:pt x="88087" y="158101"/>
                    <a:pt x="107223" y="165759"/>
                  </a:cubicBezTo>
                  <a:cubicBezTo>
                    <a:pt x="126359" y="173417"/>
                    <a:pt x="140713" y="163225"/>
                    <a:pt x="132140" y="155224"/>
                  </a:cubicBezTo>
                  <a:cubicBezTo>
                    <a:pt x="123568" y="147223"/>
                    <a:pt x="102441" y="115010"/>
                    <a:pt x="94774" y="77681"/>
                  </a:cubicBezTo>
                  <a:cubicBezTo>
                    <a:pt x="90221" y="54650"/>
                    <a:pt x="89906" y="30990"/>
                    <a:pt x="93859" y="7853"/>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8009877" y="1957036"/>
              <a:ext cx="515600" cy="334672"/>
            </a:xfrm>
            <a:custGeom>
              <a:rect b="b" l="l" r="r" t="t"/>
              <a:pathLst>
                <a:path extrusionOk="0" h="192386" w="268976">
                  <a:moveTo>
                    <a:pt x="10" y="11355"/>
                  </a:moveTo>
                  <a:cubicBezTo>
                    <a:pt x="10" y="11355"/>
                    <a:pt x="29708" y="-13534"/>
                    <a:pt x="39281" y="10384"/>
                  </a:cubicBezTo>
                  <a:cubicBezTo>
                    <a:pt x="48854" y="34301"/>
                    <a:pt x="72771" y="92718"/>
                    <a:pt x="136931" y="111882"/>
                  </a:cubicBezTo>
                  <a:cubicBezTo>
                    <a:pt x="201092" y="131046"/>
                    <a:pt x="221171" y="126122"/>
                    <a:pt x="214474" y="105157"/>
                  </a:cubicBezTo>
                  <a:lnTo>
                    <a:pt x="207893" y="84107"/>
                  </a:lnTo>
                  <a:cubicBezTo>
                    <a:pt x="207893" y="84107"/>
                    <a:pt x="220932" y="103672"/>
                    <a:pt x="235658" y="94613"/>
                  </a:cubicBezTo>
                  <a:cubicBezTo>
                    <a:pt x="250384" y="85555"/>
                    <a:pt x="268976" y="58104"/>
                    <a:pt x="268976" y="58104"/>
                  </a:cubicBezTo>
                  <a:cubicBezTo>
                    <a:pt x="268976" y="58104"/>
                    <a:pt x="247136" y="115692"/>
                    <a:pt x="235658" y="126227"/>
                  </a:cubicBezTo>
                  <a:cubicBezTo>
                    <a:pt x="224181" y="136761"/>
                    <a:pt x="224266" y="134771"/>
                    <a:pt x="214608" y="148753"/>
                  </a:cubicBezTo>
                  <a:cubicBezTo>
                    <a:pt x="204949" y="162736"/>
                    <a:pt x="214608" y="167403"/>
                    <a:pt x="188719" y="173128"/>
                  </a:cubicBezTo>
                  <a:cubicBezTo>
                    <a:pt x="162830" y="178852"/>
                    <a:pt x="150247" y="166717"/>
                    <a:pt x="141246" y="162765"/>
                  </a:cubicBezTo>
                  <a:cubicBezTo>
                    <a:pt x="132245" y="158812"/>
                    <a:pt x="83410" y="140781"/>
                    <a:pt x="66180" y="126227"/>
                  </a:cubicBezTo>
                  <a:cubicBezTo>
                    <a:pt x="48949" y="111673"/>
                    <a:pt x="16402" y="79326"/>
                    <a:pt x="15430" y="75478"/>
                  </a:cubicBezTo>
                  <a:cubicBezTo>
                    <a:pt x="14354" y="72582"/>
                    <a:pt x="12563" y="70001"/>
                    <a:pt x="10220" y="67991"/>
                  </a:cubicBezTo>
                  <a:cubicBezTo>
                    <a:pt x="10220" y="67991"/>
                    <a:pt x="37443" y="61123"/>
                    <a:pt x="36509" y="48684"/>
                  </a:cubicBezTo>
                  <a:cubicBezTo>
                    <a:pt x="35576" y="36244"/>
                    <a:pt x="0" y="11346"/>
                    <a:pt x="0" y="113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8141683" y="1327679"/>
              <a:ext cx="262433" cy="273183"/>
            </a:xfrm>
            <a:custGeom>
              <a:rect b="b" l="l" r="r" t="t"/>
              <a:pathLst>
                <a:path extrusionOk="0" h="142513" w="143732">
                  <a:moveTo>
                    <a:pt x="0" y="0"/>
                  </a:moveTo>
                  <a:cubicBezTo>
                    <a:pt x="0" y="0"/>
                    <a:pt x="25860" y="19136"/>
                    <a:pt x="28708" y="46901"/>
                  </a:cubicBezTo>
                  <a:cubicBezTo>
                    <a:pt x="31556" y="74666"/>
                    <a:pt x="14468" y="87116"/>
                    <a:pt x="8601" y="101498"/>
                  </a:cubicBezTo>
                  <a:cubicBezTo>
                    <a:pt x="2734" y="115881"/>
                    <a:pt x="686" y="135131"/>
                    <a:pt x="17145" y="138836"/>
                  </a:cubicBezTo>
                  <a:lnTo>
                    <a:pt x="33690" y="142513"/>
                  </a:lnTo>
                  <a:cubicBezTo>
                    <a:pt x="33690" y="142513"/>
                    <a:pt x="20021" y="118729"/>
                    <a:pt x="28623" y="109166"/>
                  </a:cubicBezTo>
                  <a:cubicBezTo>
                    <a:pt x="37224" y="99603"/>
                    <a:pt x="70771" y="75648"/>
                    <a:pt x="72676" y="70866"/>
                  </a:cubicBezTo>
                  <a:cubicBezTo>
                    <a:pt x="74581" y="66084"/>
                    <a:pt x="64132" y="54578"/>
                    <a:pt x="70771" y="47882"/>
                  </a:cubicBezTo>
                  <a:cubicBezTo>
                    <a:pt x="77410" y="41186"/>
                    <a:pt x="85011" y="44063"/>
                    <a:pt x="95660" y="48854"/>
                  </a:cubicBezTo>
                  <a:cubicBezTo>
                    <a:pt x="106308" y="53645"/>
                    <a:pt x="136074" y="73742"/>
                    <a:pt x="136074" y="73742"/>
                  </a:cubicBezTo>
                  <a:cubicBezTo>
                    <a:pt x="136074" y="73742"/>
                    <a:pt x="143732" y="63208"/>
                    <a:pt x="112119" y="41196"/>
                  </a:cubicBezTo>
                  <a:cubicBezTo>
                    <a:pt x="80505" y="19183"/>
                    <a:pt x="67008" y="25813"/>
                    <a:pt x="50635" y="22965"/>
                  </a:cubicBezTo>
                  <a:cubicBezTo>
                    <a:pt x="34261" y="20117"/>
                    <a:pt x="0" y="9"/>
                    <a:pt x="0" y="9"/>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0"/>
            <p:cNvSpPr/>
            <p:nvPr/>
          </p:nvSpPr>
          <p:spPr>
            <a:xfrm>
              <a:off x="7089995" y="1217956"/>
              <a:ext cx="203747" cy="70454"/>
            </a:xfrm>
            <a:custGeom>
              <a:rect b="b" l="l" r="r" t="t"/>
              <a:pathLst>
                <a:path extrusionOk="0" h="42987" w="106290">
                  <a:moveTo>
                    <a:pt x="10" y="10263"/>
                  </a:moveTo>
                  <a:cubicBezTo>
                    <a:pt x="10" y="10263"/>
                    <a:pt x="34500" y="-3148"/>
                    <a:pt x="50759" y="691"/>
                  </a:cubicBezTo>
                  <a:cubicBezTo>
                    <a:pt x="67018" y="4529"/>
                    <a:pt x="87154" y="17779"/>
                    <a:pt x="87154" y="17779"/>
                  </a:cubicBezTo>
                  <a:lnTo>
                    <a:pt x="106290" y="9235"/>
                  </a:lnTo>
                  <a:cubicBezTo>
                    <a:pt x="106290" y="9235"/>
                    <a:pt x="90031" y="32219"/>
                    <a:pt x="89059" y="36028"/>
                  </a:cubicBezTo>
                  <a:cubicBezTo>
                    <a:pt x="88087" y="39839"/>
                    <a:pt x="62265" y="27484"/>
                    <a:pt x="45968" y="23579"/>
                  </a:cubicBezTo>
                  <a:cubicBezTo>
                    <a:pt x="29671" y="19674"/>
                    <a:pt x="0" y="10254"/>
                    <a:pt x="0" y="1025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0"/>
            <p:cNvSpPr/>
            <p:nvPr/>
          </p:nvSpPr>
          <p:spPr>
            <a:xfrm>
              <a:off x="6746334" y="1324229"/>
              <a:ext cx="188170" cy="196636"/>
            </a:xfrm>
            <a:custGeom>
              <a:rect b="b" l="l" r="r" t="t"/>
              <a:pathLst>
                <a:path extrusionOk="0" h="111500" w="104708">
                  <a:moveTo>
                    <a:pt x="81761" y="56366"/>
                  </a:moveTo>
                  <a:cubicBezTo>
                    <a:pt x="81761" y="56366"/>
                    <a:pt x="89418" y="81254"/>
                    <a:pt x="75064" y="82226"/>
                  </a:cubicBezTo>
                  <a:cubicBezTo>
                    <a:pt x="60710" y="83198"/>
                    <a:pt x="34850" y="75530"/>
                    <a:pt x="31973" y="63090"/>
                  </a:cubicBezTo>
                  <a:cubicBezTo>
                    <a:pt x="29097" y="50651"/>
                    <a:pt x="46213" y="28600"/>
                    <a:pt x="54957" y="23819"/>
                  </a:cubicBezTo>
                  <a:cubicBezTo>
                    <a:pt x="63701" y="19037"/>
                    <a:pt x="92324" y="10522"/>
                    <a:pt x="92324" y="10522"/>
                  </a:cubicBezTo>
                  <a:cubicBezTo>
                    <a:pt x="92324" y="10522"/>
                    <a:pt x="82751" y="-7681"/>
                    <a:pt x="55957" y="3797"/>
                  </a:cubicBezTo>
                  <a:cubicBezTo>
                    <a:pt x="29163" y="15275"/>
                    <a:pt x="30097" y="46888"/>
                    <a:pt x="20534" y="49765"/>
                  </a:cubicBezTo>
                  <a:cubicBezTo>
                    <a:pt x="10971" y="52641"/>
                    <a:pt x="3446" y="36354"/>
                    <a:pt x="3446" y="36354"/>
                  </a:cubicBezTo>
                  <a:cubicBezTo>
                    <a:pt x="3446" y="36354"/>
                    <a:pt x="-3612" y="49336"/>
                    <a:pt x="2474" y="61242"/>
                  </a:cubicBezTo>
                  <a:cubicBezTo>
                    <a:pt x="8561" y="73149"/>
                    <a:pt x="28106" y="83283"/>
                    <a:pt x="33116" y="85198"/>
                  </a:cubicBezTo>
                  <a:cubicBezTo>
                    <a:pt x="38127" y="87112"/>
                    <a:pt x="68997" y="103819"/>
                    <a:pt x="82894" y="102429"/>
                  </a:cubicBezTo>
                  <a:cubicBezTo>
                    <a:pt x="96791" y="101038"/>
                    <a:pt x="101096" y="87103"/>
                    <a:pt x="96305" y="75635"/>
                  </a:cubicBezTo>
                  <a:cubicBezTo>
                    <a:pt x="92962" y="68205"/>
                    <a:pt x="87990" y="61623"/>
                    <a:pt x="81751" y="5638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7170045" y="1763122"/>
              <a:ext cx="225784" cy="66249"/>
            </a:xfrm>
            <a:custGeom>
              <a:rect b="b" l="l" r="r" t="t"/>
              <a:pathLst>
                <a:path extrusionOk="0" h="35176" w="117786">
                  <a:moveTo>
                    <a:pt x="117786" y="12668"/>
                  </a:moveTo>
                  <a:cubicBezTo>
                    <a:pt x="117786" y="12668"/>
                    <a:pt x="105223" y="76"/>
                    <a:pt x="89506" y="1676"/>
                  </a:cubicBezTo>
                  <a:cubicBezTo>
                    <a:pt x="73790" y="3277"/>
                    <a:pt x="53397" y="17364"/>
                    <a:pt x="36109" y="14240"/>
                  </a:cubicBezTo>
                  <a:cubicBezTo>
                    <a:pt x="18822" y="11116"/>
                    <a:pt x="0" y="0"/>
                    <a:pt x="0" y="0"/>
                  </a:cubicBezTo>
                  <a:cubicBezTo>
                    <a:pt x="0" y="0"/>
                    <a:pt x="22270" y="33976"/>
                    <a:pt x="31328" y="34576"/>
                  </a:cubicBezTo>
                  <a:cubicBezTo>
                    <a:pt x="40386" y="35176"/>
                    <a:pt x="106794" y="29937"/>
                    <a:pt x="117786" y="1267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0"/>
            <p:cNvSpPr/>
            <p:nvPr/>
          </p:nvSpPr>
          <p:spPr>
            <a:xfrm>
              <a:off x="7684848" y="1354592"/>
              <a:ext cx="285906" cy="216847"/>
            </a:xfrm>
            <a:custGeom>
              <a:rect b="b" l="l" r="r" t="t"/>
              <a:pathLst>
                <a:path extrusionOk="0" h="120025" w="151038">
                  <a:moveTo>
                    <a:pt x="84723" y="19945"/>
                  </a:moveTo>
                  <a:cubicBezTo>
                    <a:pt x="84723" y="19945"/>
                    <a:pt x="95715" y="49786"/>
                    <a:pt x="84723" y="71780"/>
                  </a:cubicBezTo>
                  <a:cubicBezTo>
                    <a:pt x="73731" y="93773"/>
                    <a:pt x="34488" y="103107"/>
                    <a:pt x="20334" y="95335"/>
                  </a:cubicBezTo>
                  <a:cubicBezTo>
                    <a:pt x="6180" y="87563"/>
                    <a:pt x="55" y="70103"/>
                    <a:pt x="55" y="70103"/>
                  </a:cubicBezTo>
                  <a:cubicBezTo>
                    <a:pt x="55" y="70103"/>
                    <a:pt x="-1821" y="99612"/>
                    <a:pt x="16314" y="113166"/>
                  </a:cubicBezTo>
                  <a:cubicBezTo>
                    <a:pt x="16314" y="113166"/>
                    <a:pt x="51738" y="107898"/>
                    <a:pt x="58034" y="109461"/>
                  </a:cubicBezTo>
                  <a:cubicBezTo>
                    <a:pt x="64254" y="110556"/>
                    <a:pt x="70569" y="111089"/>
                    <a:pt x="76884" y="111051"/>
                  </a:cubicBezTo>
                  <a:cubicBezTo>
                    <a:pt x="76884" y="111051"/>
                    <a:pt x="87590" y="93506"/>
                    <a:pt x="98867" y="74913"/>
                  </a:cubicBezTo>
                  <a:cubicBezTo>
                    <a:pt x="110145" y="56321"/>
                    <a:pt x="113108" y="48224"/>
                    <a:pt x="116127" y="37232"/>
                  </a:cubicBezTo>
                  <a:cubicBezTo>
                    <a:pt x="119146" y="26241"/>
                    <a:pt x="120851" y="19945"/>
                    <a:pt x="134977" y="13649"/>
                  </a:cubicBezTo>
                  <a:lnTo>
                    <a:pt x="149217" y="7381"/>
                  </a:lnTo>
                  <a:cubicBezTo>
                    <a:pt x="149217" y="7381"/>
                    <a:pt x="138225" y="-6859"/>
                    <a:pt x="119375" y="4219"/>
                  </a:cubicBezTo>
                  <a:cubicBezTo>
                    <a:pt x="100525" y="15296"/>
                    <a:pt x="100439" y="26231"/>
                    <a:pt x="84713" y="1993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0"/>
            <p:cNvSpPr/>
            <p:nvPr/>
          </p:nvSpPr>
          <p:spPr>
            <a:xfrm>
              <a:off x="6781528" y="1157918"/>
              <a:ext cx="270956" cy="183643"/>
            </a:xfrm>
            <a:custGeom>
              <a:rect b="b" l="l" r="r" t="t"/>
              <a:pathLst>
                <a:path extrusionOk="0" h="95802" w="141351">
                  <a:moveTo>
                    <a:pt x="131969" y="9"/>
                  </a:moveTo>
                  <a:cubicBezTo>
                    <a:pt x="131969" y="9"/>
                    <a:pt x="119406" y="1572"/>
                    <a:pt x="120977" y="15726"/>
                  </a:cubicBezTo>
                  <a:cubicBezTo>
                    <a:pt x="122539" y="29880"/>
                    <a:pt x="114681" y="31413"/>
                    <a:pt x="89649" y="34576"/>
                  </a:cubicBezTo>
                  <a:cubicBezTo>
                    <a:pt x="64618" y="37738"/>
                    <a:pt x="48806" y="40843"/>
                    <a:pt x="34690" y="51835"/>
                  </a:cubicBezTo>
                  <a:lnTo>
                    <a:pt x="20450" y="62827"/>
                  </a:lnTo>
                  <a:lnTo>
                    <a:pt x="20450" y="62827"/>
                  </a:lnTo>
                  <a:lnTo>
                    <a:pt x="0" y="95802"/>
                  </a:lnTo>
                  <a:cubicBezTo>
                    <a:pt x="0" y="95802"/>
                    <a:pt x="43967" y="48701"/>
                    <a:pt x="80086" y="47130"/>
                  </a:cubicBezTo>
                  <a:cubicBezTo>
                    <a:pt x="116205" y="45558"/>
                    <a:pt x="119358" y="54988"/>
                    <a:pt x="119358" y="59693"/>
                  </a:cubicBezTo>
                  <a:cubicBezTo>
                    <a:pt x="119358" y="64398"/>
                    <a:pt x="117796" y="84811"/>
                    <a:pt x="117796" y="84811"/>
                  </a:cubicBezTo>
                  <a:cubicBezTo>
                    <a:pt x="123311" y="70456"/>
                    <a:pt x="131274" y="57178"/>
                    <a:pt x="141351" y="45568"/>
                  </a:cubicBezTo>
                  <a:lnTo>
                    <a:pt x="131978"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0"/>
            <p:cNvSpPr/>
            <p:nvPr/>
          </p:nvSpPr>
          <p:spPr>
            <a:xfrm>
              <a:off x="6654552" y="986778"/>
              <a:ext cx="1913991" cy="1322933"/>
            </a:xfrm>
            <a:custGeom>
              <a:rect b="b" l="l" r="r" t="t"/>
              <a:pathLst>
                <a:path extrusionOk="0" h="699040" w="1006040">
                  <a:moveTo>
                    <a:pt x="76843" y="136699"/>
                  </a:moveTo>
                  <a:cubicBezTo>
                    <a:pt x="76843" y="136699"/>
                    <a:pt x="65451" y="149881"/>
                    <a:pt x="57907" y="159768"/>
                  </a:cubicBezTo>
                  <a:cubicBezTo>
                    <a:pt x="53611" y="165369"/>
                    <a:pt x="50011" y="171474"/>
                    <a:pt x="47172" y="177942"/>
                  </a:cubicBezTo>
                  <a:cubicBezTo>
                    <a:pt x="47172" y="177942"/>
                    <a:pt x="16702" y="197678"/>
                    <a:pt x="9320" y="219947"/>
                  </a:cubicBezTo>
                  <a:cubicBezTo>
                    <a:pt x="1938" y="242216"/>
                    <a:pt x="-2072" y="256199"/>
                    <a:pt x="1090" y="278440"/>
                  </a:cubicBezTo>
                  <a:cubicBezTo>
                    <a:pt x="3348" y="292823"/>
                    <a:pt x="7167" y="306920"/>
                    <a:pt x="12482" y="320474"/>
                  </a:cubicBezTo>
                  <a:cubicBezTo>
                    <a:pt x="12482" y="320474"/>
                    <a:pt x="13311" y="341886"/>
                    <a:pt x="47906" y="355078"/>
                  </a:cubicBezTo>
                  <a:cubicBezTo>
                    <a:pt x="82501" y="368270"/>
                    <a:pt x="183894" y="406999"/>
                    <a:pt x="188847" y="411123"/>
                  </a:cubicBezTo>
                  <a:cubicBezTo>
                    <a:pt x="193800" y="415248"/>
                    <a:pt x="230881" y="440794"/>
                    <a:pt x="230881" y="440794"/>
                  </a:cubicBezTo>
                  <a:lnTo>
                    <a:pt x="239111" y="482828"/>
                  </a:lnTo>
                  <a:cubicBezTo>
                    <a:pt x="239111" y="482828"/>
                    <a:pt x="244064" y="534748"/>
                    <a:pt x="252293" y="548760"/>
                  </a:cubicBezTo>
                  <a:cubicBezTo>
                    <a:pt x="260523" y="562771"/>
                    <a:pt x="273706" y="599852"/>
                    <a:pt x="300080" y="613863"/>
                  </a:cubicBezTo>
                  <a:cubicBezTo>
                    <a:pt x="326455" y="627874"/>
                    <a:pt x="359602" y="627045"/>
                    <a:pt x="380109" y="622207"/>
                  </a:cubicBezTo>
                  <a:cubicBezTo>
                    <a:pt x="400617" y="617368"/>
                    <a:pt x="414742" y="610815"/>
                    <a:pt x="461700" y="595013"/>
                  </a:cubicBezTo>
                  <a:cubicBezTo>
                    <a:pt x="508659" y="579211"/>
                    <a:pt x="525975" y="575249"/>
                    <a:pt x="529280" y="574420"/>
                  </a:cubicBezTo>
                  <a:cubicBezTo>
                    <a:pt x="532585" y="573591"/>
                    <a:pt x="643818" y="597489"/>
                    <a:pt x="674327" y="591708"/>
                  </a:cubicBezTo>
                  <a:cubicBezTo>
                    <a:pt x="704836" y="585926"/>
                    <a:pt x="717190" y="574420"/>
                    <a:pt x="717190" y="574420"/>
                  </a:cubicBezTo>
                  <a:cubicBezTo>
                    <a:pt x="717190" y="574420"/>
                    <a:pt x="732848" y="604090"/>
                    <a:pt x="755918" y="618102"/>
                  </a:cubicBezTo>
                  <a:cubicBezTo>
                    <a:pt x="778988" y="632113"/>
                    <a:pt x="840815" y="663412"/>
                    <a:pt x="848215" y="669194"/>
                  </a:cubicBezTo>
                  <a:cubicBezTo>
                    <a:pt x="855616" y="674975"/>
                    <a:pt x="864703" y="693092"/>
                    <a:pt x="886125" y="689787"/>
                  </a:cubicBezTo>
                  <a:cubicBezTo>
                    <a:pt x="907547" y="686482"/>
                    <a:pt x="919100" y="658459"/>
                    <a:pt x="921577" y="655182"/>
                  </a:cubicBezTo>
                  <a:cubicBezTo>
                    <a:pt x="924053" y="651906"/>
                    <a:pt x="954524" y="614682"/>
                    <a:pt x="963582" y="596575"/>
                  </a:cubicBezTo>
                  <a:cubicBezTo>
                    <a:pt x="968831" y="586336"/>
                    <a:pt x="972974" y="575563"/>
                    <a:pt x="975946" y="564447"/>
                  </a:cubicBezTo>
                  <a:cubicBezTo>
                    <a:pt x="975946" y="564447"/>
                    <a:pt x="1003968" y="535596"/>
                    <a:pt x="998215" y="486952"/>
                  </a:cubicBezTo>
                  <a:cubicBezTo>
                    <a:pt x="992462" y="438308"/>
                    <a:pt x="985852" y="397131"/>
                    <a:pt x="973498" y="361641"/>
                  </a:cubicBezTo>
                  <a:cubicBezTo>
                    <a:pt x="961144" y="326151"/>
                    <a:pt x="954533" y="312997"/>
                    <a:pt x="954533" y="312997"/>
                  </a:cubicBezTo>
                  <a:cubicBezTo>
                    <a:pt x="954533" y="312997"/>
                    <a:pt x="946275" y="234882"/>
                    <a:pt x="908394" y="198487"/>
                  </a:cubicBezTo>
                  <a:cubicBezTo>
                    <a:pt x="870513" y="162092"/>
                    <a:pt x="848215" y="151529"/>
                    <a:pt x="848215" y="151529"/>
                  </a:cubicBezTo>
                  <a:cubicBezTo>
                    <a:pt x="848215" y="151529"/>
                    <a:pt x="821841" y="111143"/>
                    <a:pt x="785560" y="96313"/>
                  </a:cubicBezTo>
                  <a:cubicBezTo>
                    <a:pt x="749279" y="81482"/>
                    <a:pt x="694910" y="39353"/>
                    <a:pt x="669365" y="29561"/>
                  </a:cubicBezTo>
                  <a:cubicBezTo>
                    <a:pt x="643818" y="19770"/>
                    <a:pt x="629007" y="26999"/>
                    <a:pt x="629007" y="26999"/>
                  </a:cubicBezTo>
                  <a:cubicBezTo>
                    <a:pt x="629007" y="26999"/>
                    <a:pt x="558951" y="4758"/>
                    <a:pt x="507030" y="4758"/>
                  </a:cubicBezTo>
                  <a:lnTo>
                    <a:pt x="455109" y="4758"/>
                  </a:lnTo>
                  <a:cubicBezTo>
                    <a:pt x="455109" y="4758"/>
                    <a:pt x="404017" y="-5948"/>
                    <a:pt x="352077" y="4758"/>
                  </a:cubicBezTo>
                  <a:cubicBezTo>
                    <a:pt x="300128" y="15464"/>
                    <a:pt x="245769" y="7235"/>
                    <a:pt x="207859" y="23694"/>
                  </a:cubicBezTo>
                  <a:cubicBezTo>
                    <a:pt x="169950" y="40153"/>
                    <a:pt x="129573" y="78910"/>
                    <a:pt x="129573" y="78910"/>
                  </a:cubicBezTo>
                  <a:cubicBezTo>
                    <a:pt x="129573" y="78910"/>
                    <a:pt x="86711" y="106190"/>
                    <a:pt x="76833" y="136689"/>
                  </a:cubicBezTo>
                  <a:close/>
                </a:path>
              </a:pathLst>
            </a:custGeom>
            <a:solidFill>
              <a:schemeClr val="accent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0"/>
            <p:cNvSpPr/>
            <p:nvPr/>
          </p:nvSpPr>
          <p:spPr>
            <a:xfrm>
              <a:off x="7197649" y="1664440"/>
              <a:ext cx="121444" cy="38667"/>
            </a:xfrm>
            <a:custGeom>
              <a:rect b="b" l="l" r="r" t="t"/>
              <a:pathLst>
                <a:path extrusionOk="0" h="21574" w="63513">
                  <a:moveTo>
                    <a:pt x="0" y="20233"/>
                  </a:moveTo>
                  <a:cubicBezTo>
                    <a:pt x="0" y="20233"/>
                    <a:pt x="0" y="5993"/>
                    <a:pt x="23270" y="1440"/>
                  </a:cubicBezTo>
                  <a:cubicBezTo>
                    <a:pt x="36747" y="-1332"/>
                    <a:pt x="50740" y="-84"/>
                    <a:pt x="63513" y="5031"/>
                  </a:cubicBezTo>
                  <a:cubicBezTo>
                    <a:pt x="63513" y="5031"/>
                    <a:pt x="6267" y="13089"/>
                    <a:pt x="10" y="202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0"/>
            <p:cNvSpPr/>
            <p:nvPr/>
          </p:nvSpPr>
          <p:spPr>
            <a:xfrm>
              <a:off x="7434347" y="1645808"/>
              <a:ext cx="122106" cy="38617"/>
            </a:xfrm>
            <a:custGeom>
              <a:rect b="b" l="l" r="r" t="t"/>
              <a:pathLst>
                <a:path extrusionOk="0" h="21546" w="63541">
                  <a:moveTo>
                    <a:pt x="0" y="20204"/>
                  </a:moveTo>
                  <a:cubicBezTo>
                    <a:pt x="0" y="20204"/>
                    <a:pt x="0" y="5964"/>
                    <a:pt x="23270" y="1440"/>
                  </a:cubicBezTo>
                  <a:cubicBezTo>
                    <a:pt x="36757" y="-1332"/>
                    <a:pt x="50759" y="-84"/>
                    <a:pt x="63541" y="5031"/>
                  </a:cubicBezTo>
                  <a:cubicBezTo>
                    <a:pt x="63541" y="5031"/>
                    <a:pt x="6267" y="13060"/>
                    <a:pt x="10" y="202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0"/>
            <p:cNvSpPr/>
            <p:nvPr/>
          </p:nvSpPr>
          <p:spPr>
            <a:xfrm>
              <a:off x="7609629" y="1604403"/>
              <a:ext cx="122162" cy="38667"/>
            </a:xfrm>
            <a:custGeom>
              <a:rect b="b" l="l" r="r" t="t"/>
              <a:pathLst>
                <a:path extrusionOk="0" h="21574" w="63570">
                  <a:moveTo>
                    <a:pt x="0" y="20233"/>
                  </a:moveTo>
                  <a:cubicBezTo>
                    <a:pt x="0" y="20233"/>
                    <a:pt x="0" y="5993"/>
                    <a:pt x="23270" y="1440"/>
                  </a:cubicBezTo>
                  <a:cubicBezTo>
                    <a:pt x="36766" y="-1332"/>
                    <a:pt x="50778" y="-84"/>
                    <a:pt x="63570" y="5031"/>
                  </a:cubicBezTo>
                  <a:cubicBezTo>
                    <a:pt x="63570" y="5031"/>
                    <a:pt x="6267" y="13089"/>
                    <a:pt x="9" y="202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0"/>
            <p:cNvSpPr/>
            <p:nvPr/>
          </p:nvSpPr>
          <p:spPr>
            <a:xfrm>
              <a:off x="7560633" y="1273853"/>
              <a:ext cx="95176" cy="84931"/>
            </a:xfrm>
            <a:custGeom>
              <a:rect b="b" l="l" r="r" t="t"/>
              <a:pathLst>
                <a:path extrusionOk="0" h="44196" w="55168">
                  <a:moveTo>
                    <a:pt x="1320" y="44196"/>
                  </a:moveTo>
                  <a:cubicBezTo>
                    <a:pt x="1320" y="44196"/>
                    <a:pt x="-5661" y="31690"/>
                    <a:pt x="12484" y="16459"/>
                  </a:cubicBezTo>
                  <a:cubicBezTo>
                    <a:pt x="22952" y="7477"/>
                    <a:pt x="35820" y="1753"/>
                    <a:pt x="49507" y="0"/>
                  </a:cubicBezTo>
                  <a:cubicBezTo>
                    <a:pt x="49507" y="0"/>
                    <a:pt x="3311" y="34919"/>
                    <a:pt x="1320" y="441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0"/>
            <p:cNvSpPr/>
            <p:nvPr/>
          </p:nvSpPr>
          <p:spPr>
            <a:xfrm>
              <a:off x="7387422" y="1204844"/>
              <a:ext cx="95178" cy="84931"/>
            </a:xfrm>
            <a:custGeom>
              <a:rect b="b" l="l" r="r" t="t"/>
              <a:pathLst>
                <a:path extrusionOk="0" h="44196" w="55169">
                  <a:moveTo>
                    <a:pt x="1309" y="44196"/>
                  </a:moveTo>
                  <a:cubicBezTo>
                    <a:pt x="1309" y="44196"/>
                    <a:pt x="-5644" y="31690"/>
                    <a:pt x="12501" y="16488"/>
                  </a:cubicBezTo>
                  <a:cubicBezTo>
                    <a:pt x="22959" y="7487"/>
                    <a:pt x="35837" y="1753"/>
                    <a:pt x="49525" y="0"/>
                  </a:cubicBezTo>
                  <a:cubicBezTo>
                    <a:pt x="49525" y="0"/>
                    <a:pt x="3300" y="34976"/>
                    <a:pt x="1309" y="441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0"/>
            <p:cNvSpPr/>
            <p:nvPr/>
          </p:nvSpPr>
          <p:spPr>
            <a:xfrm>
              <a:off x="7022367" y="1434642"/>
              <a:ext cx="95178" cy="84931"/>
            </a:xfrm>
            <a:custGeom>
              <a:rect b="b" l="l" r="r" t="t"/>
              <a:pathLst>
                <a:path extrusionOk="0" h="44196" w="55169">
                  <a:moveTo>
                    <a:pt x="1309" y="44196"/>
                  </a:moveTo>
                  <a:cubicBezTo>
                    <a:pt x="1309" y="44196"/>
                    <a:pt x="-5644" y="31690"/>
                    <a:pt x="12501" y="16459"/>
                  </a:cubicBezTo>
                  <a:cubicBezTo>
                    <a:pt x="22959" y="7458"/>
                    <a:pt x="35837" y="1734"/>
                    <a:pt x="49525" y="0"/>
                  </a:cubicBezTo>
                  <a:cubicBezTo>
                    <a:pt x="49525" y="0"/>
                    <a:pt x="3300" y="34890"/>
                    <a:pt x="1309" y="441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7147272" y="1413250"/>
              <a:ext cx="122076" cy="37983"/>
            </a:xfrm>
            <a:custGeom>
              <a:rect b="b" l="l" r="r" t="t"/>
              <a:pathLst>
                <a:path extrusionOk="0" h="21136" w="63684">
                  <a:moveTo>
                    <a:pt x="0" y="19793"/>
                  </a:moveTo>
                  <a:cubicBezTo>
                    <a:pt x="0" y="19793"/>
                    <a:pt x="0" y="5553"/>
                    <a:pt x="23469" y="1286"/>
                  </a:cubicBezTo>
                  <a:cubicBezTo>
                    <a:pt x="36976" y="-1334"/>
                    <a:pt x="50959" y="66"/>
                    <a:pt x="63684" y="5334"/>
                  </a:cubicBezTo>
                  <a:cubicBezTo>
                    <a:pt x="63684" y="5334"/>
                    <a:pt x="6210" y="12706"/>
                    <a:pt x="9" y="198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7922237" y="1283514"/>
              <a:ext cx="235278" cy="122888"/>
            </a:xfrm>
            <a:custGeom>
              <a:rect b="b" l="l" r="r" t="t"/>
              <a:pathLst>
                <a:path extrusionOk="0" h="74980" w="122739">
                  <a:moveTo>
                    <a:pt x="0" y="6667"/>
                  </a:moveTo>
                  <a:cubicBezTo>
                    <a:pt x="0" y="6667"/>
                    <a:pt x="12306" y="-11049"/>
                    <a:pt x="56302" y="11277"/>
                  </a:cubicBezTo>
                  <a:cubicBezTo>
                    <a:pt x="100298" y="33604"/>
                    <a:pt x="122739" y="63931"/>
                    <a:pt x="122739" y="63931"/>
                  </a:cubicBezTo>
                  <a:cubicBezTo>
                    <a:pt x="122739" y="63931"/>
                    <a:pt x="16916" y="5296"/>
                    <a:pt x="0" y="665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7058252" y="1150328"/>
              <a:ext cx="115990" cy="51035"/>
            </a:xfrm>
            <a:custGeom>
              <a:rect b="b" l="l" r="r" t="t"/>
              <a:pathLst>
                <a:path extrusionOk="0" h="28099" w="62542">
                  <a:moveTo>
                    <a:pt x="66" y="26794"/>
                  </a:moveTo>
                  <a:cubicBezTo>
                    <a:pt x="66" y="26794"/>
                    <a:pt x="-2211" y="12554"/>
                    <a:pt x="20002" y="4553"/>
                  </a:cubicBezTo>
                  <a:cubicBezTo>
                    <a:pt x="32880" y="-314"/>
                    <a:pt x="46900" y="-1305"/>
                    <a:pt x="60331" y="1705"/>
                  </a:cubicBezTo>
                  <a:cubicBezTo>
                    <a:pt x="60331" y="1705"/>
                    <a:pt x="5114" y="18736"/>
                    <a:pt x="66" y="267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0"/>
            <p:cNvSpPr/>
            <p:nvPr/>
          </p:nvSpPr>
          <p:spPr>
            <a:xfrm>
              <a:off x="7738674" y="1075798"/>
              <a:ext cx="115937" cy="51778"/>
            </a:xfrm>
            <a:custGeom>
              <a:rect b="b" l="l" r="r" t="t"/>
              <a:pathLst>
                <a:path extrusionOk="0" h="28137" w="62513">
                  <a:moveTo>
                    <a:pt x="66" y="26829"/>
                  </a:moveTo>
                  <a:cubicBezTo>
                    <a:pt x="66" y="26829"/>
                    <a:pt x="-2211" y="12589"/>
                    <a:pt x="20002" y="4560"/>
                  </a:cubicBezTo>
                  <a:cubicBezTo>
                    <a:pt x="32860" y="-317"/>
                    <a:pt x="46881" y="-1308"/>
                    <a:pt x="60302" y="1712"/>
                  </a:cubicBezTo>
                  <a:cubicBezTo>
                    <a:pt x="60302" y="1712"/>
                    <a:pt x="5114" y="18771"/>
                    <a:pt x="66" y="2682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0"/>
            <p:cNvSpPr/>
            <p:nvPr/>
          </p:nvSpPr>
          <p:spPr>
            <a:xfrm>
              <a:off x="7521988" y="1075108"/>
              <a:ext cx="115935" cy="51035"/>
            </a:xfrm>
            <a:custGeom>
              <a:rect b="b" l="l" r="r" t="t"/>
              <a:pathLst>
                <a:path extrusionOk="0" h="28099" w="62512">
                  <a:moveTo>
                    <a:pt x="66" y="26794"/>
                  </a:moveTo>
                  <a:cubicBezTo>
                    <a:pt x="66" y="26794"/>
                    <a:pt x="-2210" y="12554"/>
                    <a:pt x="20002" y="4553"/>
                  </a:cubicBezTo>
                  <a:cubicBezTo>
                    <a:pt x="32870" y="-314"/>
                    <a:pt x="46881" y="-1305"/>
                    <a:pt x="60302" y="1705"/>
                  </a:cubicBezTo>
                  <a:cubicBezTo>
                    <a:pt x="60302" y="1705"/>
                    <a:pt x="5114" y="18736"/>
                    <a:pt x="66" y="267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0"/>
            <p:cNvSpPr/>
            <p:nvPr/>
          </p:nvSpPr>
          <p:spPr>
            <a:xfrm>
              <a:off x="7795261" y="2135767"/>
              <a:ext cx="481056" cy="404627"/>
            </a:xfrm>
            <a:custGeom>
              <a:rect b="b" l="l" r="r" t="t"/>
              <a:pathLst>
                <a:path extrusionOk="0" h="211084" w="250955">
                  <a:moveTo>
                    <a:pt x="37252" y="10"/>
                  </a:moveTo>
                  <a:cubicBezTo>
                    <a:pt x="37252" y="10"/>
                    <a:pt x="81048" y="66418"/>
                    <a:pt x="128864" y="87640"/>
                  </a:cubicBezTo>
                  <a:cubicBezTo>
                    <a:pt x="176679" y="108861"/>
                    <a:pt x="170012" y="88983"/>
                    <a:pt x="147428" y="71723"/>
                  </a:cubicBezTo>
                  <a:cubicBezTo>
                    <a:pt x="124844" y="54464"/>
                    <a:pt x="73066" y="5344"/>
                    <a:pt x="94316" y="17269"/>
                  </a:cubicBezTo>
                  <a:cubicBezTo>
                    <a:pt x="115567" y="29194"/>
                    <a:pt x="128864" y="43844"/>
                    <a:pt x="174060" y="67732"/>
                  </a:cubicBezTo>
                  <a:cubicBezTo>
                    <a:pt x="219256" y="91621"/>
                    <a:pt x="250955" y="86325"/>
                    <a:pt x="250955" y="86325"/>
                  </a:cubicBezTo>
                  <a:cubicBezTo>
                    <a:pt x="250955" y="86325"/>
                    <a:pt x="249612" y="111557"/>
                    <a:pt x="240335" y="124825"/>
                  </a:cubicBezTo>
                  <a:cubicBezTo>
                    <a:pt x="231057" y="138094"/>
                    <a:pt x="217751" y="139437"/>
                    <a:pt x="204483" y="136789"/>
                  </a:cubicBezTo>
                  <a:cubicBezTo>
                    <a:pt x="191214" y="134141"/>
                    <a:pt x="159343" y="127473"/>
                    <a:pt x="159343" y="127473"/>
                  </a:cubicBezTo>
                  <a:cubicBezTo>
                    <a:pt x="159343" y="127473"/>
                    <a:pt x="164639" y="136789"/>
                    <a:pt x="181899" y="146066"/>
                  </a:cubicBezTo>
                  <a:cubicBezTo>
                    <a:pt x="199158" y="155343"/>
                    <a:pt x="225866" y="158029"/>
                    <a:pt x="225866" y="158029"/>
                  </a:cubicBezTo>
                  <a:cubicBezTo>
                    <a:pt x="225866" y="158029"/>
                    <a:pt x="223876" y="169250"/>
                    <a:pt x="199634" y="180813"/>
                  </a:cubicBezTo>
                  <a:cubicBezTo>
                    <a:pt x="175393" y="192377"/>
                    <a:pt x="154067" y="175117"/>
                    <a:pt x="130264" y="159287"/>
                  </a:cubicBezTo>
                  <a:cubicBezTo>
                    <a:pt x="106461" y="143456"/>
                    <a:pt x="63884" y="94240"/>
                    <a:pt x="67866" y="108823"/>
                  </a:cubicBezTo>
                  <a:cubicBezTo>
                    <a:pt x="71847" y="123406"/>
                    <a:pt x="93097" y="144675"/>
                    <a:pt x="109013" y="159287"/>
                  </a:cubicBezTo>
                  <a:cubicBezTo>
                    <a:pt x="124930" y="173898"/>
                    <a:pt x="168821" y="196482"/>
                    <a:pt x="168821" y="196482"/>
                  </a:cubicBezTo>
                  <a:cubicBezTo>
                    <a:pt x="168821" y="196482"/>
                    <a:pt x="142275" y="195139"/>
                    <a:pt x="131654" y="193805"/>
                  </a:cubicBezTo>
                  <a:cubicBezTo>
                    <a:pt x="121034" y="192472"/>
                    <a:pt x="132826" y="200892"/>
                    <a:pt x="115624" y="190729"/>
                  </a:cubicBezTo>
                  <a:cubicBezTo>
                    <a:pt x="98422" y="180565"/>
                    <a:pt x="77210" y="157953"/>
                    <a:pt x="59950" y="134055"/>
                  </a:cubicBezTo>
                  <a:cubicBezTo>
                    <a:pt x="42691" y="110157"/>
                    <a:pt x="34719" y="115491"/>
                    <a:pt x="46682" y="130064"/>
                  </a:cubicBezTo>
                  <a:cubicBezTo>
                    <a:pt x="58645" y="144637"/>
                    <a:pt x="71914" y="168564"/>
                    <a:pt x="78552" y="177880"/>
                  </a:cubicBezTo>
                  <a:cubicBezTo>
                    <a:pt x="85192" y="187195"/>
                    <a:pt x="93164" y="192491"/>
                    <a:pt x="93164" y="197815"/>
                  </a:cubicBezTo>
                  <a:cubicBezTo>
                    <a:pt x="93164" y="203140"/>
                    <a:pt x="107775" y="199158"/>
                    <a:pt x="93164" y="203140"/>
                  </a:cubicBezTo>
                  <a:cubicBezTo>
                    <a:pt x="78552" y="207121"/>
                    <a:pt x="50673" y="183204"/>
                    <a:pt x="36061" y="160649"/>
                  </a:cubicBezTo>
                  <a:cubicBezTo>
                    <a:pt x="21450" y="138094"/>
                    <a:pt x="4191" y="73019"/>
                    <a:pt x="12163" y="112833"/>
                  </a:cubicBezTo>
                  <a:cubicBezTo>
                    <a:pt x="20136" y="152648"/>
                    <a:pt x="34576" y="185938"/>
                    <a:pt x="46453" y="196501"/>
                  </a:cubicBezTo>
                  <a:cubicBezTo>
                    <a:pt x="52492" y="202140"/>
                    <a:pt x="59188" y="207036"/>
                    <a:pt x="66389" y="211084"/>
                  </a:cubicBezTo>
                  <a:cubicBezTo>
                    <a:pt x="66389" y="211084"/>
                    <a:pt x="45148" y="208436"/>
                    <a:pt x="31870" y="191148"/>
                  </a:cubicBezTo>
                  <a:cubicBezTo>
                    <a:pt x="18593" y="173860"/>
                    <a:pt x="0" y="110157"/>
                    <a:pt x="0" y="83611"/>
                  </a:cubicBezTo>
                  <a:cubicBezTo>
                    <a:pt x="0" y="57064"/>
                    <a:pt x="2648" y="42434"/>
                    <a:pt x="9287" y="50407"/>
                  </a:cubicBezTo>
                  <a:cubicBezTo>
                    <a:pt x="15926" y="58379"/>
                    <a:pt x="23898" y="86258"/>
                    <a:pt x="27880" y="83611"/>
                  </a:cubicBezTo>
                  <a:cubicBezTo>
                    <a:pt x="31861" y="80963"/>
                    <a:pt x="13268" y="13240"/>
                    <a:pt x="21241" y="25175"/>
                  </a:cubicBezTo>
                  <a:cubicBezTo>
                    <a:pt x="29213" y="37110"/>
                    <a:pt x="82324" y="114138"/>
                    <a:pt x="73019" y="88906"/>
                  </a:cubicBezTo>
                  <a:cubicBezTo>
                    <a:pt x="63713" y="63675"/>
                    <a:pt x="43824" y="37129"/>
                    <a:pt x="38500" y="22527"/>
                  </a:cubicBezTo>
                  <a:cubicBezTo>
                    <a:pt x="33176" y="7925"/>
                    <a:pt x="37242" y="0"/>
                    <a:pt x="372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0"/>
            <p:cNvSpPr/>
            <p:nvPr/>
          </p:nvSpPr>
          <p:spPr>
            <a:xfrm>
              <a:off x="7112078" y="1389787"/>
              <a:ext cx="828962" cy="406615"/>
            </a:xfrm>
            <a:custGeom>
              <a:rect b="b" l="l" r="r" t="t"/>
              <a:pathLst>
                <a:path extrusionOk="0" h="212055" w="433444">
                  <a:moveTo>
                    <a:pt x="253" y="212055"/>
                  </a:moveTo>
                  <a:cubicBezTo>
                    <a:pt x="253" y="212055"/>
                    <a:pt x="-1309" y="193491"/>
                    <a:pt x="3330" y="187309"/>
                  </a:cubicBezTo>
                  <a:cubicBezTo>
                    <a:pt x="5768" y="183747"/>
                    <a:pt x="9863" y="181689"/>
                    <a:pt x="14178" y="181870"/>
                  </a:cubicBezTo>
                  <a:cubicBezTo>
                    <a:pt x="14178" y="181870"/>
                    <a:pt x="4892" y="156239"/>
                    <a:pt x="45135" y="139322"/>
                  </a:cubicBezTo>
                  <a:cubicBezTo>
                    <a:pt x="85378" y="122406"/>
                    <a:pt x="149624" y="136217"/>
                    <a:pt x="149624" y="136217"/>
                  </a:cubicBezTo>
                  <a:cubicBezTo>
                    <a:pt x="169198" y="130035"/>
                    <a:pt x="189496" y="126397"/>
                    <a:pt x="210003" y="125397"/>
                  </a:cubicBezTo>
                  <a:cubicBezTo>
                    <a:pt x="240188" y="124596"/>
                    <a:pt x="254113" y="116853"/>
                    <a:pt x="259523" y="112214"/>
                  </a:cubicBezTo>
                  <a:cubicBezTo>
                    <a:pt x="264934" y="107575"/>
                    <a:pt x="284298" y="94412"/>
                    <a:pt x="319131" y="94412"/>
                  </a:cubicBezTo>
                  <a:cubicBezTo>
                    <a:pt x="353964" y="94412"/>
                    <a:pt x="376405" y="95212"/>
                    <a:pt x="376405" y="95212"/>
                  </a:cubicBezTo>
                  <a:cubicBezTo>
                    <a:pt x="376405" y="95212"/>
                    <a:pt x="404284" y="60379"/>
                    <a:pt x="408923" y="37909"/>
                  </a:cubicBezTo>
                  <a:cubicBezTo>
                    <a:pt x="413562" y="15440"/>
                    <a:pt x="432135" y="0"/>
                    <a:pt x="43213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0"/>
            <p:cNvSpPr/>
            <p:nvPr/>
          </p:nvSpPr>
          <p:spPr>
            <a:xfrm>
              <a:off x="7853228" y="1397378"/>
              <a:ext cx="42750" cy="65564"/>
            </a:xfrm>
            <a:custGeom>
              <a:rect b="b" l="l" r="r" t="t"/>
              <a:pathLst>
                <a:path extrusionOk="0" h="34033" w="22470">
                  <a:moveTo>
                    <a:pt x="0" y="0"/>
                  </a:moveTo>
                  <a:cubicBezTo>
                    <a:pt x="0" y="0"/>
                    <a:pt x="22470" y="15469"/>
                    <a:pt x="22470" y="3403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7673116" y="1362873"/>
              <a:ext cx="75901" cy="207732"/>
            </a:xfrm>
            <a:custGeom>
              <a:rect b="b" l="l" r="r" t="t"/>
              <a:pathLst>
                <a:path extrusionOk="0" h="111433" w="42576">
                  <a:moveTo>
                    <a:pt x="39747" y="47"/>
                  </a:moveTo>
                  <a:cubicBezTo>
                    <a:pt x="39747" y="47"/>
                    <a:pt x="3381" y="-3058"/>
                    <a:pt x="276" y="41052"/>
                  </a:cubicBezTo>
                  <a:cubicBezTo>
                    <a:pt x="-2829" y="85163"/>
                    <a:pt x="21183" y="106842"/>
                    <a:pt x="26594" y="10837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7806303" y="1235208"/>
              <a:ext cx="404642" cy="155733"/>
            </a:xfrm>
            <a:custGeom>
              <a:rect b="b" l="l" r="r" t="t"/>
              <a:pathLst>
                <a:path extrusionOk="0" h="84868" w="211026">
                  <a:moveTo>
                    <a:pt x="0" y="34179"/>
                  </a:moveTo>
                  <a:cubicBezTo>
                    <a:pt x="32633" y="7242"/>
                    <a:pt x="59150" y="-3416"/>
                    <a:pt x="80229" y="946"/>
                  </a:cubicBezTo>
                  <a:cubicBezTo>
                    <a:pt x="102670" y="5585"/>
                    <a:pt x="144475" y="26578"/>
                    <a:pt x="164611" y="37341"/>
                  </a:cubicBezTo>
                  <a:cubicBezTo>
                    <a:pt x="184747" y="48105"/>
                    <a:pt x="200206" y="58249"/>
                    <a:pt x="205616" y="69831"/>
                  </a:cubicBezTo>
                  <a:lnTo>
                    <a:pt x="211026" y="81452"/>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7751786" y="1332510"/>
              <a:ext cx="20661" cy="84786"/>
            </a:xfrm>
            <a:custGeom>
              <a:rect b="b" l="l" r="r" t="t"/>
              <a:pathLst>
                <a:path extrusionOk="0" h="44453" w="20336">
                  <a:moveTo>
                    <a:pt x="4847" y="44453"/>
                  </a:moveTo>
                  <a:cubicBezTo>
                    <a:pt x="4847" y="44453"/>
                    <a:pt x="-9393" y="25489"/>
                    <a:pt x="1094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0"/>
            <p:cNvSpPr/>
            <p:nvPr/>
          </p:nvSpPr>
          <p:spPr>
            <a:xfrm>
              <a:off x="7550281" y="1053716"/>
              <a:ext cx="381384" cy="258979"/>
            </a:xfrm>
            <a:custGeom>
              <a:rect b="b" l="l" r="r" t="t"/>
              <a:pathLst>
                <a:path extrusionOk="0" h="136845" w="205045">
                  <a:moveTo>
                    <a:pt x="197330" y="92537"/>
                  </a:moveTo>
                  <a:lnTo>
                    <a:pt x="194996" y="54656"/>
                  </a:lnTo>
                  <a:cubicBezTo>
                    <a:pt x="194996" y="54656"/>
                    <a:pt x="205045" y="51551"/>
                    <a:pt x="193462" y="27576"/>
                  </a:cubicBezTo>
                  <a:cubicBezTo>
                    <a:pt x="181880" y="3602"/>
                    <a:pt x="147009" y="-1846"/>
                    <a:pt x="136188" y="497"/>
                  </a:cubicBezTo>
                  <a:cubicBezTo>
                    <a:pt x="125368" y="2840"/>
                    <a:pt x="107537" y="4345"/>
                    <a:pt x="96688" y="19061"/>
                  </a:cubicBezTo>
                  <a:cubicBezTo>
                    <a:pt x="89888" y="27738"/>
                    <a:pt x="85849" y="38254"/>
                    <a:pt x="85096" y="49246"/>
                  </a:cubicBezTo>
                  <a:cubicBezTo>
                    <a:pt x="85096" y="51551"/>
                    <a:pt x="73476" y="63943"/>
                    <a:pt x="68837" y="77725"/>
                  </a:cubicBezTo>
                  <a:cubicBezTo>
                    <a:pt x="66304" y="85069"/>
                    <a:pt x="64236" y="92565"/>
                    <a:pt x="62655" y="100166"/>
                  </a:cubicBezTo>
                  <a:cubicBezTo>
                    <a:pt x="62655" y="100166"/>
                    <a:pt x="34004" y="91622"/>
                    <a:pt x="0" y="13499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0"/>
            <p:cNvSpPr/>
            <p:nvPr/>
          </p:nvSpPr>
          <p:spPr>
            <a:xfrm>
              <a:off x="7444008" y="1342171"/>
              <a:ext cx="89755" cy="292063"/>
            </a:xfrm>
            <a:custGeom>
              <a:rect b="b" l="l" r="r" t="t"/>
              <a:pathLst>
                <a:path extrusionOk="0" h="152362" w="53512">
                  <a:moveTo>
                    <a:pt x="46924" y="0"/>
                  </a:moveTo>
                  <a:cubicBezTo>
                    <a:pt x="46924" y="0"/>
                    <a:pt x="33770" y="12392"/>
                    <a:pt x="27588" y="47215"/>
                  </a:cubicBezTo>
                  <a:cubicBezTo>
                    <a:pt x="21406" y="82039"/>
                    <a:pt x="20606" y="97507"/>
                    <a:pt x="10500" y="115338"/>
                  </a:cubicBezTo>
                  <a:cubicBezTo>
                    <a:pt x="394" y="133169"/>
                    <a:pt x="-6588" y="147066"/>
                    <a:pt x="9729" y="15236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0"/>
            <p:cNvSpPr/>
            <p:nvPr/>
          </p:nvSpPr>
          <p:spPr>
            <a:xfrm>
              <a:off x="7339116" y="1159989"/>
              <a:ext cx="187468" cy="276446"/>
            </a:xfrm>
            <a:custGeom>
              <a:rect b="b" l="l" r="r" t="t"/>
              <a:pathLst>
                <a:path extrusionOk="0" h="144170" w="99850">
                  <a:moveTo>
                    <a:pt x="97833" y="0"/>
                  </a:moveTo>
                  <a:cubicBezTo>
                    <a:pt x="97833" y="0"/>
                    <a:pt x="30511" y="23213"/>
                    <a:pt x="15814" y="54112"/>
                  </a:cubicBezTo>
                  <a:cubicBezTo>
                    <a:pt x="1116" y="85011"/>
                    <a:pt x="-2017" y="116767"/>
                    <a:pt x="1088" y="131493"/>
                  </a:cubicBezTo>
                  <a:cubicBezTo>
                    <a:pt x="1907" y="135684"/>
                    <a:pt x="2479" y="139913"/>
                    <a:pt x="2793" y="14417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0"/>
            <p:cNvSpPr/>
            <p:nvPr/>
          </p:nvSpPr>
          <p:spPr>
            <a:xfrm>
              <a:off x="7225252" y="1382196"/>
              <a:ext cx="108280" cy="244955"/>
            </a:xfrm>
            <a:custGeom>
              <a:rect b="b" l="l" r="r" t="t"/>
              <a:pathLst>
                <a:path extrusionOk="0" h="137037" w="59617">
                  <a:moveTo>
                    <a:pt x="56549" y="2316"/>
                  </a:moveTo>
                  <a:cubicBezTo>
                    <a:pt x="56549" y="2316"/>
                    <a:pt x="46500" y="-9276"/>
                    <a:pt x="35641" y="19404"/>
                  </a:cubicBezTo>
                  <a:cubicBezTo>
                    <a:pt x="24783" y="48084"/>
                    <a:pt x="10895" y="82879"/>
                    <a:pt x="3913" y="99910"/>
                  </a:cubicBezTo>
                  <a:cubicBezTo>
                    <a:pt x="-3068" y="116940"/>
                    <a:pt x="808" y="124655"/>
                    <a:pt x="3913" y="12776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0"/>
            <p:cNvSpPr/>
            <p:nvPr/>
          </p:nvSpPr>
          <p:spPr>
            <a:xfrm>
              <a:off x="6911264" y="1389787"/>
              <a:ext cx="381942" cy="311651"/>
            </a:xfrm>
            <a:custGeom>
              <a:rect b="b" l="l" r="r" t="t"/>
              <a:pathLst>
                <a:path extrusionOk="0" h="163382" w="213674">
                  <a:moveTo>
                    <a:pt x="199489" y="15495"/>
                  </a:moveTo>
                  <a:cubicBezTo>
                    <a:pt x="199489" y="15495"/>
                    <a:pt x="177048" y="-736"/>
                    <a:pt x="156941" y="26"/>
                  </a:cubicBezTo>
                  <a:cubicBezTo>
                    <a:pt x="142044" y="978"/>
                    <a:pt x="128004" y="7303"/>
                    <a:pt x="117412" y="17828"/>
                  </a:cubicBezTo>
                  <a:cubicBezTo>
                    <a:pt x="101220" y="13190"/>
                    <a:pt x="83789" y="16961"/>
                    <a:pt x="70959" y="27877"/>
                  </a:cubicBezTo>
                  <a:cubicBezTo>
                    <a:pt x="48518" y="46441"/>
                    <a:pt x="46955" y="68120"/>
                    <a:pt x="46955" y="68120"/>
                  </a:cubicBezTo>
                  <a:cubicBezTo>
                    <a:pt x="46955" y="68120"/>
                    <a:pt x="35364" y="44146"/>
                    <a:pt x="10589" y="66587"/>
                  </a:cubicBezTo>
                  <a:cubicBezTo>
                    <a:pt x="-14185" y="89028"/>
                    <a:pt x="9056" y="113802"/>
                    <a:pt x="33802" y="124622"/>
                  </a:cubicBezTo>
                  <a:cubicBezTo>
                    <a:pt x="58547" y="135443"/>
                    <a:pt x="116822" y="162646"/>
                    <a:pt x="116822" y="16264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0"/>
            <p:cNvSpPr/>
            <p:nvPr/>
          </p:nvSpPr>
          <p:spPr>
            <a:xfrm>
              <a:off x="7001665" y="1520213"/>
              <a:ext cx="80062" cy="75827"/>
            </a:xfrm>
            <a:custGeom>
              <a:rect b="b" l="l" r="r" t="t"/>
              <a:pathLst>
                <a:path extrusionOk="0" h="39557" w="41662">
                  <a:moveTo>
                    <a:pt x="0" y="0"/>
                  </a:moveTo>
                  <a:cubicBezTo>
                    <a:pt x="0" y="0"/>
                    <a:pt x="21184" y="27851"/>
                    <a:pt x="41662" y="3955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7136231" y="1424291"/>
              <a:ext cx="17943" cy="149792"/>
            </a:xfrm>
            <a:custGeom>
              <a:rect b="b" l="l" r="r" t="t"/>
              <a:pathLst>
                <a:path extrusionOk="0" h="78143" w="10258">
                  <a:moveTo>
                    <a:pt x="27" y="0"/>
                  </a:moveTo>
                  <a:cubicBezTo>
                    <a:pt x="27" y="0"/>
                    <a:pt x="-973" y="48901"/>
                    <a:pt x="9285" y="7814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6701478" y="1244869"/>
              <a:ext cx="311995" cy="235054"/>
            </a:xfrm>
            <a:custGeom>
              <a:rect b="b" l="l" r="r" t="t"/>
              <a:pathLst>
                <a:path extrusionOk="0" h="127731" w="165659">
                  <a:moveTo>
                    <a:pt x="157115" y="39218"/>
                  </a:moveTo>
                  <a:cubicBezTo>
                    <a:pt x="157115" y="39218"/>
                    <a:pt x="165659" y="22988"/>
                    <a:pt x="161754" y="9824"/>
                  </a:cubicBezTo>
                  <a:cubicBezTo>
                    <a:pt x="157849" y="-3339"/>
                    <a:pt x="102918" y="-4902"/>
                    <a:pt x="78143" y="15234"/>
                  </a:cubicBezTo>
                  <a:cubicBezTo>
                    <a:pt x="53369" y="35370"/>
                    <a:pt x="42548" y="42314"/>
                    <a:pt x="30956" y="64755"/>
                  </a:cubicBezTo>
                  <a:cubicBezTo>
                    <a:pt x="19365" y="87196"/>
                    <a:pt x="20107" y="102693"/>
                    <a:pt x="20107" y="102693"/>
                  </a:cubicBezTo>
                  <a:cubicBezTo>
                    <a:pt x="20107" y="102693"/>
                    <a:pt x="6953" y="104226"/>
                    <a:pt x="0" y="12282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6809821" y="1351832"/>
              <a:ext cx="126267" cy="161380"/>
            </a:xfrm>
            <a:custGeom>
              <a:rect b="b" l="l" r="r" t="t"/>
              <a:pathLst>
                <a:path extrusionOk="0" h="87468" w="68437">
                  <a:moveTo>
                    <a:pt x="55853" y="340"/>
                  </a:moveTo>
                  <a:cubicBezTo>
                    <a:pt x="55853" y="340"/>
                    <a:pt x="48138" y="-2737"/>
                    <a:pt x="25669" y="9627"/>
                  </a:cubicBezTo>
                  <a:cubicBezTo>
                    <a:pt x="3199" y="21990"/>
                    <a:pt x="923" y="36735"/>
                    <a:pt x="37" y="49098"/>
                  </a:cubicBezTo>
                  <a:cubicBezTo>
                    <a:pt x="-268" y="57099"/>
                    <a:pt x="1323" y="65062"/>
                    <a:pt x="4676" y="72339"/>
                  </a:cubicBezTo>
                  <a:cubicBezTo>
                    <a:pt x="4676" y="72339"/>
                    <a:pt x="24011" y="83160"/>
                    <a:pt x="39509" y="83931"/>
                  </a:cubicBezTo>
                  <a:cubicBezTo>
                    <a:pt x="55006" y="84703"/>
                    <a:pt x="63483" y="84731"/>
                    <a:pt x="65826" y="73882"/>
                  </a:cubicBezTo>
                  <a:cubicBezTo>
                    <a:pt x="68169" y="63033"/>
                    <a:pt x="44157" y="34411"/>
                    <a:pt x="44157" y="3441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0"/>
            <p:cNvSpPr/>
            <p:nvPr/>
          </p:nvSpPr>
          <p:spPr>
            <a:xfrm>
              <a:off x="6762205" y="1464316"/>
              <a:ext cx="56542" cy="26913"/>
            </a:xfrm>
            <a:custGeom>
              <a:rect b="b" l="l" r="r" t="t"/>
              <a:pathLst>
                <a:path extrusionOk="0" h="16231" w="29423">
                  <a:moveTo>
                    <a:pt x="0" y="0"/>
                  </a:moveTo>
                  <a:cubicBezTo>
                    <a:pt x="0" y="0"/>
                    <a:pt x="16259" y="16231"/>
                    <a:pt x="29423" y="1392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0"/>
            <p:cNvSpPr/>
            <p:nvPr/>
          </p:nvSpPr>
          <p:spPr>
            <a:xfrm>
              <a:off x="7008565" y="1246249"/>
              <a:ext cx="221091" cy="89019"/>
            </a:xfrm>
            <a:custGeom>
              <a:rect b="b" l="l" r="r" t="t"/>
              <a:pathLst>
                <a:path extrusionOk="0" h="50892" w="115338">
                  <a:moveTo>
                    <a:pt x="0" y="46440"/>
                  </a:moveTo>
                  <a:cubicBezTo>
                    <a:pt x="0" y="46440"/>
                    <a:pt x="1562" y="6197"/>
                    <a:pt x="30956" y="872"/>
                  </a:cubicBezTo>
                  <a:cubicBezTo>
                    <a:pt x="60350" y="-4452"/>
                    <a:pt x="115338" y="16341"/>
                    <a:pt x="115338" y="1634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0"/>
            <p:cNvSpPr/>
            <p:nvPr/>
          </p:nvSpPr>
          <p:spPr>
            <a:xfrm>
              <a:off x="7032718" y="1117203"/>
              <a:ext cx="127071" cy="135415"/>
            </a:xfrm>
            <a:custGeom>
              <a:rect b="b" l="l" r="r" t="t"/>
              <a:pathLst>
                <a:path extrusionOk="0" h="70437" w="69628">
                  <a:moveTo>
                    <a:pt x="10647" y="70437"/>
                  </a:moveTo>
                  <a:cubicBezTo>
                    <a:pt x="10647" y="70437"/>
                    <a:pt x="9085" y="49530"/>
                    <a:pt x="2903" y="35605"/>
                  </a:cubicBezTo>
                  <a:cubicBezTo>
                    <a:pt x="-3279" y="21679"/>
                    <a:pt x="569" y="15497"/>
                    <a:pt x="12952" y="12392"/>
                  </a:cubicBezTo>
                  <a:cubicBezTo>
                    <a:pt x="25334" y="9287"/>
                    <a:pt x="49347" y="8515"/>
                    <a:pt x="66349"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7306682" y="1064757"/>
              <a:ext cx="64172" cy="175080"/>
            </a:xfrm>
            <a:custGeom>
              <a:rect b="b" l="l" r="r" t="t"/>
              <a:pathLst>
                <a:path extrusionOk="0" h="91335" w="35709">
                  <a:moveTo>
                    <a:pt x="29543" y="0"/>
                  </a:moveTo>
                  <a:cubicBezTo>
                    <a:pt x="29543" y="0"/>
                    <a:pt x="-2185" y="7744"/>
                    <a:pt x="120" y="39472"/>
                  </a:cubicBezTo>
                  <a:cubicBezTo>
                    <a:pt x="2425" y="71199"/>
                    <a:pt x="31076" y="86687"/>
                    <a:pt x="33524" y="9133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7489554" y="1056476"/>
              <a:ext cx="252366" cy="118627"/>
            </a:xfrm>
            <a:custGeom>
              <a:rect b="b" l="l" r="r" t="t"/>
              <a:pathLst>
                <a:path extrusionOk="0" h="66551" w="141580">
                  <a:moveTo>
                    <a:pt x="695" y="61934"/>
                  </a:moveTo>
                  <a:cubicBezTo>
                    <a:pt x="695" y="61934"/>
                    <a:pt x="-3944" y="37931"/>
                    <a:pt x="10744" y="23234"/>
                  </a:cubicBezTo>
                  <a:cubicBezTo>
                    <a:pt x="25432" y="8537"/>
                    <a:pt x="27832" y="-4617"/>
                    <a:pt x="82734" y="1564"/>
                  </a:cubicBezTo>
                  <a:cubicBezTo>
                    <a:pt x="137636" y="7746"/>
                    <a:pt x="131493" y="7746"/>
                    <a:pt x="131493" y="774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6896082" y="1044055"/>
              <a:ext cx="658693" cy="119242"/>
            </a:xfrm>
            <a:custGeom>
              <a:rect b="b" l="l" r="r" t="t"/>
              <a:pathLst>
                <a:path extrusionOk="0" h="63475" w="343624">
                  <a:moveTo>
                    <a:pt x="343624" y="7913"/>
                  </a:moveTo>
                  <a:cubicBezTo>
                    <a:pt x="325822" y="3875"/>
                    <a:pt x="307734" y="1284"/>
                    <a:pt x="289513" y="169"/>
                  </a:cubicBezTo>
                  <a:cubicBezTo>
                    <a:pt x="261033" y="-1364"/>
                    <a:pt x="186595" y="7913"/>
                    <a:pt x="156401" y="11790"/>
                  </a:cubicBezTo>
                  <a:cubicBezTo>
                    <a:pt x="126206" y="15667"/>
                    <a:pt x="79763" y="18772"/>
                    <a:pt x="44939" y="35764"/>
                  </a:cubicBezTo>
                  <a:cubicBezTo>
                    <a:pt x="10116" y="52757"/>
                    <a:pt x="0" y="62111"/>
                    <a:pt x="0" y="6211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7025128" y="1050265"/>
              <a:ext cx="27627" cy="43456"/>
            </a:xfrm>
            <a:custGeom>
              <a:rect b="b" l="l" r="r" t="t"/>
              <a:pathLst>
                <a:path extrusionOk="0" h="22784" w="15497">
                  <a:moveTo>
                    <a:pt x="11" y="22784"/>
                  </a:moveTo>
                  <a:cubicBezTo>
                    <a:pt x="11" y="22784"/>
                    <a:pt x="-932" y="14640"/>
                    <a:pt x="1456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8045072" y="1487779"/>
              <a:ext cx="41409" cy="115959"/>
            </a:xfrm>
            <a:custGeom>
              <a:rect b="b" l="l" r="r" t="t"/>
              <a:pathLst>
                <a:path extrusionOk="0" h="60493" w="21441">
                  <a:moveTo>
                    <a:pt x="0" y="60493"/>
                  </a:moveTo>
                  <a:cubicBezTo>
                    <a:pt x="10421" y="36462"/>
                    <a:pt x="14440" y="12964"/>
                    <a:pt x="2144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7430897" y="1646498"/>
              <a:ext cx="591228" cy="161674"/>
            </a:xfrm>
            <a:custGeom>
              <a:rect b="b" l="l" r="r" t="t"/>
              <a:pathLst>
                <a:path extrusionOk="0" h="89964" w="308429">
                  <a:moveTo>
                    <a:pt x="0" y="77695"/>
                  </a:moveTo>
                  <a:cubicBezTo>
                    <a:pt x="13240" y="76409"/>
                    <a:pt x="27365" y="75648"/>
                    <a:pt x="32014" y="76810"/>
                  </a:cubicBezTo>
                  <a:cubicBezTo>
                    <a:pt x="41300" y="79143"/>
                    <a:pt x="76924" y="89964"/>
                    <a:pt x="96260" y="79915"/>
                  </a:cubicBezTo>
                  <a:cubicBezTo>
                    <a:pt x="115596" y="69866"/>
                    <a:pt x="145780" y="64560"/>
                    <a:pt x="145780" y="64560"/>
                  </a:cubicBezTo>
                  <a:cubicBezTo>
                    <a:pt x="145780" y="64560"/>
                    <a:pt x="153524" y="66123"/>
                    <a:pt x="176765" y="55274"/>
                  </a:cubicBezTo>
                  <a:cubicBezTo>
                    <a:pt x="200006" y="44425"/>
                    <a:pt x="220085" y="32061"/>
                    <a:pt x="222333" y="31299"/>
                  </a:cubicBezTo>
                  <a:cubicBezTo>
                    <a:pt x="224580" y="30537"/>
                    <a:pt x="276444" y="41348"/>
                    <a:pt x="302076" y="8830"/>
                  </a:cubicBezTo>
                  <a:cubicBezTo>
                    <a:pt x="304352" y="5982"/>
                    <a:pt x="306457" y="3134"/>
                    <a:pt x="308429"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7170735" y="1771403"/>
              <a:ext cx="194726" cy="59373"/>
            </a:xfrm>
            <a:custGeom>
              <a:rect b="b" l="l" r="r" t="t"/>
              <a:pathLst>
                <a:path extrusionOk="0" h="32518" w="101584">
                  <a:moveTo>
                    <a:pt x="0" y="0"/>
                  </a:moveTo>
                  <a:cubicBezTo>
                    <a:pt x="0" y="0"/>
                    <a:pt x="29394" y="32518"/>
                    <a:pt x="40243" y="30985"/>
                  </a:cubicBezTo>
                  <a:cubicBezTo>
                    <a:pt x="48787" y="29756"/>
                    <a:pt x="85497" y="22212"/>
                    <a:pt x="101584" y="1836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a:off x="7267347" y="1823159"/>
              <a:ext cx="70483" cy="274370"/>
            </a:xfrm>
            <a:custGeom>
              <a:rect b="b" l="l" r="r" t="t"/>
              <a:pathLst>
                <a:path extrusionOk="0" h="143132" w="44978">
                  <a:moveTo>
                    <a:pt x="7366" y="0"/>
                  </a:moveTo>
                  <a:cubicBezTo>
                    <a:pt x="7366" y="0"/>
                    <a:pt x="-8132" y="30956"/>
                    <a:pt x="5832" y="73533"/>
                  </a:cubicBezTo>
                  <a:cubicBezTo>
                    <a:pt x="13566" y="97812"/>
                    <a:pt x="23968" y="121148"/>
                    <a:pt x="36846" y="14313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0"/>
            <p:cNvSpPr/>
            <p:nvPr/>
          </p:nvSpPr>
          <p:spPr>
            <a:xfrm>
              <a:off x="7557182" y="1914941"/>
              <a:ext cx="457374" cy="118698"/>
            </a:xfrm>
            <a:custGeom>
              <a:rect b="b" l="l" r="r" t="t"/>
              <a:pathLst>
                <a:path extrusionOk="0" h="61922" w="238601">
                  <a:moveTo>
                    <a:pt x="0" y="20393"/>
                  </a:moveTo>
                  <a:cubicBezTo>
                    <a:pt x="7544" y="22098"/>
                    <a:pt x="12754" y="22584"/>
                    <a:pt x="24175" y="17088"/>
                  </a:cubicBezTo>
                  <a:cubicBezTo>
                    <a:pt x="46615" y="6239"/>
                    <a:pt x="65180" y="0"/>
                    <a:pt x="79115" y="0"/>
                  </a:cubicBezTo>
                  <a:cubicBezTo>
                    <a:pt x="93050" y="0"/>
                    <a:pt x="105432" y="10049"/>
                    <a:pt x="125568" y="12363"/>
                  </a:cubicBezTo>
                  <a:cubicBezTo>
                    <a:pt x="145704" y="14678"/>
                    <a:pt x="195224" y="8515"/>
                    <a:pt x="205312" y="18574"/>
                  </a:cubicBezTo>
                  <a:cubicBezTo>
                    <a:pt x="215398" y="28632"/>
                    <a:pt x="226981" y="57274"/>
                    <a:pt x="238601" y="6192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7355678" y="1945994"/>
              <a:ext cx="157991" cy="49011"/>
            </a:xfrm>
            <a:custGeom>
              <a:rect b="b" l="l" r="r" t="t"/>
              <a:pathLst>
                <a:path extrusionOk="0" h="25632" w="82420">
                  <a:moveTo>
                    <a:pt x="0" y="25632"/>
                  </a:moveTo>
                  <a:cubicBezTo>
                    <a:pt x="0" y="25632"/>
                    <a:pt x="29423" y="886"/>
                    <a:pt x="68894" y="0"/>
                  </a:cubicBezTo>
                  <a:cubicBezTo>
                    <a:pt x="74047" y="0"/>
                    <a:pt x="78524" y="0"/>
                    <a:pt x="82420" y="31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7525438" y="1937023"/>
              <a:ext cx="548844" cy="150321"/>
            </a:xfrm>
            <a:custGeom>
              <a:rect b="b" l="l" r="r" t="t"/>
              <a:pathLst>
                <a:path extrusionOk="0" h="81686" w="287036">
                  <a:moveTo>
                    <a:pt x="262261" y="0"/>
                  </a:moveTo>
                  <a:cubicBezTo>
                    <a:pt x="253175" y="4315"/>
                    <a:pt x="244383" y="9230"/>
                    <a:pt x="235944" y="14726"/>
                  </a:cubicBezTo>
                  <a:cubicBezTo>
                    <a:pt x="235944" y="14726"/>
                    <a:pt x="285493" y="42577"/>
                    <a:pt x="286265" y="60293"/>
                  </a:cubicBezTo>
                  <a:cubicBezTo>
                    <a:pt x="287036" y="78010"/>
                    <a:pt x="250670" y="78096"/>
                    <a:pt x="250670" y="78096"/>
                  </a:cubicBezTo>
                  <a:cubicBezTo>
                    <a:pt x="250670" y="78096"/>
                    <a:pt x="241325" y="81686"/>
                    <a:pt x="184995" y="63627"/>
                  </a:cubicBezTo>
                  <a:cubicBezTo>
                    <a:pt x="128664" y="45568"/>
                    <a:pt x="117901" y="38224"/>
                    <a:pt x="72533" y="45482"/>
                  </a:cubicBezTo>
                  <a:cubicBezTo>
                    <a:pt x="27165" y="52740"/>
                    <a:pt x="25403" y="56359"/>
                    <a:pt x="0" y="7085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8273489" y="1995680"/>
              <a:ext cx="215796" cy="125490"/>
            </a:xfrm>
            <a:custGeom>
              <a:rect b="b" l="l" r="r" t="t"/>
              <a:pathLst>
                <a:path extrusionOk="0" h="65960" w="114290">
                  <a:moveTo>
                    <a:pt x="0" y="0"/>
                  </a:moveTo>
                  <a:cubicBezTo>
                    <a:pt x="20279" y="743"/>
                    <a:pt x="37967" y="-514"/>
                    <a:pt x="41520" y="6639"/>
                  </a:cubicBezTo>
                  <a:cubicBezTo>
                    <a:pt x="44710" y="12278"/>
                    <a:pt x="46063" y="18764"/>
                    <a:pt x="45396" y="25203"/>
                  </a:cubicBezTo>
                  <a:cubicBezTo>
                    <a:pt x="45396" y="25203"/>
                    <a:pt x="114290" y="55388"/>
                    <a:pt x="112747" y="6544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7833906" y="1842482"/>
              <a:ext cx="393762" cy="149162"/>
            </a:xfrm>
            <a:custGeom>
              <a:rect b="b" l="l" r="r" t="t"/>
              <a:pathLst>
                <a:path extrusionOk="0" h="78600" w="205416">
                  <a:moveTo>
                    <a:pt x="0" y="14717"/>
                  </a:moveTo>
                  <a:cubicBezTo>
                    <a:pt x="0" y="14717"/>
                    <a:pt x="37167" y="792"/>
                    <a:pt x="66551" y="20"/>
                  </a:cubicBezTo>
                  <a:cubicBezTo>
                    <a:pt x="95936" y="-751"/>
                    <a:pt x="157886" y="20927"/>
                    <a:pt x="162554" y="34196"/>
                  </a:cubicBezTo>
                  <a:cubicBezTo>
                    <a:pt x="167221" y="47464"/>
                    <a:pt x="167192" y="67457"/>
                    <a:pt x="197387" y="75972"/>
                  </a:cubicBezTo>
                  <a:cubicBezTo>
                    <a:pt x="200006" y="76715"/>
                    <a:pt x="202711" y="77344"/>
                    <a:pt x="205416" y="7784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8244506" y="1685143"/>
              <a:ext cx="260139" cy="397632"/>
            </a:xfrm>
            <a:custGeom>
              <a:rect b="b" l="l" r="r" t="t"/>
              <a:pathLst>
                <a:path extrusionOk="0" h="207435" w="141732">
                  <a:moveTo>
                    <a:pt x="127035" y="207435"/>
                  </a:moveTo>
                  <a:cubicBezTo>
                    <a:pt x="127035" y="207435"/>
                    <a:pt x="141732" y="198892"/>
                    <a:pt x="133217" y="181804"/>
                  </a:cubicBezTo>
                  <a:cubicBezTo>
                    <a:pt x="124701" y="164716"/>
                    <a:pt x="102260" y="134674"/>
                    <a:pt x="68971" y="115452"/>
                  </a:cubicBezTo>
                  <a:cubicBezTo>
                    <a:pt x="35681" y="96231"/>
                    <a:pt x="7829" y="96088"/>
                    <a:pt x="7829" y="96088"/>
                  </a:cubicBezTo>
                  <a:cubicBezTo>
                    <a:pt x="7829" y="96088"/>
                    <a:pt x="13240" y="54312"/>
                    <a:pt x="7829" y="33433"/>
                  </a:cubicBezTo>
                  <a:cubicBezTo>
                    <a:pt x="2419" y="12554"/>
                    <a:pt x="0" y="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0"/>
            <p:cNvSpPr/>
            <p:nvPr/>
          </p:nvSpPr>
          <p:spPr>
            <a:xfrm>
              <a:off x="8265208" y="1725168"/>
              <a:ext cx="50323" cy="54457"/>
            </a:xfrm>
            <a:custGeom>
              <a:rect b="b" l="l" r="r" t="t"/>
              <a:pathLst>
                <a:path extrusionOk="0" h="28480" w="26318">
                  <a:moveTo>
                    <a:pt x="0" y="28480"/>
                  </a:moveTo>
                  <a:cubicBezTo>
                    <a:pt x="0" y="28480"/>
                    <a:pt x="10049" y="8372"/>
                    <a:pt x="2631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0"/>
            <p:cNvSpPr/>
            <p:nvPr/>
          </p:nvSpPr>
          <p:spPr>
            <a:xfrm>
              <a:off x="8098898" y="1655469"/>
              <a:ext cx="97938" cy="219197"/>
            </a:xfrm>
            <a:custGeom>
              <a:rect b="b" l="l" r="r" t="t"/>
              <a:pathLst>
                <a:path extrusionOk="0" h="116091" w="51092">
                  <a:moveTo>
                    <a:pt x="22498" y="0"/>
                  </a:moveTo>
                  <a:cubicBezTo>
                    <a:pt x="22498" y="0"/>
                    <a:pt x="27908" y="37909"/>
                    <a:pt x="27137" y="43320"/>
                  </a:cubicBezTo>
                  <a:cubicBezTo>
                    <a:pt x="26365" y="48730"/>
                    <a:pt x="14744" y="55712"/>
                    <a:pt x="10049" y="78153"/>
                  </a:cubicBezTo>
                  <a:cubicBezTo>
                    <a:pt x="5353" y="100593"/>
                    <a:pt x="0" y="109909"/>
                    <a:pt x="0" y="109909"/>
                  </a:cubicBezTo>
                  <a:cubicBezTo>
                    <a:pt x="0" y="109909"/>
                    <a:pt x="3105" y="116091"/>
                    <a:pt x="15497" y="113786"/>
                  </a:cubicBezTo>
                  <a:cubicBezTo>
                    <a:pt x="27889" y="111481"/>
                    <a:pt x="51092" y="79610"/>
                    <a:pt x="51092" y="7961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8430139" y="1837651"/>
              <a:ext cx="44112" cy="107592"/>
            </a:xfrm>
            <a:custGeom>
              <a:rect b="b" l="l" r="r" t="t"/>
              <a:pathLst>
                <a:path extrusionOk="0" h="55988" w="23012">
                  <a:moveTo>
                    <a:pt x="23012" y="0"/>
                  </a:moveTo>
                  <a:cubicBezTo>
                    <a:pt x="22041" y="13326"/>
                    <a:pt x="18964" y="24546"/>
                    <a:pt x="13926" y="30356"/>
                  </a:cubicBezTo>
                  <a:cubicBezTo>
                    <a:pt x="7639" y="37900"/>
                    <a:pt x="2905" y="46606"/>
                    <a:pt x="0" y="5598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8189299" y="1416700"/>
              <a:ext cx="285160" cy="378998"/>
            </a:xfrm>
            <a:custGeom>
              <a:rect b="b" l="l" r="r" t="t"/>
              <a:pathLst>
                <a:path extrusionOk="0" h="201749" w="153362">
                  <a:moveTo>
                    <a:pt x="9254" y="95986"/>
                  </a:moveTo>
                  <a:cubicBezTo>
                    <a:pt x="710" y="89433"/>
                    <a:pt x="-4757" y="76850"/>
                    <a:pt x="5835" y="63439"/>
                  </a:cubicBezTo>
                  <a:cubicBezTo>
                    <a:pt x="20418" y="44732"/>
                    <a:pt x="46050" y="30121"/>
                    <a:pt x="48412" y="27016"/>
                  </a:cubicBezTo>
                  <a:cubicBezTo>
                    <a:pt x="50774" y="23910"/>
                    <a:pt x="47640" y="5346"/>
                    <a:pt x="57699" y="698"/>
                  </a:cubicBezTo>
                  <a:cubicBezTo>
                    <a:pt x="67757" y="-3950"/>
                    <a:pt x="97170" y="15395"/>
                    <a:pt x="111096" y="35531"/>
                  </a:cubicBezTo>
                  <a:cubicBezTo>
                    <a:pt x="125021" y="55667"/>
                    <a:pt x="128183" y="78108"/>
                    <a:pt x="126593" y="88157"/>
                  </a:cubicBezTo>
                  <a:cubicBezTo>
                    <a:pt x="125002" y="98206"/>
                    <a:pt x="138185" y="147764"/>
                    <a:pt x="145157" y="176444"/>
                  </a:cubicBezTo>
                  <a:cubicBezTo>
                    <a:pt x="146862" y="183464"/>
                    <a:pt x="148015" y="190608"/>
                    <a:pt x="148605" y="19779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8252787" y="1572659"/>
              <a:ext cx="113048" cy="34459"/>
            </a:xfrm>
            <a:custGeom>
              <a:rect b="b" l="l" r="r" t="t"/>
              <a:pathLst>
                <a:path extrusionOk="0" h="22755" w="59122">
                  <a:moveTo>
                    <a:pt x="59122" y="5247"/>
                  </a:moveTo>
                  <a:cubicBezTo>
                    <a:pt x="59122" y="5247"/>
                    <a:pt x="52940" y="-4802"/>
                    <a:pt x="38986" y="2913"/>
                  </a:cubicBezTo>
                  <a:cubicBezTo>
                    <a:pt x="26689" y="9571"/>
                    <a:pt x="13583" y="14629"/>
                    <a:pt x="0" y="1795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8360440" y="1609233"/>
              <a:ext cx="41402" cy="198708"/>
            </a:xfrm>
            <a:custGeom>
              <a:rect b="b" l="l" r="r" t="t"/>
              <a:pathLst>
                <a:path extrusionOk="0" h="103661" w="23413">
                  <a:moveTo>
                    <a:pt x="7953" y="0"/>
                  </a:moveTo>
                  <a:cubicBezTo>
                    <a:pt x="7953" y="0"/>
                    <a:pt x="18802" y="34833"/>
                    <a:pt x="21107" y="63475"/>
                  </a:cubicBezTo>
                  <a:cubicBezTo>
                    <a:pt x="23413" y="92116"/>
                    <a:pt x="17088" y="103661"/>
                    <a:pt x="17088" y="103661"/>
                  </a:cubicBezTo>
                  <a:lnTo>
                    <a:pt x="0" y="102889"/>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8392874" y="1807978"/>
              <a:ext cx="38599" cy="22109"/>
            </a:xfrm>
            <a:custGeom>
              <a:rect b="b" l="l" r="r" t="t"/>
              <a:pathLst>
                <a:path extrusionOk="0" h="11621" w="20136">
                  <a:moveTo>
                    <a:pt x="0" y="0"/>
                  </a:moveTo>
                  <a:lnTo>
                    <a:pt x="20136" y="11621"/>
                  </a:lnTo>
                </a:path>
              </a:pathLst>
            </a:custGeom>
            <a:noFill/>
            <a:ln cap="flat" cmpd="sng" w="9525">
              <a:solidFill>
                <a:schemeClr val="dk1"/>
              </a:solidFill>
              <a:prstDash val="solid"/>
              <a:round/>
              <a:headEnd len="sm" w="sm" type="none"/>
              <a:tailEnd len="sm" w="sm" type="none"/>
            </a:ln>
          </p:spPr>
        </p:sp>
        <p:sp>
          <p:nvSpPr>
            <p:cNvPr id="531" name="Google Shape;531;p30"/>
            <p:cNvSpPr/>
            <p:nvPr/>
          </p:nvSpPr>
          <p:spPr>
            <a:xfrm>
              <a:off x="7922927" y="1133766"/>
              <a:ext cx="179237" cy="160199"/>
            </a:xfrm>
            <a:custGeom>
              <a:rect b="b" l="l" r="r" t="t"/>
              <a:pathLst>
                <a:path extrusionOk="0" h="92869" w="95212">
                  <a:moveTo>
                    <a:pt x="0" y="30011"/>
                  </a:moveTo>
                  <a:cubicBezTo>
                    <a:pt x="0" y="30011"/>
                    <a:pt x="2305" y="-9461"/>
                    <a:pt x="48759" y="2131"/>
                  </a:cubicBezTo>
                  <a:cubicBezTo>
                    <a:pt x="95212" y="13723"/>
                    <a:pt x="93641" y="83408"/>
                    <a:pt x="93641" y="8340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8090617" y="1213125"/>
              <a:ext cx="142077" cy="28309"/>
            </a:xfrm>
            <a:custGeom>
              <a:rect b="b" l="l" r="r" t="t"/>
              <a:pathLst>
                <a:path extrusionOk="0" h="17793" w="74304">
                  <a:moveTo>
                    <a:pt x="0" y="9999"/>
                  </a:moveTo>
                  <a:cubicBezTo>
                    <a:pt x="0" y="9999"/>
                    <a:pt x="12392" y="-3156"/>
                    <a:pt x="37938" y="712"/>
                  </a:cubicBezTo>
                  <a:cubicBezTo>
                    <a:pt x="63484" y="4579"/>
                    <a:pt x="74304" y="14637"/>
                    <a:pt x="74304" y="1463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8194130" y="1242799"/>
              <a:ext cx="104833" cy="65512"/>
            </a:xfrm>
            <a:custGeom>
              <a:rect b="b" l="l" r="r" t="t"/>
              <a:pathLst>
                <a:path extrusionOk="0" h="34176" w="54826">
                  <a:moveTo>
                    <a:pt x="0" y="0"/>
                  </a:moveTo>
                  <a:lnTo>
                    <a:pt x="37024" y="34176"/>
                  </a:lnTo>
                  <a:cubicBezTo>
                    <a:pt x="42672" y="31947"/>
                    <a:pt x="48787" y="31147"/>
                    <a:pt x="54826" y="3184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31"/>
          <p:cNvSpPr txBox="1"/>
          <p:nvPr>
            <p:ph type="title"/>
          </p:nvPr>
        </p:nvSpPr>
        <p:spPr>
          <a:xfrm>
            <a:off x="715100" y="3685825"/>
            <a:ext cx="3943500" cy="90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Abstract</a:t>
            </a:r>
            <a:endParaRPr/>
          </a:p>
        </p:txBody>
      </p:sp>
      <p:sp>
        <p:nvSpPr>
          <p:cNvPr id="539" name="Google Shape;539;p31"/>
          <p:cNvSpPr txBox="1"/>
          <p:nvPr>
            <p:ph idx="2" type="title"/>
          </p:nvPr>
        </p:nvSpPr>
        <p:spPr>
          <a:xfrm>
            <a:off x="715100" y="548975"/>
            <a:ext cx="1117500" cy="112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540" name="Google Shape;540;p31"/>
          <p:cNvGrpSpPr/>
          <p:nvPr/>
        </p:nvGrpSpPr>
        <p:grpSpPr>
          <a:xfrm>
            <a:off x="3491400" y="706834"/>
            <a:ext cx="4913500" cy="3735940"/>
            <a:chOff x="3491400" y="706834"/>
            <a:chExt cx="4913500" cy="3735940"/>
          </a:xfrm>
        </p:grpSpPr>
        <p:sp>
          <p:nvSpPr>
            <p:cNvPr id="541" name="Google Shape;541;p31"/>
            <p:cNvSpPr/>
            <p:nvPr/>
          </p:nvSpPr>
          <p:spPr>
            <a:xfrm>
              <a:off x="7152400" y="3022275"/>
              <a:ext cx="1252500" cy="1252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542" name="Google Shape;542;p31"/>
            <p:cNvGrpSpPr/>
            <p:nvPr/>
          </p:nvGrpSpPr>
          <p:grpSpPr>
            <a:xfrm>
              <a:off x="3491400" y="706834"/>
              <a:ext cx="4799458" cy="3735940"/>
              <a:chOff x="3491400" y="706834"/>
              <a:chExt cx="4799458" cy="3735940"/>
            </a:xfrm>
          </p:grpSpPr>
          <p:sp>
            <p:nvSpPr>
              <p:cNvPr id="543" name="Google Shape;543;p31"/>
              <p:cNvSpPr/>
              <p:nvPr/>
            </p:nvSpPr>
            <p:spPr>
              <a:xfrm>
                <a:off x="3491400" y="1652249"/>
                <a:ext cx="1686000" cy="168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544" name="Google Shape;544;p31"/>
              <p:cNvGrpSpPr/>
              <p:nvPr/>
            </p:nvGrpSpPr>
            <p:grpSpPr>
              <a:xfrm>
                <a:off x="5654086" y="706834"/>
                <a:ext cx="1555780" cy="3735940"/>
                <a:chOff x="5654086" y="706834"/>
                <a:chExt cx="1555780" cy="3735940"/>
              </a:xfrm>
            </p:grpSpPr>
            <p:sp>
              <p:nvSpPr>
                <p:cNvPr id="545" name="Google Shape;545;p31"/>
                <p:cNvSpPr/>
                <p:nvPr/>
              </p:nvSpPr>
              <p:spPr>
                <a:xfrm>
                  <a:off x="5654086" y="706834"/>
                  <a:ext cx="1555780" cy="3735940"/>
                </a:xfrm>
                <a:custGeom>
                  <a:rect b="b" l="l" r="r" t="t"/>
                  <a:pathLst>
                    <a:path extrusionOk="0" h="6469161" w="2717520">
                      <a:moveTo>
                        <a:pt x="1670277" y="390174"/>
                      </a:moveTo>
                      <a:cubicBezTo>
                        <a:pt x="1670277" y="390174"/>
                        <a:pt x="1683327" y="207656"/>
                        <a:pt x="1598554" y="97062"/>
                      </a:cubicBezTo>
                      <a:cubicBezTo>
                        <a:pt x="1513876" y="-13543"/>
                        <a:pt x="1318234" y="-13752"/>
                        <a:pt x="1233747" y="18842"/>
                      </a:cubicBezTo>
                      <a:cubicBezTo>
                        <a:pt x="1149222" y="51437"/>
                        <a:pt x="1064268" y="110101"/>
                        <a:pt x="1044504" y="208085"/>
                      </a:cubicBezTo>
                      <a:cubicBezTo>
                        <a:pt x="1032474" y="279113"/>
                        <a:pt x="1028102" y="351227"/>
                        <a:pt x="1031465" y="423188"/>
                      </a:cubicBezTo>
                      <a:cubicBezTo>
                        <a:pt x="997413" y="430541"/>
                        <a:pt x="975771" y="464117"/>
                        <a:pt x="983125" y="498169"/>
                      </a:cubicBezTo>
                      <a:cubicBezTo>
                        <a:pt x="983792" y="501274"/>
                        <a:pt x="984696" y="504322"/>
                        <a:pt x="985830" y="507294"/>
                      </a:cubicBezTo>
                      <a:cubicBezTo>
                        <a:pt x="996241" y="548328"/>
                        <a:pt x="1016357" y="586266"/>
                        <a:pt x="1044495" y="617898"/>
                      </a:cubicBezTo>
                      <a:cubicBezTo>
                        <a:pt x="1044495" y="617898"/>
                        <a:pt x="1064049" y="709157"/>
                        <a:pt x="1077089" y="748267"/>
                      </a:cubicBezTo>
                      <a:cubicBezTo>
                        <a:pt x="1090129" y="787376"/>
                        <a:pt x="1161195" y="872120"/>
                        <a:pt x="1161195" y="872120"/>
                      </a:cubicBezTo>
                      <a:cubicBezTo>
                        <a:pt x="1161195" y="872120"/>
                        <a:pt x="1174234" y="969894"/>
                        <a:pt x="1128601" y="1002489"/>
                      </a:cubicBezTo>
                      <a:cubicBezTo>
                        <a:pt x="1082966" y="1035084"/>
                        <a:pt x="972162" y="1061154"/>
                        <a:pt x="815932" y="1113093"/>
                      </a:cubicBezTo>
                      <a:cubicBezTo>
                        <a:pt x="659704" y="1165033"/>
                        <a:pt x="516086" y="1302336"/>
                        <a:pt x="483500" y="1478120"/>
                      </a:cubicBezTo>
                      <a:cubicBezTo>
                        <a:pt x="463850" y="1583343"/>
                        <a:pt x="459459" y="1690842"/>
                        <a:pt x="470461" y="1797312"/>
                      </a:cubicBezTo>
                      <a:lnTo>
                        <a:pt x="411797" y="2168644"/>
                      </a:lnTo>
                      <a:cubicBezTo>
                        <a:pt x="372582" y="2270695"/>
                        <a:pt x="350627" y="2378566"/>
                        <a:pt x="346826" y="2487837"/>
                      </a:cubicBezTo>
                      <a:cubicBezTo>
                        <a:pt x="340311" y="2670355"/>
                        <a:pt x="307717" y="3034543"/>
                        <a:pt x="307717" y="3034543"/>
                      </a:cubicBezTo>
                      <a:cubicBezTo>
                        <a:pt x="307717" y="3034543"/>
                        <a:pt x="346826" y="3060613"/>
                        <a:pt x="255567" y="3106247"/>
                      </a:cubicBezTo>
                      <a:cubicBezTo>
                        <a:pt x="164308" y="3151872"/>
                        <a:pt x="157793" y="3184467"/>
                        <a:pt x="144754" y="3217061"/>
                      </a:cubicBezTo>
                      <a:cubicBezTo>
                        <a:pt x="131714" y="3249656"/>
                        <a:pt x="125198" y="3314835"/>
                        <a:pt x="99128" y="3334390"/>
                      </a:cubicBezTo>
                      <a:cubicBezTo>
                        <a:pt x="73059" y="3353945"/>
                        <a:pt x="-11685" y="3334390"/>
                        <a:pt x="1355" y="3399360"/>
                      </a:cubicBezTo>
                      <a:cubicBezTo>
                        <a:pt x="14394" y="3464330"/>
                        <a:pt x="106491" y="3425430"/>
                        <a:pt x="106491" y="3425430"/>
                      </a:cubicBezTo>
                      <a:lnTo>
                        <a:pt x="165156" y="3412390"/>
                      </a:lnTo>
                      <a:lnTo>
                        <a:pt x="165156" y="3744822"/>
                      </a:lnTo>
                      <a:cubicBezTo>
                        <a:pt x="165156" y="3777417"/>
                        <a:pt x="184711" y="3823042"/>
                        <a:pt x="217306" y="3783932"/>
                      </a:cubicBezTo>
                      <a:cubicBezTo>
                        <a:pt x="217306" y="3783932"/>
                        <a:pt x="249900" y="3829557"/>
                        <a:pt x="269455" y="3810002"/>
                      </a:cubicBezTo>
                      <a:lnTo>
                        <a:pt x="301202" y="3791495"/>
                      </a:lnTo>
                      <a:cubicBezTo>
                        <a:pt x="301202" y="3791495"/>
                        <a:pt x="339682" y="3807478"/>
                        <a:pt x="357761" y="3800744"/>
                      </a:cubicBezTo>
                      <a:cubicBezTo>
                        <a:pt x="375839" y="3794019"/>
                        <a:pt x="412015" y="3743975"/>
                        <a:pt x="412015" y="3743975"/>
                      </a:cubicBezTo>
                      <a:cubicBezTo>
                        <a:pt x="412015" y="3743975"/>
                        <a:pt x="421264" y="3771102"/>
                        <a:pt x="454068" y="3730516"/>
                      </a:cubicBezTo>
                      <a:cubicBezTo>
                        <a:pt x="486872" y="3689930"/>
                        <a:pt x="492549" y="3639886"/>
                        <a:pt x="501589" y="3605824"/>
                      </a:cubicBezTo>
                      <a:cubicBezTo>
                        <a:pt x="510628" y="3571763"/>
                        <a:pt x="540070" y="3386092"/>
                        <a:pt x="549109" y="3353497"/>
                      </a:cubicBezTo>
                      <a:cubicBezTo>
                        <a:pt x="558148" y="3320903"/>
                        <a:pt x="549109" y="3154158"/>
                        <a:pt x="549109" y="3154158"/>
                      </a:cubicBezTo>
                      <a:lnTo>
                        <a:pt x="542384" y="3081616"/>
                      </a:lnTo>
                      <a:cubicBezTo>
                        <a:pt x="542384" y="3081616"/>
                        <a:pt x="689574" y="2680842"/>
                        <a:pt x="714596" y="2585592"/>
                      </a:cubicBezTo>
                      <a:cubicBezTo>
                        <a:pt x="740981" y="2494923"/>
                        <a:pt x="761421" y="2402626"/>
                        <a:pt x="775785" y="2309300"/>
                      </a:cubicBezTo>
                      <a:cubicBezTo>
                        <a:pt x="784824" y="2227928"/>
                        <a:pt x="823305" y="2067070"/>
                        <a:pt x="823305" y="2067070"/>
                      </a:cubicBezTo>
                      <a:lnTo>
                        <a:pt x="839078" y="2060345"/>
                      </a:lnTo>
                      <a:cubicBezTo>
                        <a:pt x="839078" y="2060345"/>
                        <a:pt x="841393" y="2443041"/>
                        <a:pt x="832353" y="2492866"/>
                      </a:cubicBezTo>
                      <a:cubicBezTo>
                        <a:pt x="823314" y="2542701"/>
                        <a:pt x="755392" y="2635427"/>
                        <a:pt x="762126" y="2753184"/>
                      </a:cubicBezTo>
                      <a:cubicBezTo>
                        <a:pt x="768850" y="2870932"/>
                        <a:pt x="728064" y="3070272"/>
                        <a:pt x="716920" y="3138185"/>
                      </a:cubicBezTo>
                      <a:cubicBezTo>
                        <a:pt x="705776" y="3206098"/>
                        <a:pt x="619355" y="3437184"/>
                        <a:pt x="655732" y="3815460"/>
                      </a:cubicBezTo>
                      <a:cubicBezTo>
                        <a:pt x="692107" y="4193736"/>
                        <a:pt x="767803" y="4405686"/>
                        <a:pt x="811751" y="4573907"/>
                      </a:cubicBezTo>
                      <a:cubicBezTo>
                        <a:pt x="855700" y="4742118"/>
                        <a:pt x="843717" y="4850199"/>
                        <a:pt x="823734" y="5010219"/>
                      </a:cubicBezTo>
                      <a:cubicBezTo>
                        <a:pt x="803750" y="5170239"/>
                        <a:pt x="835716" y="5241514"/>
                        <a:pt x="891856" y="5446531"/>
                      </a:cubicBezTo>
                      <a:cubicBezTo>
                        <a:pt x="947997" y="5651547"/>
                        <a:pt x="1047876" y="5867069"/>
                        <a:pt x="1060068" y="5946974"/>
                      </a:cubicBezTo>
                      <a:cubicBezTo>
                        <a:pt x="1072260" y="6026879"/>
                        <a:pt x="1036093" y="6035080"/>
                        <a:pt x="1016120" y="6083229"/>
                      </a:cubicBezTo>
                      <a:cubicBezTo>
                        <a:pt x="996146" y="6131378"/>
                        <a:pt x="888065" y="6255231"/>
                        <a:pt x="884065" y="6307381"/>
                      </a:cubicBezTo>
                      <a:cubicBezTo>
                        <a:pt x="880065" y="6359530"/>
                        <a:pt x="916031" y="6399478"/>
                        <a:pt x="1016120" y="6427443"/>
                      </a:cubicBezTo>
                      <a:cubicBezTo>
                        <a:pt x="1116208" y="6455409"/>
                        <a:pt x="1188332" y="6455409"/>
                        <a:pt x="1236223" y="6391486"/>
                      </a:cubicBezTo>
                      <a:cubicBezTo>
                        <a:pt x="1284229" y="6327564"/>
                        <a:pt x="1288420" y="6287407"/>
                        <a:pt x="1284420" y="6239249"/>
                      </a:cubicBezTo>
                      <a:cubicBezTo>
                        <a:pt x="1280419" y="6191100"/>
                        <a:pt x="1268418" y="6183318"/>
                        <a:pt x="1284420" y="6139160"/>
                      </a:cubicBezTo>
                      <a:cubicBezTo>
                        <a:pt x="1300422" y="6095002"/>
                        <a:pt x="1320329" y="6071247"/>
                        <a:pt x="1308423" y="5995123"/>
                      </a:cubicBezTo>
                      <a:cubicBezTo>
                        <a:pt x="1296421" y="5919009"/>
                        <a:pt x="1304422" y="5987131"/>
                        <a:pt x="1272419" y="5830903"/>
                      </a:cubicBezTo>
                      <a:cubicBezTo>
                        <a:pt x="1240509" y="5674673"/>
                        <a:pt x="1276419" y="5470715"/>
                        <a:pt x="1276419" y="5382608"/>
                      </a:cubicBezTo>
                      <a:cubicBezTo>
                        <a:pt x="1276419" y="5294502"/>
                        <a:pt x="1276419" y="5086343"/>
                        <a:pt x="1255368" y="4983092"/>
                      </a:cubicBezTo>
                      <a:cubicBezTo>
                        <a:pt x="1234319" y="4879850"/>
                        <a:pt x="1231461" y="4926951"/>
                        <a:pt x="1219460" y="4782914"/>
                      </a:cubicBezTo>
                      <a:cubicBezTo>
                        <a:pt x="1207458" y="4638877"/>
                        <a:pt x="1227460" y="4622685"/>
                        <a:pt x="1227460" y="4518605"/>
                      </a:cubicBezTo>
                      <a:cubicBezTo>
                        <a:pt x="1227175" y="4456693"/>
                        <a:pt x="1220126" y="4394989"/>
                        <a:pt x="1206400" y="4334620"/>
                      </a:cubicBezTo>
                      <a:cubicBezTo>
                        <a:pt x="1206400" y="4334620"/>
                        <a:pt x="1286515" y="3918282"/>
                        <a:pt x="1290516" y="3902099"/>
                      </a:cubicBezTo>
                      <a:cubicBezTo>
                        <a:pt x="1294516" y="3885907"/>
                        <a:pt x="1353571" y="3610034"/>
                        <a:pt x="1353571" y="3610034"/>
                      </a:cubicBezTo>
                      <a:cubicBezTo>
                        <a:pt x="1367478" y="3612511"/>
                        <a:pt x="1379384" y="3621388"/>
                        <a:pt x="1385766" y="3634009"/>
                      </a:cubicBezTo>
                      <a:cubicBezTo>
                        <a:pt x="1393767" y="3653982"/>
                        <a:pt x="1497875" y="4330629"/>
                        <a:pt x="1497875" y="4330629"/>
                      </a:cubicBezTo>
                      <a:cubicBezTo>
                        <a:pt x="1497875" y="4330629"/>
                        <a:pt x="1457680" y="4438709"/>
                        <a:pt x="1461680" y="4510623"/>
                      </a:cubicBezTo>
                      <a:cubicBezTo>
                        <a:pt x="1465681" y="4582537"/>
                        <a:pt x="1509781" y="4786915"/>
                        <a:pt x="1509781" y="4786915"/>
                      </a:cubicBezTo>
                      <a:cubicBezTo>
                        <a:pt x="1509781" y="4786915"/>
                        <a:pt x="1481397" y="4916026"/>
                        <a:pt x="1452822" y="5116203"/>
                      </a:cubicBezTo>
                      <a:cubicBezTo>
                        <a:pt x="1424247" y="5316381"/>
                        <a:pt x="1468823" y="5524550"/>
                        <a:pt x="1464824" y="5648603"/>
                      </a:cubicBezTo>
                      <a:cubicBezTo>
                        <a:pt x="1463776" y="5729461"/>
                        <a:pt x="1454345" y="5809995"/>
                        <a:pt x="1436820" y="5888938"/>
                      </a:cubicBezTo>
                      <a:cubicBezTo>
                        <a:pt x="1424913" y="5944869"/>
                        <a:pt x="1404911" y="6024984"/>
                        <a:pt x="1424913" y="6085115"/>
                      </a:cubicBezTo>
                      <a:lnTo>
                        <a:pt x="1444820" y="6145046"/>
                      </a:lnTo>
                      <a:cubicBezTo>
                        <a:pt x="1435677" y="6199291"/>
                        <a:pt x="1431676" y="6254270"/>
                        <a:pt x="1432819" y="6309267"/>
                      </a:cubicBezTo>
                      <a:cubicBezTo>
                        <a:pt x="1436820" y="6381390"/>
                        <a:pt x="1468823" y="6429329"/>
                        <a:pt x="1517020" y="6437321"/>
                      </a:cubicBezTo>
                      <a:cubicBezTo>
                        <a:pt x="1548072" y="6439978"/>
                        <a:pt x="1578361" y="6426386"/>
                        <a:pt x="1597126" y="6401364"/>
                      </a:cubicBezTo>
                      <a:cubicBezTo>
                        <a:pt x="1634654" y="6423052"/>
                        <a:pt x="1679327" y="6428806"/>
                        <a:pt x="1721141" y="6417347"/>
                      </a:cubicBezTo>
                      <a:cubicBezTo>
                        <a:pt x="1789245" y="6397373"/>
                        <a:pt x="1837251" y="6369198"/>
                        <a:pt x="1821248" y="6313267"/>
                      </a:cubicBezTo>
                      <a:cubicBezTo>
                        <a:pt x="1808390" y="6256727"/>
                        <a:pt x="1783816" y="6203511"/>
                        <a:pt x="1749145" y="6157038"/>
                      </a:cubicBezTo>
                      <a:cubicBezTo>
                        <a:pt x="1705139" y="6097107"/>
                        <a:pt x="1676946" y="6089125"/>
                        <a:pt x="1665039" y="6017002"/>
                      </a:cubicBezTo>
                      <a:cubicBezTo>
                        <a:pt x="1651989" y="5943411"/>
                        <a:pt x="1657610" y="5867745"/>
                        <a:pt x="1681231" y="5796851"/>
                      </a:cubicBezTo>
                      <a:cubicBezTo>
                        <a:pt x="1705139" y="5732718"/>
                        <a:pt x="1809247" y="5536532"/>
                        <a:pt x="1857158" y="5276433"/>
                      </a:cubicBezTo>
                      <a:cubicBezTo>
                        <a:pt x="1905164" y="5016334"/>
                        <a:pt x="1897353" y="5000141"/>
                        <a:pt x="1885351" y="4908044"/>
                      </a:cubicBezTo>
                      <a:cubicBezTo>
                        <a:pt x="1874683" y="4778428"/>
                        <a:pt x="1880018" y="4647974"/>
                        <a:pt x="1901354" y="4519672"/>
                      </a:cubicBezTo>
                      <a:cubicBezTo>
                        <a:pt x="1921356" y="4419583"/>
                        <a:pt x="2061374" y="4059395"/>
                        <a:pt x="2061374" y="3767111"/>
                      </a:cubicBezTo>
                      <a:cubicBezTo>
                        <a:pt x="2057183" y="3526462"/>
                        <a:pt x="2031752" y="3286660"/>
                        <a:pt x="1985270" y="3050507"/>
                      </a:cubicBezTo>
                      <a:cubicBezTo>
                        <a:pt x="1972505" y="2988328"/>
                        <a:pt x="1963171" y="2925501"/>
                        <a:pt x="1957266" y="2862312"/>
                      </a:cubicBezTo>
                      <a:cubicBezTo>
                        <a:pt x="1970887" y="2803086"/>
                        <a:pt x="1970887" y="2741544"/>
                        <a:pt x="1957266" y="2682318"/>
                      </a:cubicBezTo>
                      <a:cubicBezTo>
                        <a:pt x="1933262" y="2598213"/>
                        <a:pt x="1917356" y="2566037"/>
                        <a:pt x="1897353" y="2474149"/>
                      </a:cubicBezTo>
                      <a:cubicBezTo>
                        <a:pt x="1880970" y="2393406"/>
                        <a:pt x="1868873" y="2311843"/>
                        <a:pt x="1861159" y="2229814"/>
                      </a:cubicBezTo>
                      <a:lnTo>
                        <a:pt x="1861159" y="2073794"/>
                      </a:lnTo>
                      <a:cubicBezTo>
                        <a:pt x="1861159" y="2073794"/>
                        <a:pt x="1937359" y="2257779"/>
                        <a:pt x="1973268" y="2386043"/>
                      </a:cubicBezTo>
                      <a:cubicBezTo>
                        <a:pt x="2009176" y="2514307"/>
                        <a:pt x="2009462" y="2590211"/>
                        <a:pt x="2049373" y="2710284"/>
                      </a:cubicBezTo>
                      <a:cubicBezTo>
                        <a:pt x="2089282" y="2830346"/>
                        <a:pt x="2173483" y="3054498"/>
                        <a:pt x="2189390" y="3102647"/>
                      </a:cubicBezTo>
                      <a:cubicBezTo>
                        <a:pt x="2205392" y="3150796"/>
                        <a:pt x="2169483" y="3234692"/>
                        <a:pt x="2185389" y="3362746"/>
                      </a:cubicBezTo>
                      <a:cubicBezTo>
                        <a:pt x="2201392" y="3490800"/>
                        <a:pt x="2217584" y="3711161"/>
                        <a:pt x="2245588" y="3743127"/>
                      </a:cubicBezTo>
                      <a:cubicBezTo>
                        <a:pt x="2273495" y="3775083"/>
                        <a:pt x="2305690" y="3739136"/>
                        <a:pt x="2305690" y="3739136"/>
                      </a:cubicBezTo>
                      <a:cubicBezTo>
                        <a:pt x="2305690" y="3739136"/>
                        <a:pt x="2317691" y="3802220"/>
                        <a:pt x="2341695" y="3811259"/>
                      </a:cubicBezTo>
                      <a:cubicBezTo>
                        <a:pt x="2365602" y="3820298"/>
                        <a:pt x="2397606" y="3795067"/>
                        <a:pt x="2397606" y="3795067"/>
                      </a:cubicBezTo>
                      <a:cubicBezTo>
                        <a:pt x="2400560" y="3813183"/>
                        <a:pt x="2417514" y="3825499"/>
                        <a:pt x="2435706" y="3822585"/>
                      </a:cubicBezTo>
                      <a:cubicBezTo>
                        <a:pt x="2439230" y="3822022"/>
                        <a:pt x="2442564" y="3820889"/>
                        <a:pt x="2445708" y="3819251"/>
                      </a:cubicBezTo>
                      <a:cubicBezTo>
                        <a:pt x="2467425" y="3812288"/>
                        <a:pt x="2484951" y="3796134"/>
                        <a:pt x="2493714" y="3775093"/>
                      </a:cubicBezTo>
                      <a:cubicBezTo>
                        <a:pt x="2493714" y="3775093"/>
                        <a:pt x="2553817" y="3799067"/>
                        <a:pt x="2545816" y="3719162"/>
                      </a:cubicBezTo>
                      <a:cubicBezTo>
                        <a:pt x="2537814" y="3639257"/>
                        <a:pt x="2517907" y="3530967"/>
                        <a:pt x="2517907" y="3507002"/>
                      </a:cubicBezTo>
                      <a:cubicBezTo>
                        <a:pt x="2517907" y="3483037"/>
                        <a:pt x="2521908" y="3406913"/>
                        <a:pt x="2521908" y="3406913"/>
                      </a:cubicBezTo>
                      <a:cubicBezTo>
                        <a:pt x="2542958" y="3423963"/>
                        <a:pt x="2567438" y="3436231"/>
                        <a:pt x="2593727" y="3442870"/>
                      </a:cubicBezTo>
                      <a:cubicBezTo>
                        <a:pt x="2625920" y="3446861"/>
                        <a:pt x="2657925" y="3478827"/>
                        <a:pt x="2681833" y="3442870"/>
                      </a:cubicBezTo>
                      <a:cubicBezTo>
                        <a:pt x="2705835" y="3406913"/>
                        <a:pt x="2685833" y="3394931"/>
                        <a:pt x="2641923" y="3366756"/>
                      </a:cubicBezTo>
                      <a:cubicBezTo>
                        <a:pt x="2598013" y="3338581"/>
                        <a:pt x="2593821" y="3330799"/>
                        <a:pt x="2561817" y="3282650"/>
                      </a:cubicBezTo>
                      <a:cubicBezTo>
                        <a:pt x="2529813" y="3234501"/>
                        <a:pt x="2557817" y="3222719"/>
                        <a:pt x="2489713" y="3162588"/>
                      </a:cubicBezTo>
                      <a:cubicBezTo>
                        <a:pt x="2421609" y="3102447"/>
                        <a:pt x="2378081" y="3074481"/>
                        <a:pt x="2378081" y="3023599"/>
                      </a:cubicBezTo>
                      <a:cubicBezTo>
                        <a:pt x="2378081" y="2972716"/>
                        <a:pt x="2430182" y="2647219"/>
                        <a:pt x="2381985" y="2415075"/>
                      </a:cubicBezTo>
                      <a:cubicBezTo>
                        <a:pt x="2333885" y="2182941"/>
                        <a:pt x="2310167" y="2122801"/>
                        <a:pt x="2302166" y="2086844"/>
                      </a:cubicBezTo>
                      <a:cubicBezTo>
                        <a:pt x="2294165" y="2050887"/>
                        <a:pt x="2222061" y="1778586"/>
                        <a:pt x="2222061" y="1778586"/>
                      </a:cubicBezTo>
                      <a:cubicBezTo>
                        <a:pt x="2222061" y="1778586"/>
                        <a:pt x="2285117" y="1526259"/>
                        <a:pt x="2173864" y="1314099"/>
                      </a:cubicBezTo>
                      <a:cubicBezTo>
                        <a:pt x="2062613" y="1101940"/>
                        <a:pt x="1909736" y="1117913"/>
                        <a:pt x="1793721" y="1065983"/>
                      </a:cubicBezTo>
                      <a:cubicBezTo>
                        <a:pt x="1677612" y="1014043"/>
                        <a:pt x="1585505" y="1002899"/>
                        <a:pt x="1569313" y="969885"/>
                      </a:cubicBezTo>
                      <a:cubicBezTo>
                        <a:pt x="1557692" y="941643"/>
                        <a:pt x="1549595" y="912040"/>
                        <a:pt x="1545309" y="881779"/>
                      </a:cubicBezTo>
                      <a:cubicBezTo>
                        <a:pt x="1545309" y="881779"/>
                        <a:pt x="1650466" y="737742"/>
                        <a:pt x="1653418" y="689593"/>
                      </a:cubicBezTo>
                      <a:lnTo>
                        <a:pt x="1657419" y="641653"/>
                      </a:lnTo>
                      <a:cubicBezTo>
                        <a:pt x="1657419" y="641653"/>
                        <a:pt x="1720474" y="617679"/>
                        <a:pt x="1737524" y="494464"/>
                      </a:cubicBezTo>
                      <a:cubicBezTo>
                        <a:pt x="1754573" y="371248"/>
                        <a:pt x="1670277" y="390174"/>
                        <a:pt x="1670277" y="390174"/>
                      </a:cubicBezTo>
                      <a:close/>
                    </a:path>
                  </a:pathLst>
                </a:custGeom>
                <a:solidFill>
                  <a:srgbClr val="AF8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1"/>
                <p:cNvSpPr/>
                <p:nvPr/>
              </p:nvSpPr>
              <p:spPr>
                <a:xfrm>
                  <a:off x="6355524" y="1321918"/>
                  <a:ext cx="153619" cy="156760"/>
                </a:xfrm>
                <a:custGeom>
                  <a:rect b="b" l="l" r="r" t="t"/>
                  <a:pathLst>
                    <a:path extrusionOk="0" h="281778" w="270510">
                      <a:moveTo>
                        <a:pt x="61660" y="20317"/>
                      </a:moveTo>
                      <a:cubicBezTo>
                        <a:pt x="49944" y="23451"/>
                        <a:pt x="39942" y="30985"/>
                        <a:pt x="33656" y="41348"/>
                      </a:cubicBezTo>
                      <a:cubicBezTo>
                        <a:pt x="27275" y="53102"/>
                        <a:pt x="23750" y="66218"/>
                        <a:pt x="23369" y="79620"/>
                      </a:cubicBezTo>
                      <a:cubicBezTo>
                        <a:pt x="14606" y="89221"/>
                        <a:pt x="9082" y="101365"/>
                        <a:pt x="7653" y="114310"/>
                      </a:cubicBezTo>
                      <a:cubicBezTo>
                        <a:pt x="5939" y="135341"/>
                        <a:pt x="4224" y="123139"/>
                        <a:pt x="5939" y="135341"/>
                      </a:cubicBezTo>
                      <a:cubicBezTo>
                        <a:pt x="7653" y="147533"/>
                        <a:pt x="-2729" y="163306"/>
                        <a:pt x="699" y="180546"/>
                      </a:cubicBezTo>
                      <a:cubicBezTo>
                        <a:pt x="2795" y="191043"/>
                        <a:pt x="6986" y="201035"/>
                        <a:pt x="12892" y="209988"/>
                      </a:cubicBezTo>
                      <a:cubicBezTo>
                        <a:pt x="15749" y="221475"/>
                        <a:pt x="21083" y="232172"/>
                        <a:pt x="28608" y="241316"/>
                      </a:cubicBezTo>
                      <a:cubicBezTo>
                        <a:pt x="34799" y="247584"/>
                        <a:pt x="41848" y="252832"/>
                        <a:pt x="49658" y="256880"/>
                      </a:cubicBezTo>
                      <a:cubicBezTo>
                        <a:pt x="49658" y="256880"/>
                        <a:pt x="52992" y="263814"/>
                        <a:pt x="70709" y="267395"/>
                      </a:cubicBezTo>
                      <a:lnTo>
                        <a:pt x="87949" y="270967"/>
                      </a:lnTo>
                      <a:lnTo>
                        <a:pt x="91473" y="198006"/>
                      </a:lnTo>
                      <a:cubicBezTo>
                        <a:pt x="99664" y="201778"/>
                        <a:pt x="108618" y="203511"/>
                        <a:pt x="117571" y="203054"/>
                      </a:cubicBezTo>
                      <a:lnTo>
                        <a:pt x="134145" y="203054"/>
                      </a:lnTo>
                      <a:cubicBezTo>
                        <a:pt x="140241" y="205502"/>
                        <a:pt x="146909" y="206150"/>
                        <a:pt x="153290" y="204949"/>
                      </a:cubicBezTo>
                      <a:cubicBezTo>
                        <a:pt x="161196" y="203635"/>
                        <a:pt x="168816" y="201301"/>
                        <a:pt x="176055" y="198015"/>
                      </a:cubicBezTo>
                      <a:lnTo>
                        <a:pt x="177674" y="270977"/>
                      </a:lnTo>
                      <a:cubicBezTo>
                        <a:pt x="191295" y="266091"/>
                        <a:pt x="203677" y="258347"/>
                        <a:pt x="214060" y="248269"/>
                      </a:cubicBezTo>
                      <a:lnTo>
                        <a:pt x="222918" y="236077"/>
                      </a:lnTo>
                      <a:cubicBezTo>
                        <a:pt x="232824" y="234553"/>
                        <a:pt x="241587" y="228895"/>
                        <a:pt x="247111" y="220513"/>
                      </a:cubicBezTo>
                      <a:cubicBezTo>
                        <a:pt x="252350" y="211560"/>
                        <a:pt x="255303" y="201444"/>
                        <a:pt x="255684" y="191072"/>
                      </a:cubicBezTo>
                      <a:cubicBezTo>
                        <a:pt x="264352" y="182442"/>
                        <a:pt x="267781" y="169850"/>
                        <a:pt x="264543" y="158058"/>
                      </a:cubicBezTo>
                      <a:lnTo>
                        <a:pt x="259303" y="137027"/>
                      </a:lnTo>
                      <a:cubicBezTo>
                        <a:pt x="259399" y="120987"/>
                        <a:pt x="256541" y="105080"/>
                        <a:pt x="250635" y="90135"/>
                      </a:cubicBezTo>
                      <a:cubicBezTo>
                        <a:pt x="241873" y="74362"/>
                        <a:pt x="247111" y="84877"/>
                        <a:pt x="241873" y="74362"/>
                      </a:cubicBezTo>
                      <a:cubicBezTo>
                        <a:pt x="234729" y="61122"/>
                        <a:pt x="226632" y="48406"/>
                        <a:pt x="217679" y="36300"/>
                      </a:cubicBezTo>
                      <a:cubicBezTo>
                        <a:pt x="209964" y="24927"/>
                        <a:pt x="199868" y="15431"/>
                        <a:pt x="188057" y="8544"/>
                      </a:cubicBezTo>
                      <a:cubicBezTo>
                        <a:pt x="176245" y="1181"/>
                        <a:pt x="101379" y="-10801"/>
                        <a:pt x="61660" y="2031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1"/>
                <p:cNvSpPr/>
                <p:nvPr/>
              </p:nvSpPr>
              <p:spPr>
                <a:xfrm>
                  <a:off x="6372587" y="1250755"/>
                  <a:ext cx="125524" cy="143001"/>
                </a:xfrm>
                <a:custGeom>
                  <a:rect b="b" l="l" r="r" t="t"/>
                  <a:pathLst>
                    <a:path extrusionOk="0" h="263900" w="226219">
                      <a:moveTo>
                        <a:pt x="106801" y="79023"/>
                      </a:moveTo>
                      <a:cubicBezTo>
                        <a:pt x="106801" y="79023"/>
                        <a:pt x="85751" y="18882"/>
                        <a:pt x="69749" y="22463"/>
                      </a:cubicBezTo>
                      <a:cubicBezTo>
                        <a:pt x="51937" y="31103"/>
                        <a:pt x="35649" y="42609"/>
                        <a:pt x="21648" y="56525"/>
                      </a:cubicBezTo>
                      <a:cubicBezTo>
                        <a:pt x="21648" y="56525"/>
                        <a:pt x="12980" y="-14551"/>
                        <a:pt x="4122" y="2699"/>
                      </a:cubicBezTo>
                      <a:cubicBezTo>
                        <a:pt x="-4641" y="19939"/>
                        <a:pt x="2503" y="49591"/>
                        <a:pt x="7741" y="73984"/>
                      </a:cubicBezTo>
                      <a:cubicBezTo>
                        <a:pt x="12980" y="98378"/>
                        <a:pt x="18028" y="95015"/>
                        <a:pt x="21648" y="105312"/>
                      </a:cubicBezTo>
                      <a:cubicBezTo>
                        <a:pt x="25172" y="115618"/>
                        <a:pt x="32125" y="143374"/>
                        <a:pt x="32125" y="143374"/>
                      </a:cubicBezTo>
                      <a:lnTo>
                        <a:pt x="47651" y="150308"/>
                      </a:lnTo>
                      <a:cubicBezTo>
                        <a:pt x="47651" y="150308"/>
                        <a:pt x="54604" y="178273"/>
                        <a:pt x="61557" y="202457"/>
                      </a:cubicBezTo>
                      <a:cubicBezTo>
                        <a:pt x="68511" y="226641"/>
                        <a:pt x="85751" y="249349"/>
                        <a:pt x="110135" y="247663"/>
                      </a:cubicBezTo>
                      <a:cubicBezTo>
                        <a:pt x="129852" y="248139"/>
                        <a:pt x="146806" y="234071"/>
                        <a:pt x="150045" y="214649"/>
                      </a:cubicBezTo>
                      <a:cubicBezTo>
                        <a:pt x="153664" y="197200"/>
                        <a:pt x="171095" y="150308"/>
                        <a:pt x="171095" y="150308"/>
                      </a:cubicBezTo>
                      <a:lnTo>
                        <a:pt x="188526" y="159138"/>
                      </a:lnTo>
                      <a:cubicBezTo>
                        <a:pt x="188526" y="159138"/>
                        <a:pt x="185001" y="105312"/>
                        <a:pt x="191954" y="94796"/>
                      </a:cubicBezTo>
                      <a:cubicBezTo>
                        <a:pt x="198908" y="84281"/>
                        <a:pt x="214625" y="68726"/>
                        <a:pt x="214625" y="52743"/>
                      </a:cubicBezTo>
                      <a:cubicBezTo>
                        <a:pt x="214625" y="36760"/>
                        <a:pt x="221578" y="-4664"/>
                        <a:pt x="212719" y="4175"/>
                      </a:cubicBezTo>
                      <a:cubicBezTo>
                        <a:pt x="203385" y="21120"/>
                        <a:pt x="196336" y="39218"/>
                        <a:pt x="191669" y="58001"/>
                      </a:cubicBezTo>
                      <a:cubicBezTo>
                        <a:pt x="191669" y="58001"/>
                        <a:pt x="169380" y="8585"/>
                        <a:pt x="146711" y="20787"/>
                      </a:cubicBezTo>
                      <a:cubicBezTo>
                        <a:pt x="124042" y="32979"/>
                        <a:pt x="106801" y="79032"/>
                        <a:pt x="106801" y="79032"/>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1"/>
                <p:cNvSpPr/>
                <p:nvPr/>
              </p:nvSpPr>
              <p:spPr>
                <a:xfrm>
                  <a:off x="6403591" y="1352090"/>
                  <a:ext cx="62157" cy="13088"/>
                </a:xfrm>
                <a:custGeom>
                  <a:rect b="b" l="l" r="r" t="t"/>
                  <a:pathLst>
                    <a:path extrusionOk="0" h="50883" w="107538">
                      <a:moveTo>
                        <a:pt x="0" y="0"/>
                      </a:moveTo>
                      <a:cubicBezTo>
                        <a:pt x="0" y="0"/>
                        <a:pt x="56579" y="50883"/>
                        <a:pt x="107538"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1"/>
                <p:cNvSpPr/>
                <p:nvPr/>
              </p:nvSpPr>
              <p:spPr>
                <a:xfrm>
                  <a:off x="6400053" y="1329825"/>
                  <a:ext cx="71130" cy="9979"/>
                </a:xfrm>
                <a:custGeom>
                  <a:rect b="b" l="l" r="r" t="t"/>
                  <a:pathLst>
                    <a:path extrusionOk="0" h="22717" w="123063">
                      <a:moveTo>
                        <a:pt x="0" y="13678"/>
                      </a:moveTo>
                      <a:cubicBezTo>
                        <a:pt x="0" y="13678"/>
                        <a:pt x="6286" y="22717"/>
                        <a:pt x="21050" y="11363"/>
                      </a:cubicBezTo>
                      <a:cubicBezTo>
                        <a:pt x="35814" y="10"/>
                        <a:pt x="42100" y="1267"/>
                        <a:pt x="42100" y="1267"/>
                      </a:cubicBezTo>
                      <a:cubicBezTo>
                        <a:pt x="48101" y="5839"/>
                        <a:pt x="55531" y="8211"/>
                        <a:pt x="63151" y="7992"/>
                      </a:cubicBezTo>
                      <a:cubicBezTo>
                        <a:pt x="70580" y="6906"/>
                        <a:pt x="77819" y="4172"/>
                        <a:pt x="84106" y="0"/>
                      </a:cubicBezTo>
                      <a:cubicBezTo>
                        <a:pt x="84106" y="0"/>
                        <a:pt x="102203" y="19345"/>
                        <a:pt x="107918" y="17031"/>
                      </a:cubicBezTo>
                      <a:cubicBezTo>
                        <a:pt x="112871" y="15364"/>
                        <a:pt x="117920" y="14240"/>
                        <a:pt x="123063" y="13668"/>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1"/>
                <p:cNvSpPr/>
                <p:nvPr/>
              </p:nvSpPr>
              <p:spPr>
                <a:xfrm>
                  <a:off x="6412122" y="1336484"/>
                  <a:ext cx="45805" cy="17254"/>
                </a:xfrm>
                <a:custGeom>
                  <a:rect b="b" l="l" r="r" t="t"/>
                  <a:pathLst>
                    <a:path extrusionOk="0" h="32804" w="79248">
                      <a:moveTo>
                        <a:pt x="0" y="0"/>
                      </a:moveTo>
                      <a:cubicBezTo>
                        <a:pt x="0" y="0"/>
                        <a:pt x="13431" y="26070"/>
                        <a:pt x="33814" y="29442"/>
                      </a:cubicBezTo>
                      <a:cubicBezTo>
                        <a:pt x="54197" y="32804"/>
                        <a:pt x="79248" y="3372"/>
                        <a:pt x="79248" y="3372"/>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1"/>
                <p:cNvSpPr/>
                <p:nvPr/>
              </p:nvSpPr>
              <p:spPr>
                <a:xfrm>
                  <a:off x="6380077" y="1467990"/>
                  <a:ext cx="103557" cy="330332"/>
                </a:xfrm>
                <a:custGeom>
                  <a:rect b="b" l="l" r="r" t="t"/>
                  <a:pathLst>
                    <a:path extrusionOk="0" h="571509" w="179165">
                      <a:moveTo>
                        <a:pt x="122396" y="0"/>
                      </a:moveTo>
                      <a:lnTo>
                        <a:pt x="54007" y="0"/>
                      </a:lnTo>
                      <a:lnTo>
                        <a:pt x="54007" y="415071"/>
                      </a:lnTo>
                      <a:lnTo>
                        <a:pt x="0" y="474783"/>
                      </a:lnTo>
                      <a:lnTo>
                        <a:pt x="44768" y="564775"/>
                      </a:lnTo>
                      <a:lnTo>
                        <a:pt x="88106" y="520198"/>
                      </a:lnTo>
                      <a:lnTo>
                        <a:pt x="162116" y="571509"/>
                      </a:lnTo>
                      <a:lnTo>
                        <a:pt x="179165" y="452075"/>
                      </a:lnTo>
                      <a:lnTo>
                        <a:pt x="122396" y="406451"/>
                      </a:lnTo>
                      <a:lnTo>
                        <a:pt x="122396" y="0"/>
                      </a:lnTo>
                      <a:close/>
                    </a:path>
                  </a:pathLst>
                </a:custGeom>
                <a:solidFill>
                  <a:schemeClr val="lt1"/>
                </a:solidFill>
                <a:ln cap="flat" cmpd="sng" w="9525">
                  <a:solidFill>
                    <a:schemeClr val="dk1"/>
                  </a:solidFill>
                  <a:prstDash val="solid"/>
                  <a:round/>
                  <a:headEnd len="sm" w="sm" type="none"/>
                  <a:tailEnd len="sm" w="sm" type="none"/>
                </a:ln>
              </p:spPr>
            </p:sp>
            <p:sp>
              <p:nvSpPr>
                <p:cNvPr id="552" name="Google Shape;552;p31"/>
                <p:cNvSpPr/>
                <p:nvPr/>
              </p:nvSpPr>
              <p:spPr>
                <a:xfrm>
                  <a:off x="6172622" y="1617600"/>
                  <a:ext cx="233040" cy="407572"/>
                </a:xfrm>
                <a:custGeom>
                  <a:rect b="b" l="l" r="r" t="t"/>
                  <a:pathLst>
                    <a:path extrusionOk="0" h="742255" w="435874">
                      <a:moveTo>
                        <a:pt x="390849" y="189158"/>
                      </a:moveTo>
                      <a:cubicBezTo>
                        <a:pt x="377799" y="175261"/>
                        <a:pt x="371513" y="156364"/>
                        <a:pt x="373608" y="137428"/>
                      </a:cubicBezTo>
                      <a:cubicBezTo>
                        <a:pt x="377799" y="107148"/>
                        <a:pt x="408089" y="72668"/>
                        <a:pt x="369132" y="25357"/>
                      </a:cubicBezTo>
                      <a:cubicBezTo>
                        <a:pt x="330270" y="-21954"/>
                        <a:pt x="179908" y="-13543"/>
                        <a:pt x="84449" y="141848"/>
                      </a:cubicBezTo>
                      <a:cubicBezTo>
                        <a:pt x="-11011" y="297239"/>
                        <a:pt x="-19212" y="685392"/>
                        <a:pt x="28309" y="702851"/>
                      </a:cubicBezTo>
                      <a:cubicBezTo>
                        <a:pt x="75828" y="720301"/>
                        <a:pt x="338842" y="655331"/>
                        <a:pt x="377799" y="607811"/>
                      </a:cubicBezTo>
                      <a:cubicBezTo>
                        <a:pt x="416662" y="560290"/>
                        <a:pt x="398850" y="344549"/>
                        <a:pt x="403612" y="305859"/>
                      </a:cubicBezTo>
                      <a:cubicBezTo>
                        <a:pt x="403898" y="266587"/>
                        <a:pt x="399612" y="227420"/>
                        <a:pt x="390849" y="189158"/>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6458940" y="1617600"/>
                  <a:ext cx="233665" cy="407572"/>
                </a:xfrm>
                <a:custGeom>
                  <a:rect b="b" l="l" r="r" t="t"/>
                  <a:pathLst>
                    <a:path extrusionOk="0" h="742255" w="435864">
                      <a:moveTo>
                        <a:pt x="13127" y="189158"/>
                      </a:moveTo>
                      <a:cubicBezTo>
                        <a:pt x="25985" y="175204"/>
                        <a:pt x="32272" y="156354"/>
                        <a:pt x="30367" y="137428"/>
                      </a:cubicBezTo>
                      <a:cubicBezTo>
                        <a:pt x="25890" y="107148"/>
                        <a:pt x="-4113" y="72668"/>
                        <a:pt x="34558" y="25357"/>
                      </a:cubicBezTo>
                      <a:cubicBezTo>
                        <a:pt x="73229" y="-21954"/>
                        <a:pt x="223819" y="-13543"/>
                        <a:pt x="319451" y="141848"/>
                      </a:cubicBezTo>
                      <a:cubicBezTo>
                        <a:pt x="415082" y="297239"/>
                        <a:pt x="422892" y="685392"/>
                        <a:pt x="375553" y="702851"/>
                      </a:cubicBezTo>
                      <a:cubicBezTo>
                        <a:pt x="328309" y="720301"/>
                        <a:pt x="64847" y="655331"/>
                        <a:pt x="25890" y="607811"/>
                      </a:cubicBezTo>
                      <a:cubicBezTo>
                        <a:pt x="-12972" y="560290"/>
                        <a:pt x="4840" y="344549"/>
                        <a:pt x="78" y="305859"/>
                      </a:cubicBezTo>
                      <a:cubicBezTo>
                        <a:pt x="-113" y="266587"/>
                        <a:pt x="4269" y="227430"/>
                        <a:pt x="13127" y="189158"/>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1"/>
                <p:cNvSpPr/>
                <p:nvPr/>
              </p:nvSpPr>
              <p:spPr>
                <a:xfrm>
                  <a:off x="6414619" y="1530414"/>
                  <a:ext cx="32840" cy="5375"/>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555" name="Google Shape;555;p31"/>
                <p:cNvSpPr/>
                <p:nvPr/>
              </p:nvSpPr>
              <p:spPr>
                <a:xfrm>
                  <a:off x="6414619" y="1591174"/>
                  <a:ext cx="32840" cy="5375"/>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556" name="Google Shape;556;p31"/>
                <p:cNvSpPr/>
                <p:nvPr/>
              </p:nvSpPr>
              <p:spPr>
                <a:xfrm>
                  <a:off x="6414619" y="1651933"/>
                  <a:ext cx="32840" cy="5375"/>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557" name="Google Shape;557;p31"/>
                <p:cNvSpPr/>
                <p:nvPr/>
              </p:nvSpPr>
              <p:spPr>
                <a:xfrm>
                  <a:off x="6414619" y="1712900"/>
                  <a:ext cx="32840" cy="5375"/>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558" name="Google Shape;558;p31"/>
                <p:cNvSpPr/>
                <p:nvPr/>
              </p:nvSpPr>
              <p:spPr>
                <a:xfrm>
                  <a:off x="6278118" y="2225609"/>
                  <a:ext cx="130493" cy="66847"/>
                </a:xfrm>
                <a:custGeom>
                  <a:rect b="b" l="l" r="r" t="t"/>
                  <a:pathLst>
                    <a:path extrusionOk="0" h="115653" w="228047">
                      <a:moveTo>
                        <a:pt x="9" y="46691"/>
                      </a:moveTo>
                      <a:cubicBezTo>
                        <a:pt x="4067" y="73085"/>
                        <a:pt x="24726" y="93831"/>
                        <a:pt x="51102" y="97993"/>
                      </a:cubicBezTo>
                      <a:cubicBezTo>
                        <a:pt x="97784" y="106823"/>
                        <a:pt x="114185" y="66875"/>
                        <a:pt x="160039" y="51102"/>
                      </a:cubicBezTo>
                      <a:cubicBezTo>
                        <a:pt x="205854" y="35328"/>
                        <a:pt x="199949" y="115653"/>
                        <a:pt x="199949" y="115653"/>
                      </a:cubicBezTo>
                      <a:lnTo>
                        <a:pt x="224523" y="115653"/>
                      </a:lnTo>
                      <a:cubicBezTo>
                        <a:pt x="228047" y="87744"/>
                        <a:pt x="224237" y="59398"/>
                        <a:pt x="213474" y="33433"/>
                      </a:cubicBezTo>
                      <a:cubicBezTo>
                        <a:pt x="195567" y="0"/>
                        <a:pt x="135655" y="0"/>
                        <a:pt x="135655" y="0"/>
                      </a:cubicBezTo>
                      <a:cubicBezTo>
                        <a:pt x="135655" y="0"/>
                        <a:pt x="31118" y="19974"/>
                        <a:pt x="0" y="46682"/>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1"/>
                <p:cNvSpPr/>
                <p:nvPr/>
              </p:nvSpPr>
              <p:spPr>
                <a:xfrm>
                  <a:off x="6175951" y="1968631"/>
                  <a:ext cx="504745" cy="342519"/>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1"/>
                <p:cNvSpPr/>
                <p:nvPr/>
              </p:nvSpPr>
              <p:spPr>
                <a:xfrm>
                  <a:off x="6175951" y="1968631"/>
                  <a:ext cx="504745" cy="342519"/>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a:off x="6479748" y="2002132"/>
                  <a:ext cx="23103" cy="165896"/>
                </a:xfrm>
                <a:custGeom>
                  <a:rect b="b" l="l" r="r" t="t"/>
                  <a:pathLst>
                    <a:path extrusionOk="0" h="287017" w="42863">
                      <a:moveTo>
                        <a:pt x="3429" y="0"/>
                      </a:moveTo>
                      <a:cubicBezTo>
                        <a:pt x="3429" y="0"/>
                        <a:pt x="42863" y="112071"/>
                        <a:pt x="39720" y="165059"/>
                      </a:cubicBezTo>
                      <a:cubicBezTo>
                        <a:pt x="33433" y="207654"/>
                        <a:pt x="20002" y="248888"/>
                        <a:pt x="0" y="287017"/>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a:off x="6175951" y="1968631"/>
                  <a:ext cx="504745" cy="342519"/>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a:off x="6181569" y="1768666"/>
                  <a:ext cx="504414" cy="596111"/>
                </a:xfrm>
                <a:custGeom>
                  <a:rect b="b" l="l" r="r" t="t"/>
                  <a:pathLst>
                    <a:path extrusionOk="0" h="1059752" w="892769">
                      <a:moveTo>
                        <a:pt x="481765" y="185452"/>
                      </a:moveTo>
                      <a:cubicBezTo>
                        <a:pt x="481765" y="232134"/>
                        <a:pt x="508054" y="322336"/>
                        <a:pt x="534344" y="351568"/>
                      </a:cubicBezTo>
                      <a:cubicBezTo>
                        <a:pt x="560537" y="380800"/>
                        <a:pt x="572158" y="313715"/>
                        <a:pt x="679980" y="298999"/>
                      </a:cubicBezTo>
                      <a:cubicBezTo>
                        <a:pt x="787899" y="284283"/>
                        <a:pt x="892769" y="398250"/>
                        <a:pt x="869242" y="552793"/>
                      </a:cubicBezTo>
                      <a:cubicBezTo>
                        <a:pt x="845715" y="707346"/>
                        <a:pt x="609972" y="1001716"/>
                        <a:pt x="414042" y="1030738"/>
                      </a:cubicBezTo>
                      <a:cubicBezTo>
                        <a:pt x="218047" y="1059752"/>
                        <a:pt x="177879" y="823836"/>
                        <a:pt x="154543" y="806377"/>
                      </a:cubicBezTo>
                      <a:cubicBezTo>
                        <a:pt x="131207" y="788927"/>
                        <a:pt x="87469" y="992886"/>
                        <a:pt x="87469" y="992886"/>
                      </a:cubicBezTo>
                      <a:lnTo>
                        <a:pt x="0" y="957977"/>
                      </a:lnTo>
                      <a:cubicBezTo>
                        <a:pt x="0" y="957977"/>
                        <a:pt x="61189" y="730463"/>
                        <a:pt x="93364" y="686733"/>
                      </a:cubicBezTo>
                      <a:cubicBezTo>
                        <a:pt x="125539" y="642995"/>
                        <a:pt x="201026" y="657720"/>
                        <a:pt x="221628" y="718909"/>
                      </a:cubicBezTo>
                      <a:cubicBezTo>
                        <a:pt x="242231" y="780097"/>
                        <a:pt x="294380" y="788927"/>
                        <a:pt x="355559" y="724795"/>
                      </a:cubicBezTo>
                      <a:cubicBezTo>
                        <a:pt x="416805" y="660663"/>
                        <a:pt x="463477" y="493500"/>
                        <a:pt x="434426" y="453552"/>
                      </a:cubicBezTo>
                      <a:cubicBezTo>
                        <a:pt x="405375" y="413604"/>
                        <a:pt x="393659" y="170736"/>
                        <a:pt x="393659" y="170736"/>
                      </a:cubicBezTo>
                      <a:lnTo>
                        <a:pt x="387277" y="44577"/>
                      </a:lnTo>
                      <a:lnTo>
                        <a:pt x="430616" y="0"/>
                      </a:lnTo>
                      <a:lnTo>
                        <a:pt x="479003" y="44577"/>
                      </a:lnTo>
                      <a:lnTo>
                        <a:pt x="481765" y="18546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1"/>
                <p:cNvSpPr/>
                <p:nvPr/>
              </p:nvSpPr>
              <p:spPr>
                <a:xfrm>
                  <a:off x="6232133" y="2212917"/>
                  <a:ext cx="414382" cy="378755"/>
                </a:xfrm>
                <a:custGeom>
                  <a:rect b="b" l="l" r="r" t="t"/>
                  <a:pathLst>
                    <a:path extrusionOk="0" h="706508" w="741007">
                      <a:moveTo>
                        <a:pt x="58458" y="495169"/>
                      </a:moveTo>
                      <a:cubicBezTo>
                        <a:pt x="91976" y="499313"/>
                        <a:pt x="121027" y="520344"/>
                        <a:pt x="135419" y="550891"/>
                      </a:cubicBezTo>
                      <a:cubicBezTo>
                        <a:pt x="156451" y="601354"/>
                        <a:pt x="191350" y="630796"/>
                        <a:pt x="244548" y="617337"/>
                      </a:cubicBezTo>
                      <a:cubicBezTo>
                        <a:pt x="276932" y="608841"/>
                        <a:pt x="305126" y="589086"/>
                        <a:pt x="324272" y="561616"/>
                      </a:cubicBezTo>
                      <a:cubicBezTo>
                        <a:pt x="324272" y="561616"/>
                        <a:pt x="337512" y="566873"/>
                        <a:pt x="396185" y="588114"/>
                      </a:cubicBezTo>
                      <a:cubicBezTo>
                        <a:pt x="454860" y="609355"/>
                        <a:pt x="462574" y="649303"/>
                        <a:pt x="462574" y="649303"/>
                      </a:cubicBezTo>
                      <a:cubicBezTo>
                        <a:pt x="462574" y="649303"/>
                        <a:pt x="470576" y="676011"/>
                        <a:pt x="587542" y="609355"/>
                      </a:cubicBezTo>
                      <a:cubicBezTo>
                        <a:pt x="704414" y="542699"/>
                        <a:pt x="734704" y="372801"/>
                        <a:pt x="709844" y="239909"/>
                      </a:cubicBezTo>
                      <a:cubicBezTo>
                        <a:pt x="685078" y="107016"/>
                        <a:pt x="680602" y="19129"/>
                        <a:pt x="611450" y="13871"/>
                      </a:cubicBezTo>
                      <a:cubicBezTo>
                        <a:pt x="542299" y="8613"/>
                        <a:pt x="419903" y="51933"/>
                        <a:pt x="257787" y="40789"/>
                      </a:cubicBezTo>
                      <a:cubicBezTo>
                        <a:pt x="95691" y="29644"/>
                        <a:pt x="89595" y="-30497"/>
                        <a:pt x="41646" y="19757"/>
                      </a:cubicBezTo>
                      <a:cubicBezTo>
                        <a:pt x="-6303" y="70011"/>
                        <a:pt x="-5455" y="133724"/>
                        <a:pt x="7794" y="244957"/>
                      </a:cubicBezTo>
                      <a:cubicBezTo>
                        <a:pt x="21043" y="356190"/>
                        <a:pt x="5270" y="503170"/>
                        <a:pt x="58467" y="49517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1"/>
                <p:cNvSpPr/>
                <p:nvPr/>
              </p:nvSpPr>
              <p:spPr>
                <a:xfrm>
                  <a:off x="6295784" y="2402748"/>
                  <a:ext cx="122620" cy="119854"/>
                </a:xfrm>
                <a:custGeom>
                  <a:rect b="b" l="l" r="r" t="t"/>
                  <a:pathLst>
                    <a:path extrusionOk="0" h="207540" w="217027">
                      <a:moveTo>
                        <a:pt x="204835" y="207540"/>
                      </a:moveTo>
                      <a:cubicBezTo>
                        <a:pt x="217027" y="183328"/>
                        <a:pt x="213979" y="154162"/>
                        <a:pt x="196834" y="133102"/>
                      </a:cubicBezTo>
                      <a:cubicBezTo>
                        <a:pt x="167592" y="95888"/>
                        <a:pt x="66656" y="71914"/>
                        <a:pt x="34700" y="47940"/>
                      </a:cubicBezTo>
                      <a:cubicBezTo>
                        <a:pt x="17364" y="37052"/>
                        <a:pt x="4924" y="19869"/>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1"/>
                <p:cNvSpPr/>
                <p:nvPr/>
              </p:nvSpPr>
              <p:spPr>
                <a:xfrm>
                  <a:off x="6353443" y="2443677"/>
                  <a:ext cx="43105" cy="9149"/>
                </a:xfrm>
                <a:custGeom>
                  <a:rect b="b" l="l" r="r" t="t"/>
                  <a:pathLst>
                    <a:path extrusionOk="0" h="19603" w="74390">
                      <a:moveTo>
                        <a:pt x="0" y="15989"/>
                      </a:moveTo>
                      <a:cubicBezTo>
                        <a:pt x="21812" y="1197"/>
                        <a:pt x="48863" y="-3614"/>
                        <a:pt x="74390" y="274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1"/>
                <p:cNvSpPr/>
                <p:nvPr/>
              </p:nvSpPr>
              <p:spPr>
                <a:xfrm>
                  <a:off x="6281239" y="2469895"/>
                  <a:ext cx="89216" cy="58117"/>
                </a:xfrm>
                <a:custGeom>
                  <a:rect b="b" l="l" r="r" t="t"/>
                  <a:pathLst>
                    <a:path extrusionOk="0" h="100298" w="154353">
                      <a:moveTo>
                        <a:pt x="0" y="0"/>
                      </a:moveTo>
                      <a:cubicBezTo>
                        <a:pt x="10516" y="32671"/>
                        <a:pt x="38148" y="56912"/>
                        <a:pt x="71914" y="63084"/>
                      </a:cubicBezTo>
                      <a:cubicBezTo>
                        <a:pt x="127588" y="71076"/>
                        <a:pt x="143589" y="57826"/>
                        <a:pt x="154353" y="100298"/>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1"/>
                <p:cNvSpPr/>
                <p:nvPr/>
              </p:nvSpPr>
              <p:spPr>
                <a:xfrm>
                  <a:off x="6272084" y="2371890"/>
                  <a:ext cx="295549" cy="140804"/>
                </a:xfrm>
                <a:custGeom>
                  <a:rect b="b" l="l" r="r" t="t"/>
                  <a:pathLst>
                    <a:path extrusionOk="0" h="257784" w="511330">
                      <a:moveTo>
                        <a:pt x="0" y="18006"/>
                      </a:moveTo>
                      <a:cubicBezTo>
                        <a:pt x="0" y="18006"/>
                        <a:pt x="2734" y="-13950"/>
                        <a:pt x="45205" y="7281"/>
                      </a:cubicBezTo>
                      <a:cubicBezTo>
                        <a:pt x="87677" y="28512"/>
                        <a:pt x="79905" y="47229"/>
                        <a:pt x="125110" y="55220"/>
                      </a:cubicBezTo>
                      <a:cubicBezTo>
                        <a:pt x="170336" y="63212"/>
                        <a:pt x="265966" y="63212"/>
                        <a:pt x="293303" y="94959"/>
                      </a:cubicBezTo>
                      <a:cubicBezTo>
                        <a:pt x="308924" y="113580"/>
                        <a:pt x="311972" y="139621"/>
                        <a:pt x="301304" y="161405"/>
                      </a:cubicBezTo>
                      <a:cubicBezTo>
                        <a:pt x="301304" y="161405"/>
                        <a:pt x="306543" y="129658"/>
                        <a:pt x="351787" y="177388"/>
                      </a:cubicBezTo>
                      <a:cubicBezTo>
                        <a:pt x="396935" y="225118"/>
                        <a:pt x="402460" y="243834"/>
                        <a:pt x="402460" y="243834"/>
                      </a:cubicBezTo>
                      <a:cubicBezTo>
                        <a:pt x="402460" y="243834"/>
                        <a:pt x="452942" y="190847"/>
                        <a:pt x="495424" y="212088"/>
                      </a:cubicBezTo>
                      <a:cubicBezTo>
                        <a:pt x="501520" y="199096"/>
                        <a:pt x="506853" y="185761"/>
                        <a:pt x="511330" y="17214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1"/>
                <p:cNvSpPr/>
                <p:nvPr/>
              </p:nvSpPr>
              <p:spPr>
                <a:xfrm>
                  <a:off x="6295181" y="2340161"/>
                  <a:ext cx="287186" cy="118909"/>
                </a:xfrm>
                <a:custGeom>
                  <a:rect b="b" l="l" r="r" t="t"/>
                  <a:pathLst>
                    <a:path extrusionOk="0" h="243916" w="497291">
                      <a:moveTo>
                        <a:pt x="0" y="22334"/>
                      </a:moveTo>
                      <a:cubicBezTo>
                        <a:pt x="0" y="22334"/>
                        <a:pt x="39948" y="54290"/>
                        <a:pt x="66447" y="40841"/>
                      </a:cubicBezTo>
                      <a:cubicBezTo>
                        <a:pt x="92936" y="27382"/>
                        <a:pt x="100955" y="-22243"/>
                        <a:pt x="154105" y="11609"/>
                      </a:cubicBezTo>
                      <a:cubicBezTo>
                        <a:pt x="207350" y="45460"/>
                        <a:pt x="234020" y="102029"/>
                        <a:pt x="273739" y="139244"/>
                      </a:cubicBezTo>
                      <a:cubicBezTo>
                        <a:pt x="313554" y="176458"/>
                        <a:pt x="348225" y="221673"/>
                        <a:pt x="385468" y="200432"/>
                      </a:cubicBezTo>
                      <a:cubicBezTo>
                        <a:pt x="422614" y="179192"/>
                        <a:pt x="448523" y="112745"/>
                        <a:pt x="497291" y="17120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1"/>
                <p:cNvSpPr/>
                <p:nvPr/>
              </p:nvSpPr>
              <p:spPr>
                <a:xfrm>
                  <a:off x="6508671" y="2263896"/>
                  <a:ext cx="29124" cy="130771"/>
                </a:xfrm>
                <a:custGeom>
                  <a:rect b="b" l="l" r="r" t="t"/>
                  <a:pathLst>
                    <a:path extrusionOk="0" h="226247" w="50388">
                      <a:moveTo>
                        <a:pt x="8382" y="0"/>
                      </a:moveTo>
                      <a:cubicBezTo>
                        <a:pt x="32956" y="35405"/>
                        <a:pt x="47530" y="76829"/>
                        <a:pt x="50388" y="119853"/>
                      </a:cubicBezTo>
                      <a:cubicBezTo>
                        <a:pt x="47720" y="160430"/>
                        <a:pt x="29623" y="198453"/>
                        <a:pt x="0" y="22624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a:off x="6533432" y="2340053"/>
                  <a:ext cx="53457" cy="23746"/>
                </a:xfrm>
                <a:custGeom>
                  <a:rect b="b" l="l" r="r" t="t"/>
                  <a:pathLst>
                    <a:path extrusionOk="0" h="70228" w="92487">
                      <a:moveTo>
                        <a:pt x="0" y="41120"/>
                      </a:moveTo>
                      <a:cubicBezTo>
                        <a:pt x="0" y="41120"/>
                        <a:pt x="46863" y="-29108"/>
                        <a:pt x="92487" y="1399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a:off x="6450409" y="2300726"/>
                  <a:ext cx="30986" cy="109140"/>
                </a:xfrm>
                <a:custGeom>
                  <a:rect b="b" l="l" r="r" t="t"/>
                  <a:pathLst>
                    <a:path extrusionOk="0" h="188824" w="56579">
                      <a:moveTo>
                        <a:pt x="5239" y="188824"/>
                      </a:moveTo>
                      <a:cubicBezTo>
                        <a:pt x="38195" y="167354"/>
                        <a:pt x="56579" y="129550"/>
                        <a:pt x="53244" y="90421"/>
                      </a:cubicBezTo>
                      <a:cubicBezTo>
                        <a:pt x="49435" y="53988"/>
                        <a:pt x="30003" y="2099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a:off x="6389025" y="2251828"/>
                  <a:ext cx="33025" cy="119837"/>
                </a:xfrm>
                <a:custGeom>
                  <a:rect b="b" l="l" r="r" t="t"/>
                  <a:pathLst>
                    <a:path extrusionOk="0" h="207331" w="84962">
                      <a:moveTo>
                        <a:pt x="50471" y="207331"/>
                      </a:moveTo>
                      <a:cubicBezTo>
                        <a:pt x="50471" y="207331"/>
                        <a:pt x="74283" y="175374"/>
                        <a:pt x="31802" y="116910"/>
                      </a:cubicBezTo>
                      <a:cubicBezTo>
                        <a:pt x="-10679" y="58455"/>
                        <a:pt x="-202" y="29223"/>
                        <a:pt x="522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a:off x="6285609" y="2251828"/>
                  <a:ext cx="79967" cy="49153"/>
                </a:xfrm>
                <a:custGeom>
                  <a:rect b="b" l="l" r="r" t="t"/>
                  <a:pathLst>
                    <a:path extrusionOk="0" h="100937" w="142999">
                      <a:moveTo>
                        <a:pt x="2799" y="0"/>
                      </a:moveTo>
                      <a:cubicBezTo>
                        <a:pt x="-4793" y="26794"/>
                        <a:pt x="3333" y="55578"/>
                        <a:pt x="23830" y="74438"/>
                      </a:cubicBezTo>
                      <a:cubicBezTo>
                        <a:pt x="58311" y="100937"/>
                        <a:pt x="85019" y="50463"/>
                        <a:pt x="138206" y="849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6560067" y="2241007"/>
                  <a:ext cx="33275" cy="66115"/>
                </a:xfrm>
                <a:custGeom>
                  <a:rect b="b" l="l" r="r" t="t"/>
                  <a:pathLst>
                    <a:path extrusionOk="0" h="114386" w="69152">
                      <a:moveTo>
                        <a:pt x="57452" y="0"/>
                      </a:moveTo>
                      <a:cubicBezTo>
                        <a:pt x="57452" y="0"/>
                        <a:pt x="-11700" y="87897"/>
                        <a:pt x="1731" y="114386"/>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6585661" y="2184202"/>
                  <a:ext cx="73651" cy="73652"/>
                </a:xfrm>
                <a:custGeom>
                  <a:rect b="b" l="l" r="r" t="t"/>
                  <a:pathLst>
                    <a:path extrusionOk="0" h="127425" w="127424">
                      <a:moveTo>
                        <a:pt x="127425" y="63713"/>
                      </a:moveTo>
                      <a:cubicBezTo>
                        <a:pt x="127425" y="98900"/>
                        <a:pt x="98900" y="127425"/>
                        <a:pt x="63713" y="127425"/>
                      </a:cubicBezTo>
                      <a:cubicBezTo>
                        <a:pt x="28526" y="127425"/>
                        <a:pt x="1" y="98900"/>
                        <a:pt x="1" y="63713"/>
                      </a:cubicBezTo>
                      <a:cubicBezTo>
                        <a:pt x="1" y="28525"/>
                        <a:pt x="28526" y="0"/>
                        <a:pt x="63713" y="0"/>
                      </a:cubicBezTo>
                      <a:cubicBezTo>
                        <a:pt x="98900" y="0"/>
                        <a:pt x="127425" y="28525"/>
                        <a:pt x="127425"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6584828" y="2237886"/>
                  <a:ext cx="87504" cy="73652"/>
                </a:xfrm>
                <a:custGeom>
                  <a:rect b="b" l="l" r="r" t="t"/>
                  <a:pathLst>
                    <a:path extrusionOk="0" h="127425" w="151391">
                      <a:moveTo>
                        <a:pt x="151391" y="63713"/>
                      </a:moveTo>
                      <a:cubicBezTo>
                        <a:pt x="151391" y="98900"/>
                        <a:pt x="117501" y="127425"/>
                        <a:pt x="75696" y="127425"/>
                      </a:cubicBezTo>
                      <a:cubicBezTo>
                        <a:pt x="33890" y="127425"/>
                        <a:pt x="0" y="98900"/>
                        <a:pt x="0" y="63713"/>
                      </a:cubicBezTo>
                      <a:cubicBezTo>
                        <a:pt x="0" y="28525"/>
                        <a:pt x="33890" y="0"/>
                        <a:pt x="75696" y="0"/>
                      </a:cubicBezTo>
                      <a:cubicBezTo>
                        <a:pt x="117501" y="0"/>
                        <a:pt x="151391" y="28525"/>
                        <a:pt x="151391"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6586285" y="2301975"/>
                  <a:ext cx="88033" cy="74462"/>
                </a:xfrm>
                <a:custGeom>
                  <a:rect b="b" l="l" r="r" t="t"/>
                  <a:pathLst>
                    <a:path extrusionOk="0" h="142351" w="164212">
                      <a:moveTo>
                        <a:pt x="151031" y="49021"/>
                      </a:moveTo>
                      <a:cubicBezTo>
                        <a:pt x="158175" y="83501"/>
                        <a:pt x="129980" y="118410"/>
                        <a:pt x="89023" y="127030"/>
                      </a:cubicBezTo>
                      <a:cubicBezTo>
                        <a:pt x="48065" y="135650"/>
                        <a:pt x="8250" y="114410"/>
                        <a:pt x="1106" y="79929"/>
                      </a:cubicBezTo>
                      <a:cubicBezTo>
                        <a:pt x="-6037" y="45449"/>
                        <a:pt x="22157" y="10540"/>
                        <a:pt x="64257" y="1920"/>
                      </a:cubicBezTo>
                      <a:cubicBezTo>
                        <a:pt x="106263" y="-6701"/>
                        <a:pt x="143887" y="14540"/>
                        <a:pt x="151031" y="4902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6593776" y="2356908"/>
                  <a:ext cx="88135" cy="88840"/>
                </a:xfrm>
                <a:custGeom>
                  <a:rect b="b" l="l" r="r" t="t"/>
                  <a:pathLst>
                    <a:path extrusionOk="0" h="171735" w="172784">
                      <a:moveTo>
                        <a:pt x="147610" y="50050"/>
                      </a:moveTo>
                      <a:cubicBezTo>
                        <a:pt x="162755" y="89389"/>
                        <a:pt x="143133" y="133566"/>
                        <a:pt x="103794" y="148720"/>
                      </a:cubicBezTo>
                      <a:cubicBezTo>
                        <a:pt x="64456" y="163874"/>
                        <a:pt x="20261" y="144281"/>
                        <a:pt x="5116" y="104943"/>
                      </a:cubicBezTo>
                      <a:cubicBezTo>
                        <a:pt x="-10029" y="65605"/>
                        <a:pt x="9592" y="21428"/>
                        <a:pt x="48930" y="6273"/>
                      </a:cubicBezTo>
                      <a:cubicBezTo>
                        <a:pt x="52836" y="4769"/>
                        <a:pt x="56837" y="3588"/>
                        <a:pt x="60932" y="2740"/>
                      </a:cubicBezTo>
                      <a:cubicBezTo>
                        <a:pt x="97889" y="-7861"/>
                        <a:pt x="136561" y="13227"/>
                        <a:pt x="147610" y="5005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6595648" y="2424534"/>
                  <a:ext cx="87510" cy="88026"/>
                </a:xfrm>
                <a:custGeom>
                  <a:rect b="b" l="l" r="r" t="t"/>
                  <a:pathLst>
                    <a:path extrusionOk="0" h="169688" w="170593">
                      <a:moveTo>
                        <a:pt x="146234" y="50171"/>
                      </a:moveTo>
                      <a:cubicBezTo>
                        <a:pt x="160807" y="89223"/>
                        <a:pt x="140995" y="132715"/>
                        <a:pt x="101942" y="147316"/>
                      </a:cubicBezTo>
                      <a:cubicBezTo>
                        <a:pt x="62890" y="161918"/>
                        <a:pt x="19361" y="142106"/>
                        <a:pt x="4788" y="103054"/>
                      </a:cubicBezTo>
                      <a:cubicBezTo>
                        <a:pt x="-9786" y="64001"/>
                        <a:pt x="10026" y="20510"/>
                        <a:pt x="49079" y="5908"/>
                      </a:cubicBezTo>
                      <a:cubicBezTo>
                        <a:pt x="52699" y="4527"/>
                        <a:pt x="56508" y="3432"/>
                        <a:pt x="60413" y="2651"/>
                      </a:cubicBezTo>
                      <a:cubicBezTo>
                        <a:pt x="97180" y="-7770"/>
                        <a:pt x="135471" y="13452"/>
                        <a:pt x="146234" y="5017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6577129" y="2484461"/>
                  <a:ext cx="87509" cy="87883"/>
                </a:xfrm>
                <a:custGeom>
                  <a:rect b="b" l="l" r="r" t="t"/>
                  <a:pathLst>
                    <a:path extrusionOk="0" h="169412" w="170592">
                      <a:moveTo>
                        <a:pt x="146234" y="50091"/>
                      </a:moveTo>
                      <a:cubicBezTo>
                        <a:pt x="160807" y="89153"/>
                        <a:pt x="140995" y="132635"/>
                        <a:pt x="101943" y="147208"/>
                      </a:cubicBezTo>
                      <a:cubicBezTo>
                        <a:pt x="62891" y="161781"/>
                        <a:pt x="19361" y="141950"/>
                        <a:pt x="4787" y="102888"/>
                      </a:cubicBezTo>
                      <a:cubicBezTo>
                        <a:pt x="-9785" y="63826"/>
                        <a:pt x="10026" y="20344"/>
                        <a:pt x="49079" y="5762"/>
                      </a:cubicBezTo>
                      <a:cubicBezTo>
                        <a:pt x="52698" y="4409"/>
                        <a:pt x="56413" y="3342"/>
                        <a:pt x="60223" y="2561"/>
                      </a:cubicBezTo>
                      <a:cubicBezTo>
                        <a:pt x="97085" y="-7631"/>
                        <a:pt x="135280" y="13486"/>
                        <a:pt x="146234" y="5008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6555697" y="2526077"/>
                  <a:ext cx="87263" cy="87770"/>
                </a:xfrm>
                <a:custGeom>
                  <a:rect b="b" l="l" r="r" t="t"/>
                  <a:pathLst>
                    <a:path extrusionOk="0" h="169193" w="170593">
                      <a:moveTo>
                        <a:pt x="146106" y="49914"/>
                      </a:moveTo>
                      <a:cubicBezTo>
                        <a:pt x="160775" y="88938"/>
                        <a:pt x="141058" y="132468"/>
                        <a:pt x="102005" y="147136"/>
                      </a:cubicBezTo>
                      <a:cubicBezTo>
                        <a:pt x="63048" y="161805"/>
                        <a:pt x="19518" y="142059"/>
                        <a:pt x="4851" y="103035"/>
                      </a:cubicBezTo>
                      <a:cubicBezTo>
                        <a:pt x="-9818" y="64012"/>
                        <a:pt x="9898" y="20482"/>
                        <a:pt x="48951" y="5814"/>
                      </a:cubicBezTo>
                      <a:cubicBezTo>
                        <a:pt x="52856" y="4337"/>
                        <a:pt x="56857" y="3194"/>
                        <a:pt x="60952" y="2394"/>
                      </a:cubicBezTo>
                      <a:cubicBezTo>
                        <a:pt x="97529" y="-7388"/>
                        <a:pt x="135247" y="13662"/>
                        <a:pt x="146106" y="4991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6514081" y="2548966"/>
                  <a:ext cx="87263" cy="87767"/>
                </a:xfrm>
                <a:custGeom>
                  <a:rect b="b" l="l" r="r" t="t"/>
                  <a:pathLst>
                    <a:path extrusionOk="0" h="169660" w="170593">
                      <a:moveTo>
                        <a:pt x="146222" y="50186"/>
                      </a:moveTo>
                      <a:cubicBezTo>
                        <a:pt x="160795" y="89248"/>
                        <a:pt x="140984" y="132729"/>
                        <a:pt x="101931" y="147303"/>
                      </a:cubicBezTo>
                      <a:cubicBezTo>
                        <a:pt x="62878" y="161886"/>
                        <a:pt x="19444" y="142045"/>
                        <a:pt x="4776" y="102983"/>
                      </a:cubicBezTo>
                      <a:cubicBezTo>
                        <a:pt x="-9798" y="63921"/>
                        <a:pt x="10110" y="20439"/>
                        <a:pt x="49162" y="5857"/>
                      </a:cubicBezTo>
                      <a:cubicBezTo>
                        <a:pt x="52782" y="4504"/>
                        <a:pt x="56497" y="3437"/>
                        <a:pt x="60307" y="2656"/>
                      </a:cubicBezTo>
                      <a:cubicBezTo>
                        <a:pt x="97169" y="-7774"/>
                        <a:pt x="135458" y="13429"/>
                        <a:pt x="146222" y="5017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6472673" y="2567485"/>
                  <a:ext cx="87263" cy="87762"/>
                </a:xfrm>
                <a:custGeom>
                  <a:rect b="b" l="l" r="r" t="t"/>
                  <a:pathLst>
                    <a:path extrusionOk="0" h="169650" w="170593">
                      <a:moveTo>
                        <a:pt x="146234" y="50186"/>
                      </a:moveTo>
                      <a:cubicBezTo>
                        <a:pt x="160807" y="89248"/>
                        <a:pt x="140900" y="132730"/>
                        <a:pt x="101848" y="147303"/>
                      </a:cubicBezTo>
                      <a:cubicBezTo>
                        <a:pt x="62795" y="161876"/>
                        <a:pt x="19361" y="142045"/>
                        <a:pt x="4788" y="102983"/>
                      </a:cubicBezTo>
                      <a:cubicBezTo>
                        <a:pt x="-9786" y="63921"/>
                        <a:pt x="10026" y="20439"/>
                        <a:pt x="49079" y="5857"/>
                      </a:cubicBezTo>
                      <a:cubicBezTo>
                        <a:pt x="52698" y="4504"/>
                        <a:pt x="56413" y="3437"/>
                        <a:pt x="60223" y="2656"/>
                      </a:cubicBezTo>
                      <a:cubicBezTo>
                        <a:pt x="97085" y="-7774"/>
                        <a:pt x="135471" y="13429"/>
                        <a:pt x="146234" y="5017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1"/>
                <p:cNvSpPr/>
                <p:nvPr/>
              </p:nvSpPr>
              <p:spPr>
                <a:xfrm>
                  <a:off x="6404839" y="2579970"/>
                  <a:ext cx="101445" cy="75369"/>
                </a:xfrm>
                <a:custGeom>
                  <a:rect b="b" l="l" r="r" t="t"/>
                  <a:pathLst>
                    <a:path extrusionOk="0" h="144885" w="188215">
                      <a:moveTo>
                        <a:pt x="174893" y="47106"/>
                      </a:moveTo>
                      <a:cubicBezTo>
                        <a:pt x="182037" y="81587"/>
                        <a:pt x="148794" y="117753"/>
                        <a:pt x="100883" y="127640"/>
                      </a:cubicBezTo>
                      <a:cubicBezTo>
                        <a:pt x="52973" y="137527"/>
                        <a:pt x="8110" y="117543"/>
                        <a:pt x="966" y="83063"/>
                      </a:cubicBezTo>
                      <a:cubicBezTo>
                        <a:pt x="-6178" y="48583"/>
                        <a:pt x="27065" y="12416"/>
                        <a:pt x="75071" y="2529"/>
                      </a:cubicBezTo>
                      <a:cubicBezTo>
                        <a:pt x="122981" y="-7358"/>
                        <a:pt x="168797" y="12626"/>
                        <a:pt x="174893" y="4710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1"/>
                <p:cNvSpPr/>
                <p:nvPr/>
              </p:nvSpPr>
              <p:spPr>
                <a:xfrm>
                  <a:off x="6531976" y="2185658"/>
                  <a:ext cx="73651" cy="73652"/>
                </a:xfrm>
                <a:custGeom>
                  <a:rect b="b" l="l" r="r" t="t"/>
                  <a:pathLst>
                    <a:path extrusionOk="0" h="127425" w="127424">
                      <a:moveTo>
                        <a:pt x="127425" y="63713"/>
                      </a:moveTo>
                      <a:cubicBezTo>
                        <a:pt x="127425" y="98900"/>
                        <a:pt x="98900" y="127425"/>
                        <a:pt x="63713" y="127425"/>
                      </a:cubicBezTo>
                      <a:cubicBezTo>
                        <a:pt x="28526" y="127425"/>
                        <a:pt x="1" y="98900"/>
                        <a:pt x="1" y="63713"/>
                      </a:cubicBezTo>
                      <a:cubicBezTo>
                        <a:pt x="1" y="28525"/>
                        <a:pt x="28526" y="0"/>
                        <a:pt x="63713" y="0"/>
                      </a:cubicBezTo>
                      <a:cubicBezTo>
                        <a:pt x="98900" y="0"/>
                        <a:pt x="127425" y="28525"/>
                        <a:pt x="127425"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6467679" y="2196478"/>
                  <a:ext cx="91644" cy="67500"/>
                </a:xfrm>
                <a:custGeom>
                  <a:rect b="b" l="l" r="r" t="t"/>
                  <a:pathLst>
                    <a:path extrusionOk="0" h="116491" w="158553">
                      <a:moveTo>
                        <a:pt x="158553" y="58245"/>
                      </a:moveTo>
                      <a:cubicBezTo>
                        <a:pt x="158553" y="90414"/>
                        <a:pt x="123060" y="116491"/>
                        <a:pt x="79276" y="116491"/>
                      </a:cubicBezTo>
                      <a:cubicBezTo>
                        <a:pt x="35493" y="116491"/>
                        <a:pt x="0" y="90413"/>
                        <a:pt x="0" y="58245"/>
                      </a:cubicBezTo>
                      <a:cubicBezTo>
                        <a:pt x="0" y="26077"/>
                        <a:pt x="35493" y="0"/>
                        <a:pt x="79276" y="0"/>
                      </a:cubicBezTo>
                      <a:cubicBezTo>
                        <a:pt x="123060" y="0"/>
                        <a:pt x="158553" y="26078"/>
                        <a:pt x="158553" y="5824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6218607" y="2189195"/>
                  <a:ext cx="75266" cy="75230"/>
                </a:xfrm>
                <a:custGeom>
                  <a:rect b="b" l="l" r="r" t="t"/>
                  <a:pathLst>
                    <a:path extrusionOk="0" h="133836" w="134941">
                      <a:moveTo>
                        <a:pt x="130216" y="60807"/>
                      </a:moveTo>
                      <a:cubicBezTo>
                        <a:pt x="132655" y="96725"/>
                        <a:pt x="105518" y="127815"/>
                        <a:pt x="69599" y="130253"/>
                      </a:cubicBezTo>
                      <a:cubicBezTo>
                        <a:pt x="33680" y="132692"/>
                        <a:pt x="2590" y="105555"/>
                        <a:pt x="152" y="69636"/>
                      </a:cubicBezTo>
                      <a:cubicBezTo>
                        <a:pt x="-2286" y="33717"/>
                        <a:pt x="24851" y="2628"/>
                        <a:pt x="60769" y="189"/>
                      </a:cubicBezTo>
                      <a:cubicBezTo>
                        <a:pt x="62189" y="94"/>
                        <a:pt x="63608" y="47"/>
                        <a:pt x="65037" y="37"/>
                      </a:cubicBezTo>
                      <a:cubicBezTo>
                        <a:pt x="99803" y="-1144"/>
                        <a:pt x="128968" y="26040"/>
                        <a:pt x="130216" y="6080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6200088" y="2229771"/>
                  <a:ext cx="68957" cy="64898"/>
                </a:xfrm>
                <a:custGeom>
                  <a:rect b="b" l="l" r="r" t="t"/>
                  <a:pathLst>
                    <a:path extrusionOk="0" h="112281" w="119005">
                      <a:moveTo>
                        <a:pt x="119005" y="56140"/>
                      </a:moveTo>
                      <a:cubicBezTo>
                        <a:pt x="119005" y="87146"/>
                        <a:pt x="92365" y="112281"/>
                        <a:pt x="59503" y="112281"/>
                      </a:cubicBezTo>
                      <a:cubicBezTo>
                        <a:pt x="26640" y="112281"/>
                        <a:pt x="0" y="87146"/>
                        <a:pt x="0" y="56140"/>
                      </a:cubicBezTo>
                      <a:cubicBezTo>
                        <a:pt x="0" y="25135"/>
                        <a:pt x="26640" y="0"/>
                        <a:pt x="59503" y="0"/>
                      </a:cubicBezTo>
                      <a:cubicBezTo>
                        <a:pt x="92365" y="0"/>
                        <a:pt x="119005" y="25135"/>
                        <a:pt x="119005" y="5614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6200713" y="2276173"/>
                  <a:ext cx="68939" cy="68818"/>
                </a:xfrm>
                <a:custGeom>
                  <a:rect b="b" l="l" r="r" t="t"/>
                  <a:pathLst>
                    <a:path extrusionOk="0" h="121492" w="122330">
                      <a:moveTo>
                        <a:pt x="118929" y="56369"/>
                      </a:moveTo>
                      <a:cubicBezTo>
                        <a:pt x="120672" y="89192"/>
                        <a:pt x="95478" y="117206"/>
                        <a:pt x="62665" y="118948"/>
                      </a:cubicBezTo>
                      <a:cubicBezTo>
                        <a:pt x="29842" y="120692"/>
                        <a:pt x="1828" y="95498"/>
                        <a:pt x="85" y="62684"/>
                      </a:cubicBezTo>
                      <a:cubicBezTo>
                        <a:pt x="-1658" y="29861"/>
                        <a:pt x="23536" y="1848"/>
                        <a:pt x="56349" y="105"/>
                      </a:cubicBezTo>
                      <a:cubicBezTo>
                        <a:pt x="57445" y="48"/>
                        <a:pt x="58540" y="19"/>
                        <a:pt x="59626" y="19"/>
                      </a:cubicBezTo>
                      <a:cubicBezTo>
                        <a:pt x="91554" y="-800"/>
                        <a:pt x="118100" y="24413"/>
                        <a:pt x="118919" y="56331"/>
                      </a:cubicBezTo>
                      <a:cubicBezTo>
                        <a:pt x="118919" y="56341"/>
                        <a:pt x="118919" y="56360"/>
                        <a:pt x="118919" y="5636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a:off x="6202377" y="2321951"/>
                  <a:ext cx="68880" cy="68883"/>
                </a:xfrm>
                <a:custGeom>
                  <a:rect b="b" l="l" r="r" t="t"/>
                  <a:pathLst>
                    <a:path extrusionOk="0" h="121606" w="122539">
                      <a:moveTo>
                        <a:pt x="118922" y="56160"/>
                      </a:moveTo>
                      <a:cubicBezTo>
                        <a:pt x="120778" y="88974"/>
                        <a:pt x="95690" y="117082"/>
                        <a:pt x="62876" y="118939"/>
                      </a:cubicBezTo>
                      <a:cubicBezTo>
                        <a:pt x="30062" y="120797"/>
                        <a:pt x="1954" y="95708"/>
                        <a:pt x="97" y="62894"/>
                      </a:cubicBezTo>
                      <a:cubicBezTo>
                        <a:pt x="-1761" y="30081"/>
                        <a:pt x="23329" y="1972"/>
                        <a:pt x="56142" y="115"/>
                      </a:cubicBezTo>
                      <a:cubicBezTo>
                        <a:pt x="57228" y="58"/>
                        <a:pt x="58324" y="20"/>
                        <a:pt x="59409" y="20"/>
                      </a:cubicBezTo>
                      <a:cubicBezTo>
                        <a:pt x="91308" y="-809"/>
                        <a:pt x="117883" y="24271"/>
                        <a:pt x="118912" y="5616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1"/>
                <p:cNvSpPr/>
                <p:nvPr/>
              </p:nvSpPr>
              <p:spPr>
                <a:xfrm>
                  <a:off x="6204042" y="2369393"/>
                  <a:ext cx="68944" cy="68869"/>
                </a:xfrm>
                <a:custGeom>
                  <a:rect b="b" l="l" r="r" t="t"/>
                  <a:pathLst>
                    <a:path extrusionOk="0" h="121272" w="122339">
                      <a:moveTo>
                        <a:pt x="118938" y="56370"/>
                      </a:moveTo>
                      <a:cubicBezTo>
                        <a:pt x="120681" y="89193"/>
                        <a:pt x="95488" y="117206"/>
                        <a:pt x="62665" y="118949"/>
                      </a:cubicBezTo>
                      <a:cubicBezTo>
                        <a:pt x="29851" y="120692"/>
                        <a:pt x="1828" y="95498"/>
                        <a:pt x="85" y="62675"/>
                      </a:cubicBezTo>
                      <a:cubicBezTo>
                        <a:pt x="-1658" y="29852"/>
                        <a:pt x="23536" y="1839"/>
                        <a:pt x="56350" y="96"/>
                      </a:cubicBezTo>
                      <a:cubicBezTo>
                        <a:pt x="57511" y="29"/>
                        <a:pt x="58674" y="10"/>
                        <a:pt x="59836" y="10"/>
                      </a:cubicBezTo>
                      <a:cubicBezTo>
                        <a:pt x="91649" y="-580"/>
                        <a:pt x="118005" y="24556"/>
                        <a:pt x="118919" y="5636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1"/>
                <p:cNvSpPr/>
                <p:nvPr/>
              </p:nvSpPr>
              <p:spPr>
                <a:xfrm>
                  <a:off x="6210076" y="2418916"/>
                  <a:ext cx="68957" cy="64898"/>
                </a:xfrm>
                <a:custGeom>
                  <a:rect b="b" l="l" r="r" t="t"/>
                  <a:pathLst>
                    <a:path extrusionOk="0" h="112281" w="119005">
                      <a:moveTo>
                        <a:pt x="119005" y="56140"/>
                      </a:moveTo>
                      <a:cubicBezTo>
                        <a:pt x="119005" y="87146"/>
                        <a:pt x="92365" y="112281"/>
                        <a:pt x="59503" y="112281"/>
                      </a:cubicBezTo>
                      <a:cubicBezTo>
                        <a:pt x="26640" y="112281"/>
                        <a:pt x="0" y="87146"/>
                        <a:pt x="0" y="56140"/>
                      </a:cubicBezTo>
                      <a:cubicBezTo>
                        <a:pt x="0" y="25135"/>
                        <a:pt x="26640" y="0"/>
                        <a:pt x="59503" y="0"/>
                      </a:cubicBezTo>
                      <a:cubicBezTo>
                        <a:pt x="92365" y="0"/>
                        <a:pt x="119005" y="25135"/>
                        <a:pt x="119005" y="5614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1"/>
                <p:cNvSpPr/>
                <p:nvPr/>
              </p:nvSpPr>
              <p:spPr>
                <a:xfrm>
                  <a:off x="6401926" y="2197935"/>
                  <a:ext cx="94198" cy="70250"/>
                </a:xfrm>
                <a:custGeom>
                  <a:rect b="b" l="l" r="r" t="t"/>
                  <a:pathLst>
                    <a:path extrusionOk="0" h="121539" w="162972">
                      <a:moveTo>
                        <a:pt x="162972" y="60770"/>
                      </a:moveTo>
                      <a:cubicBezTo>
                        <a:pt x="162972" y="94412"/>
                        <a:pt x="126396" y="121539"/>
                        <a:pt x="81439" y="121539"/>
                      </a:cubicBezTo>
                      <a:cubicBezTo>
                        <a:pt x="36385" y="121539"/>
                        <a:pt x="0" y="94412"/>
                        <a:pt x="0" y="60770"/>
                      </a:cubicBezTo>
                      <a:cubicBezTo>
                        <a:pt x="0" y="27127"/>
                        <a:pt x="36385" y="0"/>
                        <a:pt x="81439" y="0"/>
                      </a:cubicBezTo>
                      <a:cubicBezTo>
                        <a:pt x="126396" y="0"/>
                        <a:pt x="162972" y="27127"/>
                        <a:pt x="162972" y="6077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1"/>
                <p:cNvSpPr/>
                <p:nvPr/>
              </p:nvSpPr>
              <p:spPr>
                <a:xfrm>
                  <a:off x="6338670" y="2201472"/>
                  <a:ext cx="85070" cy="70250"/>
                </a:xfrm>
                <a:custGeom>
                  <a:rect b="b" l="l" r="r" t="t"/>
                  <a:pathLst>
                    <a:path extrusionOk="0" h="121539" w="147180">
                      <a:moveTo>
                        <a:pt x="147180" y="60770"/>
                      </a:moveTo>
                      <a:cubicBezTo>
                        <a:pt x="147180" y="94332"/>
                        <a:pt x="114233" y="121539"/>
                        <a:pt x="73590" y="121539"/>
                      </a:cubicBezTo>
                      <a:cubicBezTo>
                        <a:pt x="32947" y="121539"/>
                        <a:pt x="0" y="94332"/>
                        <a:pt x="0" y="60770"/>
                      </a:cubicBezTo>
                      <a:cubicBezTo>
                        <a:pt x="0" y="27207"/>
                        <a:pt x="32947" y="0"/>
                        <a:pt x="73590" y="0"/>
                      </a:cubicBezTo>
                      <a:cubicBezTo>
                        <a:pt x="114233" y="0"/>
                        <a:pt x="147180" y="27207"/>
                        <a:pt x="147180" y="6077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1"/>
                <p:cNvSpPr/>
                <p:nvPr/>
              </p:nvSpPr>
              <p:spPr>
                <a:xfrm>
                  <a:off x="6275413" y="2195230"/>
                  <a:ext cx="75616" cy="75524"/>
                </a:xfrm>
                <a:custGeom>
                  <a:rect b="b" l="l" r="r" t="t"/>
                  <a:pathLst>
                    <a:path extrusionOk="0" h="134360" w="135569">
                      <a:moveTo>
                        <a:pt x="130630" y="60806"/>
                      </a:moveTo>
                      <a:cubicBezTo>
                        <a:pt x="133183" y="96830"/>
                        <a:pt x="106056" y="128110"/>
                        <a:pt x="70023" y="130663"/>
                      </a:cubicBezTo>
                      <a:cubicBezTo>
                        <a:pt x="33999" y="133216"/>
                        <a:pt x="2719" y="106088"/>
                        <a:pt x="166" y="70055"/>
                      </a:cubicBezTo>
                      <a:cubicBezTo>
                        <a:pt x="-2386" y="34032"/>
                        <a:pt x="24741" y="2751"/>
                        <a:pt x="60774" y="199"/>
                      </a:cubicBezTo>
                      <a:cubicBezTo>
                        <a:pt x="62327" y="84"/>
                        <a:pt x="63889" y="37"/>
                        <a:pt x="65451" y="37"/>
                      </a:cubicBezTo>
                      <a:cubicBezTo>
                        <a:pt x="100217" y="-1144"/>
                        <a:pt x="129382" y="26040"/>
                        <a:pt x="130630" y="6080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1"/>
                <p:cNvSpPr/>
                <p:nvPr/>
              </p:nvSpPr>
              <p:spPr>
                <a:xfrm>
                  <a:off x="6210700" y="2463861"/>
                  <a:ext cx="73652" cy="73652"/>
                </a:xfrm>
                <a:custGeom>
                  <a:rect b="b" l="l" r="r" t="t"/>
                  <a:pathLst>
                    <a:path extrusionOk="0" h="127425" w="127426">
                      <a:moveTo>
                        <a:pt x="127426" y="63713"/>
                      </a:moveTo>
                      <a:cubicBezTo>
                        <a:pt x="127426" y="98900"/>
                        <a:pt x="98901" y="127425"/>
                        <a:pt x="63713" y="127425"/>
                      </a:cubicBezTo>
                      <a:cubicBezTo>
                        <a:pt x="28525" y="127425"/>
                        <a:pt x="0" y="98900"/>
                        <a:pt x="0" y="63713"/>
                      </a:cubicBezTo>
                      <a:cubicBezTo>
                        <a:pt x="0" y="28525"/>
                        <a:pt x="28525" y="0"/>
                        <a:pt x="63713" y="0"/>
                      </a:cubicBezTo>
                      <a:cubicBezTo>
                        <a:pt x="98900" y="0"/>
                        <a:pt x="127426" y="28525"/>
                        <a:pt x="127426"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1"/>
                <p:cNvSpPr/>
                <p:nvPr/>
              </p:nvSpPr>
              <p:spPr>
                <a:xfrm>
                  <a:off x="6401302" y="2628036"/>
                  <a:ext cx="62480" cy="134394"/>
                </a:xfrm>
                <a:custGeom>
                  <a:rect b="b" l="l" r="r" t="t"/>
                  <a:pathLst>
                    <a:path extrusionOk="0" h="239706" w="110585">
                      <a:moveTo>
                        <a:pt x="7858" y="0"/>
                      </a:moveTo>
                      <a:cubicBezTo>
                        <a:pt x="-2619" y="24794"/>
                        <a:pt x="-2619" y="52797"/>
                        <a:pt x="7858" y="77591"/>
                      </a:cubicBezTo>
                      <a:cubicBezTo>
                        <a:pt x="23860" y="128054"/>
                        <a:pt x="5382" y="170526"/>
                        <a:pt x="18622" y="202492"/>
                      </a:cubicBezTo>
                      <a:cubicBezTo>
                        <a:pt x="31862" y="234448"/>
                        <a:pt x="63770" y="239706"/>
                        <a:pt x="74533" y="223523"/>
                      </a:cubicBezTo>
                      <a:cubicBezTo>
                        <a:pt x="85297" y="207331"/>
                        <a:pt x="77105" y="162335"/>
                        <a:pt x="82344" y="130588"/>
                      </a:cubicBezTo>
                      <a:cubicBezTo>
                        <a:pt x="88821" y="101289"/>
                        <a:pt x="97393" y="72485"/>
                        <a:pt x="107966" y="44377"/>
                      </a:cubicBezTo>
                      <a:cubicBezTo>
                        <a:pt x="107966" y="44377"/>
                        <a:pt x="26622" y="55312"/>
                        <a:pt x="7858" y="1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1"/>
                <p:cNvSpPr/>
                <p:nvPr/>
              </p:nvSpPr>
              <p:spPr>
                <a:xfrm>
                  <a:off x="6247531" y="2529614"/>
                  <a:ext cx="41036" cy="77199"/>
                </a:xfrm>
                <a:custGeom>
                  <a:rect b="b" l="l" r="r" t="t"/>
                  <a:pathLst>
                    <a:path extrusionOk="0" h="146771" w="77171">
                      <a:moveTo>
                        <a:pt x="0" y="13878"/>
                      </a:moveTo>
                      <a:cubicBezTo>
                        <a:pt x="11163" y="21003"/>
                        <a:pt x="21041" y="29966"/>
                        <a:pt x="29233" y="40377"/>
                      </a:cubicBezTo>
                      <a:cubicBezTo>
                        <a:pt x="47949" y="61408"/>
                        <a:pt x="47949" y="53626"/>
                        <a:pt x="37224" y="85582"/>
                      </a:cubicBezTo>
                      <a:cubicBezTo>
                        <a:pt x="26499" y="117538"/>
                        <a:pt x="23975" y="146771"/>
                        <a:pt x="39957" y="127635"/>
                      </a:cubicBezTo>
                      <a:cubicBezTo>
                        <a:pt x="55941" y="108499"/>
                        <a:pt x="77171" y="76962"/>
                        <a:pt x="69190" y="47730"/>
                      </a:cubicBezTo>
                      <a:cubicBezTo>
                        <a:pt x="63856" y="29509"/>
                        <a:pt x="53769" y="13030"/>
                        <a:pt x="39957" y="0"/>
                      </a:cubicBezTo>
                      <a:lnTo>
                        <a:pt x="10" y="13878"/>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1"/>
                <p:cNvSpPr/>
                <p:nvPr/>
              </p:nvSpPr>
              <p:spPr>
                <a:xfrm>
                  <a:off x="6318278" y="924693"/>
                  <a:ext cx="220799" cy="100857"/>
                </a:xfrm>
                <a:custGeom>
                  <a:rect b="b" l="l" r="r" t="t"/>
                  <a:pathLst>
                    <a:path extrusionOk="0" h="175812" w="389801">
                      <a:moveTo>
                        <a:pt x="0" y="109976"/>
                      </a:moveTo>
                      <a:cubicBezTo>
                        <a:pt x="0" y="109976"/>
                        <a:pt x="64332" y="171164"/>
                        <a:pt x="112909" y="174317"/>
                      </a:cubicBezTo>
                      <a:cubicBezTo>
                        <a:pt x="143866" y="175812"/>
                        <a:pt x="174917" y="171021"/>
                        <a:pt x="203968" y="160230"/>
                      </a:cubicBezTo>
                      <a:cubicBezTo>
                        <a:pt x="245021" y="172041"/>
                        <a:pt x="288455" y="173126"/>
                        <a:pt x="330080" y="163382"/>
                      </a:cubicBezTo>
                      <a:cubicBezTo>
                        <a:pt x="389801" y="146142"/>
                        <a:pt x="382086" y="61398"/>
                        <a:pt x="382086" y="61398"/>
                      </a:cubicBezTo>
                      <a:lnTo>
                        <a:pt x="201396" y="0"/>
                      </a:lnTo>
                      <a:lnTo>
                        <a:pt x="9" y="10997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1"/>
                <p:cNvSpPr/>
                <p:nvPr/>
              </p:nvSpPr>
              <p:spPr>
                <a:xfrm>
                  <a:off x="6349906" y="1005012"/>
                  <a:ext cx="43122" cy="8727"/>
                </a:xfrm>
                <a:custGeom>
                  <a:rect b="b" l="l" r="r" t="t"/>
                  <a:pathLst>
                    <a:path extrusionOk="0" h="17974" w="74419">
                      <a:moveTo>
                        <a:pt x="0" y="13668"/>
                      </a:moveTo>
                      <a:cubicBezTo>
                        <a:pt x="25651" y="17974"/>
                        <a:pt x="52035" y="13135"/>
                        <a:pt x="74419"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1"/>
                <p:cNvSpPr/>
                <p:nvPr/>
              </p:nvSpPr>
              <p:spPr>
                <a:xfrm>
                  <a:off x="6373627" y="1016457"/>
                  <a:ext cx="29141" cy="7277"/>
                </a:xfrm>
                <a:custGeom>
                  <a:rect b="b" l="l" r="r" t="t"/>
                  <a:pathLst>
                    <a:path extrusionOk="0" h="12621" w="50292">
                      <a:moveTo>
                        <a:pt x="0" y="12621"/>
                      </a:moveTo>
                      <a:cubicBezTo>
                        <a:pt x="17050" y="9725"/>
                        <a:pt x="33814" y="5505"/>
                        <a:pt x="50292"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1"/>
                <p:cNvSpPr/>
                <p:nvPr/>
              </p:nvSpPr>
              <p:spPr>
                <a:xfrm>
                  <a:off x="6463309" y="1014584"/>
                  <a:ext cx="30170" cy="6661"/>
                </a:xfrm>
                <a:custGeom>
                  <a:rect b="b" l="l" r="r" t="t"/>
                  <a:pathLst>
                    <a:path extrusionOk="0" h="11354" w="52197">
                      <a:moveTo>
                        <a:pt x="0" y="0"/>
                      </a:moveTo>
                      <a:lnTo>
                        <a:pt x="52197" y="11354"/>
                      </a:lnTo>
                    </a:path>
                  </a:pathLst>
                </a:custGeom>
                <a:solidFill>
                  <a:schemeClr val="lt2"/>
                </a:solidFill>
                <a:ln cap="flat" cmpd="sng" w="9525">
                  <a:solidFill>
                    <a:schemeClr val="dk1"/>
                  </a:solidFill>
                  <a:prstDash val="solid"/>
                  <a:round/>
                  <a:headEnd len="sm" w="sm" type="none"/>
                  <a:tailEnd len="sm" w="sm" type="none"/>
                </a:ln>
              </p:spPr>
            </p:sp>
            <p:sp>
              <p:nvSpPr>
                <p:cNvPr id="604" name="Google Shape;604;p31"/>
                <p:cNvSpPr/>
                <p:nvPr/>
              </p:nvSpPr>
              <p:spPr>
                <a:xfrm>
                  <a:off x="6471425" y="1000226"/>
                  <a:ext cx="49700" cy="11654"/>
                </a:xfrm>
                <a:custGeom>
                  <a:rect b="b" l="l" r="r" t="t"/>
                  <a:pathLst>
                    <a:path extrusionOk="0" h="22403" w="86202">
                      <a:moveTo>
                        <a:pt x="0" y="0"/>
                      </a:moveTo>
                      <a:cubicBezTo>
                        <a:pt x="25908" y="15611"/>
                        <a:pt x="56198" y="22403"/>
                        <a:pt x="86202" y="19345"/>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1"/>
                <p:cNvSpPr/>
                <p:nvPr/>
              </p:nvSpPr>
              <p:spPr>
                <a:xfrm>
                  <a:off x="6370714" y="952992"/>
                  <a:ext cx="120239" cy="110679"/>
                </a:xfrm>
                <a:custGeom>
                  <a:rect b="b" l="l" r="r" t="t"/>
                  <a:pathLst>
                    <a:path extrusionOk="0" h="196396" w="208026">
                      <a:moveTo>
                        <a:pt x="11144" y="68878"/>
                      </a:moveTo>
                      <a:cubicBezTo>
                        <a:pt x="11144" y="68878"/>
                        <a:pt x="74200" y="89909"/>
                        <a:pt x="74200" y="191465"/>
                      </a:cubicBezTo>
                      <a:lnTo>
                        <a:pt x="137350" y="191465"/>
                      </a:lnTo>
                      <a:cubicBezTo>
                        <a:pt x="137350" y="191465"/>
                        <a:pt x="146780" y="107359"/>
                        <a:pt x="190785" y="57943"/>
                      </a:cubicBezTo>
                      <a:lnTo>
                        <a:pt x="208026" y="40703"/>
                      </a:lnTo>
                      <a:cubicBezTo>
                        <a:pt x="191738" y="27444"/>
                        <a:pt x="173069" y="17319"/>
                        <a:pt x="153067" y="10842"/>
                      </a:cubicBezTo>
                      <a:cubicBezTo>
                        <a:pt x="112300" y="-4931"/>
                        <a:pt x="118586" y="-1779"/>
                        <a:pt x="68961" y="9366"/>
                      </a:cubicBezTo>
                      <a:cubicBezTo>
                        <a:pt x="32575" y="17567"/>
                        <a:pt x="0" y="61096"/>
                        <a:pt x="0" y="61096"/>
                      </a:cubicBezTo>
                      <a:lnTo>
                        <a:pt x="11144" y="68878"/>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1"/>
                <p:cNvSpPr/>
                <p:nvPr/>
              </p:nvSpPr>
              <p:spPr>
                <a:xfrm>
                  <a:off x="6277910" y="761975"/>
                  <a:ext cx="313181" cy="238936"/>
                </a:xfrm>
                <a:custGeom>
                  <a:rect b="b" l="l" r="r" t="t"/>
                  <a:pathLst>
                    <a:path extrusionOk="0" h="420747" w="558593">
                      <a:moveTo>
                        <a:pt x="268240" y="30599"/>
                      </a:moveTo>
                      <a:cubicBezTo>
                        <a:pt x="268240" y="30599"/>
                        <a:pt x="235474" y="-5567"/>
                        <a:pt x="203946" y="738"/>
                      </a:cubicBezTo>
                      <a:cubicBezTo>
                        <a:pt x="172419" y="7044"/>
                        <a:pt x="53394" y="88635"/>
                        <a:pt x="29839" y="121639"/>
                      </a:cubicBezTo>
                      <a:cubicBezTo>
                        <a:pt x="12256" y="150252"/>
                        <a:pt x="4845" y="183961"/>
                        <a:pt x="8808" y="217308"/>
                      </a:cubicBezTo>
                      <a:cubicBezTo>
                        <a:pt x="11960" y="225300"/>
                        <a:pt x="16590" y="234548"/>
                        <a:pt x="16590" y="234548"/>
                      </a:cubicBezTo>
                      <a:cubicBezTo>
                        <a:pt x="16590" y="234548"/>
                        <a:pt x="-13271" y="261256"/>
                        <a:pt x="7132" y="318654"/>
                      </a:cubicBezTo>
                      <a:cubicBezTo>
                        <a:pt x="27524" y="376061"/>
                        <a:pt x="62014" y="400236"/>
                        <a:pt x="91237" y="406551"/>
                      </a:cubicBezTo>
                      <a:cubicBezTo>
                        <a:pt x="118374" y="413571"/>
                        <a:pt x="147082" y="411351"/>
                        <a:pt x="172799" y="400245"/>
                      </a:cubicBezTo>
                      <a:cubicBezTo>
                        <a:pt x="188516" y="390596"/>
                        <a:pt x="203661" y="380138"/>
                        <a:pt x="218234" y="368918"/>
                      </a:cubicBezTo>
                      <a:cubicBezTo>
                        <a:pt x="236617" y="370280"/>
                        <a:pt x="254810" y="364050"/>
                        <a:pt x="268526" y="351677"/>
                      </a:cubicBezTo>
                      <a:cubicBezTo>
                        <a:pt x="284909" y="369203"/>
                        <a:pt x="309864" y="375890"/>
                        <a:pt x="332820" y="368918"/>
                      </a:cubicBezTo>
                      <a:cubicBezTo>
                        <a:pt x="353394" y="398502"/>
                        <a:pt x="387970" y="415180"/>
                        <a:pt x="423878" y="412866"/>
                      </a:cubicBezTo>
                      <a:cubicBezTo>
                        <a:pt x="479219" y="408818"/>
                        <a:pt x="525510" y="369441"/>
                        <a:pt x="538464" y="315511"/>
                      </a:cubicBezTo>
                      <a:cubicBezTo>
                        <a:pt x="545322" y="285517"/>
                        <a:pt x="542084" y="254094"/>
                        <a:pt x="529225" y="226147"/>
                      </a:cubicBezTo>
                      <a:cubicBezTo>
                        <a:pt x="531511" y="177294"/>
                        <a:pt x="515890" y="129288"/>
                        <a:pt x="485315" y="91149"/>
                      </a:cubicBezTo>
                      <a:cubicBezTo>
                        <a:pt x="433308" y="25122"/>
                        <a:pt x="370634" y="17340"/>
                        <a:pt x="339106" y="7044"/>
                      </a:cubicBezTo>
                      <a:cubicBezTo>
                        <a:pt x="307578" y="-3262"/>
                        <a:pt x="268240" y="30589"/>
                        <a:pt x="268240" y="305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1"/>
                <p:cNvSpPr/>
                <p:nvPr/>
              </p:nvSpPr>
              <p:spPr>
                <a:xfrm>
                  <a:off x="6432514" y="779662"/>
                  <a:ext cx="5375" cy="185105"/>
                </a:xfrm>
                <a:custGeom>
                  <a:rect b="b" l="l" r="r" t="t"/>
                  <a:pathLst>
                    <a:path extrusionOk="0" h="320250" w="120000">
                      <a:moveTo>
                        <a:pt x="0" y="320250"/>
                      </a:moveTo>
                      <a:lnTo>
                        <a:pt x="0" y="0"/>
                      </a:lnTo>
                    </a:path>
                  </a:pathLst>
                </a:custGeom>
                <a:noFill/>
                <a:ln cap="flat" cmpd="sng" w="9525">
                  <a:solidFill>
                    <a:schemeClr val="dk1"/>
                  </a:solidFill>
                  <a:prstDash val="solid"/>
                  <a:round/>
                  <a:headEnd len="sm" w="sm" type="none"/>
                  <a:tailEnd len="sm" w="sm" type="none"/>
                </a:ln>
              </p:spPr>
            </p:sp>
            <p:sp>
              <p:nvSpPr>
                <p:cNvPr id="608" name="Google Shape;608;p31"/>
                <p:cNvSpPr/>
                <p:nvPr/>
              </p:nvSpPr>
              <p:spPr>
                <a:xfrm>
                  <a:off x="6367177" y="789649"/>
                  <a:ext cx="63478" cy="48498"/>
                </a:xfrm>
                <a:custGeom>
                  <a:rect b="b" l="l" r="r" t="t"/>
                  <a:pathLst>
                    <a:path extrusionOk="0" h="83906" w="109824">
                      <a:moveTo>
                        <a:pt x="109824" y="83906"/>
                      </a:moveTo>
                      <a:cubicBezTo>
                        <a:pt x="97155" y="83477"/>
                        <a:pt x="85249" y="77753"/>
                        <a:pt x="76962" y="68132"/>
                      </a:cubicBezTo>
                      <a:cubicBezTo>
                        <a:pt x="64389" y="52359"/>
                        <a:pt x="50292" y="74438"/>
                        <a:pt x="47149" y="47101"/>
                      </a:cubicBezTo>
                      <a:cubicBezTo>
                        <a:pt x="44005" y="19764"/>
                        <a:pt x="45434" y="1476"/>
                        <a:pt x="34480" y="0"/>
                      </a:cubicBezTo>
                      <a:cubicBezTo>
                        <a:pt x="20288" y="933"/>
                        <a:pt x="7334" y="8782"/>
                        <a:pt x="0" y="2103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1"/>
                <p:cNvSpPr/>
                <p:nvPr/>
              </p:nvSpPr>
              <p:spPr>
                <a:xfrm>
                  <a:off x="6395267" y="784239"/>
                  <a:ext cx="9162" cy="15399"/>
                </a:xfrm>
                <a:custGeom>
                  <a:rect b="b" l="l" r="r" t="t"/>
                  <a:pathLst>
                    <a:path extrusionOk="0" h="26708" w="15811">
                      <a:moveTo>
                        <a:pt x="0" y="26708"/>
                      </a:moveTo>
                      <a:cubicBezTo>
                        <a:pt x="8477" y="20145"/>
                        <a:pt x="14097" y="10592"/>
                        <a:pt x="1581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1"/>
                <p:cNvSpPr/>
                <p:nvPr/>
              </p:nvSpPr>
              <p:spPr>
                <a:xfrm>
                  <a:off x="6366344" y="816908"/>
                  <a:ext cx="13530" cy="23515"/>
                </a:xfrm>
                <a:custGeom>
                  <a:rect b="b" l="l" r="r" t="t"/>
                  <a:pathLst>
                    <a:path extrusionOk="0" h="40786" w="23526">
                      <a:moveTo>
                        <a:pt x="23526" y="40786"/>
                      </a:moveTo>
                      <a:lnTo>
                        <a:pt x="0" y="18917"/>
                      </a:lnTo>
                      <a:lnTo>
                        <a:pt x="8001" y="0"/>
                      </a:lnTo>
                    </a:path>
                  </a:pathLst>
                </a:custGeom>
                <a:noFill/>
                <a:ln cap="flat" cmpd="sng" w="9525">
                  <a:solidFill>
                    <a:schemeClr val="dk1"/>
                  </a:solidFill>
                  <a:prstDash val="solid"/>
                  <a:round/>
                  <a:headEnd len="sm" w="sm" type="none"/>
                  <a:tailEnd len="sm" w="sm" type="none"/>
                </a:ln>
              </p:spPr>
            </p:sp>
            <p:sp>
              <p:nvSpPr>
                <p:cNvPr id="611" name="Google Shape;611;p31"/>
                <p:cNvSpPr/>
                <p:nvPr/>
              </p:nvSpPr>
              <p:spPr>
                <a:xfrm>
                  <a:off x="6351779" y="827728"/>
                  <a:ext cx="14557" cy="22065"/>
                </a:xfrm>
                <a:custGeom>
                  <a:rect b="b" l="l" r="r" t="t"/>
                  <a:pathLst>
                    <a:path extrusionOk="0" h="38271" w="25060">
                      <a:moveTo>
                        <a:pt x="25060" y="0"/>
                      </a:moveTo>
                      <a:cubicBezTo>
                        <a:pt x="17536" y="5839"/>
                        <a:pt x="11249" y="12964"/>
                        <a:pt x="6296" y="21031"/>
                      </a:cubicBezTo>
                      <a:cubicBezTo>
                        <a:pt x="3438" y="26480"/>
                        <a:pt x="1352" y="32280"/>
                        <a:pt x="0" y="3827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1"/>
                <p:cNvSpPr/>
                <p:nvPr/>
              </p:nvSpPr>
              <p:spPr>
                <a:xfrm>
                  <a:off x="6323272" y="848952"/>
                  <a:ext cx="109718" cy="63225"/>
                </a:xfrm>
                <a:custGeom>
                  <a:rect b="b" l="l" r="r" t="t"/>
                  <a:pathLst>
                    <a:path extrusionOk="0" h="121539" w="189824">
                      <a:moveTo>
                        <a:pt x="189824" y="79396"/>
                      </a:moveTo>
                      <a:cubicBezTo>
                        <a:pt x="183062" y="90130"/>
                        <a:pt x="173917" y="99236"/>
                        <a:pt x="163154" y="106104"/>
                      </a:cubicBezTo>
                      <a:cubicBezTo>
                        <a:pt x="145914" y="117039"/>
                        <a:pt x="108290" y="98322"/>
                        <a:pt x="97337" y="87178"/>
                      </a:cubicBezTo>
                      <a:cubicBezTo>
                        <a:pt x="86383" y="76033"/>
                        <a:pt x="70666" y="32295"/>
                        <a:pt x="59713" y="16531"/>
                      </a:cubicBezTo>
                      <a:cubicBezTo>
                        <a:pt x="48778" y="757"/>
                        <a:pt x="38681" y="-4500"/>
                        <a:pt x="22079" y="4129"/>
                      </a:cubicBezTo>
                      <a:cubicBezTo>
                        <a:pt x="11706" y="11454"/>
                        <a:pt x="3963" y="21922"/>
                        <a:pt x="0" y="3399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1"/>
                <p:cNvSpPr/>
                <p:nvPr/>
              </p:nvSpPr>
              <p:spPr>
                <a:xfrm>
                  <a:off x="6395059" y="855819"/>
                  <a:ext cx="19337" cy="23517"/>
                </a:xfrm>
                <a:custGeom>
                  <a:rect b="b" l="l" r="r" t="t"/>
                  <a:pathLst>
                    <a:path extrusionOk="0" h="47311" w="33623">
                      <a:moveTo>
                        <a:pt x="33623" y="12611"/>
                      </a:moveTo>
                      <a:cubicBezTo>
                        <a:pt x="33623" y="12611"/>
                        <a:pt x="24098" y="31328"/>
                        <a:pt x="20955" y="39319"/>
                      </a:cubicBezTo>
                      <a:cubicBezTo>
                        <a:pt x="17812" y="47311"/>
                        <a:pt x="14668" y="1577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1"/>
                <p:cNvSpPr/>
                <p:nvPr/>
              </p:nvSpPr>
              <p:spPr>
                <a:xfrm>
                  <a:off x="6354067" y="883077"/>
                  <a:ext cx="12076" cy="12065"/>
                </a:xfrm>
                <a:custGeom>
                  <a:rect b="b" l="l" r="r" t="t"/>
                  <a:pathLst>
                    <a:path extrusionOk="0" h="21031" w="21050">
                      <a:moveTo>
                        <a:pt x="21050" y="0"/>
                      </a:moveTo>
                      <a:cubicBezTo>
                        <a:pt x="21050" y="0"/>
                        <a:pt x="6954" y="18926"/>
                        <a:pt x="0" y="2103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1"/>
                <p:cNvSpPr/>
                <p:nvPr/>
              </p:nvSpPr>
              <p:spPr>
                <a:xfrm>
                  <a:off x="6309330" y="911792"/>
                  <a:ext cx="50799" cy="16658"/>
                </a:xfrm>
                <a:custGeom>
                  <a:rect b="b" l="l" r="r" t="t"/>
                  <a:pathLst>
                    <a:path extrusionOk="0" h="31156" w="87887">
                      <a:moveTo>
                        <a:pt x="87887" y="24184"/>
                      </a:moveTo>
                      <a:cubicBezTo>
                        <a:pt x="79791" y="31156"/>
                        <a:pt x="67580" y="30242"/>
                        <a:pt x="60607" y="22155"/>
                      </a:cubicBezTo>
                      <a:cubicBezTo>
                        <a:pt x="60293" y="21793"/>
                        <a:pt x="59998" y="21422"/>
                        <a:pt x="59712" y="21031"/>
                      </a:cubicBezTo>
                      <a:cubicBezTo>
                        <a:pt x="45625" y="5258"/>
                        <a:pt x="40786" y="0"/>
                        <a:pt x="28175" y="0"/>
                      </a:cubicBezTo>
                      <a:cubicBezTo>
                        <a:pt x="18507" y="619"/>
                        <a:pt x="9001" y="2753"/>
                        <a:pt x="0" y="630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1"/>
                <p:cNvSpPr/>
                <p:nvPr/>
              </p:nvSpPr>
              <p:spPr>
                <a:xfrm>
                  <a:off x="6301423" y="820445"/>
                  <a:ext cx="102188" cy="154109"/>
                </a:xfrm>
                <a:custGeom>
                  <a:rect b="b" l="l" r="r" t="t"/>
                  <a:pathLst>
                    <a:path extrusionOk="0" h="266624" w="180404">
                      <a:moveTo>
                        <a:pt x="46490" y="0"/>
                      </a:moveTo>
                      <a:cubicBezTo>
                        <a:pt x="46490" y="0"/>
                        <a:pt x="7171" y="29861"/>
                        <a:pt x="866" y="59712"/>
                      </a:cubicBezTo>
                      <a:cubicBezTo>
                        <a:pt x="-2021" y="86516"/>
                        <a:pt x="2342" y="113595"/>
                        <a:pt x="13477" y="138141"/>
                      </a:cubicBezTo>
                      <a:cubicBezTo>
                        <a:pt x="18106" y="147599"/>
                        <a:pt x="-3764" y="156858"/>
                        <a:pt x="10324" y="180194"/>
                      </a:cubicBezTo>
                      <a:cubicBezTo>
                        <a:pt x="21544" y="197377"/>
                        <a:pt x="34736" y="213189"/>
                        <a:pt x="49643" y="227295"/>
                      </a:cubicBezTo>
                      <a:cubicBezTo>
                        <a:pt x="72999" y="222314"/>
                        <a:pt x="97201" y="222895"/>
                        <a:pt x="120252" y="228981"/>
                      </a:cubicBezTo>
                      <a:cubicBezTo>
                        <a:pt x="140254" y="239697"/>
                        <a:pt x="159114" y="252298"/>
                        <a:pt x="176640" y="26662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1"/>
                <p:cNvSpPr/>
                <p:nvPr/>
              </p:nvSpPr>
              <p:spPr>
                <a:xfrm>
                  <a:off x="6316197" y="951952"/>
                  <a:ext cx="28325" cy="43740"/>
                </a:xfrm>
                <a:custGeom>
                  <a:rect b="b" l="l" r="r" t="t"/>
                  <a:pathLst>
                    <a:path extrusionOk="0" h="75486" w="51720">
                      <a:moveTo>
                        <a:pt x="23823" y="0"/>
                      </a:moveTo>
                      <a:cubicBezTo>
                        <a:pt x="9659" y="3858"/>
                        <a:pt x="-46" y="16869"/>
                        <a:pt x="277" y="31537"/>
                      </a:cubicBezTo>
                      <a:cubicBezTo>
                        <a:pt x="-2875" y="59712"/>
                        <a:pt x="21309" y="69180"/>
                        <a:pt x="48845" y="7548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1"/>
                <p:cNvSpPr/>
                <p:nvPr/>
              </p:nvSpPr>
              <p:spPr>
                <a:xfrm>
                  <a:off x="6287482" y="895770"/>
                  <a:ext cx="21861" cy="4580"/>
                </a:xfrm>
                <a:custGeom>
                  <a:rect b="b" l="l" r="r" t="t"/>
                  <a:pathLst>
                    <a:path extrusionOk="0" h="14088" w="37633">
                      <a:moveTo>
                        <a:pt x="37633" y="7985"/>
                      </a:moveTo>
                      <a:cubicBezTo>
                        <a:pt x="37633" y="7985"/>
                        <a:pt x="14088" y="-6103"/>
                        <a:pt x="0" y="314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1"/>
                <p:cNvSpPr/>
                <p:nvPr/>
              </p:nvSpPr>
              <p:spPr>
                <a:xfrm>
                  <a:off x="6281031" y="938427"/>
                  <a:ext cx="20783" cy="12698"/>
                </a:xfrm>
                <a:custGeom>
                  <a:rect b="b" l="l" r="r" t="t"/>
                  <a:pathLst>
                    <a:path extrusionOk="0" h="22079" w="35957">
                      <a:moveTo>
                        <a:pt x="0" y="0"/>
                      </a:moveTo>
                      <a:cubicBezTo>
                        <a:pt x="0" y="0"/>
                        <a:pt x="18717" y="22079"/>
                        <a:pt x="35957" y="2207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1"/>
                <p:cNvSpPr/>
                <p:nvPr/>
              </p:nvSpPr>
              <p:spPr>
                <a:xfrm>
                  <a:off x="6343247" y="787777"/>
                  <a:ext cx="17271" cy="22917"/>
                </a:xfrm>
                <a:custGeom>
                  <a:rect b="b" l="l" r="r" t="t"/>
                  <a:pathLst>
                    <a:path extrusionOk="0" h="39748" w="29880">
                      <a:moveTo>
                        <a:pt x="21021" y="0"/>
                      </a:moveTo>
                      <a:cubicBezTo>
                        <a:pt x="21021" y="0"/>
                        <a:pt x="0" y="12621"/>
                        <a:pt x="0" y="21031"/>
                      </a:cubicBezTo>
                      <a:cubicBezTo>
                        <a:pt x="0" y="29442"/>
                        <a:pt x="29880" y="39748"/>
                        <a:pt x="29880" y="3974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1"/>
                <p:cNvSpPr/>
                <p:nvPr/>
              </p:nvSpPr>
              <p:spPr>
                <a:xfrm>
                  <a:off x="6340958" y="809625"/>
                  <a:ext cx="9157" cy="15399"/>
                </a:xfrm>
                <a:custGeom>
                  <a:rect b="b" l="l" r="r" t="t"/>
                  <a:pathLst>
                    <a:path extrusionOk="0" h="26708" w="15764">
                      <a:moveTo>
                        <a:pt x="15764" y="0"/>
                      </a:moveTo>
                      <a:lnTo>
                        <a:pt x="0" y="26708"/>
                      </a:lnTo>
                    </a:path>
                  </a:pathLst>
                </a:custGeom>
                <a:noFill/>
                <a:ln cap="flat" cmpd="sng" w="9525">
                  <a:solidFill>
                    <a:schemeClr val="dk1"/>
                  </a:solidFill>
                  <a:prstDash val="solid"/>
                  <a:round/>
                  <a:headEnd len="sm" w="sm" type="none"/>
                  <a:tailEnd len="sm" w="sm" type="none"/>
                </a:ln>
              </p:spPr>
            </p:sp>
            <p:sp>
              <p:nvSpPr>
                <p:cNvPr id="622" name="Google Shape;622;p31"/>
                <p:cNvSpPr/>
                <p:nvPr/>
              </p:nvSpPr>
              <p:spPr>
                <a:xfrm>
                  <a:off x="6410873" y="784655"/>
                  <a:ext cx="42007" cy="20423"/>
                </a:xfrm>
                <a:custGeom>
                  <a:rect b="b" l="l" r="r" t="t"/>
                  <a:pathLst>
                    <a:path extrusionOk="0" h="48568" w="72676">
                      <a:moveTo>
                        <a:pt x="0" y="35369"/>
                      </a:moveTo>
                      <a:cubicBezTo>
                        <a:pt x="4476" y="23777"/>
                        <a:pt x="10287" y="12709"/>
                        <a:pt x="17240" y="2356"/>
                      </a:cubicBezTo>
                      <a:cubicBezTo>
                        <a:pt x="25146" y="-7103"/>
                        <a:pt x="38195" y="14976"/>
                        <a:pt x="38195" y="14976"/>
                      </a:cubicBezTo>
                      <a:cubicBezTo>
                        <a:pt x="38195" y="14976"/>
                        <a:pt x="64961" y="-13199"/>
                        <a:pt x="72676" y="1497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1"/>
                <p:cNvSpPr/>
                <p:nvPr/>
              </p:nvSpPr>
              <p:spPr>
                <a:xfrm>
                  <a:off x="6414411" y="776124"/>
                  <a:ext cx="6236" cy="9990"/>
                </a:xfrm>
                <a:custGeom>
                  <a:rect b="b" l="l" r="r" t="t"/>
                  <a:pathLst>
                    <a:path extrusionOk="0" h="17240" w="10954">
                      <a:moveTo>
                        <a:pt x="10954" y="17240"/>
                      </a:moveTo>
                      <a:lnTo>
                        <a:pt x="0" y="0"/>
                      </a:lnTo>
                    </a:path>
                  </a:pathLst>
                </a:custGeom>
                <a:noFill/>
                <a:ln cap="flat" cmpd="sng" w="9525">
                  <a:solidFill>
                    <a:schemeClr val="dk1"/>
                  </a:solidFill>
                  <a:prstDash val="solid"/>
                  <a:round/>
                  <a:headEnd len="sm" w="sm" type="none"/>
                  <a:tailEnd len="sm" w="sm" type="none"/>
                </a:ln>
              </p:spPr>
            </p:sp>
            <p:sp>
              <p:nvSpPr>
                <p:cNvPr id="624" name="Google Shape;624;p31"/>
                <p:cNvSpPr/>
                <p:nvPr/>
              </p:nvSpPr>
              <p:spPr>
                <a:xfrm>
                  <a:off x="6434386" y="797765"/>
                  <a:ext cx="69865" cy="48098"/>
                </a:xfrm>
                <a:custGeom>
                  <a:rect b="b" l="l" r="r" t="t"/>
                  <a:pathLst>
                    <a:path extrusionOk="0" h="97326" w="120873">
                      <a:moveTo>
                        <a:pt x="120873" y="15877"/>
                      </a:moveTo>
                      <a:cubicBezTo>
                        <a:pt x="120873" y="15877"/>
                        <a:pt x="84677" y="-12298"/>
                        <a:pt x="72295" y="6418"/>
                      </a:cubicBezTo>
                      <a:cubicBezTo>
                        <a:pt x="59913" y="25135"/>
                        <a:pt x="75438" y="56672"/>
                        <a:pt x="48768" y="72446"/>
                      </a:cubicBezTo>
                      <a:cubicBezTo>
                        <a:pt x="34290" y="81647"/>
                        <a:pt x="16859" y="85028"/>
                        <a:pt x="0" y="8190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1"/>
                <p:cNvSpPr/>
                <p:nvPr/>
              </p:nvSpPr>
              <p:spPr>
                <a:xfrm>
                  <a:off x="6453322" y="854154"/>
                  <a:ext cx="24554" cy="22467"/>
                </a:xfrm>
                <a:custGeom>
                  <a:rect b="b" l="l" r="r" t="t"/>
                  <a:pathLst>
                    <a:path extrusionOk="0" h="42481" w="42481">
                      <a:moveTo>
                        <a:pt x="0" y="37643"/>
                      </a:moveTo>
                      <a:cubicBezTo>
                        <a:pt x="0" y="37643"/>
                        <a:pt x="3143" y="42481"/>
                        <a:pt x="17240" y="33014"/>
                      </a:cubicBezTo>
                      <a:cubicBezTo>
                        <a:pt x="31337" y="23555"/>
                        <a:pt x="28194" y="11982"/>
                        <a:pt x="4248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1"/>
                <p:cNvSpPr/>
                <p:nvPr/>
              </p:nvSpPr>
              <p:spPr>
                <a:xfrm>
                  <a:off x="6431681" y="830433"/>
                  <a:ext cx="78433" cy="80620"/>
                </a:xfrm>
                <a:custGeom>
                  <a:rect b="b" l="l" r="r" t="t"/>
                  <a:pathLst>
                    <a:path extrusionOk="0" h="151400" w="138208">
                      <a:moveTo>
                        <a:pt x="0" y="130369"/>
                      </a:moveTo>
                      <a:cubicBezTo>
                        <a:pt x="0" y="130369"/>
                        <a:pt x="58008" y="151400"/>
                        <a:pt x="80105" y="130369"/>
                      </a:cubicBezTo>
                      <a:cubicBezTo>
                        <a:pt x="102203" y="109337"/>
                        <a:pt x="95727" y="88316"/>
                        <a:pt x="105156" y="76962"/>
                      </a:cubicBezTo>
                      <a:cubicBezTo>
                        <a:pt x="114586" y="65608"/>
                        <a:pt x="138208" y="45634"/>
                        <a:pt x="135065" y="28175"/>
                      </a:cubicBezTo>
                      <a:cubicBezTo>
                        <a:pt x="131730" y="16497"/>
                        <a:pt x="124302" y="6448"/>
                        <a:pt x="114014"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1"/>
                <p:cNvSpPr/>
                <p:nvPr/>
              </p:nvSpPr>
              <p:spPr>
                <a:xfrm>
                  <a:off x="6509711" y="843750"/>
                  <a:ext cx="18102" cy="2916"/>
                </a:xfrm>
                <a:custGeom>
                  <a:rect b="b" l="l" r="r" t="t"/>
                  <a:pathLst>
                    <a:path extrusionOk="0" h="6639" w="31241">
                      <a:moveTo>
                        <a:pt x="0" y="5107"/>
                      </a:moveTo>
                      <a:cubicBezTo>
                        <a:pt x="9430" y="-456"/>
                        <a:pt x="20955" y="-1532"/>
                        <a:pt x="31241" y="216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1"/>
                <p:cNvSpPr/>
                <p:nvPr/>
              </p:nvSpPr>
              <p:spPr>
                <a:xfrm>
                  <a:off x="6492441" y="874546"/>
                  <a:ext cx="23504" cy="20799"/>
                </a:xfrm>
                <a:custGeom>
                  <a:rect b="b" l="l" r="r" t="t"/>
                  <a:pathLst>
                    <a:path extrusionOk="0" h="36166" w="40766">
                      <a:moveTo>
                        <a:pt x="0" y="0"/>
                      </a:moveTo>
                      <a:cubicBezTo>
                        <a:pt x="7810" y="17355"/>
                        <a:pt x="22670" y="30528"/>
                        <a:pt x="40766" y="3616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1"/>
                <p:cNvSpPr/>
                <p:nvPr/>
              </p:nvSpPr>
              <p:spPr>
                <a:xfrm>
                  <a:off x="6464974" y="873089"/>
                  <a:ext cx="98707" cy="102825"/>
                </a:xfrm>
                <a:custGeom>
                  <a:rect b="b" l="l" r="r" t="t"/>
                  <a:pathLst>
                    <a:path extrusionOk="0" h="177898" w="172498">
                      <a:moveTo>
                        <a:pt x="168211" y="0"/>
                      </a:moveTo>
                      <a:cubicBezTo>
                        <a:pt x="172498" y="25594"/>
                        <a:pt x="171449" y="51797"/>
                        <a:pt x="165068" y="76962"/>
                      </a:cubicBezTo>
                      <a:cubicBezTo>
                        <a:pt x="154210" y="106823"/>
                        <a:pt x="146209" y="109766"/>
                        <a:pt x="146209" y="109766"/>
                      </a:cubicBezTo>
                      <a:cubicBezTo>
                        <a:pt x="121634" y="108156"/>
                        <a:pt x="96964" y="111966"/>
                        <a:pt x="74009" y="120910"/>
                      </a:cubicBezTo>
                      <a:cubicBezTo>
                        <a:pt x="45911" y="134998"/>
                        <a:pt x="22288" y="136474"/>
                        <a:pt x="10953" y="156867"/>
                      </a:cubicBezTo>
                      <a:lnTo>
                        <a:pt x="0" y="177898"/>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1"/>
                <p:cNvSpPr/>
                <p:nvPr/>
              </p:nvSpPr>
              <p:spPr>
                <a:xfrm>
                  <a:off x="6549663" y="936554"/>
                  <a:ext cx="23325" cy="25587"/>
                </a:xfrm>
                <a:custGeom>
                  <a:rect b="b" l="l" r="r" t="t"/>
                  <a:pathLst>
                    <a:path extrusionOk="0" h="44158" w="48768">
                      <a:moveTo>
                        <a:pt x="0" y="0"/>
                      </a:moveTo>
                      <a:cubicBezTo>
                        <a:pt x="0" y="0"/>
                        <a:pt x="48768" y="12621"/>
                        <a:pt x="39243" y="4415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1"/>
                <p:cNvSpPr/>
                <p:nvPr/>
              </p:nvSpPr>
              <p:spPr>
                <a:xfrm>
                  <a:off x="6571511" y="923029"/>
                  <a:ext cx="8952" cy="23521"/>
                </a:xfrm>
                <a:custGeom>
                  <a:rect b="b" l="l" r="r" t="t"/>
                  <a:pathLst>
                    <a:path extrusionOk="0" h="40796" w="15526">
                      <a:moveTo>
                        <a:pt x="0" y="40796"/>
                      </a:moveTo>
                      <a:cubicBezTo>
                        <a:pt x="0" y="40796"/>
                        <a:pt x="15526" y="32804"/>
                        <a:pt x="1552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1"/>
                <p:cNvSpPr/>
                <p:nvPr/>
              </p:nvSpPr>
              <p:spPr>
                <a:xfrm>
                  <a:off x="6566725" y="889528"/>
                  <a:ext cx="16448" cy="2707"/>
                </a:xfrm>
                <a:custGeom>
                  <a:rect b="b" l="l" r="r" t="t"/>
                  <a:pathLst>
                    <a:path extrusionOk="0" h="4829" w="28385">
                      <a:moveTo>
                        <a:pt x="28385" y="4829"/>
                      </a:moveTo>
                      <a:lnTo>
                        <a:pt x="0" y="0"/>
                      </a:lnTo>
                    </a:path>
                  </a:pathLst>
                </a:custGeom>
                <a:noFill/>
                <a:ln cap="flat" cmpd="sng" w="9525">
                  <a:solidFill>
                    <a:schemeClr val="dk1"/>
                  </a:solidFill>
                  <a:prstDash val="solid"/>
                  <a:round/>
                  <a:headEnd len="sm" w="sm" type="none"/>
                  <a:tailEnd len="sm" w="sm" type="none"/>
                </a:ln>
              </p:spPr>
            </p:sp>
            <p:sp>
              <p:nvSpPr>
                <p:cNvPr id="633" name="Google Shape;633;p31"/>
                <p:cNvSpPr/>
                <p:nvPr/>
              </p:nvSpPr>
              <p:spPr>
                <a:xfrm>
                  <a:off x="6541339" y="817948"/>
                  <a:ext cx="27684" cy="42056"/>
                </a:xfrm>
                <a:custGeom>
                  <a:rect b="b" l="l" r="r" t="t"/>
                  <a:pathLst>
                    <a:path extrusionOk="0" h="72761" w="55531">
                      <a:moveTo>
                        <a:pt x="0" y="0"/>
                      </a:moveTo>
                      <a:cubicBezTo>
                        <a:pt x="11049" y="1133"/>
                        <a:pt x="19908" y="9916"/>
                        <a:pt x="21051" y="21031"/>
                      </a:cubicBezTo>
                      <a:lnTo>
                        <a:pt x="24194" y="39748"/>
                      </a:lnTo>
                      <a:cubicBezTo>
                        <a:pt x="24194" y="39748"/>
                        <a:pt x="55531" y="49206"/>
                        <a:pt x="46197" y="7276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1"/>
                <p:cNvSpPr/>
                <p:nvPr/>
              </p:nvSpPr>
              <p:spPr>
                <a:xfrm>
                  <a:off x="6518035" y="789441"/>
                  <a:ext cx="8523" cy="29119"/>
                </a:xfrm>
                <a:custGeom>
                  <a:rect b="b" l="l" r="r" t="t"/>
                  <a:pathLst>
                    <a:path extrusionOk="0" h="50254" w="16384">
                      <a:moveTo>
                        <a:pt x="0" y="0"/>
                      </a:moveTo>
                      <a:cubicBezTo>
                        <a:pt x="11335" y="14154"/>
                        <a:pt x="16384" y="32290"/>
                        <a:pt x="14098" y="502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1"/>
                <p:cNvSpPr/>
                <p:nvPr/>
              </p:nvSpPr>
              <p:spPr>
                <a:xfrm>
                  <a:off x="6467887" y="776748"/>
                  <a:ext cx="26195" cy="4159"/>
                </a:xfrm>
                <a:custGeom>
                  <a:rect b="b" l="l" r="r" t="t"/>
                  <a:pathLst>
                    <a:path extrusionOk="0" h="8801" w="45434">
                      <a:moveTo>
                        <a:pt x="0" y="1143"/>
                      </a:moveTo>
                      <a:cubicBezTo>
                        <a:pt x="15430" y="-1562"/>
                        <a:pt x="31338" y="562"/>
                        <a:pt x="45434" y="723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1"/>
                <p:cNvSpPr/>
                <p:nvPr/>
              </p:nvSpPr>
              <p:spPr>
                <a:xfrm>
                  <a:off x="6471425" y="963812"/>
                  <a:ext cx="59954" cy="15617"/>
                </a:xfrm>
                <a:custGeom>
                  <a:rect b="b" l="l" r="r" t="t"/>
                  <a:pathLst>
                    <a:path extrusionOk="0" h="42053" w="103727">
                      <a:moveTo>
                        <a:pt x="0" y="0"/>
                      </a:moveTo>
                      <a:cubicBezTo>
                        <a:pt x="0" y="0"/>
                        <a:pt x="50292" y="42053"/>
                        <a:pt x="103727" y="21031"/>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1"/>
                <p:cNvSpPr/>
                <p:nvPr/>
              </p:nvSpPr>
              <p:spPr>
                <a:xfrm>
                  <a:off x="6525109" y="959443"/>
                  <a:ext cx="31632" cy="20808"/>
                </a:xfrm>
                <a:custGeom>
                  <a:rect b="b" l="l" r="r" t="t"/>
                  <a:pathLst>
                    <a:path extrusionOk="0" h="40910" w="54864">
                      <a:moveTo>
                        <a:pt x="0" y="1582"/>
                      </a:moveTo>
                      <a:cubicBezTo>
                        <a:pt x="23431" y="-4848"/>
                        <a:pt x="47530" y="8906"/>
                        <a:pt x="54007" y="32309"/>
                      </a:cubicBezTo>
                      <a:cubicBezTo>
                        <a:pt x="54387" y="33547"/>
                        <a:pt x="54673" y="34805"/>
                        <a:pt x="54864" y="36062"/>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1"/>
                <p:cNvSpPr/>
                <p:nvPr/>
              </p:nvSpPr>
              <p:spPr>
                <a:xfrm>
                  <a:off x="6452697" y="924901"/>
                  <a:ext cx="16641" cy="15399"/>
                </a:xfrm>
                <a:custGeom>
                  <a:rect b="b" l="l" r="r" t="t"/>
                  <a:pathLst>
                    <a:path extrusionOk="0" h="26708" w="34480">
                      <a:moveTo>
                        <a:pt x="28960" y="0"/>
                      </a:moveTo>
                      <a:cubicBezTo>
                        <a:pt x="28960" y="0"/>
                        <a:pt x="-5520" y="3153"/>
                        <a:pt x="766" y="2670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1"/>
                <p:cNvSpPr/>
                <p:nvPr/>
              </p:nvSpPr>
              <p:spPr>
                <a:xfrm>
                  <a:off x="6526982" y="863102"/>
                  <a:ext cx="18112" cy="15399"/>
                </a:xfrm>
                <a:custGeom>
                  <a:rect b="b" l="l" r="r" t="t"/>
                  <a:pathLst>
                    <a:path extrusionOk="0" h="26708" w="31336">
                      <a:moveTo>
                        <a:pt x="0" y="26708"/>
                      </a:moveTo>
                      <a:cubicBezTo>
                        <a:pt x="0" y="26708"/>
                        <a:pt x="12382" y="25022"/>
                        <a:pt x="3133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1"/>
                <p:cNvSpPr/>
                <p:nvPr/>
              </p:nvSpPr>
              <p:spPr>
                <a:xfrm>
                  <a:off x="6536970" y="873089"/>
                  <a:ext cx="1871" cy="12698"/>
                </a:xfrm>
                <a:custGeom>
                  <a:rect b="b" l="l" r="r" t="t"/>
                  <a:pathLst>
                    <a:path extrusionOk="0" h="21860" w="3143">
                      <a:moveTo>
                        <a:pt x="0" y="0"/>
                      </a:moveTo>
                      <a:lnTo>
                        <a:pt x="3143" y="21860"/>
                      </a:lnTo>
                    </a:path>
                  </a:pathLst>
                </a:custGeom>
                <a:noFill/>
                <a:ln cap="flat" cmpd="sng" w="9525">
                  <a:solidFill>
                    <a:schemeClr val="dk1"/>
                  </a:solidFill>
                  <a:prstDash val="solid"/>
                  <a:round/>
                  <a:headEnd len="sm" w="sm" type="none"/>
                  <a:tailEnd len="sm" w="sm" type="none"/>
                </a:ln>
              </p:spPr>
            </p:sp>
            <p:sp>
              <p:nvSpPr>
                <p:cNvPr id="641" name="Google Shape;641;p31"/>
                <p:cNvSpPr/>
                <p:nvPr/>
              </p:nvSpPr>
              <p:spPr>
                <a:xfrm>
                  <a:off x="6379869" y="935305"/>
                  <a:ext cx="43712" cy="12688"/>
                </a:xfrm>
                <a:custGeom>
                  <a:rect b="b" l="l" r="r" t="t"/>
                  <a:pathLst>
                    <a:path extrusionOk="0" h="23860" w="75438">
                      <a:moveTo>
                        <a:pt x="0" y="0"/>
                      </a:moveTo>
                      <a:cubicBezTo>
                        <a:pt x="8192" y="11459"/>
                        <a:pt x="20765" y="19060"/>
                        <a:pt x="34671" y="21031"/>
                      </a:cubicBezTo>
                      <a:cubicBezTo>
                        <a:pt x="49245" y="23860"/>
                        <a:pt x="64294" y="19831"/>
                        <a:pt x="75438" y="1009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6535097" y="908463"/>
                  <a:ext cx="25380" cy="9162"/>
                </a:xfrm>
                <a:custGeom>
                  <a:rect b="b" l="l" r="r" t="t"/>
                  <a:pathLst>
                    <a:path extrusionOk="0" h="15773" w="43910">
                      <a:moveTo>
                        <a:pt x="43910" y="15773"/>
                      </a:moveTo>
                      <a:cubicBezTo>
                        <a:pt x="31527" y="5629"/>
                        <a:pt x="16001" y="57"/>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6328682" y="873089"/>
                  <a:ext cx="12065" cy="17260"/>
                </a:xfrm>
                <a:custGeom>
                  <a:rect b="b" l="l" r="r" t="t"/>
                  <a:pathLst>
                    <a:path extrusionOk="0" h="29861" w="21031">
                      <a:moveTo>
                        <a:pt x="21031" y="0"/>
                      </a:moveTo>
                      <a:cubicBezTo>
                        <a:pt x="9982" y="6391"/>
                        <a:pt x="2295" y="17307"/>
                        <a:pt x="0" y="2986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1"/>
                <p:cNvSpPr/>
                <p:nvPr/>
              </p:nvSpPr>
              <p:spPr>
                <a:xfrm>
                  <a:off x="6467679" y="2177543"/>
                  <a:ext cx="43111" cy="114827"/>
                </a:xfrm>
                <a:custGeom>
                  <a:rect b="b" l="l" r="r" t="t"/>
                  <a:pathLst>
                    <a:path extrusionOk="0" h="204807" w="80200">
                      <a:moveTo>
                        <a:pt x="58744" y="4983"/>
                      </a:moveTo>
                      <a:cubicBezTo>
                        <a:pt x="58744" y="4983"/>
                        <a:pt x="13310" y="34634"/>
                        <a:pt x="5309" y="70800"/>
                      </a:cubicBezTo>
                      <a:cubicBezTo>
                        <a:pt x="451" y="112663"/>
                        <a:pt x="-1073" y="154849"/>
                        <a:pt x="737" y="196959"/>
                      </a:cubicBezTo>
                      <a:lnTo>
                        <a:pt x="19596" y="198645"/>
                      </a:lnTo>
                      <a:cubicBezTo>
                        <a:pt x="19596" y="198645"/>
                        <a:pt x="13310" y="106129"/>
                        <a:pt x="19596" y="90355"/>
                      </a:cubicBezTo>
                      <a:cubicBezTo>
                        <a:pt x="25883" y="74582"/>
                        <a:pt x="52458" y="74582"/>
                        <a:pt x="52458" y="74582"/>
                      </a:cubicBezTo>
                      <a:cubicBezTo>
                        <a:pt x="63220" y="59751"/>
                        <a:pt x="70364" y="42616"/>
                        <a:pt x="73413" y="24537"/>
                      </a:cubicBezTo>
                      <a:cubicBezTo>
                        <a:pt x="74460" y="1830"/>
                        <a:pt x="79127" y="-6162"/>
                        <a:pt x="58744" y="49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1"/>
                <p:cNvSpPr/>
                <p:nvPr/>
              </p:nvSpPr>
              <p:spPr>
                <a:xfrm>
                  <a:off x="6459980" y="2162145"/>
                  <a:ext cx="55085" cy="24544"/>
                </a:xfrm>
                <a:custGeom>
                  <a:rect b="b" l="l" r="r" t="t"/>
                  <a:pathLst>
                    <a:path extrusionOk="0" h="43110" w="108299">
                      <a:moveTo>
                        <a:pt x="83058" y="0"/>
                      </a:moveTo>
                      <a:cubicBezTo>
                        <a:pt x="73723" y="8620"/>
                        <a:pt x="63151" y="15726"/>
                        <a:pt x="51720" y="21031"/>
                      </a:cubicBezTo>
                      <a:cubicBezTo>
                        <a:pt x="34671" y="24641"/>
                        <a:pt x="17145" y="25213"/>
                        <a:pt x="0" y="22717"/>
                      </a:cubicBezTo>
                      <a:lnTo>
                        <a:pt x="1428" y="39957"/>
                      </a:lnTo>
                      <a:cubicBezTo>
                        <a:pt x="15335" y="42605"/>
                        <a:pt x="29432" y="43110"/>
                        <a:pt x="43529" y="41434"/>
                      </a:cubicBezTo>
                      <a:cubicBezTo>
                        <a:pt x="58484" y="38662"/>
                        <a:pt x="73151" y="34509"/>
                        <a:pt x="87439" y="29032"/>
                      </a:cubicBezTo>
                      <a:cubicBezTo>
                        <a:pt x="87439" y="29032"/>
                        <a:pt x="108299" y="4848"/>
                        <a:pt x="83058"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1"/>
                <p:cNvSpPr/>
                <p:nvPr/>
              </p:nvSpPr>
              <p:spPr>
                <a:xfrm>
                  <a:off x="6463726" y="2192109"/>
                  <a:ext cx="48868" cy="12703"/>
                </a:xfrm>
                <a:custGeom>
                  <a:rect b="b" l="l" r="r" t="t"/>
                  <a:pathLst>
                    <a:path extrusionOk="0" h="21869" w="94202">
                      <a:moveTo>
                        <a:pt x="79914" y="0"/>
                      </a:moveTo>
                      <a:lnTo>
                        <a:pt x="3143" y="6096"/>
                      </a:lnTo>
                      <a:lnTo>
                        <a:pt x="0" y="20393"/>
                      </a:lnTo>
                      <a:cubicBezTo>
                        <a:pt x="11906" y="19431"/>
                        <a:pt x="24003" y="19431"/>
                        <a:pt x="35909" y="20393"/>
                      </a:cubicBezTo>
                      <a:cubicBezTo>
                        <a:pt x="53150" y="21869"/>
                        <a:pt x="72104" y="21869"/>
                        <a:pt x="72104" y="21869"/>
                      </a:cubicBezTo>
                      <a:cubicBezTo>
                        <a:pt x="72104" y="21869"/>
                        <a:pt x="94202" y="20393"/>
                        <a:pt x="799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1"/>
                <p:cNvSpPr/>
                <p:nvPr/>
              </p:nvSpPr>
              <p:spPr>
                <a:xfrm>
                  <a:off x="6478083" y="2077665"/>
                  <a:ext cx="123931" cy="2064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6478083" y="2077665"/>
                  <a:ext cx="123931" cy="2064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a:off x="6556529" y="2135095"/>
                  <a:ext cx="11230" cy="9990"/>
                </a:xfrm>
                <a:custGeom>
                  <a:rect b="b" l="l" r="r" t="t"/>
                  <a:pathLst>
                    <a:path extrusionOk="0" h="17240" w="19527">
                      <a:moveTo>
                        <a:pt x="0" y="17240"/>
                      </a:moveTo>
                      <a:cubicBezTo>
                        <a:pt x="6954" y="12087"/>
                        <a:pt x="13526" y="6315"/>
                        <a:pt x="19527"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6522612" y="2149868"/>
                  <a:ext cx="25986" cy="8748"/>
                </a:xfrm>
                <a:custGeom>
                  <a:rect b="b" l="l" r="r" t="t"/>
                  <a:pathLst>
                    <a:path extrusionOk="0" h="15135" w="44958">
                      <a:moveTo>
                        <a:pt x="0" y="15135"/>
                      </a:moveTo>
                      <a:cubicBezTo>
                        <a:pt x="15716" y="12725"/>
                        <a:pt x="30956" y="7601"/>
                        <a:pt x="44958"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6515329" y="2200016"/>
                  <a:ext cx="64575" cy="22869"/>
                </a:xfrm>
                <a:custGeom>
                  <a:rect b="b" l="l" r="r" t="t"/>
                  <a:pathLst>
                    <a:path extrusionOk="0" h="47102" w="111443">
                      <a:moveTo>
                        <a:pt x="0" y="513"/>
                      </a:moveTo>
                      <a:cubicBezTo>
                        <a:pt x="0" y="513"/>
                        <a:pt x="79915" y="-7479"/>
                        <a:pt x="111443" y="3962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a:off x="6478083" y="2077665"/>
                  <a:ext cx="123931" cy="2064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a:off x="6383407" y="2177543"/>
                  <a:ext cx="43046" cy="114827"/>
                </a:xfrm>
                <a:custGeom>
                  <a:rect b="b" l="l" r="r" t="t"/>
                  <a:pathLst>
                    <a:path extrusionOk="0" h="204807" w="80295">
                      <a:moveTo>
                        <a:pt x="15870" y="4983"/>
                      </a:moveTo>
                      <a:cubicBezTo>
                        <a:pt x="15870" y="4983"/>
                        <a:pt x="61304" y="34634"/>
                        <a:pt x="69115" y="70800"/>
                      </a:cubicBezTo>
                      <a:cubicBezTo>
                        <a:pt x="74163" y="112653"/>
                        <a:pt x="75782" y="154849"/>
                        <a:pt x="73973" y="196959"/>
                      </a:cubicBezTo>
                      <a:lnTo>
                        <a:pt x="55018" y="198645"/>
                      </a:lnTo>
                      <a:cubicBezTo>
                        <a:pt x="55018" y="198645"/>
                        <a:pt x="61304" y="106129"/>
                        <a:pt x="55018" y="90355"/>
                      </a:cubicBezTo>
                      <a:cubicBezTo>
                        <a:pt x="48732" y="74582"/>
                        <a:pt x="22252" y="74582"/>
                        <a:pt x="22252" y="74582"/>
                      </a:cubicBezTo>
                      <a:cubicBezTo>
                        <a:pt x="11393" y="59751"/>
                        <a:pt x="4250" y="42616"/>
                        <a:pt x="1201" y="24537"/>
                      </a:cubicBezTo>
                      <a:cubicBezTo>
                        <a:pt x="154" y="1830"/>
                        <a:pt x="-4513" y="-6162"/>
                        <a:pt x="15870" y="49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6379245" y="2162145"/>
                  <a:ext cx="54862" cy="24555"/>
                </a:xfrm>
                <a:custGeom>
                  <a:rect b="b" l="l" r="r" t="t"/>
                  <a:pathLst>
                    <a:path extrusionOk="0" h="43129" w="107251">
                      <a:moveTo>
                        <a:pt x="12112" y="0"/>
                      </a:moveTo>
                      <a:cubicBezTo>
                        <a:pt x="21351" y="8620"/>
                        <a:pt x="31924" y="15726"/>
                        <a:pt x="43354" y="21031"/>
                      </a:cubicBezTo>
                      <a:cubicBezTo>
                        <a:pt x="60404" y="24641"/>
                        <a:pt x="77929" y="25213"/>
                        <a:pt x="95170" y="22717"/>
                      </a:cubicBezTo>
                      <a:lnTo>
                        <a:pt x="93455" y="39957"/>
                      </a:lnTo>
                      <a:cubicBezTo>
                        <a:pt x="79549" y="42634"/>
                        <a:pt x="65357" y="43129"/>
                        <a:pt x="51355" y="41434"/>
                      </a:cubicBezTo>
                      <a:cubicBezTo>
                        <a:pt x="36401" y="38662"/>
                        <a:pt x="21732" y="34509"/>
                        <a:pt x="7445" y="29032"/>
                      </a:cubicBezTo>
                      <a:cubicBezTo>
                        <a:pt x="7445" y="29032"/>
                        <a:pt x="-12081" y="4848"/>
                        <a:pt x="12112"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6381534" y="2192109"/>
                  <a:ext cx="48868" cy="12703"/>
                </a:xfrm>
                <a:custGeom>
                  <a:rect b="b" l="l" r="r" t="t"/>
                  <a:pathLst>
                    <a:path extrusionOk="0" h="21869" w="94202">
                      <a:moveTo>
                        <a:pt x="4809" y="0"/>
                      </a:moveTo>
                      <a:lnTo>
                        <a:pt x="81581" y="6096"/>
                      </a:lnTo>
                      <a:lnTo>
                        <a:pt x="84724" y="20393"/>
                      </a:lnTo>
                      <a:cubicBezTo>
                        <a:pt x="72723" y="19421"/>
                        <a:pt x="60626" y="19421"/>
                        <a:pt x="48625" y="20393"/>
                      </a:cubicBezTo>
                      <a:cubicBezTo>
                        <a:pt x="31384" y="21869"/>
                        <a:pt x="12620" y="21869"/>
                        <a:pt x="12620" y="21869"/>
                      </a:cubicBezTo>
                      <a:cubicBezTo>
                        <a:pt x="12620" y="21869"/>
                        <a:pt x="-9478" y="20393"/>
                        <a:pt x="48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6292060" y="2077665"/>
                  <a:ext cx="123926" cy="2064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a:off x="6292060" y="2077665"/>
                  <a:ext cx="123926" cy="2064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a:off x="6326185" y="2135095"/>
                  <a:ext cx="11246" cy="9990"/>
                </a:xfrm>
                <a:custGeom>
                  <a:rect b="b" l="l" r="r" t="t"/>
                  <a:pathLst>
                    <a:path extrusionOk="0" h="17240" w="19555">
                      <a:moveTo>
                        <a:pt x="19555" y="17240"/>
                      </a:moveTo>
                      <a:cubicBezTo>
                        <a:pt x="12488" y="12144"/>
                        <a:pt x="5944" y="6372"/>
                        <a:pt x="0"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6346160" y="2149868"/>
                  <a:ext cx="26024" cy="8748"/>
                </a:xfrm>
                <a:custGeom>
                  <a:rect b="b" l="l" r="r" t="t"/>
                  <a:pathLst>
                    <a:path extrusionOk="0" h="15135" w="45025">
                      <a:moveTo>
                        <a:pt x="45025" y="15135"/>
                      </a:moveTo>
                      <a:cubicBezTo>
                        <a:pt x="29213" y="12725"/>
                        <a:pt x="13974" y="7601"/>
                        <a:pt x="0"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6314532" y="2200016"/>
                  <a:ext cx="64569" cy="22869"/>
                </a:xfrm>
                <a:custGeom>
                  <a:rect b="b" l="l" r="r" t="t"/>
                  <a:pathLst>
                    <a:path extrusionOk="0" h="47102" w="111433">
                      <a:moveTo>
                        <a:pt x="111433" y="513"/>
                      </a:moveTo>
                      <a:cubicBezTo>
                        <a:pt x="111433" y="513"/>
                        <a:pt x="31328" y="-7479"/>
                        <a:pt x="0" y="3962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6292060" y="2077665"/>
                  <a:ext cx="123926" cy="2064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1"/>
                <p:cNvSpPr/>
                <p:nvPr/>
              </p:nvSpPr>
              <p:spPr>
                <a:xfrm>
                  <a:off x="6312035" y="2563739"/>
                  <a:ext cx="250014" cy="109382"/>
                </a:xfrm>
                <a:custGeom>
                  <a:rect b="b" l="l" r="r" t="t"/>
                  <a:pathLst>
                    <a:path extrusionOk="0" h="189243" w="438026">
                      <a:moveTo>
                        <a:pt x="405937" y="1467"/>
                      </a:moveTo>
                      <a:cubicBezTo>
                        <a:pt x="410128" y="69380"/>
                        <a:pt x="395555" y="131207"/>
                        <a:pt x="370409" y="147180"/>
                      </a:cubicBezTo>
                      <a:cubicBezTo>
                        <a:pt x="345168" y="163163"/>
                        <a:pt x="254299" y="165049"/>
                        <a:pt x="221724" y="163792"/>
                      </a:cubicBezTo>
                      <a:cubicBezTo>
                        <a:pt x="221724" y="163792"/>
                        <a:pt x="133427" y="163792"/>
                        <a:pt x="92184" y="144656"/>
                      </a:cubicBezTo>
                      <a:cubicBezTo>
                        <a:pt x="60437" y="130359"/>
                        <a:pt x="24899" y="100917"/>
                        <a:pt x="26576" y="1467"/>
                      </a:cubicBezTo>
                      <a:lnTo>
                        <a:pt x="77" y="1467"/>
                      </a:lnTo>
                      <a:cubicBezTo>
                        <a:pt x="-1609" y="89364"/>
                        <a:pt x="24261" y="142561"/>
                        <a:pt x="81040" y="168212"/>
                      </a:cubicBezTo>
                      <a:cubicBezTo>
                        <a:pt x="127712" y="189243"/>
                        <a:pt x="218104" y="189243"/>
                        <a:pt x="221247" y="189243"/>
                      </a:cubicBezTo>
                      <a:lnTo>
                        <a:pt x="248013" y="189243"/>
                      </a:lnTo>
                      <a:cubicBezTo>
                        <a:pt x="286875" y="189243"/>
                        <a:pt x="356026" y="186509"/>
                        <a:pt x="384888" y="168212"/>
                      </a:cubicBezTo>
                      <a:cubicBezTo>
                        <a:pt x="423749" y="143608"/>
                        <a:pt x="436417" y="68332"/>
                        <a:pt x="432607" y="0"/>
                      </a:cubicBezTo>
                      <a:lnTo>
                        <a:pt x="405937" y="1476"/>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1"/>
                <p:cNvSpPr/>
                <p:nvPr/>
              </p:nvSpPr>
              <p:spPr>
                <a:xfrm>
                  <a:off x="6359894" y="2606188"/>
                  <a:ext cx="162031" cy="166336"/>
                </a:xfrm>
                <a:custGeom>
                  <a:rect b="b" l="l" r="r" t="t"/>
                  <a:pathLst>
                    <a:path extrusionOk="0" h="316240" w="295085">
                      <a:moveTo>
                        <a:pt x="272161" y="66744"/>
                      </a:moveTo>
                      <a:cubicBezTo>
                        <a:pt x="268446" y="41675"/>
                        <a:pt x="252730" y="19977"/>
                        <a:pt x="230156" y="8499"/>
                      </a:cubicBezTo>
                      <a:cubicBezTo>
                        <a:pt x="188055" y="-17152"/>
                        <a:pt x="168148" y="24692"/>
                        <a:pt x="129191" y="11652"/>
                      </a:cubicBezTo>
                      <a:cubicBezTo>
                        <a:pt x="90329" y="-1388"/>
                        <a:pt x="24035" y="-1178"/>
                        <a:pt x="4985" y="57067"/>
                      </a:cubicBezTo>
                      <a:cubicBezTo>
                        <a:pt x="-9208" y="104664"/>
                        <a:pt x="7557" y="156032"/>
                        <a:pt x="46990" y="186169"/>
                      </a:cubicBezTo>
                      <a:cubicBezTo>
                        <a:pt x="64516" y="201695"/>
                        <a:pt x="85662" y="212734"/>
                        <a:pt x="108426" y="218344"/>
                      </a:cubicBezTo>
                      <a:cubicBezTo>
                        <a:pt x="108426" y="218344"/>
                        <a:pt x="121475" y="299088"/>
                        <a:pt x="137382" y="286258"/>
                      </a:cubicBezTo>
                      <a:cubicBezTo>
                        <a:pt x="153384" y="273427"/>
                        <a:pt x="172910" y="218344"/>
                        <a:pt x="172910" y="218344"/>
                      </a:cubicBezTo>
                      <a:cubicBezTo>
                        <a:pt x="204343" y="201466"/>
                        <a:pt x="233680" y="180930"/>
                        <a:pt x="260255" y="157156"/>
                      </a:cubicBezTo>
                      <a:cubicBezTo>
                        <a:pt x="281305" y="131838"/>
                        <a:pt x="285877" y="96672"/>
                        <a:pt x="272161" y="6673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6406087" y="1602618"/>
                  <a:ext cx="276667" cy="281218"/>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1"/>
                <p:cNvSpPr/>
                <p:nvPr/>
              </p:nvSpPr>
              <p:spPr>
                <a:xfrm>
                  <a:off x="6406087" y="1602618"/>
                  <a:ext cx="276667" cy="281218"/>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1"/>
                <p:cNvSpPr/>
                <p:nvPr/>
              </p:nvSpPr>
              <p:spPr>
                <a:xfrm>
                  <a:off x="6406087" y="1602618"/>
                  <a:ext cx="276667" cy="281218"/>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1"/>
                <p:cNvSpPr/>
                <p:nvPr/>
              </p:nvSpPr>
              <p:spPr>
                <a:xfrm>
                  <a:off x="6464142" y="1465285"/>
                  <a:ext cx="173706" cy="195190"/>
                </a:xfrm>
                <a:custGeom>
                  <a:rect b="b" l="l" r="r" t="t"/>
                  <a:pathLst>
                    <a:path extrusionOk="0" h="337699" w="302800">
                      <a:moveTo>
                        <a:pt x="52643" y="337690"/>
                      </a:moveTo>
                      <a:cubicBezTo>
                        <a:pt x="52643" y="337690"/>
                        <a:pt x="2541" y="330327"/>
                        <a:pt x="65" y="257575"/>
                      </a:cubicBezTo>
                      <a:cubicBezTo>
                        <a:pt x="-2507" y="184823"/>
                        <a:pt x="72550" y="102603"/>
                        <a:pt x="72550" y="102603"/>
                      </a:cubicBezTo>
                      <a:cubicBezTo>
                        <a:pt x="65215" y="86268"/>
                        <a:pt x="56833" y="70399"/>
                        <a:pt x="47594" y="55083"/>
                      </a:cubicBezTo>
                      <a:lnTo>
                        <a:pt x="25020" y="14926"/>
                      </a:lnTo>
                      <a:lnTo>
                        <a:pt x="62453" y="0"/>
                      </a:lnTo>
                      <a:cubicBezTo>
                        <a:pt x="73502" y="10744"/>
                        <a:pt x="83599" y="22422"/>
                        <a:pt x="92552" y="34909"/>
                      </a:cubicBezTo>
                      <a:cubicBezTo>
                        <a:pt x="100172" y="47530"/>
                        <a:pt x="115031" y="76962"/>
                        <a:pt x="115031" y="76962"/>
                      </a:cubicBezTo>
                      <a:lnTo>
                        <a:pt x="115031" y="13878"/>
                      </a:lnTo>
                      <a:lnTo>
                        <a:pt x="155226" y="11354"/>
                      </a:lnTo>
                      <a:lnTo>
                        <a:pt x="167609" y="83896"/>
                      </a:lnTo>
                      <a:cubicBezTo>
                        <a:pt x="167609" y="83896"/>
                        <a:pt x="160275" y="66446"/>
                        <a:pt x="217615" y="86420"/>
                      </a:cubicBezTo>
                      <a:cubicBezTo>
                        <a:pt x="275051" y="106394"/>
                        <a:pt x="297816" y="164011"/>
                        <a:pt x="300293" y="209007"/>
                      </a:cubicBezTo>
                      <a:cubicBezTo>
                        <a:pt x="299721" y="246374"/>
                        <a:pt x="293815" y="283464"/>
                        <a:pt x="282861" y="319192"/>
                      </a:cubicBezTo>
                      <a:lnTo>
                        <a:pt x="198756" y="256108"/>
                      </a:lnTo>
                      <a:cubicBezTo>
                        <a:pt x="198756" y="256108"/>
                        <a:pt x="206281" y="161068"/>
                        <a:pt x="168657" y="168640"/>
                      </a:cubicBezTo>
                      <a:cubicBezTo>
                        <a:pt x="131033" y="176213"/>
                        <a:pt x="136271" y="213636"/>
                        <a:pt x="111221" y="268729"/>
                      </a:cubicBezTo>
                      <a:cubicBezTo>
                        <a:pt x="86265" y="323821"/>
                        <a:pt x="52643" y="337699"/>
                        <a:pt x="52643" y="33769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6518035" y="1553095"/>
                  <a:ext cx="130149" cy="115382"/>
                </a:xfrm>
                <a:custGeom>
                  <a:rect b="b" l="l" r="r" t="t"/>
                  <a:pathLst>
                    <a:path extrusionOk="0" h="202149" w="225171">
                      <a:moveTo>
                        <a:pt x="0" y="150980"/>
                      </a:moveTo>
                      <a:cubicBezTo>
                        <a:pt x="0" y="150980"/>
                        <a:pt x="50006" y="33232"/>
                        <a:pt x="100108" y="15773"/>
                      </a:cubicBezTo>
                      <a:cubicBezTo>
                        <a:pt x="131827" y="2942"/>
                        <a:pt x="166117" y="-2182"/>
                        <a:pt x="200120" y="847"/>
                      </a:cubicBezTo>
                      <a:cubicBezTo>
                        <a:pt x="217837" y="3371"/>
                        <a:pt x="225171" y="35756"/>
                        <a:pt x="225171" y="68341"/>
                      </a:cubicBezTo>
                      <a:cubicBezTo>
                        <a:pt x="225171" y="100926"/>
                        <a:pt x="177641" y="85791"/>
                        <a:pt x="150114" y="115861"/>
                      </a:cubicBezTo>
                      <a:cubicBezTo>
                        <a:pt x="122587" y="145932"/>
                        <a:pt x="127635" y="199967"/>
                        <a:pt x="127635" y="199967"/>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6595440" y="1670244"/>
                  <a:ext cx="75511" cy="177215"/>
                </a:xfrm>
                <a:custGeom>
                  <a:rect b="b" l="l" r="r" t="t"/>
                  <a:pathLst>
                    <a:path extrusionOk="0" h="306600" w="132969">
                      <a:moveTo>
                        <a:pt x="115121" y="83896"/>
                      </a:moveTo>
                      <a:cubicBezTo>
                        <a:pt x="106835" y="70514"/>
                        <a:pt x="94928" y="59779"/>
                        <a:pt x="80831" y="52987"/>
                      </a:cubicBezTo>
                      <a:lnTo>
                        <a:pt x="70545" y="48997"/>
                      </a:lnTo>
                      <a:cubicBezTo>
                        <a:pt x="67401" y="47520"/>
                        <a:pt x="64353" y="45834"/>
                        <a:pt x="61495" y="43948"/>
                      </a:cubicBezTo>
                      <a:cubicBezTo>
                        <a:pt x="55495" y="40110"/>
                        <a:pt x="49875" y="35824"/>
                        <a:pt x="44636" y="31118"/>
                      </a:cubicBezTo>
                      <a:cubicBezTo>
                        <a:pt x="33874" y="21479"/>
                        <a:pt x="23872" y="11078"/>
                        <a:pt x="14538" y="0"/>
                      </a:cubicBezTo>
                      <a:lnTo>
                        <a:pt x="1298" y="11773"/>
                      </a:lnTo>
                      <a:cubicBezTo>
                        <a:pt x="11966" y="22765"/>
                        <a:pt x="23395" y="32956"/>
                        <a:pt x="35588" y="42262"/>
                      </a:cubicBezTo>
                      <a:lnTo>
                        <a:pt x="39969" y="44996"/>
                      </a:lnTo>
                      <a:lnTo>
                        <a:pt x="39969" y="44996"/>
                      </a:lnTo>
                      <a:cubicBezTo>
                        <a:pt x="26444" y="58083"/>
                        <a:pt x="15681" y="73828"/>
                        <a:pt x="8442" y="91259"/>
                      </a:cubicBezTo>
                      <a:cubicBezTo>
                        <a:pt x="-226" y="113976"/>
                        <a:pt x="-2322" y="138703"/>
                        <a:pt x="2632" y="162544"/>
                      </a:cubicBezTo>
                      <a:cubicBezTo>
                        <a:pt x="5488" y="185671"/>
                        <a:pt x="9775" y="208597"/>
                        <a:pt x="12252" y="231515"/>
                      </a:cubicBezTo>
                      <a:cubicBezTo>
                        <a:pt x="16728" y="254260"/>
                        <a:pt x="13586" y="277844"/>
                        <a:pt x="3202" y="298590"/>
                      </a:cubicBezTo>
                      <a:cubicBezTo>
                        <a:pt x="14918" y="278139"/>
                        <a:pt x="19586" y="254451"/>
                        <a:pt x="16728" y="231095"/>
                      </a:cubicBezTo>
                      <a:cubicBezTo>
                        <a:pt x="16728" y="207759"/>
                        <a:pt x="12918" y="184623"/>
                        <a:pt x="11394" y="161706"/>
                      </a:cubicBezTo>
                      <a:cubicBezTo>
                        <a:pt x="8346" y="139541"/>
                        <a:pt x="11585" y="116957"/>
                        <a:pt x="20729" y="96526"/>
                      </a:cubicBezTo>
                      <a:cubicBezTo>
                        <a:pt x="22539" y="92745"/>
                        <a:pt x="24920" y="88954"/>
                        <a:pt x="27206" y="85173"/>
                      </a:cubicBezTo>
                      <a:cubicBezTo>
                        <a:pt x="35492" y="99041"/>
                        <a:pt x="42065" y="113871"/>
                        <a:pt x="46732" y="129330"/>
                      </a:cubicBezTo>
                      <a:cubicBezTo>
                        <a:pt x="52447" y="148895"/>
                        <a:pt x="55590" y="169097"/>
                        <a:pt x="56257" y="189471"/>
                      </a:cubicBezTo>
                      <a:cubicBezTo>
                        <a:pt x="56924" y="210693"/>
                        <a:pt x="59496" y="231800"/>
                        <a:pt x="63972" y="252555"/>
                      </a:cubicBezTo>
                      <a:cubicBezTo>
                        <a:pt x="66258" y="262852"/>
                        <a:pt x="69593" y="272863"/>
                        <a:pt x="74069" y="282416"/>
                      </a:cubicBezTo>
                      <a:cubicBezTo>
                        <a:pt x="78069" y="292084"/>
                        <a:pt x="84737" y="300457"/>
                        <a:pt x="93214" y="306600"/>
                      </a:cubicBezTo>
                      <a:cubicBezTo>
                        <a:pt x="85308" y="299923"/>
                        <a:pt x="79402" y="291189"/>
                        <a:pt x="76164" y="281368"/>
                      </a:cubicBezTo>
                      <a:cubicBezTo>
                        <a:pt x="72545" y="271796"/>
                        <a:pt x="69973" y="261852"/>
                        <a:pt x="68449" y="251717"/>
                      </a:cubicBezTo>
                      <a:cubicBezTo>
                        <a:pt x="65401" y="231334"/>
                        <a:pt x="64353" y="210702"/>
                        <a:pt x="65210" y="190109"/>
                      </a:cubicBezTo>
                      <a:cubicBezTo>
                        <a:pt x="66067" y="168926"/>
                        <a:pt x="64163" y="147723"/>
                        <a:pt x="59591" y="127025"/>
                      </a:cubicBezTo>
                      <a:cubicBezTo>
                        <a:pt x="55495" y="107613"/>
                        <a:pt x="48351" y="88963"/>
                        <a:pt x="38541" y="71723"/>
                      </a:cubicBezTo>
                      <a:cubicBezTo>
                        <a:pt x="43588" y="65808"/>
                        <a:pt x="49114" y="60379"/>
                        <a:pt x="55210" y="55531"/>
                      </a:cubicBezTo>
                      <a:lnTo>
                        <a:pt x="55210" y="55531"/>
                      </a:lnTo>
                      <a:cubicBezTo>
                        <a:pt x="58734" y="57426"/>
                        <a:pt x="62354" y="59112"/>
                        <a:pt x="66067" y="60579"/>
                      </a:cubicBezTo>
                      <a:lnTo>
                        <a:pt x="77021" y="63522"/>
                      </a:lnTo>
                      <a:cubicBezTo>
                        <a:pt x="90452" y="68094"/>
                        <a:pt x="102167" y="76505"/>
                        <a:pt x="110931" y="87706"/>
                      </a:cubicBezTo>
                      <a:cubicBezTo>
                        <a:pt x="119884" y="99346"/>
                        <a:pt x="126647" y="112624"/>
                        <a:pt x="130647" y="126816"/>
                      </a:cubicBezTo>
                      <a:cubicBezTo>
                        <a:pt x="128456" y="111604"/>
                        <a:pt x="123217" y="97003"/>
                        <a:pt x="115121" y="839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1"/>
                <p:cNvSpPr/>
                <p:nvPr/>
              </p:nvSpPr>
              <p:spPr>
                <a:xfrm>
                  <a:off x="6413578" y="1653181"/>
                  <a:ext cx="124093" cy="162493"/>
                </a:xfrm>
                <a:custGeom>
                  <a:rect b="b" l="l" r="r" t="t"/>
                  <a:pathLst>
                    <a:path extrusionOk="0" h="281130" w="214693">
                      <a:moveTo>
                        <a:pt x="152495" y="132902"/>
                      </a:moveTo>
                      <a:cubicBezTo>
                        <a:pt x="141922" y="128054"/>
                        <a:pt x="132683" y="120863"/>
                        <a:pt x="125349" y="111871"/>
                      </a:cubicBezTo>
                      <a:cubicBezTo>
                        <a:pt x="119919" y="104747"/>
                        <a:pt x="116300" y="96469"/>
                        <a:pt x="114585" y="87687"/>
                      </a:cubicBezTo>
                      <a:cubicBezTo>
                        <a:pt x="121634" y="81382"/>
                        <a:pt x="127921" y="74333"/>
                        <a:pt x="133349" y="66656"/>
                      </a:cubicBezTo>
                      <a:cubicBezTo>
                        <a:pt x="148209" y="47597"/>
                        <a:pt x="156496" y="24194"/>
                        <a:pt x="156877" y="0"/>
                      </a:cubicBezTo>
                      <a:lnTo>
                        <a:pt x="131254" y="14716"/>
                      </a:lnTo>
                      <a:cubicBezTo>
                        <a:pt x="128873" y="28946"/>
                        <a:pt x="123348" y="42463"/>
                        <a:pt x="115062" y="54245"/>
                      </a:cubicBezTo>
                      <a:cubicBezTo>
                        <a:pt x="106203" y="67513"/>
                        <a:pt x="95821" y="79601"/>
                        <a:pt x="83915" y="90202"/>
                      </a:cubicBezTo>
                      <a:cubicBezTo>
                        <a:pt x="67342" y="104194"/>
                        <a:pt x="49530" y="116653"/>
                        <a:pt x="30766" y="127416"/>
                      </a:cubicBezTo>
                      <a:lnTo>
                        <a:pt x="13049" y="136874"/>
                      </a:lnTo>
                      <a:cubicBezTo>
                        <a:pt x="8858" y="139189"/>
                        <a:pt x="4476" y="141294"/>
                        <a:pt x="0" y="143389"/>
                      </a:cubicBezTo>
                      <a:lnTo>
                        <a:pt x="13239" y="140446"/>
                      </a:lnTo>
                      <a:cubicBezTo>
                        <a:pt x="14001" y="151486"/>
                        <a:pt x="15907" y="162411"/>
                        <a:pt x="18955" y="173041"/>
                      </a:cubicBezTo>
                      <a:cubicBezTo>
                        <a:pt x="23336" y="188624"/>
                        <a:pt x="30480" y="203292"/>
                        <a:pt x="40005" y="216360"/>
                      </a:cubicBezTo>
                      <a:cubicBezTo>
                        <a:pt x="49339" y="228943"/>
                        <a:pt x="59626" y="240754"/>
                        <a:pt x="70866" y="251689"/>
                      </a:cubicBezTo>
                      <a:cubicBezTo>
                        <a:pt x="81819" y="262757"/>
                        <a:pt x="94012" y="272625"/>
                        <a:pt x="107061" y="281130"/>
                      </a:cubicBezTo>
                      <a:cubicBezTo>
                        <a:pt x="95059" y="271377"/>
                        <a:pt x="84105" y="260385"/>
                        <a:pt x="74486" y="248326"/>
                      </a:cubicBezTo>
                      <a:cubicBezTo>
                        <a:pt x="64675" y="236563"/>
                        <a:pt x="55816" y="224123"/>
                        <a:pt x="47720" y="211112"/>
                      </a:cubicBezTo>
                      <a:cubicBezTo>
                        <a:pt x="40100" y="198139"/>
                        <a:pt x="34671" y="183899"/>
                        <a:pt x="32004" y="169059"/>
                      </a:cubicBezTo>
                      <a:cubicBezTo>
                        <a:pt x="29623" y="157801"/>
                        <a:pt x="28765" y="146276"/>
                        <a:pt x="29432" y="134788"/>
                      </a:cubicBezTo>
                      <a:cubicBezTo>
                        <a:pt x="36004" y="132683"/>
                        <a:pt x="42291" y="130369"/>
                        <a:pt x="48577" y="127854"/>
                      </a:cubicBezTo>
                      <a:cubicBezTo>
                        <a:pt x="64770" y="121301"/>
                        <a:pt x="80105" y="112976"/>
                        <a:pt x="94392" y="103042"/>
                      </a:cubicBezTo>
                      <a:lnTo>
                        <a:pt x="100489" y="98412"/>
                      </a:lnTo>
                      <a:cubicBezTo>
                        <a:pt x="104108" y="106223"/>
                        <a:pt x="108966" y="113348"/>
                        <a:pt x="115062" y="119444"/>
                      </a:cubicBezTo>
                      <a:cubicBezTo>
                        <a:pt x="124301" y="129054"/>
                        <a:pt x="135826" y="136265"/>
                        <a:pt x="148495" y="140475"/>
                      </a:cubicBezTo>
                      <a:cubicBezTo>
                        <a:pt x="171449" y="149228"/>
                        <a:pt x="193643" y="160001"/>
                        <a:pt x="214693" y="172650"/>
                      </a:cubicBezTo>
                      <a:cubicBezTo>
                        <a:pt x="195167" y="157544"/>
                        <a:pt x="174403" y="144247"/>
                        <a:pt x="152495" y="1329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31"/>
              <p:cNvGrpSpPr/>
              <p:nvPr/>
            </p:nvGrpSpPr>
            <p:grpSpPr>
              <a:xfrm>
                <a:off x="3764499" y="1895574"/>
                <a:ext cx="1139784" cy="1353973"/>
                <a:chOff x="3467160" y="4069440"/>
                <a:chExt cx="1660283" cy="1972284"/>
              </a:xfrm>
            </p:grpSpPr>
            <p:sp>
              <p:nvSpPr>
                <p:cNvPr id="672" name="Google Shape;672;p31"/>
                <p:cNvSpPr/>
                <p:nvPr/>
              </p:nvSpPr>
              <p:spPr>
                <a:xfrm>
                  <a:off x="3467160" y="4105440"/>
                  <a:ext cx="1660283" cy="1936284"/>
                </a:xfrm>
                <a:custGeom>
                  <a:rect b="b" l="l" r="r" t="t"/>
                  <a:pathLst>
                    <a:path extrusionOk="0" h="1941137" w="1672829">
                      <a:moveTo>
                        <a:pt x="1655056" y="1135582"/>
                      </a:moveTo>
                      <a:cubicBezTo>
                        <a:pt x="1647788" y="1117333"/>
                        <a:pt x="1639587" y="1099473"/>
                        <a:pt x="1630462" y="1082071"/>
                      </a:cubicBezTo>
                      <a:cubicBezTo>
                        <a:pt x="1647474" y="1060259"/>
                        <a:pt x="1654189" y="1032150"/>
                        <a:pt x="1648893" y="1005004"/>
                      </a:cubicBezTo>
                      <a:cubicBezTo>
                        <a:pt x="1642035" y="967447"/>
                        <a:pt x="1635130" y="952817"/>
                        <a:pt x="1632481" y="948273"/>
                      </a:cubicBezTo>
                      <a:cubicBezTo>
                        <a:pt x="1640997" y="932709"/>
                        <a:pt x="1645217" y="915155"/>
                        <a:pt x="1644692" y="897410"/>
                      </a:cubicBezTo>
                      <a:cubicBezTo>
                        <a:pt x="1642788" y="874369"/>
                        <a:pt x="1621652" y="847584"/>
                        <a:pt x="1615889" y="840384"/>
                      </a:cubicBezTo>
                      <a:cubicBezTo>
                        <a:pt x="1624557" y="826972"/>
                        <a:pt x="1626547" y="810313"/>
                        <a:pt x="1621299" y="795226"/>
                      </a:cubicBezTo>
                      <a:cubicBezTo>
                        <a:pt x="1617622" y="781671"/>
                        <a:pt x="1611432" y="768927"/>
                        <a:pt x="1603040" y="757668"/>
                      </a:cubicBezTo>
                      <a:cubicBezTo>
                        <a:pt x="1606498" y="751506"/>
                        <a:pt x="1615308" y="731056"/>
                        <a:pt x="1604364" y="700071"/>
                      </a:cubicBezTo>
                      <a:cubicBezTo>
                        <a:pt x="1595087" y="673801"/>
                        <a:pt x="1584666" y="660733"/>
                        <a:pt x="1579303" y="655313"/>
                      </a:cubicBezTo>
                      <a:cubicBezTo>
                        <a:pt x="1589152" y="650417"/>
                        <a:pt x="1612251" y="635558"/>
                        <a:pt x="1608736" y="605487"/>
                      </a:cubicBezTo>
                      <a:cubicBezTo>
                        <a:pt x="1606869" y="585856"/>
                        <a:pt x="1599906" y="567044"/>
                        <a:pt x="1588514" y="550938"/>
                      </a:cubicBezTo>
                      <a:cubicBezTo>
                        <a:pt x="1594905" y="543680"/>
                        <a:pt x="1615584" y="517124"/>
                        <a:pt x="1602107" y="488216"/>
                      </a:cubicBezTo>
                      <a:cubicBezTo>
                        <a:pt x="1594420" y="471128"/>
                        <a:pt x="1584752" y="455011"/>
                        <a:pt x="1573302" y="440181"/>
                      </a:cubicBezTo>
                      <a:cubicBezTo>
                        <a:pt x="1576760" y="429580"/>
                        <a:pt x="1594905" y="370315"/>
                        <a:pt x="1576646" y="343988"/>
                      </a:cubicBezTo>
                      <a:cubicBezTo>
                        <a:pt x="1566883" y="329444"/>
                        <a:pt x="1555262" y="316242"/>
                        <a:pt x="1542089" y="304707"/>
                      </a:cubicBezTo>
                      <a:cubicBezTo>
                        <a:pt x="1546233" y="296754"/>
                        <a:pt x="1558682" y="269055"/>
                        <a:pt x="1547385" y="240890"/>
                      </a:cubicBezTo>
                      <a:cubicBezTo>
                        <a:pt x="1538632" y="220182"/>
                        <a:pt x="1526659" y="200999"/>
                        <a:pt x="1511904" y="184035"/>
                      </a:cubicBezTo>
                      <a:cubicBezTo>
                        <a:pt x="1513514" y="177234"/>
                        <a:pt x="1520258" y="148897"/>
                        <a:pt x="1522096" y="143715"/>
                      </a:cubicBezTo>
                      <a:cubicBezTo>
                        <a:pt x="1523935" y="138534"/>
                        <a:pt x="1539375" y="87042"/>
                        <a:pt x="1504351" y="53971"/>
                      </a:cubicBezTo>
                      <a:cubicBezTo>
                        <a:pt x="1476243" y="27587"/>
                        <a:pt x="1449573" y="30930"/>
                        <a:pt x="1439724" y="33178"/>
                      </a:cubicBezTo>
                      <a:cubicBezTo>
                        <a:pt x="1439324" y="25339"/>
                        <a:pt x="1436133" y="17909"/>
                        <a:pt x="1430742" y="12213"/>
                      </a:cubicBezTo>
                      <a:cubicBezTo>
                        <a:pt x="1421579" y="2765"/>
                        <a:pt x="1406434" y="-1264"/>
                        <a:pt x="1385870" y="345"/>
                      </a:cubicBezTo>
                      <a:cubicBezTo>
                        <a:pt x="1327805" y="4784"/>
                        <a:pt x="1304831" y="32721"/>
                        <a:pt x="1300792" y="46827"/>
                      </a:cubicBezTo>
                      <a:lnTo>
                        <a:pt x="1297164" y="59495"/>
                      </a:lnTo>
                      <a:cubicBezTo>
                        <a:pt x="1291401" y="59495"/>
                        <a:pt x="1277580" y="62553"/>
                        <a:pt x="1265140" y="82012"/>
                      </a:cubicBezTo>
                      <a:cubicBezTo>
                        <a:pt x="1256739" y="95490"/>
                        <a:pt x="1249977" y="109911"/>
                        <a:pt x="1244976" y="124980"/>
                      </a:cubicBezTo>
                      <a:cubicBezTo>
                        <a:pt x="1237775" y="119741"/>
                        <a:pt x="1220097" y="112073"/>
                        <a:pt x="1191864" y="132009"/>
                      </a:cubicBezTo>
                      <a:cubicBezTo>
                        <a:pt x="1162261" y="152917"/>
                        <a:pt x="1152298" y="173767"/>
                        <a:pt x="1149411" y="181368"/>
                      </a:cubicBezTo>
                      <a:cubicBezTo>
                        <a:pt x="1132495" y="175948"/>
                        <a:pt x="1114255" y="176310"/>
                        <a:pt x="1097577" y="182406"/>
                      </a:cubicBezTo>
                      <a:cubicBezTo>
                        <a:pt x="1082584" y="187626"/>
                        <a:pt x="1069811" y="197779"/>
                        <a:pt x="1061343" y="211210"/>
                      </a:cubicBezTo>
                      <a:cubicBezTo>
                        <a:pt x="1048370" y="205790"/>
                        <a:pt x="1033464" y="208009"/>
                        <a:pt x="1022634" y="216972"/>
                      </a:cubicBezTo>
                      <a:cubicBezTo>
                        <a:pt x="1009442" y="228488"/>
                        <a:pt x="1000050" y="236270"/>
                        <a:pt x="996659" y="239032"/>
                      </a:cubicBezTo>
                      <a:cubicBezTo>
                        <a:pt x="990896" y="236499"/>
                        <a:pt x="972294" y="229936"/>
                        <a:pt x="941538" y="235346"/>
                      </a:cubicBezTo>
                      <a:cubicBezTo>
                        <a:pt x="910782" y="240756"/>
                        <a:pt x="898685" y="246062"/>
                        <a:pt x="895113" y="247786"/>
                      </a:cubicBezTo>
                      <a:cubicBezTo>
                        <a:pt x="888198" y="246176"/>
                        <a:pt x="850879" y="237708"/>
                        <a:pt x="825247" y="241680"/>
                      </a:cubicBezTo>
                      <a:cubicBezTo>
                        <a:pt x="806778" y="244833"/>
                        <a:pt x="788633" y="249672"/>
                        <a:pt x="771050" y="256139"/>
                      </a:cubicBezTo>
                      <a:cubicBezTo>
                        <a:pt x="752276" y="245395"/>
                        <a:pt x="730778" y="240356"/>
                        <a:pt x="709185" y="241623"/>
                      </a:cubicBezTo>
                      <a:cubicBezTo>
                        <a:pt x="693107" y="242013"/>
                        <a:pt x="677096" y="243947"/>
                        <a:pt x="661379" y="247385"/>
                      </a:cubicBezTo>
                      <a:cubicBezTo>
                        <a:pt x="655045" y="241975"/>
                        <a:pt x="625556" y="217953"/>
                        <a:pt x="603781" y="215991"/>
                      </a:cubicBezTo>
                      <a:cubicBezTo>
                        <a:pt x="591837" y="214829"/>
                        <a:pt x="579807" y="214715"/>
                        <a:pt x="567844" y="215648"/>
                      </a:cubicBezTo>
                      <a:cubicBezTo>
                        <a:pt x="564758" y="200313"/>
                        <a:pt x="554918" y="187188"/>
                        <a:pt x="541059" y="179939"/>
                      </a:cubicBezTo>
                      <a:cubicBezTo>
                        <a:pt x="526648" y="172224"/>
                        <a:pt x="511236" y="166547"/>
                        <a:pt x="495263" y="163061"/>
                      </a:cubicBezTo>
                      <a:cubicBezTo>
                        <a:pt x="492844" y="157651"/>
                        <a:pt x="482414" y="142154"/>
                        <a:pt x="440828" y="133105"/>
                      </a:cubicBezTo>
                      <a:cubicBezTo>
                        <a:pt x="400508" y="124351"/>
                        <a:pt x="382535" y="129933"/>
                        <a:pt x="377067" y="132533"/>
                      </a:cubicBezTo>
                      <a:cubicBezTo>
                        <a:pt x="369695" y="126770"/>
                        <a:pt x="338072" y="103215"/>
                        <a:pt x="322460" y="99300"/>
                      </a:cubicBezTo>
                      <a:lnTo>
                        <a:pt x="305811" y="95157"/>
                      </a:lnTo>
                      <a:cubicBezTo>
                        <a:pt x="303334" y="94290"/>
                        <a:pt x="245213" y="73726"/>
                        <a:pt x="221143" y="84670"/>
                      </a:cubicBezTo>
                      <a:lnTo>
                        <a:pt x="198102" y="95100"/>
                      </a:lnTo>
                      <a:cubicBezTo>
                        <a:pt x="192978" y="95852"/>
                        <a:pt x="149658" y="103225"/>
                        <a:pt x="134742" y="134724"/>
                      </a:cubicBezTo>
                      <a:lnTo>
                        <a:pt x="120283" y="165709"/>
                      </a:lnTo>
                      <a:cubicBezTo>
                        <a:pt x="113196" y="170376"/>
                        <a:pt x="60437" y="206028"/>
                        <a:pt x="58361" y="237308"/>
                      </a:cubicBezTo>
                      <a:lnTo>
                        <a:pt x="56285" y="267779"/>
                      </a:lnTo>
                      <a:cubicBezTo>
                        <a:pt x="50179" y="272674"/>
                        <a:pt x="20518" y="298306"/>
                        <a:pt x="26681" y="324862"/>
                      </a:cubicBezTo>
                      <a:cubicBezTo>
                        <a:pt x="29348" y="337140"/>
                        <a:pt x="32653" y="349275"/>
                        <a:pt x="36587" y="361209"/>
                      </a:cubicBezTo>
                      <a:cubicBezTo>
                        <a:pt x="29272" y="366505"/>
                        <a:pt x="4449" y="387241"/>
                        <a:pt x="14070" y="416102"/>
                      </a:cubicBezTo>
                      <a:cubicBezTo>
                        <a:pt x="22194" y="440410"/>
                        <a:pt x="35091" y="451583"/>
                        <a:pt x="41483" y="455850"/>
                      </a:cubicBezTo>
                      <a:cubicBezTo>
                        <a:pt x="30881" y="465356"/>
                        <a:pt x="-2237" y="498188"/>
                        <a:pt x="3354" y="531993"/>
                      </a:cubicBezTo>
                      <a:cubicBezTo>
                        <a:pt x="7364" y="555005"/>
                        <a:pt x="14841" y="577284"/>
                        <a:pt x="25528" y="598058"/>
                      </a:cubicBezTo>
                      <a:cubicBezTo>
                        <a:pt x="6288" y="607907"/>
                        <a:pt x="-3723" y="629624"/>
                        <a:pt x="1277" y="650645"/>
                      </a:cubicBezTo>
                      <a:cubicBezTo>
                        <a:pt x="8250" y="680192"/>
                        <a:pt x="22128" y="694480"/>
                        <a:pt x="27662" y="699204"/>
                      </a:cubicBezTo>
                      <a:cubicBezTo>
                        <a:pt x="20575" y="709453"/>
                        <a:pt x="-5857" y="750582"/>
                        <a:pt x="7907" y="776156"/>
                      </a:cubicBezTo>
                      <a:lnTo>
                        <a:pt x="22137" y="802541"/>
                      </a:lnTo>
                      <a:cubicBezTo>
                        <a:pt x="18451" y="812732"/>
                        <a:pt x="-4647" y="878979"/>
                        <a:pt x="3421" y="917165"/>
                      </a:cubicBezTo>
                      <a:cubicBezTo>
                        <a:pt x="9983" y="948330"/>
                        <a:pt x="17994" y="958751"/>
                        <a:pt x="21909" y="962151"/>
                      </a:cubicBezTo>
                      <a:cubicBezTo>
                        <a:pt x="19261" y="971886"/>
                        <a:pt x="9126" y="1013986"/>
                        <a:pt x="22604" y="1044638"/>
                      </a:cubicBezTo>
                      <a:cubicBezTo>
                        <a:pt x="35272" y="1073441"/>
                        <a:pt x="52379" y="1084500"/>
                        <a:pt x="58142" y="1087490"/>
                      </a:cubicBezTo>
                      <a:cubicBezTo>
                        <a:pt x="56989" y="1100397"/>
                        <a:pt x="52379" y="1167672"/>
                        <a:pt x="75944" y="1195552"/>
                      </a:cubicBezTo>
                      <a:cubicBezTo>
                        <a:pt x="97604" y="1220783"/>
                        <a:pt x="120645" y="1223831"/>
                        <a:pt x="128474" y="1224060"/>
                      </a:cubicBezTo>
                      <a:cubicBezTo>
                        <a:pt x="130608" y="1239786"/>
                        <a:pt x="145010" y="1320196"/>
                        <a:pt x="215161" y="1331883"/>
                      </a:cubicBezTo>
                      <a:cubicBezTo>
                        <a:pt x="300010" y="1346057"/>
                        <a:pt x="335434" y="1321224"/>
                        <a:pt x="346721" y="1309937"/>
                      </a:cubicBezTo>
                      <a:cubicBezTo>
                        <a:pt x="356741" y="1299974"/>
                        <a:pt x="367400" y="1279352"/>
                        <a:pt x="373619" y="1266103"/>
                      </a:cubicBezTo>
                      <a:cubicBezTo>
                        <a:pt x="377144" y="1268275"/>
                        <a:pt x="380373" y="1270894"/>
                        <a:pt x="383240" y="1273876"/>
                      </a:cubicBezTo>
                      <a:lnTo>
                        <a:pt x="384049" y="1274914"/>
                      </a:lnTo>
                      <a:cubicBezTo>
                        <a:pt x="384802" y="1275810"/>
                        <a:pt x="385478" y="1276781"/>
                        <a:pt x="386068" y="1277790"/>
                      </a:cubicBezTo>
                      <a:cubicBezTo>
                        <a:pt x="386564" y="1278705"/>
                        <a:pt x="387011" y="1279648"/>
                        <a:pt x="387393" y="1280610"/>
                      </a:cubicBezTo>
                      <a:cubicBezTo>
                        <a:pt x="393784" y="1296393"/>
                        <a:pt x="395575" y="1334293"/>
                        <a:pt x="395746" y="1339646"/>
                      </a:cubicBezTo>
                      <a:lnTo>
                        <a:pt x="392984" y="1346447"/>
                      </a:lnTo>
                      <a:cubicBezTo>
                        <a:pt x="383478" y="1370002"/>
                        <a:pt x="380373" y="1384175"/>
                        <a:pt x="380077" y="1392529"/>
                      </a:cubicBezTo>
                      <a:lnTo>
                        <a:pt x="380077" y="1394548"/>
                      </a:lnTo>
                      <a:cubicBezTo>
                        <a:pt x="380077" y="1395958"/>
                        <a:pt x="380220" y="1397367"/>
                        <a:pt x="380477" y="1398749"/>
                      </a:cubicBezTo>
                      <a:lnTo>
                        <a:pt x="380477" y="1398749"/>
                      </a:lnTo>
                      <a:cubicBezTo>
                        <a:pt x="380630" y="1399644"/>
                        <a:pt x="380906" y="1400511"/>
                        <a:pt x="381287" y="1401339"/>
                      </a:cubicBezTo>
                      <a:lnTo>
                        <a:pt x="381630" y="1402149"/>
                      </a:lnTo>
                      <a:lnTo>
                        <a:pt x="382144" y="1402959"/>
                      </a:lnTo>
                      <a:cubicBezTo>
                        <a:pt x="382544" y="1403568"/>
                        <a:pt x="383049" y="1404092"/>
                        <a:pt x="383640" y="1404511"/>
                      </a:cubicBezTo>
                      <a:cubicBezTo>
                        <a:pt x="385002" y="1405435"/>
                        <a:pt x="386602" y="1405940"/>
                        <a:pt x="388250" y="1405949"/>
                      </a:cubicBezTo>
                      <a:cubicBezTo>
                        <a:pt x="389336" y="1405969"/>
                        <a:pt x="390421" y="1405749"/>
                        <a:pt x="391422" y="1405311"/>
                      </a:cubicBezTo>
                      <a:cubicBezTo>
                        <a:pt x="403461" y="1400358"/>
                        <a:pt x="411177" y="1366030"/>
                        <a:pt x="413253" y="1355658"/>
                      </a:cubicBezTo>
                      <a:lnTo>
                        <a:pt x="414691" y="1348742"/>
                      </a:lnTo>
                      <a:cubicBezTo>
                        <a:pt x="421102" y="1324644"/>
                        <a:pt x="420587" y="1299231"/>
                        <a:pt x="413196" y="1275419"/>
                      </a:cubicBezTo>
                      <a:cubicBezTo>
                        <a:pt x="412681" y="1273457"/>
                        <a:pt x="412043" y="1271504"/>
                        <a:pt x="411348" y="1269656"/>
                      </a:cubicBezTo>
                      <a:cubicBezTo>
                        <a:pt x="411005" y="1268675"/>
                        <a:pt x="410595" y="1267694"/>
                        <a:pt x="410252" y="1266780"/>
                      </a:cubicBezTo>
                      <a:cubicBezTo>
                        <a:pt x="409909" y="1265866"/>
                        <a:pt x="409329" y="1264589"/>
                        <a:pt x="408814" y="1263494"/>
                      </a:cubicBezTo>
                      <a:cubicBezTo>
                        <a:pt x="408300" y="1262398"/>
                        <a:pt x="408243" y="1262055"/>
                        <a:pt x="407890" y="1261360"/>
                      </a:cubicBezTo>
                      <a:cubicBezTo>
                        <a:pt x="404728" y="1254712"/>
                        <a:pt x="400870" y="1248415"/>
                        <a:pt x="396375" y="1242586"/>
                      </a:cubicBezTo>
                      <a:cubicBezTo>
                        <a:pt x="411815" y="1230432"/>
                        <a:pt x="432084" y="1210278"/>
                        <a:pt x="438599" y="1184988"/>
                      </a:cubicBezTo>
                      <a:cubicBezTo>
                        <a:pt x="450315" y="1197628"/>
                        <a:pt x="459716" y="1212230"/>
                        <a:pt x="466364" y="1228127"/>
                      </a:cubicBezTo>
                      <a:cubicBezTo>
                        <a:pt x="508932" y="1329216"/>
                        <a:pt x="574940" y="1369364"/>
                        <a:pt x="662608" y="1347418"/>
                      </a:cubicBezTo>
                      <a:cubicBezTo>
                        <a:pt x="741170" y="1327778"/>
                        <a:pt x="787833" y="1271733"/>
                        <a:pt x="801368" y="1253302"/>
                      </a:cubicBezTo>
                      <a:cubicBezTo>
                        <a:pt x="805807" y="1275019"/>
                        <a:pt x="826019" y="1339703"/>
                        <a:pt x="912306" y="1371212"/>
                      </a:cubicBezTo>
                      <a:cubicBezTo>
                        <a:pt x="998593" y="1402721"/>
                        <a:pt x="1034531" y="1404559"/>
                        <a:pt x="1044789" y="1404216"/>
                      </a:cubicBezTo>
                      <a:cubicBezTo>
                        <a:pt x="1045113" y="1410445"/>
                        <a:pt x="1046656" y="1416551"/>
                        <a:pt x="1049342" y="1422190"/>
                      </a:cubicBezTo>
                      <a:lnTo>
                        <a:pt x="1044789" y="1423399"/>
                      </a:lnTo>
                      <a:cubicBezTo>
                        <a:pt x="1034997" y="1421323"/>
                        <a:pt x="973942" y="1408883"/>
                        <a:pt x="961093" y="1415331"/>
                      </a:cubicBezTo>
                      <a:cubicBezTo>
                        <a:pt x="954530" y="1416513"/>
                        <a:pt x="947824" y="1416627"/>
                        <a:pt x="941224" y="1415674"/>
                      </a:cubicBezTo>
                      <a:cubicBezTo>
                        <a:pt x="913115" y="1414008"/>
                        <a:pt x="866348" y="1411179"/>
                        <a:pt x="831267" y="1447640"/>
                      </a:cubicBezTo>
                      <a:cubicBezTo>
                        <a:pt x="803892" y="1475416"/>
                        <a:pt x="791110" y="1514401"/>
                        <a:pt x="796710" y="1552987"/>
                      </a:cubicBezTo>
                      <a:cubicBezTo>
                        <a:pt x="793367" y="1561569"/>
                        <a:pt x="767564" y="1629482"/>
                        <a:pt x="775746" y="1672278"/>
                      </a:cubicBezTo>
                      <a:cubicBezTo>
                        <a:pt x="783118" y="1711159"/>
                        <a:pt x="801949" y="1742429"/>
                        <a:pt x="812093" y="1759194"/>
                      </a:cubicBezTo>
                      <a:lnTo>
                        <a:pt x="816237" y="1766223"/>
                      </a:lnTo>
                      <a:cubicBezTo>
                        <a:pt x="824247" y="1780282"/>
                        <a:pt x="836972" y="1872951"/>
                        <a:pt x="834896" y="1902097"/>
                      </a:cubicBezTo>
                      <a:cubicBezTo>
                        <a:pt x="834029" y="1914079"/>
                        <a:pt x="841116" y="1924386"/>
                        <a:pt x="854251" y="1930377"/>
                      </a:cubicBezTo>
                      <a:cubicBezTo>
                        <a:pt x="875853" y="1939873"/>
                        <a:pt x="901028" y="1935558"/>
                        <a:pt x="918240" y="1919433"/>
                      </a:cubicBezTo>
                      <a:cubicBezTo>
                        <a:pt x="934775" y="1902898"/>
                        <a:pt x="933270" y="1879980"/>
                        <a:pt x="931832" y="1857806"/>
                      </a:cubicBezTo>
                      <a:cubicBezTo>
                        <a:pt x="930794" y="1841509"/>
                        <a:pt x="929641" y="1824688"/>
                        <a:pt x="935804" y="1810686"/>
                      </a:cubicBezTo>
                      <a:lnTo>
                        <a:pt x="938566" y="1804409"/>
                      </a:lnTo>
                      <a:cubicBezTo>
                        <a:pt x="953539" y="1770367"/>
                        <a:pt x="976123" y="1718931"/>
                        <a:pt x="974104" y="1682470"/>
                      </a:cubicBezTo>
                      <a:cubicBezTo>
                        <a:pt x="973209" y="1664087"/>
                        <a:pt x="970418" y="1645846"/>
                        <a:pt x="965751" y="1628034"/>
                      </a:cubicBezTo>
                      <a:cubicBezTo>
                        <a:pt x="978924" y="1636398"/>
                        <a:pt x="993535" y="1642255"/>
                        <a:pt x="1008832" y="1645313"/>
                      </a:cubicBezTo>
                      <a:lnTo>
                        <a:pt x="1033197" y="1649342"/>
                      </a:lnTo>
                      <a:cubicBezTo>
                        <a:pt x="1036997" y="1653723"/>
                        <a:pt x="1055143" y="1672840"/>
                        <a:pt x="1079279" y="1672840"/>
                      </a:cubicBezTo>
                      <a:cubicBezTo>
                        <a:pt x="1101225" y="1672840"/>
                        <a:pt x="1122713" y="1658038"/>
                        <a:pt x="1129619" y="1652799"/>
                      </a:cubicBezTo>
                      <a:cubicBezTo>
                        <a:pt x="1135381" y="1659191"/>
                        <a:pt x="1155536" y="1675088"/>
                        <a:pt x="1200523" y="1664315"/>
                      </a:cubicBezTo>
                      <a:cubicBezTo>
                        <a:pt x="1245509" y="1653542"/>
                        <a:pt x="1262388" y="1636378"/>
                        <a:pt x="1266645" y="1630854"/>
                      </a:cubicBezTo>
                      <a:cubicBezTo>
                        <a:pt x="1286153" y="1633540"/>
                        <a:pt x="1306012" y="1630397"/>
                        <a:pt x="1323729" y="1621815"/>
                      </a:cubicBezTo>
                      <a:cubicBezTo>
                        <a:pt x="1355695" y="1607823"/>
                        <a:pt x="1385070" y="1563693"/>
                        <a:pt x="1389908" y="1556149"/>
                      </a:cubicBezTo>
                      <a:cubicBezTo>
                        <a:pt x="1397976" y="1554301"/>
                        <a:pt x="1442324" y="1543071"/>
                        <a:pt x="1460355" y="1514963"/>
                      </a:cubicBezTo>
                      <a:cubicBezTo>
                        <a:pt x="1471338" y="1497799"/>
                        <a:pt x="1473681" y="1476501"/>
                        <a:pt x="1466689" y="1457365"/>
                      </a:cubicBezTo>
                      <a:cubicBezTo>
                        <a:pt x="1478205" y="1458461"/>
                        <a:pt x="1508161" y="1459328"/>
                        <a:pt x="1527459" y="1443487"/>
                      </a:cubicBezTo>
                      <a:cubicBezTo>
                        <a:pt x="1548423" y="1426209"/>
                        <a:pt x="1548252" y="1398444"/>
                        <a:pt x="1547738" y="1390262"/>
                      </a:cubicBezTo>
                      <a:cubicBezTo>
                        <a:pt x="1554824" y="1387442"/>
                        <a:pt x="1577693" y="1377413"/>
                        <a:pt x="1585352" y="1362154"/>
                      </a:cubicBezTo>
                      <a:cubicBezTo>
                        <a:pt x="1593010" y="1346894"/>
                        <a:pt x="1592382" y="1321834"/>
                        <a:pt x="1592096" y="1314119"/>
                      </a:cubicBezTo>
                      <a:cubicBezTo>
                        <a:pt x="1600563" y="1310604"/>
                        <a:pt x="1632996" y="1295231"/>
                        <a:pt x="1642606" y="1264408"/>
                      </a:cubicBezTo>
                      <a:cubicBezTo>
                        <a:pt x="1648969" y="1244339"/>
                        <a:pt x="1649131" y="1222822"/>
                        <a:pt x="1643064" y="1202657"/>
                      </a:cubicBezTo>
                      <a:cubicBezTo>
                        <a:pt x="1647503" y="1196038"/>
                        <a:pt x="1666972" y="1165272"/>
                        <a:pt x="1655046" y="11355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a:off x="3697200" y="4318920"/>
                  <a:ext cx="1268679" cy="1193420"/>
                </a:xfrm>
                <a:custGeom>
                  <a:rect b="b" l="l" r="r" t="t"/>
                  <a:pathLst>
                    <a:path extrusionOk="0" h="1307858" w="1307916">
                      <a:moveTo>
                        <a:pt x="102872" y="876207"/>
                      </a:moveTo>
                      <a:cubicBezTo>
                        <a:pt x="102872" y="876207"/>
                        <a:pt x="201656" y="885598"/>
                        <a:pt x="239327" y="974991"/>
                      </a:cubicBezTo>
                      <a:cubicBezTo>
                        <a:pt x="276999" y="1064383"/>
                        <a:pt x="338111" y="1116170"/>
                        <a:pt x="432228" y="1092606"/>
                      </a:cubicBezTo>
                      <a:cubicBezTo>
                        <a:pt x="489502" y="1077461"/>
                        <a:pt x="539517" y="1042446"/>
                        <a:pt x="573350" y="993821"/>
                      </a:cubicBezTo>
                      <a:cubicBezTo>
                        <a:pt x="573350" y="993821"/>
                        <a:pt x="580094" y="1078842"/>
                        <a:pt x="683592" y="1116447"/>
                      </a:cubicBezTo>
                      <a:cubicBezTo>
                        <a:pt x="787101" y="1154061"/>
                        <a:pt x="818028" y="1149050"/>
                        <a:pt x="818028" y="1149050"/>
                      </a:cubicBezTo>
                      <a:cubicBezTo>
                        <a:pt x="818028" y="1149050"/>
                        <a:pt x="811285" y="1253882"/>
                        <a:pt x="1018301" y="1136268"/>
                      </a:cubicBezTo>
                      <a:cubicBezTo>
                        <a:pt x="1225317" y="1018653"/>
                        <a:pt x="1297888" y="659808"/>
                        <a:pt x="1255550" y="424569"/>
                      </a:cubicBezTo>
                      <a:cubicBezTo>
                        <a:pt x="1213211" y="189330"/>
                        <a:pt x="1203714" y="34044"/>
                        <a:pt x="1081480" y="24653"/>
                      </a:cubicBezTo>
                      <a:cubicBezTo>
                        <a:pt x="959255" y="15261"/>
                        <a:pt x="742733" y="91871"/>
                        <a:pt x="455716" y="72402"/>
                      </a:cubicBezTo>
                      <a:cubicBezTo>
                        <a:pt x="168700" y="52932"/>
                        <a:pt x="156774" y="-53976"/>
                        <a:pt x="73373" y="34730"/>
                      </a:cubicBezTo>
                      <a:cubicBezTo>
                        <a:pt x="-10028" y="123436"/>
                        <a:pt x="-10028" y="236327"/>
                        <a:pt x="13470" y="433256"/>
                      </a:cubicBezTo>
                      <a:cubicBezTo>
                        <a:pt x="36969" y="630186"/>
                        <a:pt x="8803" y="890304"/>
                        <a:pt x="102863" y="87619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a:off x="3697200" y="4318920"/>
                  <a:ext cx="1267039" cy="1083972"/>
                </a:xfrm>
                <a:custGeom>
                  <a:rect b="b" l="l" r="r" t="t"/>
                  <a:pathLst>
                    <a:path extrusionOk="0" h="1138028" w="1302868">
                      <a:moveTo>
                        <a:pt x="1255549" y="424569"/>
                      </a:moveTo>
                      <a:cubicBezTo>
                        <a:pt x="1213211" y="189330"/>
                        <a:pt x="1203715" y="34044"/>
                        <a:pt x="1081480" y="24653"/>
                      </a:cubicBezTo>
                      <a:cubicBezTo>
                        <a:pt x="959255" y="15261"/>
                        <a:pt x="742733" y="91871"/>
                        <a:pt x="455716" y="72402"/>
                      </a:cubicBezTo>
                      <a:cubicBezTo>
                        <a:pt x="168699" y="52932"/>
                        <a:pt x="156774" y="-53976"/>
                        <a:pt x="73373" y="34730"/>
                      </a:cubicBezTo>
                      <a:cubicBezTo>
                        <a:pt x="-10028" y="123436"/>
                        <a:pt x="-10028" y="236327"/>
                        <a:pt x="13470" y="433256"/>
                      </a:cubicBezTo>
                      <a:cubicBezTo>
                        <a:pt x="36969" y="630186"/>
                        <a:pt x="8803" y="890304"/>
                        <a:pt x="102863" y="876197"/>
                      </a:cubicBezTo>
                      <a:cubicBezTo>
                        <a:pt x="141801" y="881531"/>
                        <a:pt x="178072" y="898991"/>
                        <a:pt x="206542" y="926080"/>
                      </a:cubicBezTo>
                      <a:cubicBezTo>
                        <a:pt x="200494" y="886456"/>
                        <a:pt x="179758" y="865834"/>
                        <a:pt x="157355" y="858347"/>
                      </a:cubicBezTo>
                      <a:lnTo>
                        <a:pt x="113007" y="843546"/>
                      </a:lnTo>
                      <a:cubicBezTo>
                        <a:pt x="108825" y="834002"/>
                        <a:pt x="103872" y="824810"/>
                        <a:pt x="98205" y="816066"/>
                      </a:cubicBezTo>
                      <a:lnTo>
                        <a:pt x="87604" y="799130"/>
                      </a:lnTo>
                      <a:cubicBezTo>
                        <a:pt x="81498" y="786005"/>
                        <a:pt x="74392" y="773375"/>
                        <a:pt x="66353" y="761345"/>
                      </a:cubicBezTo>
                      <a:lnTo>
                        <a:pt x="53685" y="742276"/>
                      </a:lnTo>
                      <a:cubicBezTo>
                        <a:pt x="53685" y="742276"/>
                        <a:pt x="66353" y="721140"/>
                        <a:pt x="51552" y="674601"/>
                      </a:cubicBezTo>
                      <a:cubicBezTo>
                        <a:pt x="36750" y="628062"/>
                        <a:pt x="28511" y="609050"/>
                        <a:pt x="28511" y="609050"/>
                      </a:cubicBezTo>
                      <a:cubicBezTo>
                        <a:pt x="28511" y="609050"/>
                        <a:pt x="49646" y="560377"/>
                        <a:pt x="43312" y="518038"/>
                      </a:cubicBezTo>
                      <a:lnTo>
                        <a:pt x="36978" y="475757"/>
                      </a:lnTo>
                      <a:cubicBezTo>
                        <a:pt x="48446" y="463184"/>
                        <a:pt x="52475" y="445515"/>
                        <a:pt x="47579" y="429218"/>
                      </a:cubicBezTo>
                      <a:cubicBezTo>
                        <a:pt x="42493" y="412549"/>
                        <a:pt x="34711" y="396833"/>
                        <a:pt x="24539" y="382679"/>
                      </a:cubicBezTo>
                      <a:cubicBezTo>
                        <a:pt x="24539" y="382679"/>
                        <a:pt x="45675" y="344607"/>
                        <a:pt x="43551" y="308603"/>
                      </a:cubicBezTo>
                      <a:cubicBezTo>
                        <a:pt x="41464" y="285352"/>
                        <a:pt x="34083" y="262883"/>
                        <a:pt x="21948" y="242937"/>
                      </a:cubicBezTo>
                      <a:cubicBezTo>
                        <a:pt x="21948" y="242937"/>
                        <a:pt x="53685" y="238737"/>
                        <a:pt x="47351" y="198532"/>
                      </a:cubicBezTo>
                      <a:cubicBezTo>
                        <a:pt x="41017" y="158327"/>
                        <a:pt x="26158" y="147725"/>
                        <a:pt x="26158" y="147725"/>
                      </a:cubicBezTo>
                      <a:lnTo>
                        <a:pt x="40960" y="111787"/>
                      </a:lnTo>
                      <a:cubicBezTo>
                        <a:pt x="40960" y="111787"/>
                        <a:pt x="74831" y="126589"/>
                        <a:pt x="93890" y="128723"/>
                      </a:cubicBezTo>
                      <a:cubicBezTo>
                        <a:pt x="93890" y="128723"/>
                        <a:pt x="116931" y="164661"/>
                        <a:pt x="134209" y="173129"/>
                      </a:cubicBezTo>
                      <a:cubicBezTo>
                        <a:pt x="151488" y="181596"/>
                        <a:pt x="176548" y="177329"/>
                        <a:pt x="176548" y="177329"/>
                      </a:cubicBezTo>
                      <a:cubicBezTo>
                        <a:pt x="176548" y="177329"/>
                        <a:pt x="193484" y="204866"/>
                        <a:pt x="237889" y="211200"/>
                      </a:cubicBezTo>
                      <a:cubicBezTo>
                        <a:pt x="282295" y="217534"/>
                        <a:pt x="292896" y="206999"/>
                        <a:pt x="292896" y="206999"/>
                      </a:cubicBezTo>
                      <a:cubicBezTo>
                        <a:pt x="292896" y="206999"/>
                        <a:pt x="318299" y="247319"/>
                        <a:pt x="350037" y="249281"/>
                      </a:cubicBezTo>
                      <a:cubicBezTo>
                        <a:pt x="372773" y="250043"/>
                        <a:pt x="395518" y="247919"/>
                        <a:pt x="417711" y="242947"/>
                      </a:cubicBezTo>
                      <a:cubicBezTo>
                        <a:pt x="441172" y="252357"/>
                        <a:pt x="466746" y="255291"/>
                        <a:pt x="491730" y="251414"/>
                      </a:cubicBezTo>
                      <a:cubicBezTo>
                        <a:pt x="515724" y="248100"/>
                        <a:pt x="539193" y="241689"/>
                        <a:pt x="561539" y="232345"/>
                      </a:cubicBezTo>
                      <a:cubicBezTo>
                        <a:pt x="561539" y="232345"/>
                        <a:pt x="580608" y="255386"/>
                        <a:pt x="622880" y="253538"/>
                      </a:cubicBezTo>
                      <a:cubicBezTo>
                        <a:pt x="665162" y="251691"/>
                        <a:pt x="688488" y="234470"/>
                        <a:pt x="688488" y="234470"/>
                      </a:cubicBezTo>
                      <a:cubicBezTo>
                        <a:pt x="724112" y="244814"/>
                        <a:pt x="762526" y="237775"/>
                        <a:pt x="792168" y="215458"/>
                      </a:cubicBezTo>
                      <a:cubicBezTo>
                        <a:pt x="792168" y="215458"/>
                        <a:pt x="819705" y="221792"/>
                        <a:pt x="840841" y="213324"/>
                      </a:cubicBezTo>
                      <a:cubicBezTo>
                        <a:pt x="854395" y="207361"/>
                        <a:pt x="866101" y="197846"/>
                        <a:pt x="874712" y="185787"/>
                      </a:cubicBezTo>
                      <a:cubicBezTo>
                        <a:pt x="899838" y="191597"/>
                        <a:pt x="926223" y="187844"/>
                        <a:pt x="948730" y="175243"/>
                      </a:cubicBezTo>
                      <a:cubicBezTo>
                        <a:pt x="989050" y="154050"/>
                        <a:pt x="995270" y="130780"/>
                        <a:pt x="995270" y="130780"/>
                      </a:cubicBezTo>
                      <a:cubicBezTo>
                        <a:pt x="1009043" y="132981"/>
                        <a:pt x="1023159" y="130771"/>
                        <a:pt x="1035589" y="124446"/>
                      </a:cubicBezTo>
                      <a:cubicBezTo>
                        <a:pt x="1058630" y="113902"/>
                        <a:pt x="1079994" y="88508"/>
                        <a:pt x="1079994" y="88508"/>
                      </a:cubicBezTo>
                      <a:lnTo>
                        <a:pt x="1117723" y="139258"/>
                      </a:lnTo>
                      <a:cubicBezTo>
                        <a:pt x="1117723" y="139258"/>
                        <a:pt x="1107179" y="187930"/>
                        <a:pt x="1113522" y="206990"/>
                      </a:cubicBezTo>
                      <a:cubicBezTo>
                        <a:pt x="1118475" y="219401"/>
                        <a:pt x="1127410" y="229812"/>
                        <a:pt x="1138926" y="236594"/>
                      </a:cubicBezTo>
                      <a:cubicBezTo>
                        <a:pt x="1138926" y="236594"/>
                        <a:pt x="1126200" y="276913"/>
                        <a:pt x="1132534" y="295811"/>
                      </a:cubicBezTo>
                      <a:cubicBezTo>
                        <a:pt x="1135487" y="305926"/>
                        <a:pt x="1140526" y="315299"/>
                        <a:pt x="1147336" y="323347"/>
                      </a:cubicBezTo>
                      <a:cubicBezTo>
                        <a:pt x="1147336" y="323347"/>
                        <a:pt x="1111398" y="365629"/>
                        <a:pt x="1121990" y="399490"/>
                      </a:cubicBezTo>
                      <a:cubicBezTo>
                        <a:pt x="1127639" y="418731"/>
                        <a:pt x="1136973" y="436685"/>
                        <a:pt x="1149470" y="452363"/>
                      </a:cubicBezTo>
                      <a:cubicBezTo>
                        <a:pt x="1149470" y="452363"/>
                        <a:pt x="1121990" y="488301"/>
                        <a:pt x="1136801" y="515724"/>
                      </a:cubicBezTo>
                      <a:cubicBezTo>
                        <a:pt x="1151603" y="543136"/>
                        <a:pt x="1168539" y="568597"/>
                        <a:pt x="1168539" y="568597"/>
                      </a:cubicBezTo>
                      <a:cubicBezTo>
                        <a:pt x="1168539" y="568597"/>
                        <a:pt x="1151603" y="606668"/>
                        <a:pt x="1166405" y="629938"/>
                      </a:cubicBezTo>
                      <a:lnTo>
                        <a:pt x="1181207" y="652979"/>
                      </a:lnTo>
                      <a:cubicBezTo>
                        <a:pt x="1171044" y="674772"/>
                        <a:pt x="1166672" y="698813"/>
                        <a:pt x="1168539" y="722788"/>
                      </a:cubicBezTo>
                      <a:cubicBezTo>
                        <a:pt x="1172739" y="758725"/>
                        <a:pt x="1181207" y="769327"/>
                        <a:pt x="1181207" y="769327"/>
                      </a:cubicBezTo>
                      <a:cubicBezTo>
                        <a:pt x="1181207" y="769327"/>
                        <a:pt x="1168539" y="807398"/>
                        <a:pt x="1174873" y="826410"/>
                      </a:cubicBezTo>
                      <a:cubicBezTo>
                        <a:pt x="1178597" y="837745"/>
                        <a:pt x="1185141" y="847955"/>
                        <a:pt x="1193885" y="856071"/>
                      </a:cubicBezTo>
                      <a:cubicBezTo>
                        <a:pt x="1193885" y="856071"/>
                        <a:pt x="1162205" y="889885"/>
                        <a:pt x="1162205" y="921622"/>
                      </a:cubicBezTo>
                      <a:lnTo>
                        <a:pt x="1162205" y="953359"/>
                      </a:lnTo>
                      <a:cubicBezTo>
                        <a:pt x="1162205" y="953359"/>
                        <a:pt x="1141012" y="955493"/>
                        <a:pt x="1132544" y="987230"/>
                      </a:cubicBezTo>
                      <a:cubicBezTo>
                        <a:pt x="1127943" y="1002366"/>
                        <a:pt x="1125105" y="1017986"/>
                        <a:pt x="1124076" y="1033770"/>
                      </a:cubicBezTo>
                      <a:cubicBezTo>
                        <a:pt x="1124076" y="1033770"/>
                        <a:pt x="1109274" y="1027435"/>
                        <a:pt x="1098730" y="1050648"/>
                      </a:cubicBezTo>
                      <a:cubicBezTo>
                        <a:pt x="1093968" y="1061487"/>
                        <a:pt x="1089986" y="1072650"/>
                        <a:pt x="1086805" y="1084052"/>
                      </a:cubicBezTo>
                      <a:cubicBezTo>
                        <a:pt x="1240996" y="934462"/>
                        <a:pt x="1292840" y="631605"/>
                        <a:pt x="1255569" y="42454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a:off x="4743000" y="5418360"/>
                  <a:ext cx="24490" cy="19097"/>
                </a:xfrm>
                <a:custGeom>
                  <a:rect b="b" l="l" r="r" t="t"/>
                  <a:pathLst>
                    <a:path extrusionOk="0" h="18955" w="24308">
                      <a:moveTo>
                        <a:pt x="24308" y="0"/>
                      </a:moveTo>
                      <a:cubicBezTo>
                        <a:pt x="18088" y="286"/>
                        <a:pt x="9735" y="4439"/>
                        <a:pt x="0" y="18955"/>
                      </a:cubicBezTo>
                      <a:cubicBezTo>
                        <a:pt x="8354" y="13021"/>
                        <a:pt x="16469" y="6744"/>
                        <a:pt x="24308"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a:off x="4740120" y="5415480"/>
                  <a:ext cx="30271" cy="24846"/>
                </a:xfrm>
                <a:custGeom>
                  <a:rect b="b" l="l" r="r" t="t"/>
                  <a:pathLst>
                    <a:path extrusionOk="0" h="24908" w="30347">
                      <a:moveTo>
                        <a:pt x="2915" y="24742"/>
                      </a:moveTo>
                      <a:cubicBezTo>
                        <a:pt x="1324" y="24761"/>
                        <a:pt x="19" y="23484"/>
                        <a:pt x="0" y="21894"/>
                      </a:cubicBezTo>
                      <a:cubicBezTo>
                        <a:pt x="0" y="21303"/>
                        <a:pt x="162" y="20732"/>
                        <a:pt x="495" y="20246"/>
                      </a:cubicBezTo>
                      <a:cubicBezTo>
                        <a:pt x="9249" y="7283"/>
                        <a:pt x="18174" y="434"/>
                        <a:pt x="27051" y="24"/>
                      </a:cubicBezTo>
                      <a:cubicBezTo>
                        <a:pt x="28299" y="-147"/>
                        <a:pt x="29489" y="605"/>
                        <a:pt x="29871" y="1806"/>
                      </a:cubicBezTo>
                      <a:cubicBezTo>
                        <a:pt x="30347" y="2929"/>
                        <a:pt x="30042" y="4234"/>
                        <a:pt x="29118" y="5034"/>
                      </a:cubicBezTo>
                      <a:cubicBezTo>
                        <a:pt x="21574" y="11540"/>
                        <a:pt x="13564" y="17817"/>
                        <a:pt x="4582" y="24218"/>
                      </a:cubicBezTo>
                      <a:cubicBezTo>
                        <a:pt x="4086" y="24551"/>
                        <a:pt x="3505" y="24732"/>
                        <a:pt x="2915" y="24732"/>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a:off x="3907800" y="4946040"/>
                  <a:ext cx="375500" cy="366960"/>
                </a:xfrm>
                <a:custGeom>
                  <a:rect b="b" l="l" r="r" t="t"/>
                  <a:pathLst>
                    <a:path extrusionOk="0" h="366960" w="384143">
                      <a:moveTo>
                        <a:pt x="362417" y="366960"/>
                      </a:moveTo>
                      <a:cubicBezTo>
                        <a:pt x="384143" y="324117"/>
                        <a:pt x="378619" y="272501"/>
                        <a:pt x="348301" y="235229"/>
                      </a:cubicBezTo>
                      <a:cubicBezTo>
                        <a:pt x="296466" y="169336"/>
                        <a:pt x="117900" y="126997"/>
                        <a:pt x="61341" y="84668"/>
                      </a:cubicBezTo>
                      <a:cubicBezTo>
                        <a:pt x="4781" y="42329"/>
                        <a:pt x="0" y="0"/>
                        <a:pt x="0"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1"/>
                <p:cNvSpPr/>
                <p:nvPr/>
              </p:nvSpPr>
              <p:spPr>
                <a:xfrm>
                  <a:off x="3905280" y="4942800"/>
                  <a:ext cx="381086" cy="373180"/>
                </a:xfrm>
                <a:custGeom>
                  <a:rect b="b" l="l" r="r" t="t"/>
                  <a:pathLst>
                    <a:path extrusionOk="0" h="373180" w="389858">
                      <a:moveTo>
                        <a:pt x="365129" y="372975"/>
                      </a:moveTo>
                      <a:cubicBezTo>
                        <a:pt x="364625" y="372975"/>
                        <a:pt x="364120" y="372842"/>
                        <a:pt x="363691" y="372575"/>
                      </a:cubicBezTo>
                      <a:cubicBezTo>
                        <a:pt x="362329" y="371775"/>
                        <a:pt x="361872" y="370032"/>
                        <a:pt x="362653" y="368660"/>
                      </a:cubicBezTo>
                      <a:cubicBezTo>
                        <a:pt x="383522" y="326788"/>
                        <a:pt x="378103" y="276601"/>
                        <a:pt x="348775" y="240158"/>
                      </a:cubicBezTo>
                      <a:cubicBezTo>
                        <a:pt x="318076" y="201049"/>
                        <a:pt x="240780" y="169940"/>
                        <a:pt x="172639" y="142241"/>
                      </a:cubicBezTo>
                      <a:cubicBezTo>
                        <a:pt x="127595" y="124096"/>
                        <a:pt x="85028" y="106932"/>
                        <a:pt x="62339" y="89882"/>
                      </a:cubicBezTo>
                      <a:cubicBezTo>
                        <a:pt x="5484" y="47315"/>
                        <a:pt x="246" y="4976"/>
                        <a:pt x="17" y="3195"/>
                      </a:cubicBezTo>
                      <a:cubicBezTo>
                        <a:pt x="-154" y="1624"/>
                        <a:pt x="979" y="204"/>
                        <a:pt x="2551" y="24"/>
                      </a:cubicBezTo>
                      <a:cubicBezTo>
                        <a:pt x="4094" y="-176"/>
                        <a:pt x="5513" y="919"/>
                        <a:pt x="5703" y="2462"/>
                      </a:cubicBezTo>
                      <a:cubicBezTo>
                        <a:pt x="5703" y="2491"/>
                        <a:pt x="5703" y="2519"/>
                        <a:pt x="5713" y="2557"/>
                      </a:cubicBezTo>
                      <a:cubicBezTo>
                        <a:pt x="5713" y="2957"/>
                        <a:pt x="11123" y="44315"/>
                        <a:pt x="65787" y="85272"/>
                      </a:cubicBezTo>
                      <a:cubicBezTo>
                        <a:pt x="87904" y="101865"/>
                        <a:pt x="130128" y="118915"/>
                        <a:pt x="174763" y="137107"/>
                      </a:cubicBezTo>
                      <a:cubicBezTo>
                        <a:pt x="243590" y="164873"/>
                        <a:pt x="321638" y="196324"/>
                        <a:pt x="353318" y="236577"/>
                      </a:cubicBezTo>
                      <a:cubicBezTo>
                        <a:pt x="384084" y="274877"/>
                        <a:pt x="389704" y="327598"/>
                        <a:pt x="367720" y="371536"/>
                      </a:cubicBezTo>
                      <a:cubicBezTo>
                        <a:pt x="367177" y="372451"/>
                        <a:pt x="366187" y="373004"/>
                        <a:pt x="365129" y="372975"/>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1"/>
                <p:cNvSpPr/>
                <p:nvPr/>
              </p:nvSpPr>
              <p:spPr>
                <a:xfrm>
                  <a:off x="4048200" y="5027760"/>
                  <a:ext cx="151543" cy="52147"/>
                </a:xfrm>
                <a:custGeom>
                  <a:rect b="b" l="l" r="r" t="t"/>
                  <a:pathLst>
                    <a:path extrusionOk="0" h="63018" w="151543">
                      <a:moveTo>
                        <a:pt x="0" y="43999"/>
                      </a:moveTo>
                      <a:lnTo>
                        <a:pt x="19812" y="26721"/>
                      </a:lnTo>
                      <a:cubicBezTo>
                        <a:pt x="19812" y="26721"/>
                        <a:pt x="62151" y="-10951"/>
                        <a:pt x="151543" y="3165"/>
                      </a:cubicBezTo>
                      <a:cubicBezTo>
                        <a:pt x="151543" y="3165"/>
                        <a:pt x="57369" y="6623"/>
                        <a:pt x="37614" y="52067"/>
                      </a:cubicBezTo>
                      <a:lnTo>
                        <a:pt x="0" y="43999"/>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045320" y="5024880"/>
                  <a:ext cx="157235" cy="57651"/>
                </a:xfrm>
                <a:custGeom>
                  <a:rect b="b" l="l" r="r" t="t"/>
                  <a:pathLst>
                    <a:path extrusionOk="0" h="68428" w="157629">
                      <a:moveTo>
                        <a:pt x="40455" y="57435"/>
                      </a:moveTo>
                      <a:lnTo>
                        <a:pt x="39817" y="57435"/>
                      </a:lnTo>
                      <a:lnTo>
                        <a:pt x="2260" y="49719"/>
                      </a:lnTo>
                      <a:cubicBezTo>
                        <a:pt x="679" y="49348"/>
                        <a:pt x="-292" y="47767"/>
                        <a:pt x="79" y="46186"/>
                      </a:cubicBezTo>
                      <a:cubicBezTo>
                        <a:pt x="212" y="45614"/>
                        <a:pt x="508" y="45109"/>
                        <a:pt x="936" y="44709"/>
                      </a:cubicBezTo>
                      <a:lnTo>
                        <a:pt x="20748" y="27431"/>
                      </a:lnTo>
                      <a:cubicBezTo>
                        <a:pt x="22472" y="25878"/>
                        <a:pt x="65097" y="-10926"/>
                        <a:pt x="154841" y="3237"/>
                      </a:cubicBezTo>
                      <a:cubicBezTo>
                        <a:pt x="156299" y="3476"/>
                        <a:pt x="157337" y="4761"/>
                        <a:pt x="157261" y="6228"/>
                      </a:cubicBezTo>
                      <a:cubicBezTo>
                        <a:pt x="157146" y="7695"/>
                        <a:pt x="155965" y="8857"/>
                        <a:pt x="154498" y="8933"/>
                      </a:cubicBezTo>
                      <a:cubicBezTo>
                        <a:pt x="153574" y="8933"/>
                        <a:pt x="61877" y="12848"/>
                        <a:pt x="43104" y="56111"/>
                      </a:cubicBezTo>
                      <a:cubicBezTo>
                        <a:pt x="42522" y="56996"/>
                        <a:pt x="41513" y="57502"/>
                        <a:pt x="40455" y="57435"/>
                      </a:cubicBezTo>
                      <a:close/>
                      <a:moveTo>
                        <a:pt x="9061" y="44995"/>
                      </a:moveTo>
                      <a:lnTo>
                        <a:pt x="38779" y="51272"/>
                      </a:lnTo>
                      <a:cubicBezTo>
                        <a:pt x="53352" y="21897"/>
                        <a:pt x="97244" y="10200"/>
                        <a:pt x="126562" y="5657"/>
                      </a:cubicBezTo>
                      <a:cubicBezTo>
                        <a:pt x="58077" y="2371"/>
                        <a:pt x="24901" y="31003"/>
                        <a:pt x="24549" y="31346"/>
                      </a:cubicBezTo>
                      <a:lnTo>
                        <a:pt x="9052" y="4499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3846960" y="5105880"/>
                  <a:ext cx="272558" cy="178794"/>
                </a:xfrm>
                <a:custGeom>
                  <a:rect b="b" l="l" r="r" t="t"/>
                  <a:pathLst>
                    <a:path extrusionOk="0" h="178794" w="272558">
                      <a:moveTo>
                        <a:pt x="0" y="10"/>
                      </a:moveTo>
                      <a:cubicBezTo>
                        <a:pt x="0" y="10"/>
                        <a:pt x="28222" y="98793"/>
                        <a:pt x="126720" y="112900"/>
                      </a:cubicBezTo>
                      <a:cubicBezTo>
                        <a:pt x="225219" y="127016"/>
                        <a:pt x="253784" y="103508"/>
                        <a:pt x="272558" y="178794"/>
                      </a:cubicBezTo>
                      <a:cubicBezTo>
                        <a:pt x="272558" y="178794"/>
                        <a:pt x="262366" y="137722"/>
                        <a:pt x="203035" y="137722"/>
                      </a:cubicBezTo>
                      <a:cubicBezTo>
                        <a:pt x="143703" y="137722"/>
                        <a:pt x="51721" y="137084"/>
                        <a:pt x="0"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3818880" y="4806000"/>
                  <a:ext cx="903332" cy="432556"/>
                </a:xfrm>
                <a:custGeom>
                  <a:rect b="b" l="l" r="r" t="t"/>
                  <a:pathLst>
                    <a:path extrusionOk="0" h="456524" w="903332">
                      <a:moveTo>
                        <a:pt x="0" y="31757"/>
                      </a:moveTo>
                      <a:cubicBezTo>
                        <a:pt x="0" y="31757"/>
                        <a:pt x="4724" y="-24688"/>
                        <a:pt x="79943" y="12926"/>
                      </a:cubicBezTo>
                      <a:cubicBezTo>
                        <a:pt x="155172" y="50540"/>
                        <a:pt x="141056" y="83545"/>
                        <a:pt x="221123" y="97651"/>
                      </a:cubicBezTo>
                      <a:cubicBezTo>
                        <a:pt x="301190" y="111767"/>
                        <a:pt x="470468" y="111767"/>
                        <a:pt x="517532" y="168212"/>
                      </a:cubicBezTo>
                      <a:cubicBezTo>
                        <a:pt x="564594" y="224657"/>
                        <a:pt x="531648" y="285998"/>
                        <a:pt x="531648" y="285998"/>
                      </a:cubicBezTo>
                      <a:cubicBezTo>
                        <a:pt x="531648" y="285998"/>
                        <a:pt x="541039" y="229553"/>
                        <a:pt x="621039" y="314221"/>
                      </a:cubicBezTo>
                      <a:cubicBezTo>
                        <a:pt x="701050" y="398889"/>
                        <a:pt x="710432" y="431836"/>
                        <a:pt x="710432" y="431836"/>
                      </a:cubicBezTo>
                      <a:cubicBezTo>
                        <a:pt x="710432" y="431836"/>
                        <a:pt x="799824" y="337719"/>
                        <a:pt x="875052" y="375390"/>
                      </a:cubicBezTo>
                      <a:cubicBezTo>
                        <a:pt x="875052" y="375390"/>
                        <a:pt x="898608" y="323556"/>
                        <a:pt x="903332" y="30483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a:off x="4790160" y="5111280"/>
                  <a:ext cx="100803" cy="37037"/>
                </a:xfrm>
                <a:custGeom>
                  <a:rect b="b" l="l" r="r" t="t"/>
                  <a:pathLst>
                    <a:path extrusionOk="0" h="49882" w="100803">
                      <a:moveTo>
                        <a:pt x="100803" y="35195"/>
                      </a:moveTo>
                      <a:cubicBezTo>
                        <a:pt x="100803" y="35195"/>
                        <a:pt x="51959" y="49882"/>
                        <a:pt x="0"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a:off x="4787280" y="5108400"/>
                  <a:ext cx="106138" cy="43217"/>
                </a:xfrm>
                <a:custGeom>
                  <a:rect b="b" l="l" r="r" t="t"/>
                  <a:pathLst>
                    <a:path extrusionOk="0" h="49110" w="106671">
                      <a:moveTo>
                        <a:pt x="85577" y="43015"/>
                      </a:moveTo>
                      <a:cubicBezTo>
                        <a:pt x="66166" y="43015"/>
                        <a:pt x="34200" y="36966"/>
                        <a:pt x="853" y="4943"/>
                      </a:cubicBezTo>
                      <a:cubicBezTo>
                        <a:pt x="-281" y="3820"/>
                        <a:pt x="-281" y="2001"/>
                        <a:pt x="833" y="867"/>
                      </a:cubicBezTo>
                      <a:cubicBezTo>
                        <a:pt x="833" y="867"/>
                        <a:pt x="843" y="858"/>
                        <a:pt x="853" y="848"/>
                      </a:cubicBezTo>
                      <a:cubicBezTo>
                        <a:pt x="1948" y="-267"/>
                        <a:pt x="3729" y="-285"/>
                        <a:pt x="4844" y="810"/>
                      </a:cubicBezTo>
                      <a:cubicBezTo>
                        <a:pt x="4853" y="819"/>
                        <a:pt x="4872" y="838"/>
                        <a:pt x="4882" y="848"/>
                      </a:cubicBezTo>
                      <a:cubicBezTo>
                        <a:pt x="54936" y="48825"/>
                        <a:pt x="102456" y="35404"/>
                        <a:pt x="102798" y="35404"/>
                      </a:cubicBezTo>
                      <a:cubicBezTo>
                        <a:pt x="104361" y="35119"/>
                        <a:pt x="105866" y="36157"/>
                        <a:pt x="106152" y="37719"/>
                      </a:cubicBezTo>
                      <a:cubicBezTo>
                        <a:pt x="106390" y="39034"/>
                        <a:pt x="105694" y="40338"/>
                        <a:pt x="104475" y="40872"/>
                      </a:cubicBezTo>
                      <a:cubicBezTo>
                        <a:pt x="98303" y="42434"/>
                        <a:pt x="91950" y="43158"/>
                        <a:pt x="85587" y="43006"/>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4484520" y="5213880"/>
                  <a:ext cx="44594" cy="142617"/>
                </a:xfrm>
                <a:custGeom>
                  <a:rect b="b" l="l" r="r" t="t"/>
                  <a:pathLst>
                    <a:path extrusionOk="0" h="142617" w="45158">
                      <a:moveTo>
                        <a:pt x="44531" y="23679"/>
                      </a:moveTo>
                      <a:cubicBezTo>
                        <a:pt x="44531" y="23679"/>
                        <a:pt x="-113" y="55302"/>
                        <a:pt x="4212" y="142617"/>
                      </a:cubicBezTo>
                      <a:cubicBezTo>
                        <a:pt x="4212" y="142617"/>
                        <a:pt x="-627" y="77009"/>
                        <a:pt x="68" y="55293"/>
                      </a:cubicBezTo>
                      <a:cubicBezTo>
                        <a:pt x="764" y="33575"/>
                        <a:pt x="24490" y="0"/>
                        <a:pt x="24490" y="0"/>
                      </a:cubicBezTo>
                      <a:lnTo>
                        <a:pt x="44531" y="23669"/>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1"/>
                <p:cNvSpPr/>
                <p:nvPr/>
              </p:nvSpPr>
              <p:spPr>
                <a:xfrm>
                  <a:off x="4481640" y="5211000"/>
                  <a:ext cx="50392" cy="148399"/>
                </a:xfrm>
                <a:custGeom>
                  <a:rect b="b" l="l" r="r" t="t"/>
                  <a:pathLst>
                    <a:path extrusionOk="0" h="148399" w="51159">
                      <a:moveTo>
                        <a:pt x="7088" y="148381"/>
                      </a:moveTo>
                      <a:cubicBezTo>
                        <a:pt x="5592" y="148381"/>
                        <a:pt x="4354" y="147219"/>
                        <a:pt x="4268" y="145734"/>
                      </a:cubicBezTo>
                      <a:cubicBezTo>
                        <a:pt x="4268" y="143028"/>
                        <a:pt x="-628" y="79725"/>
                        <a:pt x="68" y="58122"/>
                      </a:cubicBezTo>
                      <a:cubicBezTo>
                        <a:pt x="763" y="36520"/>
                        <a:pt x="24033" y="2658"/>
                        <a:pt x="25004" y="1210"/>
                      </a:cubicBezTo>
                      <a:cubicBezTo>
                        <a:pt x="25547" y="506"/>
                        <a:pt x="26366" y="68"/>
                        <a:pt x="27252" y="1"/>
                      </a:cubicBezTo>
                      <a:cubicBezTo>
                        <a:pt x="28138" y="-18"/>
                        <a:pt x="28986" y="363"/>
                        <a:pt x="29557" y="1039"/>
                      </a:cubicBezTo>
                      <a:lnTo>
                        <a:pt x="49779" y="24708"/>
                      </a:lnTo>
                      <a:cubicBezTo>
                        <a:pt x="50303" y="25309"/>
                        <a:pt x="50531" y="26109"/>
                        <a:pt x="50417" y="26900"/>
                      </a:cubicBezTo>
                      <a:cubicBezTo>
                        <a:pt x="50341" y="27709"/>
                        <a:pt x="49922" y="28443"/>
                        <a:pt x="49264" y="28919"/>
                      </a:cubicBezTo>
                      <a:cubicBezTo>
                        <a:pt x="48807" y="29205"/>
                        <a:pt x="5954" y="60885"/>
                        <a:pt x="9983" y="145381"/>
                      </a:cubicBezTo>
                      <a:cubicBezTo>
                        <a:pt x="10078" y="146934"/>
                        <a:pt x="8897" y="148276"/>
                        <a:pt x="7345" y="148372"/>
                      </a:cubicBezTo>
                      <a:cubicBezTo>
                        <a:pt x="7326" y="148372"/>
                        <a:pt x="7297" y="148372"/>
                        <a:pt x="7278" y="148372"/>
                      </a:cubicBezTo>
                      <a:lnTo>
                        <a:pt x="7107" y="148372"/>
                      </a:lnTo>
                      <a:close/>
                      <a:moveTo>
                        <a:pt x="27652" y="7611"/>
                      </a:moveTo>
                      <a:cubicBezTo>
                        <a:pt x="21890" y="16308"/>
                        <a:pt x="6402" y="41368"/>
                        <a:pt x="5821" y="58237"/>
                      </a:cubicBezTo>
                      <a:cubicBezTo>
                        <a:pt x="5535" y="66819"/>
                        <a:pt x="6164" y="82430"/>
                        <a:pt x="6973" y="98099"/>
                      </a:cubicBezTo>
                      <a:cubicBezTo>
                        <a:pt x="14927" y="53922"/>
                        <a:pt x="36120" y="32377"/>
                        <a:pt x="43435" y="26099"/>
                      </a:cubicBezTo>
                      <a:lnTo>
                        <a:pt x="27652" y="761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a:off x="3886560" y="4701753"/>
                  <a:ext cx="886292" cy="370859"/>
                </a:xfrm>
                <a:custGeom>
                  <a:rect b="b" l="l" r="r" t="t"/>
                  <a:pathLst>
                    <a:path extrusionOk="0" h="408660" w="886292">
                      <a:moveTo>
                        <a:pt x="650483" y="370654"/>
                      </a:moveTo>
                      <a:cubicBezTo>
                        <a:pt x="606363" y="370654"/>
                        <a:pt x="563567" y="328430"/>
                        <a:pt x="518809" y="284253"/>
                      </a:cubicBezTo>
                      <a:cubicBezTo>
                        <a:pt x="507979" y="273595"/>
                        <a:pt x="496806" y="262593"/>
                        <a:pt x="485519" y="252058"/>
                      </a:cubicBezTo>
                      <a:cubicBezTo>
                        <a:pt x="457697" y="226084"/>
                        <a:pt x="433970" y="195671"/>
                        <a:pt x="408853" y="163409"/>
                      </a:cubicBezTo>
                      <a:cubicBezTo>
                        <a:pt x="370610" y="114279"/>
                        <a:pt x="331033" y="63473"/>
                        <a:pt x="274188" y="26554"/>
                      </a:cubicBezTo>
                      <a:cubicBezTo>
                        <a:pt x="210428" y="-14918"/>
                        <a:pt x="185482" y="14057"/>
                        <a:pt x="158993" y="44699"/>
                      </a:cubicBezTo>
                      <a:cubicBezTo>
                        <a:pt x="147820" y="57720"/>
                        <a:pt x="136238" y="71141"/>
                        <a:pt x="121607" y="78456"/>
                      </a:cubicBezTo>
                      <a:cubicBezTo>
                        <a:pt x="73687" y="102706"/>
                        <a:pt x="4278" y="47528"/>
                        <a:pt x="1106" y="45109"/>
                      </a:cubicBezTo>
                      <a:cubicBezTo>
                        <a:pt x="-151" y="44118"/>
                        <a:pt x="-370" y="42308"/>
                        <a:pt x="621" y="41051"/>
                      </a:cubicBezTo>
                      <a:cubicBezTo>
                        <a:pt x="1611" y="39794"/>
                        <a:pt x="3421" y="39575"/>
                        <a:pt x="4678" y="40565"/>
                      </a:cubicBezTo>
                      <a:cubicBezTo>
                        <a:pt x="5374" y="41137"/>
                        <a:pt x="74373" y="95629"/>
                        <a:pt x="119245" y="73227"/>
                      </a:cubicBezTo>
                      <a:cubicBezTo>
                        <a:pt x="132780" y="66426"/>
                        <a:pt x="143496" y="53986"/>
                        <a:pt x="154783" y="40851"/>
                      </a:cubicBezTo>
                      <a:cubicBezTo>
                        <a:pt x="181624" y="9628"/>
                        <a:pt x="209332" y="-22509"/>
                        <a:pt x="277351" y="21611"/>
                      </a:cubicBezTo>
                      <a:cubicBezTo>
                        <a:pt x="334948" y="59053"/>
                        <a:pt x="374867" y="110260"/>
                        <a:pt x="413396" y="159847"/>
                      </a:cubicBezTo>
                      <a:cubicBezTo>
                        <a:pt x="438390" y="191927"/>
                        <a:pt x="461954" y="222226"/>
                        <a:pt x="489425" y="247858"/>
                      </a:cubicBezTo>
                      <a:cubicBezTo>
                        <a:pt x="500940" y="258459"/>
                        <a:pt x="512008" y="269518"/>
                        <a:pt x="522829" y="280167"/>
                      </a:cubicBezTo>
                      <a:cubicBezTo>
                        <a:pt x="580427" y="337078"/>
                        <a:pt x="630195" y="386151"/>
                        <a:pt x="683649" y="355681"/>
                      </a:cubicBezTo>
                      <a:cubicBezTo>
                        <a:pt x="701508" y="345432"/>
                        <a:pt x="718206" y="328954"/>
                        <a:pt x="734512" y="312942"/>
                      </a:cubicBezTo>
                      <a:cubicBezTo>
                        <a:pt x="762049" y="285872"/>
                        <a:pt x="788138" y="260297"/>
                        <a:pt x="819590" y="262021"/>
                      </a:cubicBezTo>
                      <a:cubicBezTo>
                        <a:pt x="841078" y="263174"/>
                        <a:pt x="862386" y="277109"/>
                        <a:pt x="884912" y="304589"/>
                      </a:cubicBezTo>
                      <a:cubicBezTo>
                        <a:pt x="885922" y="305780"/>
                        <a:pt x="885769" y="307561"/>
                        <a:pt x="884579" y="308570"/>
                      </a:cubicBezTo>
                      <a:cubicBezTo>
                        <a:pt x="884560" y="308589"/>
                        <a:pt x="884531" y="308608"/>
                        <a:pt x="884512" y="308627"/>
                      </a:cubicBezTo>
                      <a:cubicBezTo>
                        <a:pt x="883322" y="309637"/>
                        <a:pt x="881540" y="309485"/>
                        <a:pt x="880531" y="308294"/>
                      </a:cubicBezTo>
                      <a:cubicBezTo>
                        <a:pt x="880512" y="308275"/>
                        <a:pt x="880493" y="308247"/>
                        <a:pt x="880473" y="308227"/>
                      </a:cubicBezTo>
                      <a:cubicBezTo>
                        <a:pt x="859042" y="282081"/>
                        <a:pt x="839002" y="268832"/>
                        <a:pt x="819304" y="267908"/>
                      </a:cubicBezTo>
                      <a:cubicBezTo>
                        <a:pt x="790500" y="266241"/>
                        <a:pt x="765164" y="290949"/>
                        <a:pt x="738665" y="317209"/>
                      </a:cubicBezTo>
                      <a:cubicBezTo>
                        <a:pt x="722196" y="333392"/>
                        <a:pt x="705147" y="350213"/>
                        <a:pt x="686830" y="360758"/>
                      </a:cubicBezTo>
                      <a:cubicBezTo>
                        <a:pt x="675819" y="367254"/>
                        <a:pt x="663265" y="370673"/>
                        <a:pt x="650483" y="37066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1"/>
                <p:cNvSpPr/>
                <p:nvPr/>
              </p:nvSpPr>
              <p:spPr>
                <a:xfrm>
                  <a:off x="3718800" y="4561920"/>
                  <a:ext cx="119863" cy="143989"/>
                </a:xfrm>
                <a:custGeom>
                  <a:rect b="b" l="l" r="r" t="t"/>
                  <a:pathLst>
                    <a:path extrusionOk="0" h="143989" w="119863">
                      <a:moveTo>
                        <a:pt x="30756" y="15316"/>
                      </a:moveTo>
                      <a:cubicBezTo>
                        <a:pt x="30756" y="15316"/>
                        <a:pt x="46596" y="78676"/>
                        <a:pt x="74304" y="108223"/>
                      </a:cubicBezTo>
                      <a:cubicBezTo>
                        <a:pt x="102013" y="137770"/>
                        <a:pt x="119863" y="143989"/>
                        <a:pt x="119863" y="143989"/>
                      </a:cubicBezTo>
                      <a:cubicBezTo>
                        <a:pt x="119863" y="143989"/>
                        <a:pt x="38824" y="116281"/>
                        <a:pt x="24937" y="94574"/>
                      </a:cubicBezTo>
                      <a:cubicBezTo>
                        <a:pt x="11049" y="72866"/>
                        <a:pt x="0" y="0"/>
                        <a:pt x="0" y="0"/>
                      </a:cubicBezTo>
                      <a:lnTo>
                        <a:pt x="30756" y="15326"/>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1"/>
                <p:cNvSpPr/>
                <p:nvPr/>
              </p:nvSpPr>
              <p:spPr>
                <a:xfrm>
                  <a:off x="3716280" y="4559400"/>
                  <a:ext cx="125328" cy="149274"/>
                </a:xfrm>
                <a:custGeom>
                  <a:rect b="b" l="l" r="r" t="t"/>
                  <a:pathLst>
                    <a:path extrusionOk="0" h="149648" w="125958">
                      <a:moveTo>
                        <a:pt x="122564" y="149443"/>
                      </a:moveTo>
                      <a:lnTo>
                        <a:pt x="121639" y="149443"/>
                      </a:lnTo>
                      <a:cubicBezTo>
                        <a:pt x="117496" y="148004"/>
                        <a:pt x="39448" y="121048"/>
                        <a:pt x="25275" y="98817"/>
                      </a:cubicBezTo>
                      <a:cubicBezTo>
                        <a:pt x="11102" y="76586"/>
                        <a:pt x="453" y="6139"/>
                        <a:pt x="43" y="3148"/>
                      </a:cubicBezTo>
                      <a:cubicBezTo>
                        <a:pt x="-147" y="2081"/>
                        <a:pt x="300" y="995"/>
                        <a:pt x="1196" y="386"/>
                      </a:cubicBezTo>
                      <a:cubicBezTo>
                        <a:pt x="2110" y="-129"/>
                        <a:pt x="3225" y="-129"/>
                        <a:pt x="4129" y="386"/>
                      </a:cubicBezTo>
                      <a:lnTo>
                        <a:pt x="34943" y="15883"/>
                      </a:lnTo>
                      <a:cubicBezTo>
                        <a:pt x="35686" y="16245"/>
                        <a:pt x="36238" y="16921"/>
                        <a:pt x="36438" y="17731"/>
                      </a:cubicBezTo>
                      <a:cubicBezTo>
                        <a:pt x="36438" y="18369"/>
                        <a:pt x="52393" y="80634"/>
                        <a:pt x="79234" y="109428"/>
                      </a:cubicBezTo>
                      <a:cubicBezTo>
                        <a:pt x="106076" y="138222"/>
                        <a:pt x="123068" y="143985"/>
                        <a:pt x="123525" y="143985"/>
                      </a:cubicBezTo>
                      <a:lnTo>
                        <a:pt x="123525" y="143985"/>
                      </a:lnTo>
                      <a:cubicBezTo>
                        <a:pt x="125021" y="144527"/>
                        <a:pt x="125811" y="146166"/>
                        <a:pt x="125307" y="147671"/>
                      </a:cubicBezTo>
                      <a:cubicBezTo>
                        <a:pt x="124859" y="148795"/>
                        <a:pt x="123754" y="149519"/>
                        <a:pt x="122544" y="149452"/>
                      </a:cubicBezTo>
                      <a:close/>
                      <a:moveTo>
                        <a:pt x="6558" y="7691"/>
                      </a:moveTo>
                      <a:cubicBezTo>
                        <a:pt x="9435" y="24970"/>
                        <a:pt x="18941" y="78024"/>
                        <a:pt x="30114" y="95588"/>
                      </a:cubicBezTo>
                      <a:cubicBezTo>
                        <a:pt x="38353" y="108552"/>
                        <a:pt x="72681" y="124096"/>
                        <a:pt x="97332" y="134003"/>
                      </a:cubicBezTo>
                      <a:cubicBezTo>
                        <a:pt x="89397" y="127506"/>
                        <a:pt x="81930" y="120458"/>
                        <a:pt x="74986" y="112924"/>
                      </a:cubicBezTo>
                      <a:cubicBezTo>
                        <a:pt x="48954" y="85044"/>
                        <a:pt x="33629" y="29466"/>
                        <a:pt x="31152" y="20017"/>
                      </a:cubicBezTo>
                      <a:lnTo>
                        <a:pt x="6558" y="769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1"/>
                <p:cNvSpPr/>
                <p:nvPr/>
              </p:nvSpPr>
              <p:spPr>
                <a:xfrm>
                  <a:off x="4540320" y="4471920"/>
                  <a:ext cx="95507" cy="406565"/>
                </a:xfrm>
                <a:custGeom>
                  <a:rect b="b" l="l" r="r" t="t"/>
                  <a:pathLst>
                    <a:path extrusionOk="0" h="406565" w="95269">
                      <a:moveTo>
                        <a:pt x="2876" y="406159"/>
                      </a:moveTo>
                      <a:cubicBezTo>
                        <a:pt x="1286" y="406159"/>
                        <a:pt x="0" y="404873"/>
                        <a:pt x="0" y="403282"/>
                      </a:cubicBezTo>
                      <a:cubicBezTo>
                        <a:pt x="0" y="402378"/>
                        <a:pt x="428" y="401520"/>
                        <a:pt x="1152" y="400977"/>
                      </a:cubicBezTo>
                      <a:cubicBezTo>
                        <a:pt x="2076" y="400225"/>
                        <a:pt x="89621" y="320339"/>
                        <a:pt x="89621" y="214935"/>
                      </a:cubicBezTo>
                      <a:cubicBezTo>
                        <a:pt x="89621" y="109531"/>
                        <a:pt x="15602" y="5623"/>
                        <a:pt x="14744" y="4585"/>
                      </a:cubicBezTo>
                      <a:cubicBezTo>
                        <a:pt x="13801" y="3299"/>
                        <a:pt x="14087" y="1489"/>
                        <a:pt x="15383" y="556"/>
                      </a:cubicBezTo>
                      <a:cubicBezTo>
                        <a:pt x="16669" y="-387"/>
                        <a:pt x="18478" y="-101"/>
                        <a:pt x="19412" y="1194"/>
                      </a:cubicBezTo>
                      <a:lnTo>
                        <a:pt x="19412" y="1194"/>
                      </a:lnTo>
                      <a:cubicBezTo>
                        <a:pt x="20164" y="2289"/>
                        <a:pt x="95269" y="107064"/>
                        <a:pt x="95269" y="214944"/>
                      </a:cubicBezTo>
                      <a:cubicBezTo>
                        <a:pt x="95269" y="322825"/>
                        <a:pt x="5820" y="404502"/>
                        <a:pt x="4896" y="405311"/>
                      </a:cubicBezTo>
                      <a:cubicBezTo>
                        <a:pt x="4362" y="405844"/>
                        <a:pt x="3638" y="406159"/>
                        <a:pt x="2876" y="40617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a:off x="4604760" y="4636800"/>
                  <a:ext cx="177298" cy="152238"/>
                </a:xfrm>
                <a:custGeom>
                  <a:rect b="b" l="l" r="r" t="t"/>
                  <a:pathLst>
                    <a:path extrusionOk="0" h="152238" w="177298">
                      <a:moveTo>
                        <a:pt x="10" y="152238"/>
                      </a:moveTo>
                      <a:cubicBezTo>
                        <a:pt x="10" y="152238"/>
                        <a:pt x="96488" y="20107"/>
                        <a:pt x="177298" y="96364"/>
                      </a:cubicBezTo>
                      <a:cubicBezTo>
                        <a:pt x="177298" y="96364"/>
                        <a:pt x="136979" y="55064"/>
                        <a:pt x="101613" y="55064"/>
                      </a:cubicBezTo>
                      <a:cubicBezTo>
                        <a:pt x="79543" y="55302"/>
                        <a:pt x="57836" y="60722"/>
                        <a:pt x="38253" y="70904"/>
                      </a:cubicBezTo>
                      <a:lnTo>
                        <a:pt x="22698" y="0"/>
                      </a:lnTo>
                      <a:cubicBezTo>
                        <a:pt x="22698" y="0"/>
                        <a:pt x="42920" y="85249"/>
                        <a:pt x="0" y="152238"/>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1"/>
                <p:cNvSpPr/>
                <p:nvPr/>
              </p:nvSpPr>
              <p:spPr>
                <a:xfrm>
                  <a:off x="4601880" y="4633560"/>
                  <a:ext cx="182724" cy="158327"/>
                </a:xfrm>
                <a:custGeom>
                  <a:rect b="b" l="l" r="r" t="t"/>
                  <a:pathLst>
                    <a:path extrusionOk="0" h="158724" w="183642">
                      <a:moveTo>
                        <a:pt x="2864" y="158317"/>
                      </a:moveTo>
                      <a:cubicBezTo>
                        <a:pt x="2283" y="158317"/>
                        <a:pt x="1721" y="158136"/>
                        <a:pt x="1255" y="157803"/>
                      </a:cubicBezTo>
                      <a:cubicBezTo>
                        <a:pt x="-22" y="156926"/>
                        <a:pt x="-384" y="155193"/>
                        <a:pt x="445" y="153888"/>
                      </a:cubicBezTo>
                      <a:cubicBezTo>
                        <a:pt x="40250" y="91566"/>
                        <a:pt x="24296" y="11670"/>
                        <a:pt x="22676" y="4126"/>
                      </a:cubicBezTo>
                      <a:lnTo>
                        <a:pt x="22676" y="3488"/>
                      </a:lnTo>
                      <a:cubicBezTo>
                        <a:pt x="22324" y="1974"/>
                        <a:pt x="23276" y="450"/>
                        <a:pt x="24791" y="107"/>
                      </a:cubicBezTo>
                      <a:cubicBezTo>
                        <a:pt x="24810" y="107"/>
                        <a:pt x="24839" y="97"/>
                        <a:pt x="24858" y="88"/>
                      </a:cubicBezTo>
                      <a:cubicBezTo>
                        <a:pt x="26334" y="-293"/>
                        <a:pt x="27839" y="602"/>
                        <a:pt x="28220" y="2078"/>
                      </a:cubicBezTo>
                      <a:cubicBezTo>
                        <a:pt x="28229" y="2126"/>
                        <a:pt x="28239" y="2174"/>
                        <a:pt x="28248" y="2221"/>
                      </a:cubicBezTo>
                      <a:lnTo>
                        <a:pt x="28248" y="2736"/>
                      </a:lnTo>
                      <a:lnTo>
                        <a:pt x="43165" y="69782"/>
                      </a:lnTo>
                      <a:cubicBezTo>
                        <a:pt x="62291" y="60534"/>
                        <a:pt x="83208" y="55618"/>
                        <a:pt x="104448" y="55380"/>
                      </a:cubicBezTo>
                      <a:cubicBezTo>
                        <a:pt x="140796" y="55380"/>
                        <a:pt x="180534" y="95700"/>
                        <a:pt x="182211" y="97548"/>
                      </a:cubicBezTo>
                      <a:cubicBezTo>
                        <a:pt x="183258" y="98748"/>
                        <a:pt x="183125" y="100567"/>
                        <a:pt x="181925" y="101615"/>
                      </a:cubicBezTo>
                      <a:cubicBezTo>
                        <a:pt x="180848" y="102548"/>
                        <a:pt x="179258" y="102558"/>
                        <a:pt x="178172" y="101643"/>
                      </a:cubicBezTo>
                      <a:cubicBezTo>
                        <a:pt x="162465" y="85565"/>
                        <a:pt x="140443" y="77297"/>
                        <a:pt x="118041" y="79059"/>
                      </a:cubicBezTo>
                      <a:cubicBezTo>
                        <a:pt x="59176" y="84470"/>
                        <a:pt x="6008" y="156412"/>
                        <a:pt x="5493" y="157107"/>
                      </a:cubicBezTo>
                      <a:cubicBezTo>
                        <a:pt x="4903" y="157974"/>
                        <a:pt x="3883" y="158431"/>
                        <a:pt x="2845" y="158317"/>
                      </a:cubicBezTo>
                      <a:close/>
                      <a:moveTo>
                        <a:pt x="32935" y="50199"/>
                      </a:moveTo>
                      <a:cubicBezTo>
                        <a:pt x="33439" y="78621"/>
                        <a:pt x="28267" y="106853"/>
                        <a:pt x="17733" y="133257"/>
                      </a:cubicBezTo>
                      <a:cubicBezTo>
                        <a:pt x="38583" y="110683"/>
                        <a:pt x="75969" y="77155"/>
                        <a:pt x="117202" y="73354"/>
                      </a:cubicBezTo>
                      <a:cubicBezTo>
                        <a:pt x="126880" y="72411"/>
                        <a:pt x="136653" y="73306"/>
                        <a:pt x="146006" y="76002"/>
                      </a:cubicBezTo>
                      <a:cubicBezTo>
                        <a:pt x="133719" y="67382"/>
                        <a:pt x="119327" y="62248"/>
                        <a:pt x="104363" y="61143"/>
                      </a:cubicBezTo>
                      <a:cubicBezTo>
                        <a:pt x="82827" y="61448"/>
                        <a:pt x="61653" y="66734"/>
                        <a:pt x="42498" y="76583"/>
                      </a:cubicBezTo>
                      <a:cubicBezTo>
                        <a:pt x="41679" y="76983"/>
                        <a:pt x="40726" y="76983"/>
                        <a:pt x="39907" y="76583"/>
                      </a:cubicBezTo>
                      <a:cubicBezTo>
                        <a:pt x="39088" y="76192"/>
                        <a:pt x="38497" y="75449"/>
                        <a:pt x="38297" y="74564"/>
                      </a:cubicBezTo>
                      <a:lnTo>
                        <a:pt x="32944" y="5019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1"/>
                <p:cNvSpPr/>
                <p:nvPr/>
              </p:nvSpPr>
              <p:spPr>
                <a:xfrm>
                  <a:off x="4364640" y="4588200"/>
                  <a:ext cx="95533" cy="334023"/>
                </a:xfrm>
                <a:custGeom>
                  <a:rect b="b" l="l" r="r" t="t"/>
                  <a:pathLst>
                    <a:path extrusionOk="0" h="334023" w="107947">
                      <a:moveTo>
                        <a:pt x="9392" y="334023"/>
                      </a:moveTo>
                      <a:cubicBezTo>
                        <a:pt x="9392" y="334023"/>
                        <a:pt x="107947" y="273196"/>
                        <a:pt x="94059" y="159953"/>
                      </a:cubicBezTo>
                      <a:cubicBezTo>
                        <a:pt x="80181" y="46711"/>
                        <a:pt x="0" y="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1"/>
                <p:cNvSpPr/>
                <p:nvPr/>
              </p:nvSpPr>
              <p:spPr>
                <a:xfrm>
                  <a:off x="4361760" y="4585320"/>
                  <a:ext cx="101172" cy="340204"/>
                </a:xfrm>
                <a:custGeom>
                  <a:rect b="b" l="l" r="r" t="t"/>
                  <a:pathLst>
                    <a:path extrusionOk="0" h="340204" w="114319">
                      <a:moveTo>
                        <a:pt x="12273" y="339767"/>
                      </a:moveTo>
                      <a:cubicBezTo>
                        <a:pt x="11292" y="339786"/>
                        <a:pt x="10368" y="339281"/>
                        <a:pt x="9854" y="338443"/>
                      </a:cubicBezTo>
                      <a:cubicBezTo>
                        <a:pt x="8997" y="337138"/>
                        <a:pt x="9368" y="335386"/>
                        <a:pt x="10664" y="334538"/>
                      </a:cubicBezTo>
                      <a:cubicBezTo>
                        <a:pt x="10702" y="334519"/>
                        <a:pt x="10730" y="334490"/>
                        <a:pt x="10768" y="334471"/>
                      </a:cubicBezTo>
                      <a:cubicBezTo>
                        <a:pt x="11749" y="333833"/>
                        <a:pt x="107828" y="272901"/>
                        <a:pt x="94112" y="163173"/>
                      </a:cubicBezTo>
                      <a:cubicBezTo>
                        <a:pt x="80406" y="53446"/>
                        <a:pt x="1958" y="5811"/>
                        <a:pt x="1377" y="5354"/>
                      </a:cubicBezTo>
                      <a:cubicBezTo>
                        <a:pt x="33" y="4535"/>
                        <a:pt x="-395" y="2792"/>
                        <a:pt x="396" y="1439"/>
                      </a:cubicBezTo>
                      <a:cubicBezTo>
                        <a:pt x="1158" y="77"/>
                        <a:pt x="2882" y="-399"/>
                        <a:pt x="4234" y="363"/>
                      </a:cubicBezTo>
                      <a:cubicBezTo>
                        <a:pt x="4263" y="372"/>
                        <a:pt x="4282" y="391"/>
                        <a:pt x="4310" y="410"/>
                      </a:cubicBezTo>
                      <a:cubicBezTo>
                        <a:pt x="5120" y="867"/>
                        <a:pt x="85701" y="49483"/>
                        <a:pt x="99808" y="162497"/>
                      </a:cubicBezTo>
                      <a:cubicBezTo>
                        <a:pt x="113924" y="275511"/>
                        <a:pt x="14788" y="338748"/>
                        <a:pt x="13759" y="339386"/>
                      </a:cubicBezTo>
                      <a:cubicBezTo>
                        <a:pt x="13311" y="339662"/>
                        <a:pt x="12788" y="339805"/>
                        <a:pt x="12264" y="33978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1"/>
                <p:cNvSpPr/>
                <p:nvPr/>
              </p:nvSpPr>
              <p:spPr>
                <a:xfrm>
                  <a:off x="4173840" y="4434840"/>
                  <a:ext cx="110119" cy="355397"/>
                </a:xfrm>
                <a:custGeom>
                  <a:rect b="b" l="l" r="r" t="t"/>
                  <a:pathLst>
                    <a:path extrusionOk="0" h="355397" w="150333">
                      <a:moveTo>
                        <a:pt x="98684" y="355110"/>
                      </a:moveTo>
                      <a:cubicBezTo>
                        <a:pt x="97960" y="355101"/>
                        <a:pt x="97265" y="354834"/>
                        <a:pt x="96722" y="354358"/>
                      </a:cubicBezTo>
                      <a:cubicBezTo>
                        <a:pt x="95588" y="353234"/>
                        <a:pt x="95588" y="351414"/>
                        <a:pt x="96703" y="350281"/>
                      </a:cubicBezTo>
                      <a:cubicBezTo>
                        <a:pt x="96703" y="350281"/>
                        <a:pt x="96712" y="350271"/>
                        <a:pt x="96722" y="350262"/>
                      </a:cubicBezTo>
                      <a:cubicBezTo>
                        <a:pt x="97122" y="349805"/>
                        <a:pt x="129269" y="311381"/>
                        <a:pt x="56688" y="211673"/>
                      </a:cubicBezTo>
                      <a:cubicBezTo>
                        <a:pt x="-13063" y="115708"/>
                        <a:pt x="-2586" y="62321"/>
                        <a:pt x="6692" y="15258"/>
                      </a:cubicBezTo>
                      <a:cubicBezTo>
                        <a:pt x="7558" y="11000"/>
                        <a:pt x="8358" y="6676"/>
                        <a:pt x="9168" y="2409"/>
                      </a:cubicBezTo>
                      <a:cubicBezTo>
                        <a:pt x="9454" y="818"/>
                        <a:pt x="10978" y="-239"/>
                        <a:pt x="12569" y="47"/>
                      </a:cubicBezTo>
                      <a:cubicBezTo>
                        <a:pt x="14159" y="332"/>
                        <a:pt x="15216" y="1856"/>
                        <a:pt x="14931" y="3447"/>
                      </a:cubicBezTo>
                      <a:lnTo>
                        <a:pt x="14931" y="3447"/>
                      </a:lnTo>
                      <a:cubicBezTo>
                        <a:pt x="14178" y="7771"/>
                        <a:pt x="13321" y="12029"/>
                        <a:pt x="12454" y="16410"/>
                      </a:cubicBezTo>
                      <a:cubicBezTo>
                        <a:pt x="3005" y="64559"/>
                        <a:pt x="-6844" y="114327"/>
                        <a:pt x="61470" y="208273"/>
                      </a:cubicBezTo>
                      <a:cubicBezTo>
                        <a:pt x="137270" y="312467"/>
                        <a:pt x="102599" y="352272"/>
                        <a:pt x="101094" y="354176"/>
                      </a:cubicBezTo>
                      <a:cubicBezTo>
                        <a:pt x="100456" y="354824"/>
                        <a:pt x="99579" y="355158"/>
                        <a:pt x="98674" y="35510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1"/>
                <p:cNvSpPr/>
                <p:nvPr/>
              </p:nvSpPr>
              <p:spPr>
                <a:xfrm>
                  <a:off x="3858480" y="4434840"/>
                  <a:ext cx="249926" cy="156289"/>
                </a:xfrm>
                <a:custGeom>
                  <a:rect b="b" l="l" r="r" t="t"/>
                  <a:pathLst>
                    <a:path extrusionOk="0" h="159886" w="269462">
                      <a:moveTo>
                        <a:pt x="247101" y="156390"/>
                      </a:moveTo>
                      <a:cubicBezTo>
                        <a:pt x="246549" y="156390"/>
                        <a:pt x="246006" y="156237"/>
                        <a:pt x="245549" y="155932"/>
                      </a:cubicBezTo>
                      <a:cubicBezTo>
                        <a:pt x="195952" y="123681"/>
                        <a:pt x="159433" y="134272"/>
                        <a:pt x="127239" y="143664"/>
                      </a:cubicBezTo>
                      <a:cubicBezTo>
                        <a:pt x="99073" y="151846"/>
                        <a:pt x="72403" y="159561"/>
                        <a:pt x="43085" y="136987"/>
                      </a:cubicBezTo>
                      <a:cubicBezTo>
                        <a:pt x="-18894" y="89296"/>
                        <a:pt x="4147" y="3066"/>
                        <a:pt x="4376" y="2208"/>
                      </a:cubicBezTo>
                      <a:cubicBezTo>
                        <a:pt x="4804" y="618"/>
                        <a:pt x="6443" y="-325"/>
                        <a:pt x="8034" y="103"/>
                      </a:cubicBezTo>
                      <a:cubicBezTo>
                        <a:pt x="9624" y="532"/>
                        <a:pt x="10567" y="2170"/>
                        <a:pt x="10138" y="3761"/>
                      </a:cubicBezTo>
                      <a:cubicBezTo>
                        <a:pt x="10138" y="4571"/>
                        <a:pt x="-12150" y="87105"/>
                        <a:pt x="46772" y="132434"/>
                      </a:cubicBezTo>
                      <a:cubicBezTo>
                        <a:pt x="73784" y="153227"/>
                        <a:pt x="97921" y="146198"/>
                        <a:pt x="125800" y="138197"/>
                      </a:cubicBezTo>
                      <a:cubicBezTo>
                        <a:pt x="159205" y="128462"/>
                        <a:pt x="197048" y="117518"/>
                        <a:pt x="248892" y="151160"/>
                      </a:cubicBezTo>
                      <a:cubicBezTo>
                        <a:pt x="250207" y="152037"/>
                        <a:pt x="250568" y="153818"/>
                        <a:pt x="249702" y="155132"/>
                      </a:cubicBezTo>
                      <a:cubicBezTo>
                        <a:pt x="249140" y="156009"/>
                        <a:pt x="248140" y="156494"/>
                        <a:pt x="247111" y="15639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1"/>
                <p:cNvSpPr/>
                <p:nvPr/>
              </p:nvSpPr>
              <p:spPr>
                <a:xfrm>
                  <a:off x="4700160" y="4404960"/>
                  <a:ext cx="101847" cy="202292"/>
                </a:xfrm>
                <a:custGeom>
                  <a:rect b="b" l="l" r="r" t="t"/>
                  <a:pathLst>
                    <a:path extrusionOk="0" h="202292" w="122339">
                      <a:moveTo>
                        <a:pt x="101796" y="0"/>
                      </a:moveTo>
                      <a:cubicBezTo>
                        <a:pt x="101796" y="0"/>
                        <a:pt x="-20543" y="155515"/>
                        <a:pt x="3012" y="202292"/>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1"/>
                <p:cNvSpPr/>
                <p:nvPr/>
              </p:nvSpPr>
              <p:spPr>
                <a:xfrm>
                  <a:off x="4697280" y="4401720"/>
                  <a:ext cx="107617" cy="208114"/>
                </a:xfrm>
                <a:custGeom>
                  <a:rect b="b" l="l" r="r" t="t"/>
                  <a:pathLst>
                    <a:path extrusionOk="0" h="208636" w="128883">
                      <a:moveTo>
                        <a:pt x="5824" y="208235"/>
                      </a:moveTo>
                      <a:cubicBezTo>
                        <a:pt x="4719" y="208235"/>
                        <a:pt x="3719" y="207616"/>
                        <a:pt x="3234" y="206625"/>
                      </a:cubicBezTo>
                      <a:cubicBezTo>
                        <a:pt x="-20846" y="158534"/>
                        <a:pt x="97293" y="7677"/>
                        <a:pt x="102360" y="1285"/>
                      </a:cubicBezTo>
                      <a:cubicBezTo>
                        <a:pt x="103236" y="-38"/>
                        <a:pt x="105027" y="-401"/>
                        <a:pt x="106351" y="485"/>
                      </a:cubicBezTo>
                      <a:cubicBezTo>
                        <a:pt x="107675" y="1362"/>
                        <a:pt x="108037" y="3152"/>
                        <a:pt x="107151" y="4476"/>
                      </a:cubicBezTo>
                      <a:cubicBezTo>
                        <a:pt x="107066" y="4610"/>
                        <a:pt x="106961" y="4743"/>
                        <a:pt x="106846" y="4857"/>
                      </a:cubicBezTo>
                      <a:cubicBezTo>
                        <a:pt x="105637" y="6353"/>
                        <a:pt x="-14112" y="159162"/>
                        <a:pt x="8406" y="204035"/>
                      </a:cubicBezTo>
                      <a:cubicBezTo>
                        <a:pt x="9110" y="205482"/>
                        <a:pt x="8520" y="207225"/>
                        <a:pt x="7082" y="207949"/>
                      </a:cubicBezTo>
                      <a:cubicBezTo>
                        <a:pt x="6682" y="208130"/>
                        <a:pt x="6253" y="208226"/>
                        <a:pt x="5815" y="208235"/>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1"/>
                <p:cNvSpPr/>
                <p:nvPr/>
              </p:nvSpPr>
              <p:spPr>
                <a:xfrm>
                  <a:off x="3470040" y="4069440"/>
                  <a:ext cx="1652791" cy="1931590"/>
                </a:xfrm>
                <a:custGeom>
                  <a:rect b="b" l="l" r="r" t="t"/>
                  <a:pathLst>
                    <a:path extrusionOk="0" h="1946186" w="1669486">
                      <a:moveTo>
                        <a:pt x="1433681" y="34146"/>
                      </a:moveTo>
                      <a:cubicBezTo>
                        <a:pt x="1433681" y="34146"/>
                        <a:pt x="1437882" y="-3925"/>
                        <a:pt x="1382875" y="332"/>
                      </a:cubicBezTo>
                      <a:cubicBezTo>
                        <a:pt x="1327868" y="4590"/>
                        <a:pt x="1304598" y="29936"/>
                        <a:pt x="1300388" y="44738"/>
                      </a:cubicBezTo>
                      <a:lnTo>
                        <a:pt x="1296245" y="59540"/>
                      </a:lnTo>
                      <a:cubicBezTo>
                        <a:pt x="1296245" y="59540"/>
                        <a:pt x="1279309" y="57406"/>
                        <a:pt x="1264507" y="80676"/>
                      </a:cubicBezTo>
                      <a:cubicBezTo>
                        <a:pt x="1255402" y="95173"/>
                        <a:pt x="1248277" y="110832"/>
                        <a:pt x="1243314" y="127215"/>
                      </a:cubicBezTo>
                      <a:cubicBezTo>
                        <a:pt x="1243314" y="127215"/>
                        <a:pt x="1226436" y="106079"/>
                        <a:pt x="1190441" y="131472"/>
                      </a:cubicBezTo>
                      <a:cubicBezTo>
                        <a:pt x="1154446" y="156876"/>
                        <a:pt x="1148160" y="182222"/>
                        <a:pt x="1148160" y="182222"/>
                      </a:cubicBezTo>
                      <a:cubicBezTo>
                        <a:pt x="1131081" y="176040"/>
                        <a:pt x="1112365" y="176040"/>
                        <a:pt x="1095286" y="182222"/>
                      </a:cubicBezTo>
                      <a:cubicBezTo>
                        <a:pt x="1067749" y="192823"/>
                        <a:pt x="1059291" y="211825"/>
                        <a:pt x="1059291" y="211825"/>
                      </a:cubicBezTo>
                      <a:cubicBezTo>
                        <a:pt x="1059291" y="211825"/>
                        <a:pt x="1038155" y="201281"/>
                        <a:pt x="1021220" y="216083"/>
                      </a:cubicBezTo>
                      <a:cubicBezTo>
                        <a:pt x="1004284" y="230885"/>
                        <a:pt x="993740" y="239124"/>
                        <a:pt x="993740" y="239124"/>
                      </a:cubicBezTo>
                      <a:cubicBezTo>
                        <a:pt x="993740" y="239124"/>
                        <a:pt x="974671" y="228523"/>
                        <a:pt x="938733" y="234866"/>
                      </a:cubicBezTo>
                      <a:cubicBezTo>
                        <a:pt x="902796" y="241210"/>
                        <a:pt x="892194" y="247592"/>
                        <a:pt x="892194" y="247592"/>
                      </a:cubicBezTo>
                      <a:cubicBezTo>
                        <a:pt x="892194" y="247592"/>
                        <a:pt x="849856" y="236990"/>
                        <a:pt x="822386" y="241258"/>
                      </a:cubicBezTo>
                      <a:cubicBezTo>
                        <a:pt x="803593" y="244582"/>
                        <a:pt x="785152" y="249678"/>
                        <a:pt x="767322" y="256459"/>
                      </a:cubicBezTo>
                      <a:cubicBezTo>
                        <a:pt x="748805" y="245525"/>
                        <a:pt x="727440" y="240372"/>
                        <a:pt x="705981" y="241658"/>
                      </a:cubicBezTo>
                      <a:cubicBezTo>
                        <a:pt x="670043" y="243734"/>
                        <a:pt x="657308" y="247992"/>
                        <a:pt x="657308" y="247992"/>
                      </a:cubicBezTo>
                      <a:cubicBezTo>
                        <a:pt x="657308" y="247992"/>
                        <a:pt x="623494" y="218388"/>
                        <a:pt x="600224" y="216255"/>
                      </a:cubicBezTo>
                      <a:cubicBezTo>
                        <a:pt x="587547" y="214911"/>
                        <a:pt x="574764" y="214911"/>
                        <a:pt x="562096" y="216255"/>
                      </a:cubicBezTo>
                      <a:cubicBezTo>
                        <a:pt x="559800" y="200948"/>
                        <a:pt x="550399" y="187622"/>
                        <a:pt x="536750" y="180317"/>
                      </a:cubicBezTo>
                      <a:cubicBezTo>
                        <a:pt x="522129" y="172468"/>
                        <a:pt x="506460" y="166762"/>
                        <a:pt x="490211" y="163381"/>
                      </a:cubicBezTo>
                      <a:cubicBezTo>
                        <a:pt x="490211" y="163381"/>
                        <a:pt x="485953" y="144312"/>
                        <a:pt x="437337" y="133778"/>
                      </a:cubicBezTo>
                      <a:cubicBezTo>
                        <a:pt x="388722" y="123233"/>
                        <a:pt x="373977" y="133778"/>
                        <a:pt x="373977" y="133778"/>
                      </a:cubicBezTo>
                      <a:cubicBezTo>
                        <a:pt x="373977" y="133778"/>
                        <a:pt x="335906" y="104117"/>
                        <a:pt x="318970" y="99906"/>
                      </a:cubicBezTo>
                      <a:lnTo>
                        <a:pt x="302035" y="95649"/>
                      </a:lnTo>
                      <a:cubicBezTo>
                        <a:pt x="302035" y="95649"/>
                        <a:pt x="242818" y="74513"/>
                        <a:pt x="219548" y="85105"/>
                      </a:cubicBezTo>
                      <a:lnTo>
                        <a:pt x="196507" y="95649"/>
                      </a:lnTo>
                      <a:cubicBezTo>
                        <a:pt x="196507" y="95649"/>
                        <a:pt x="149968" y="102040"/>
                        <a:pt x="135166" y="133778"/>
                      </a:cubicBezTo>
                      <a:lnTo>
                        <a:pt x="120364" y="165458"/>
                      </a:lnTo>
                      <a:cubicBezTo>
                        <a:pt x="120364" y="165458"/>
                        <a:pt x="61090" y="203586"/>
                        <a:pt x="59023" y="235266"/>
                      </a:cubicBezTo>
                      <a:lnTo>
                        <a:pt x="56890" y="267004"/>
                      </a:lnTo>
                      <a:cubicBezTo>
                        <a:pt x="56890" y="267004"/>
                        <a:pt x="20895" y="294540"/>
                        <a:pt x="27286" y="322011"/>
                      </a:cubicBezTo>
                      <a:cubicBezTo>
                        <a:pt x="29839" y="334926"/>
                        <a:pt x="33249" y="347671"/>
                        <a:pt x="37478" y="360139"/>
                      </a:cubicBezTo>
                      <a:cubicBezTo>
                        <a:pt x="37478" y="360139"/>
                        <a:pt x="3664" y="381332"/>
                        <a:pt x="14437" y="413012"/>
                      </a:cubicBezTo>
                      <a:cubicBezTo>
                        <a:pt x="25210" y="444693"/>
                        <a:pt x="44041" y="453332"/>
                        <a:pt x="44041" y="453332"/>
                      </a:cubicBezTo>
                      <a:cubicBezTo>
                        <a:pt x="44041" y="453332"/>
                        <a:pt x="-2499" y="491403"/>
                        <a:pt x="3721" y="529475"/>
                      </a:cubicBezTo>
                      <a:cubicBezTo>
                        <a:pt x="7760" y="553135"/>
                        <a:pt x="15542" y="575994"/>
                        <a:pt x="26762" y="597207"/>
                      </a:cubicBezTo>
                      <a:cubicBezTo>
                        <a:pt x="26762" y="597207"/>
                        <a:pt x="-7109" y="612009"/>
                        <a:pt x="1359" y="647956"/>
                      </a:cubicBezTo>
                      <a:cubicBezTo>
                        <a:pt x="9827" y="683903"/>
                        <a:pt x="28839" y="696629"/>
                        <a:pt x="28839" y="696629"/>
                      </a:cubicBezTo>
                      <a:cubicBezTo>
                        <a:pt x="28839" y="696629"/>
                        <a:pt x="-7099" y="745302"/>
                        <a:pt x="7703" y="772772"/>
                      </a:cubicBezTo>
                      <a:lnTo>
                        <a:pt x="22504" y="800251"/>
                      </a:lnTo>
                      <a:cubicBezTo>
                        <a:pt x="22504" y="800251"/>
                        <a:pt x="-4975" y="874327"/>
                        <a:pt x="3493" y="914532"/>
                      </a:cubicBezTo>
                      <a:cubicBezTo>
                        <a:pt x="11960" y="954737"/>
                        <a:pt x="22504" y="958938"/>
                        <a:pt x="22504" y="958938"/>
                      </a:cubicBezTo>
                      <a:cubicBezTo>
                        <a:pt x="22504" y="958938"/>
                        <a:pt x="7703" y="1007611"/>
                        <a:pt x="22504" y="1041424"/>
                      </a:cubicBezTo>
                      <a:cubicBezTo>
                        <a:pt x="37306" y="1075238"/>
                        <a:pt x="58500" y="1083763"/>
                        <a:pt x="58500" y="1083763"/>
                      </a:cubicBezTo>
                      <a:cubicBezTo>
                        <a:pt x="58500" y="1083763"/>
                        <a:pt x="50032" y="1162039"/>
                        <a:pt x="75378" y="1191643"/>
                      </a:cubicBezTo>
                      <a:cubicBezTo>
                        <a:pt x="100724" y="1221247"/>
                        <a:pt x="128308" y="1219122"/>
                        <a:pt x="128308" y="1219122"/>
                      </a:cubicBezTo>
                      <a:cubicBezTo>
                        <a:pt x="128308" y="1219122"/>
                        <a:pt x="136890" y="1313992"/>
                        <a:pt x="213386" y="1326660"/>
                      </a:cubicBezTo>
                      <a:cubicBezTo>
                        <a:pt x="289881" y="1339328"/>
                        <a:pt x="327609" y="1320326"/>
                        <a:pt x="342411" y="1305524"/>
                      </a:cubicBezTo>
                      <a:cubicBezTo>
                        <a:pt x="357213" y="1290722"/>
                        <a:pt x="374148" y="1250517"/>
                        <a:pt x="374148" y="1250517"/>
                      </a:cubicBezTo>
                      <a:cubicBezTo>
                        <a:pt x="374148" y="1250517"/>
                        <a:pt x="437509" y="1214579"/>
                        <a:pt x="435489" y="1163773"/>
                      </a:cubicBezTo>
                      <a:cubicBezTo>
                        <a:pt x="433470" y="1112967"/>
                        <a:pt x="410086" y="1087630"/>
                        <a:pt x="384683" y="1079162"/>
                      </a:cubicBezTo>
                      <a:lnTo>
                        <a:pt x="340097" y="1064360"/>
                      </a:lnTo>
                      <a:cubicBezTo>
                        <a:pt x="335915" y="1054816"/>
                        <a:pt x="330962" y="1045625"/>
                        <a:pt x="325295" y="1036881"/>
                      </a:cubicBezTo>
                      <a:lnTo>
                        <a:pt x="314694" y="1019946"/>
                      </a:lnTo>
                      <a:cubicBezTo>
                        <a:pt x="308645" y="1006725"/>
                        <a:pt x="301578" y="993999"/>
                        <a:pt x="293557" y="981874"/>
                      </a:cubicBezTo>
                      <a:lnTo>
                        <a:pt x="280889" y="962805"/>
                      </a:lnTo>
                      <a:cubicBezTo>
                        <a:pt x="280889" y="962805"/>
                        <a:pt x="293557" y="941669"/>
                        <a:pt x="278756" y="895130"/>
                      </a:cubicBezTo>
                      <a:cubicBezTo>
                        <a:pt x="263954" y="848591"/>
                        <a:pt x="255715" y="829579"/>
                        <a:pt x="255715" y="829579"/>
                      </a:cubicBezTo>
                      <a:cubicBezTo>
                        <a:pt x="255715" y="829579"/>
                        <a:pt x="276851" y="780906"/>
                        <a:pt x="270517" y="738567"/>
                      </a:cubicBezTo>
                      <a:lnTo>
                        <a:pt x="264182" y="696286"/>
                      </a:lnTo>
                      <a:cubicBezTo>
                        <a:pt x="275651" y="683713"/>
                        <a:pt x="279679" y="666044"/>
                        <a:pt x="274784" y="649747"/>
                      </a:cubicBezTo>
                      <a:cubicBezTo>
                        <a:pt x="269698" y="633078"/>
                        <a:pt x="261915" y="617362"/>
                        <a:pt x="251743" y="603208"/>
                      </a:cubicBezTo>
                      <a:cubicBezTo>
                        <a:pt x="251743" y="603208"/>
                        <a:pt x="272879" y="565136"/>
                        <a:pt x="270755" y="529132"/>
                      </a:cubicBezTo>
                      <a:cubicBezTo>
                        <a:pt x="268583" y="505986"/>
                        <a:pt x="261163" y="483650"/>
                        <a:pt x="249038" y="463819"/>
                      </a:cubicBezTo>
                      <a:cubicBezTo>
                        <a:pt x="249038" y="463819"/>
                        <a:pt x="280775" y="459561"/>
                        <a:pt x="274441" y="419413"/>
                      </a:cubicBezTo>
                      <a:cubicBezTo>
                        <a:pt x="268107" y="379265"/>
                        <a:pt x="253248" y="368607"/>
                        <a:pt x="253248" y="368607"/>
                      </a:cubicBezTo>
                      <a:lnTo>
                        <a:pt x="268050" y="332669"/>
                      </a:lnTo>
                      <a:cubicBezTo>
                        <a:pt x="268050" y="332669"/>
                        <a:pt x="301921" y="347471"/>
                        <a:pt x="320980" y="349605"/>
                      </a:cubicBezTo>
                      <a:cubicBezTo>
                        <a:pt x="320980" y="349605"/>
                        <a:pt x="344021" y="385542"/>
                        <a:pt x="361299" y="394010"/>
                      </a:cubicBezTo>
                      <a:cubicBezTo>
                        <a:pt x="378578" y="402478"/>
                        <a:pt x="403638" y="398211"/>
                        <a:pt x="403638" y="398211"/>
                      </a:cubicBezTo>
                      <a:cubicBezTo>
                        <a:pt x="403638" y="398211"/>
                        <a:pt x="420573" y="425747"/>
                        <a:pt x="464979" y="432081"/>
                      </a:cubicBezTo>
                      <a:cubicBezTo>
                        <a:pt x="509385" y="438415"/>
                        <a:pt x="519986" y="427881"/>
                        <a:pt x="519986" y="427881"/>
                      </a:cubicBezTo>
                      <a:cubicBezTo>
                        <a:pt x="519986" y="427881"/>
                        <a:pt x="545389" y="468200"/>
                        <a:pt x="577126" y="470162"/>
                      </a:cubicBezTo>
                      <a:cubicBezTo>
                        <a:pt x="599863" y="470924"/>
                        <a:pt x="622608" y="468800"/>
                        <a:pt x="644801" y="463828"/>
                      </a:cubicBezTo>
                      <a:cubicBezTo>
                        <a:pt x="668262" y="473239"/>
                        <a:pt x="693836" y="476173"/>
                        <a:pt x="718820" y="472296"/>
                      </a:cubicBezTo>
                      <a:cubicBezTo>
                        <a:pt x="742814" y="468981"/>
                        <a:pt x="766283" y="462571"/>
                        <a:pt x="788629" y="453227"/>
                      </a:cubicBezTo>
                      <a:cubicBezTo>
                        <a:pt x="788629" y="453227"/>
                        <a:pt x="807698" y="476268"/>
                        <a:pt x="849970" y="474420"/>
                      </a:cubicBezTo>
                      <a:cubicBezTo>
                        <a:pt x="892251" y="472572"/>
                        <a:pt x="915578" y="455351"/>
                        <a:pt x="915578" y="455351"/>
                      </a:cubicBezTo>
                      <a:cubicBezTo>
                        <a:pt x="951211" y="465714"/>
                        <a:pt x="989645" y="458647"/>
                        <a:pt x="1019258" y="436282"/>
                      </a:cubicBezTo>
                      <a:cubicBezTo>
                        <a:pt x="1019258" y="436282"/>
                        <a:pt x="1046795" y="442673"/>
                        <a:pt x="1067931" y="434205"/>
                      </a:cubicBezTo>
                      <a:cubicBezTo>
                        <a:pt x="1081456" y="428071"/>
                        <a:pt x="1093086" y="418404"/>
                        <a:pt x="1101573" y="406212"/>
                      </a:cubicBezTo>
                      <a:cubicBezTo>
                        <a:pt x="1126700" y="412022"/>
                        <a:pt x="1153084" y="408269"/>
                        <a:pt x="1175592" y="395667"/>
                      </a:cubicBezTo>
                      <a:cubicBezTo>
                        <a:pt x="1215911" y="374474"/>
                        <a:pt x="1222131" y="351205"/>
                        <a:pt x="1222131" y="351205"/>
                      </a:cubicBezTo>
                      <a:cubicBezTo>
                        <a:pt x="1235904" y="353405"/>
                        <a:pt x="1250020" y="351195"/>
                        <a:pt x="1262450" y="344871"/>
                      </a:cubicBezTo>
                      <a:cubicBezTo>
                        <a:pt x="1285491" y="334326"/>
                        <a:pt x="1306856" y="308933"/>
                        <a:pt x="1306856" y="308933"/>
                      </a:cubicBezTo>
                      <a:lnTo>
                        <a:pt x="1344813" y="360139"/>
                      </a:lnTo>
                      <a:cubicBezTo>
                        <a:pt x="1344813" y="360139"/>
                        <a:pt x="1334269" y="408812"/>
                        <a:pt x="1340612" y="427871"/>
                      </a:cubicBezTo>
                      <a:cubicBezTo>
                        <a:pt x="1345565" y="440282"/>
                        <a:pt x="1354500" y="450693"/>
                        <a:pt x="1366016" y="457475"/>
                      </a:cubicBezTo>
                      <a:cubicBezTo>
                        <a:pt x="1366016" y="457475"/>
                        <a:pt x="1353290" y="497794"/>
                        <a:pt x="1359624" y="516692"/>
                      </a:cubicBezTo>
                      <a:cubicBezTo>
                        <a:pt x="1362577" y="526807"/>
                        <a:pt x="1367616" y="536180"/>
                        <a:pt x="1374426" y="544229"/>
                      </a:cubicBezTo>
                      <a:cubicBezTo>
                        <a:pt x="1374426" y="544229"/>
                        <a:pt x="1338488" y="586510"/>
                        <a:pt x="1349080" y="620372"/>
                      </a:cubicBezTo>
                      <a:cubicBezTo>
                        <a:pt x="1354728" y="639612"/>
                        <a:pt x="1364063" y="657567"/>
                        <a:pt x="1376560" y="673245"/>
                      </a:cubicBezTo>
                      <a:cubicBezTo>
                        <a:pt x="1376560" y="673245"/>
                        <a:pt x="1349080" y="709183"/>
                        <a:pt x="1363891" y="736605"/>
                      </a:cubicBezTo>
                      <a:cubicBezTo>
                        <a:pt x="1378693" y="764018"/>
                        <a:pt x="1395629" y="789479"/>
                        <a:pt x="1395629" y="789479"/>
                      </a:cubicBezTo>
                      <a:cubicBezTo>
                        <a:pt x="1395629" y="789479"/>
                        <a:pt x="1378693" y="827550"/>
                        <a:pt x="1393495" y="850820"/>
                      </a:cubicBezTo>
                      <a:lnTo>
                        <a:pt x="1408297" y="873860"/>
                      </a:lnTo>
                      <a:cubicBezTo>
                        <a:pt x="1398124" y="895644"/>
                        <a:pt x="1393752" y="919695"/>
                        <a:pt x="1395629" y="943669"/>
                      </a:cubicBezTo>
                      <a:cubicBezTo>
                        <a:pt x="1399829" y="979607"/>
                        <a:pt x="1408297" y="990208"/>
                        <a:pt x="1408297" y="990208"/>
                      </a:cubicBezTo>
                      <a:cubicBezTo>
                        <a:pt x="1408297" y="990208"/>
                        <a:pt x="1395629" y="1028280"/>
                        <a:pt x="1401963" y="1047292"/>
                      </a:cubicBezTo>
                      <a:cubicBezTo>
                        <a:pt x="1405687" y="1058626"/>
                        <a:pt x="1412231" y="1068837"/>
                        <a:pt x="1420974" y="1076953"/>
                      </a:cubicBezTo>
                      <a:cubicBezTo>
                        <a:pt x="1420974" y="1076953"/>
                        <a:pt x="1389295" y="1110766"/>
                        <a:pt x="1389295" y="1142504"/>
                      </a:cubicBezTo>
                      <a:lnTo>
                        <a:pt x="1389295" y="1174241"/>
                      </a:lnTo>
                      <a:cubicBezTo>
                        <a:pt x="1389295" y="1174241"/>
                        <a:pt x="1368101" y="1176374"/>
                        <a:pt x="1359634" y="1208111"/>
                      </a:cubicBezTo>
                      <a:cubicBezTo>
                        <a:pt x="1355033" y="1223247"/>
                        <a:pt x="1352195" y="1238868"/>
                        <a:pt x="1351166" y="1254651"/>
                      </a:cubicBezTo>
                      <a:cubicBezTo>
                        <a:pt x="1351166" y="1254651"/>
                        <a:pt x="1336364" y="1248260"/>
                        <a:pt x="1325820" y="1271529"/>
                      </a:cubicBezTo>
                      <a:cubicBezTo>
                        <a:pt x="1318562" y="1288617"/>
                        <a:pt x="1312894" y="1306333"/>
                        <a:pt x="1308884" y="1324460"/>
                      </a:cubicBezTo>
                      <a:cubicBezTo>
                        <a:pt x="1308884" y="1324460"/>
                        <a:pt x="1294083" y="1307639"/>
                        <a:pt x="1273232" y="1339319"/>
                      </a:cubicBezTo>
                      <a:cubicBezTo>
                        <a:pt x="1262822" y="1354073"/>
                        <a:pt x="1253620" y="1369636"/>
                        <a:pt x="1245696" y="1385858"/>
                      </a:cubicBezTo>
                      <a:cubicBezTo>
                        <a:pt x="1245696" y="1385858"/>
                        <a:pt x="1224560" y="1379467"/>
                        <a:pt x="1209758" y="1390059"/>
                      </a:cubicBezTo>
                      <a:cubicBezTo>
                        <a:pt x="1200109" y="1397259"/>
                        <a:pt x="1191556" y="1405813"/>
                        <a:pt x="1184355" y="1415462"/>
                      </a:cubicBezTo>
                      <a:cubicBezTo>
                        <a:pt x="1173725" y="1406756"/>
                        <a:pt x="1159599" y="1403612"/>
                        <a:pt x="1146283" y="1406994"/>
                      </a:cubicBezTo>
                      <a:cubicBezTo>
                        <a:pt x="1131796" y="1411842"/>
                        <a:pt x="1118184" y="1418976"/>
                        <a:pt x="1105964" y="1428130"/>
                      </a:cubicBezTo>
                      <a:cubicBezTo>
                        <a:pt x="1105964" y="1428130"/>
                        <a:pt x="1076360" y="1413328"/>
                        <a:pt x="1063682" y="1417585"/>
                      </a:cubicBezTo>
                      <a:cubicBezTo>
                        <a:pt x="1051005" y="1421843"/>
                        <a:pt x="1042489" y="1423920"/>
                        <a:pt x="1042489" y="1423920"/>
                      </a:cubicBezTo>
                      <a:cubicBezTo>
                        <a:pt x="1042489" y="1423920"/>
                        <a:pt x="972681" y="1409118"/>
                        <a:pt x="960003" y="1415452"/>
                      </a:cubicBezTo>
                      <a:cubicBezTo>
                        <a:pt x="947325" y="1421786"/>
                        <a:pt x="877516" y="1398517"/>
                        <a:pt x="830977" y="1447189"/>
                      </a:cubicBezTo>
                      <a:cubicBezTo>
                        <a:pt x="803716" y="1474317"/>
                        <a:pt x="791115" y="1512874"/>
                        <a:pt x="797106" y="1550869"/>
                      </a:cubicBezTo>
                      <a:cubicBezTo>
                        <a:pt x="797106" y="1550869"/>
                        <a:pt x="767503" y="1624945"/>
                        <a:pt x="775970" y="1669350"/>
                      </a:cubicBezTo>
                      <a:cubicBezTo>
                        <a:pt x="784438" y="1713756"/>
                        <a:pt x="807707" y="1747627"/>
                        <a:pt x="816289" y="1762429"/>
                      </a:cubicBezTo>
                      <a:cubicBezTo>
                        <a:pt x="824872" y="1777230"/>
                        <a:pt x="837425" y="1870309"/>
                        <a:pt x="835301" y="1899922"/>
                      </a:cubicBezTo>
                      <a:cubicBezTo>
                        <a:pt x="833168" y="1929526"/>
                        <a:pt x="886108" y="1942261"/>
                        <a:pt x="913578" y="1914724"/>
                      </a:cubicBezTo>
                      <a:cubicBezTo>
                        <a:pt x="941057" y="1887187"/>
                        <a:pt x="915712" y="1840705"/>
                        <a:pt x="930513" y="1806844"/>
                      </a:cubicBezTo>
                      <a:cubicBezTo>
                        <a:pt x="945315" y="1772973"/>
                        <a:pt x="970833" y="1718023"/>
                        <a:pt x="968585" y="1680123"/>
                      </a:cubicBezTo>
                      <a:cubicBezTo>
                        <a:pt x="967794" y="1659292"/>
                        <a:pt x="964232" y="1638670"/>
                        <a:pt x="957983" y="1618782"/>
                      </a:cubicBezTo>
                      <a:cubicBezTo>
                        <a:pt x="972633" y="1629003"/>
                        <a:pt x="989178" y="1636194"/>
                        <a:pt x="1006656" y="1639918"/>
                      </a:cubicBezTo>
                      <a:lnTo>
                        <a:pt x="1032059" y="1644119"/>
                      </a:lnTo>
                      <a:cubicBezTo>
                        <a:pt x="1032059" y="1644119"/>
                        <a:pt x="1051071" y="1667160"/>
                        <a:pt x="1076465" y="1667160"/>
                      </a:cubicBezTo>
                      <a:cubicBezTo>
                        <a:pt x="1101859" y="1667160"/>
                        <a:pt x="1127214" y="1646024"/>
                        <a:pt x="1127214" y="1646024"/>
                      </a:cubicBezTo>
                      <a:cubicBezTo>
                        <a:pt x="1127214" y="1646024"/>
                        <a:pt x="1144150" y="1671427"/>
                        <a:pt x="1197023" y="1658692"/>
                      </a:cubicBezTo>
                      <a:cubicBezTo>
                        <a:pt x="1249896" y="1645957"/>
                        <a:pt x="1262631" y="1624878"/>
                        <a:pt x="1262631" y="1624878"/>
                      </a:cubicBezTo>
                      <a:cubicBezTo>
                        <a:pt x="1262631" y="1624878"/>
                        <a:pt x="1285672" y="1631212"/>
                        <a:pt x="1319772" y="1616410"/>
                      </a:cubicBezTo>
                      <a:cubicBezTo>
                        <a:pt x="1353871" y="1601608"/>
                        <a:pt x="1385323" y="1550802"/>
                        <a:pt x="1385323" y="1550802"/>
                      </a:cubicBezTo>
                      <a:cubicBezTo>
                        <a:pt x="1385323" y="1550802"/>
                        <a:pt x="1436129" y="1540258"/>
                        <a:pt x="1455131" y="1510483"/>
                      </a:cubicBezTo>
                      <a:cubicBezTo>
                        <a:pt x="1466304" y="1492662"/>
                        <a:pt x="1467904" y="1470450"/>
                        <a:pt x="1459389" y="1451209"/>
                      </a:cubicBezTo>
                      <a:cubicBezTo>
                        <a:pt x="1459389" y="1451209"/>
                        <a:pt x="1499709" y="1457543"/>
                        <a:pt x="1522750" y="1438540"/>
                      </a:cubicBezTo>
                      <a:cubicBezTo>
                        <a:pt x="1545790" y="1419538"/>
                        <a:pt x="1541818" y="1385667"/>
                        <a:pt x="1541818" y="1385667"/>
                      </a:cubicBezTo>
                      <a:cubicBezTo>
                        <a:pt x="1541818" y="1385667"/>
                        <a:pt x="1571422" y="1375066"/>
                        <a:pt x="1579890" y="1358130"/>
                      </a:cubicBezTo>
                      <a:cubicBezTo>
                        <a:pt x="1588358" y="1341195"/>
                        <a:pt x="1586224" y="1309515"/>
                        <a:pt x="1586224" y="1309515"/>
                      </a:cubicBezTo>
                      <a:cubicBezTo>
                        <a:pt x="1586224" y="1309515"/>
                        <a:pt x="1626543" y="1294656"/>
                        <a:pt x="1637030" y="1260842"/>
                      </a:cubicBezTo>
                      <a:cubicBezTo>
                        <a:pt x="1643364" y="1240887"/>
                        <a:pt x="1643364" y="1219456"/>
                        <a:pt x="1637030" y="1199501"/>
                      </a:cubicBezTo>
                      <a:cubicBezTo>
                        <a:pt x="1637030" y="1199501"/>
                        <a:pt x="1662377" y="1165630"/>
                        <a:pt x="1649698" y="1133893"/>
                      </a:cubicBezTo>
                      <a:cubicBezTo>
                        <a:pt x="1642231" y="1115110"/>
                        <a:pt x="1633754" y="1096746"/>
                        <a:pt x="1624295" y="1078886"/>
                      </a:cubicBezTo>
                      <a:cubicBezTo>
                        <a:pt x="1641641" y="1057588"/>
                        <a:pt x="1648622" y="1029689"/>
                        <a:pt x="1643364" y="1002743"/>
                      </a:cubicBezTo>
                      <a:cubicBezTo>
                        <a:pt x="1634897" y="956204"/>
                        <a:pt x="1626429" y="945660"/>
                        <a:pt x="1626429" y="945660"/>
                      </a:cubicBezTo>
                      <a:cubicBezTo>
                        <a:pt x="1626429" y="945660"/>
                        <a:pt x="1641231" y="920257"/>
                        <a:pt x="1639097" y="894854"/>
                      </a:cubicBezTo>
                      <a:cubicBezTo>
                        <a:pt x="1636964" y="869450"/>
                        <a:pt x="1609494" y="837770"/>
                        <a:pt x="1609494" y="837770"/>
                      </a:cubicBezTo>
                      <a:cubicBezTo>
                        <a:pt x="1618876" y="824930"/>
                        <a:pt x="1621257" y="808252"/>
                        <a:pt x="1615828" y="793307"/>
                      </a:cubicBezTo>
                      <a:cubicBezTo>
                        <a:pt x="1607360" y="765828"/>
                        <a:pt x="1596815" y="755236"/>
                        <a:pt x="1596815" y="755236"/>
                      </a:cubicBezTo>
                      <a:cubicBezTo>
                        <a:pt x="1596815" y="755236"/>
                        <a:pt x="1611617" y="734100"/>
                        <a:pt x="1598892" y="698153"/>
                      </a:cubicBezTo>
                      <a:cubicBezTo>
                        <a:pt x="1586167" y="662215"/>
                        <a:pt x="1571412" y="651614"/>
                        <a:pt x="1571412" y="651614"/>
                      </a:cubicBezTo>
                      <a:cubicBezTo>
                        <a:pt x="1571412" y="651614"/>
                        <a:pt x="1607350" y="638888"/>
                        <a:pt x="1603150" y="602941"/>
                      </a:cubicBezTo>
                      <a:cubicBezTo>
                        <a:pt x="1601416" y="582976"/>
                        <a:pt x="1594092" y="563917"/>
                        <a:pt x="1582014" y="547934"/>
                      </a:cubicBezTo>
                      <a:cubicBezTo>
                        <a:pt x="1582014" y="547934"/>
                        <a:pt x="1611617" y="518330"/>
                        <a:pt x="1596815" y="486593"/>
                      </a:cubicBezTo>
                      <a:cubicBezTo>
                        <a:pt x="1589062" y="469172"/>
                        <a:pt x="1579118" y="452817"/>
                        <a:pt x="1567212" y="437920"/>
                      </a:cubicBezTo>
                      <a:cubicBezTo>
                        <a:pt x="1567212" y="437920"/>
                        <a:pt x="1590253" y="370245"/>
                        <a:pt x="1571412" y="342708"/>
                      </a:cubicBezTo>
                      <a:cubicBezTo>
                        <a:pt x="1561459" y="327592"/>
                        <a:pt x="1549353" y="314010"/>
                        <a:pt x="1535475" y="302389"/>
                      </a:cubicBezTo>
                      <a:cubicBezTo>
                        <a:pt x="1535475" y="302389"/>
                        <a:pt x="1554487" y="270652"/>
                        <a:pt x="1541809" y="239029"/>
                      </a:cubicBezTo>
                      <a:cubicBezTo>
                        <a:pt x="1532903" y="218197"/>
                        <a:pt x="1520749" y="198909"/>
                        <a:pt x="1505814" y="181888"/>
                      </a:cubicBezTo>
                      <a:cubicBezTo>
                        <a:pt x="1505814" y="181888"/>
                        <a:pt x="1514281" y="145950"/>
                        <a:pt x="1516415" y="139607"/>
                      </a:cubicBezTo>
                      <a:cubicBezTo>
                        <a:pt x="1518549" y="133263"/>
                        <a:pt x="1533351" y="84600"/>
                        <a:pt x="1499479" y="52862"/>
                      </a:cubicBezTo>
                      <a:cubicBezTo>
                        <a:pt x="1465609" y="21125"/>
                        <a:pt x="1433700" y="34089"/>
                        <a:pt x="1433700" y="340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1"/>
                <p:cNvSpPr/>
                <p:nvPr/>
              </p:nvSpPr>
              <p:spPr>
                <a:xfrm>
                  <a:off x="3675600" y="4103640"/>
                  <a:ext cx="1229406" cy="306477"/>
                </a:xfrm>
                <a:custGeom>
                  <a:rect b="b" l="l" r="r" t="t"/>
                  <a:pathLst>
                    <a:path extrusionOk="0" h="306477" w="1248128">
                      <a:moveTo>
                        <a:pt x="1227965" y="10"/>
                      </a:moveTo>
                      <a:cubicBezTo>
                        <a:pt x="1213097" y="8849"/>
                        <a:pt x="1199752" y="20031"/>
                        <a:pt x="1188456" y="33128"/>
                      </a:cubicBezTo>
                      <a:cubicBezTo>
                        <a:pt x="1177340" y="47435"/>
                        <a:pt x="1169158" y="63799"/>
                        <a:pt x="1164376" y="81277"/>
                      </a:cubicBezTo>
                      <a:cubicBezTo>
                        <a:pt x="1155108" y="88563"/>
                        <a:pt x="1146479" y="96612"/>
                        <a:pt x="1138573" y="105356"/>
                      </a:cubicBezTo>
                      <a:cubicBezTo>
                        <a:pt x="1128267" y="117396"/>
                        <a:pt x="1117951" y="131159"/>
                        <a:pt x="1117951" y="131159"/>
                      </a:cubicBezTo>
                      <a:cubicBezTo>
                        <a:pt x="1117951" y="131159"/>
                        <a:pt x="1112827" y="125978"/>
                        <a:pt x="1100673" y="139741"/>
                      </a:cubicBezTo>
                      <a:cubicBezTo>
                        <a:pt x="1092910" y="148819"/>
                        <a:pt x="1086005" y="158591"/>
                        <a:pt x="1080051" y="168945"/>
                      </a:cubicBezTo>
                      <a:cubicBezTo>
                        <a:pt x="1080051" y="168945"/>
                        <a:pt x="1054248" y="165545"/>
                        <a:pt x="1042209" y="179251"/>
                      </a:cubicBezTo>
                      <a:cubicBezTo>
                        <a:pt x="1033074" y="189033"/>
                        <a:pt x="1022806" y="197701"/>
                        <a:pt x="1011624" y="205054"/>
                      </a:cubicBezTo>
                      <a:cubicBezTo>
                        <a:pt x="993498" y="217989"/>
                        <a:pt x="973067" y="227333"/>
                        <a:pt x="951435" y="232591"/>
                      </a:cubicBezTo>
                      <a:cubicBezTo>
                        <a:pt x="918774" y="239449"/>
                        <a:pt x="910192" y="241173"/>
                        <a:pt x="882665" y="253213"/>
                      </a:cubicBezTo>
                      <a:cubicBezTo>
                        <a:pt x="864310" y="261995"/>
                        <a:pt x="845346" y="269462"/>
                        <a:pt x="825934" y="275558"/>
                      </a:cubicBezTo>
                      <a:cubicBezTo>
                        <a:pt x="817352" y="277283"/>
                        <a:pt x="798454" y="275558"/>
                        <a:pt x="779509" y="280683"/>
                      </a:cubicBezTo>
                      <a:cubicBezTo>
                        <a:pt x="760564" y="285807"/>
                        <a:pt x="726226" y="292723"/>
                        <a:pt x="717644" y="294447"/>
                      </a:cubicBezTo>
                      <a:cubicBezTo>
                        <a:pt x="709062" y="296171"/>
                        <a:pt x="676401" y="284141"/>
                        <a:pt x="655779" y="285693"/>
                      </a:cubicBezTo>
                      <a:cubicBezTo>
                        <a:pt x="635158" y="287246"/>
                        <a:pt x="612755" y="295999"/>
                        <a:pt x="593857" y="295999"/>
                      </a:cubicBezTo>
                      <a:lnTo>
                        <a:pt x="542308" y="295999"/>
                      </a:lnTo>
                      <a:cubicBezTo>
                        <a:pt x="533669" y="295999"/>
                        <a:pt x="514771" y="287417"/>
                        <a:pt x="492426" y="292541"/>
                      </a:cubicBezTo>
                      <a:cubicBezTo>
                        <a:pt x="470080" y="297666"/>
                        <a:pt x="433904" y="306477"/>
                        <a:pt x="433904" y="306477"/>
                      </a:cubicBezTo>
                      <a:cubicBezTo>
                        <a:pt x="433904" y="306477"/>
                        <a:pt x="377230" y="268634"/>
                        <a:pt x="347969" y="265233"/>
                      </a:cubicBezTo>
                      <a:cubicBezTo>
                        <a:pt x="318709" y="261833"/>
                        <a:pt x="284609" y="254927"/>
                        <a:pt x="284609" y="254927"/>
                      </a:cubicBezTo>
                      <a:lnTo>
                        <a:pt x="241642" y="223942"/>
                      </a:lnTo>
                      <a:cubicBezTo>
                        <a:pt x="227878" y="213960"/>
                        <a:pt x="212848" y="205864"/>
                        <a:pt x="196941" y="199863"/>
                      </a:cubicBezTo>
                      <a:cubicBezTo>
                        <a:pt x="188912" y="197596"/>
                        <a:pt x="180310" y="193024"/>
                        <a:pt x="171138" y="186157"/>
                      </a:cubicBezTo>
                      <a:cubicBezTo>
                        <a:pt x="157374" y="175851"/>
                        <a:pt x="148792" y="168878"/>
                        <a:pt x="148792" y="168878"/>
                      </a:cubicBezTo>
                      <a:lnTo>
                        <a:pt x="109282" y="149990"/>
                      </a:lnTo>
                      <a:lnTo>
                        <a:pt x="81574" y="141694"/>
                      </a:lnTo>
                      <a:lnTo>
                        <a:pt x="62686" y="122739"/>
                      </a:lnTo>
                      <a:cubicBezTo>
                        <a:pt x="56047" y="113481"/>
                        <a:pt x="48570" y="104870"/>
                        <a:pt x="40340" y="96993"/>
                      </a:cubicBezTo>
                      <a:cubicBezTo>
                        <a:pt x="31701" y="90078"/>
                        <a:pt x="31701" y="69457"/>
                        <a:pt x="5784" y="66008"/>
                      </a:cubicBezTo>
                      <a:cubicBezTo>
                        <a:pt x="-20134" y="62551"/>
                        <a:pt x="48751" y="64341"/>
                        <a:pt x="60791" y="78048"/>
                      </a:cubicBezTo>
                      <a:cubicBezTo>
                        <a:pt x="72830" y="91755"/>
                        <a:pt x="88328" y="124416"/>
                        <a:pt x="88328" y="124416"/>
                      </a:cubicBezTo>
                      <a:cubicBezTo>
                        <a:pt x="88328" y="124416"/>
                        <a:pt x="134752" y="132998"/>
                        <a:pt x="164013" y="151952"/>
                      </a:cubicBezTo>
                      <a:cubicBezTo>
                        <a:pt x="184063" y="165316"/>
                        <a:pt x="203046" y="180204"/>
                        <a:pt x="220811" y="196472"/>
                      </a:cubicBezTo>
                      <a:cubicBezTo>
                        <a:pt x="220811" y="196472"/>
                        <a:pt x="244833" y="196472"/>
                        <a:pt x="256872" y="205054"/>
                      </a:cubicBezTo>
                      <a:cubicBezTo>
                        <a:pt x="268912" y="213636"/>
                        <a:pt x="294715" y="232591"/>
                        <a:pt x="294715" y="232591"/>
                      </a:cubicBezTo>
                      <a:cubicBezTo>
                        <a:pt x="294715" y="232591"/>
                        <a:pt x="342864" y="229133"/>
                        <a:pt x="370344" y="241173"/>
                      </a:cubicBezTo>
                      <a:cubicBezTo>
                        <a:pt x="391184" y="249898"/>
                        <a:pt x="411311" y="260242"/>
                        <a:pt x="430532" y="272101"/>
                      </a:cubicBezTo>
                      <a:cubicBezTo>
                        <a:pt x="437390" y="277283"/>
                        <a:pt x="483815" y="270377"/>
                        <a:pt x="502703" y="268643"/>
                      </a:cubicBezTo>
                      <a:cubicBezTo>
                        <a:pt x="521591" y="266910"/>
                        <a:pt x="544004" y="268643"/>
                        <a:pt x="562892" y="268643"/>
                      </a:cubicBezTo>
                      <a:cubicBezTo>
                        <a:pt x="581780" y="268643"/>
                        <a:pt x="611041" y="261785"/>
                        <a:pt x="619623" y="260061"/>
                      </a:cubicBezTo>
                      <a:cubicBezTo>
                        <a:pt x="628205" y="258337"/>
                        <a:pt x="738218" y="273825"/>
                        <a:pt x="745133" y="273825"/>
                      </a:cubicBezTo>
                      <a:cubicBezTo>
                        <a:pt x="752048" y="273825"/>
                        <a:pt x="782919" y="248021"/>
                        <a:pt x="822486" y="242897"/>
                      </a:cubicBezTo>
                      <a:cubicBezTo>
                        <a:pt x="844355" y="240364"/>
                        <a:pt x="865720" y="234544"/>
                        <a:pt x="885846" y="225619"/>
                      </a:cubicBezTo>
                      <a:cubicBezTo>
                        <a:pt x="885846" y="225619"/>
                        <a:pt x="923689" y="208340"/>
                        <a:pt x="939129" y="203273"/>
                      </a:cubicBezTo>
                      <a:cubicBezTo>
                        <a:pt x="954398" y="198530"/>
                        <a:pt x="969333" y="192757"/>
                        <a:pt x="983830" y="185995"/>
                      </a:cubicBezTo>
                      <a:cubicBezTo>
                        <a:pt x="989012" y="182537"/>
                        <a:pt x="999327" y="167040"/>
                        <a:pt x="1013091" y="158458"/>
                      </a:cubicBezTo>
                      <a:cubicBezTo>
                        <a:pt x="1025816" y="150905"/>
                        <a:pt x="1039780" y="145675"/>
                        <a:pt x="1054334" y="143018"/>
                      </a:cubicBezTo>
                      <a:cubicBezTo>
                        <a:pt x="1059459" y="143018"/>
                        <a:pt x="1066374" y="127521"/>
                        <a:pt x="1081814" y="117215"/>
                      </a:cubicBezTo>
                      <a:cubicBezTo>
                        <a:pt x="1097254" y="106909"/>
                        <a:pt x="1125124" y="88125"/>
                        <a:pt x="1125124" y="88125"/>
                      </a:cubicBezTo>
                      <a:cubicBezTo>
                        <a:pt x="1125124" y="88125"/>
                        <a:pt x="1150870" y="36291"/>
                        <a:pt x="1171492" y="24765"/>
                      </a:cubicBezTo>
                      <a:cubicBezTo>
                        <a:pt x="1189684" y="15116"/>
                        <a:pt x="1208572" y="6839"/>
                        <a:pt x="122799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1"/>
                <p:cNvSpPr/>
                <p:nvPr/>
              </p:nvSpPr>
              <p:spPr>
                <a:xfrm>
                  <a:off x="4894560" y="4187160"/>
                  <a:ext cx="29878" cy="45387"/>
                </a:xfrm>
                <a:custGeom>
                  <a:rect b="b" l="l" r="r" t="t"/>
                  <a:pathLst>
                    <a:path extrusionOk="0" h="45501" w="30566">
                      <a:moveTo>
                        <a:pt x="26656" y="45180"/>
                      </a:moveTo>
                      <a:cubicBezTo>
                        <a:pt x="25408" y="45198"/>
                        <a:pt x="24294" y="44408"/>
                        <a:pt x="23894" y="43217"/>
                      </a:cubicBezTo>
                      <a:cubicBezTo>
                        <a:pt x="19350" y="28806"/>
                        <a:pt x="11454" y="15680"/>
                        <a:pt x="853" y="4917"/>
                      </a:cubicBezTo>
                      <a:cubicBezTo>
                        <a:pt x="-281" y="3793"/>
                        <a:pt x="-281" y="1974"/>
                        <a:pt x="833" y="841"/>
                      </a:cubicBezTo>
                      <a:cubicBezTo>
                        <a:pt x="833" y="841"/>
                        <a:pt x="843" y="831"/>
                        <a:pt x="853" y="821"/>
                      </a:cubicBezTo>
                      <a:cubicBezTo>
                        <a:pt x="1976" y="-274"/>
                        <a:pt x="3767" y="-274"/>
                        <a:pt x="4881" y="821"/>
                      </a:cubicBezTo>
                      <a:cubicBezTo>
                        <a:pt x="16359" y="12194"/>
                        <a:pt x="24904" y="26187"/>
                        <a:pt x="29761" y="41598"/>
                      </a:cubicBezTo>
                      <a:cubicBezTo>
                        <a:pt x="30285" y="43065"/>
                        <a:pt x="29513" y="44684"/>
                        <a:pt x="28046" y="45198"/>
                      </a:cubicBezTo>
                      <a:cubicBezTo>
                        <a:pt x="28028" y="45198"/>
                        <a:pt x="27999" y="45218"/>
                        <a:pt x="27980" y="45227"/>
                      </a:cubicBezTo>
                      <a:lnTo>
                        <a:pt x="26656" y="4517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1"/>
                <p:cNvSpPr/>
                <p:nvPr/>
              </p:nvSpPr>
              <p:spPr>
                <a:xfrm>
                  <a:off x="4796280" y="4271040"/>
                  <a:ext cx="11521" cy="59338"/>
                </a:xfrm>
                <a:custGeom>
                  <a:rect b="b" l="l" r="r" t="t"/>
                  <a:pathLst>
                    <a:path extrusionOk="0" h="59636" w="16517">
                      <a:moveTo>
                        <a:pt x="6305" y="59210"/>
                      </a:moveTo>
                      <a:cubicBezTo>
                        <a:pt x="6058" y="59267"/>
                        <a:pt x="5801" y="59267"/>
                        <a:pt x="5553" y="59210"/>
                      </a:cubicBezTo>
                      <a:cubicBezTo>
                        <a:pt x="4029" y="58791"/>
                        <a:pt x="3134" y="57219"/>
                        <a:pt x="3534" y="55695"/>
                      </a:cubicBezTo>
                      <a:cubicBezTo>
                        <a:pt x="10096" y="32654"/>
                        <a:pt x="248" y="4431"/>
                        <a:pt x="190" y="3860"/>
                      </a:cubicBezTo>
                      <a:cubicBezTo>
                        <a:pt x="-372" y="2402"/>
                        <a:pt x="352" y="774"/>
                        <a:pt x="1810" y="212"/>
                      </a:cubicBezTo>
                      <a:cubicBezTo>
                        <a:pt x="1848" y="202"/>
                        <a:pt x="1876" y="183"/>
                        <a:pt x="1914" y="174"/>
                      </a:cubicBezTo>
                      <a:cubicBezTo>
                        <a:pt x="3410" y="-369"/>
                        <a:pt x="5058" y="402"/>
                        <a:pt x="5601" y="1898"/>
                      </a:cubicBezTo>
                      <a:cubicBezTo>
                        <a:pt x="6001" y="3165"/>
                        <a:pt x="16145" y="32311"/>
                        <a:pt x="9058" y="56962"/>
                      </a:cubicBezTo>
                      <a:cubicBezTo>
                        <a:pt x="8782" y="58267"/>
                        <a:pt x="7629" y="59210"/>
                        <a:pt x="6296" y="5921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1"/>
                <p:cNvSpPr/>
                <p:nvPr/>
              </p:nvSpPr>
              <p:spPr>
                <a:xfrm>
                  <a:off x="4569120" y="4391640"/>
                  <a:ext cx="21603" cy="70845"/>
                </a:xfrm>
                <a:custGeom>
                  <a:rect b="b" l="l" r="r" t="t"/>
                  <a:pathLst>
                    <a:path extrusionOk="0" h="71380" w="30214">
                      <a:moveTo>
                        <a:pt x="2894" y="71061"/>
                      </a:moveTo>
                      <a:cubicBezTo>
                        <a:pt x="2227" y="71061"/>
                        <a:pt x="1570" y="70841"/>
                        <a:pt x="1046" y="70422"/>
                      </a:cubicBezTo>
                      <a:cubicBezTo>
                        <a:pt x="-173" y="69413"/>
                        <a:pt x="-354" y="67622"/>
                        <a:pt x="646" y="66393"/>
                      </a:cubicBezTo>
                      <a:cubicBezTo>
                        <a:pt x="23687" y="38685"/>
                        <a:pt x="13953" y="4014"/>
                        <a:pt x="13896" y="3671"/>
                      </a:cubicBezTo>
                      <a:cubicBezTo>
                        <a:pt x="13448" y="2147"/>
                        <a:pt x="14324" y="547"/>
                        <a:pt x="15858" y="99"/>
                      </a:cubicBezTo>
                      <a:lnTo>
                        <a:pt x="15858" y="99"/>
                      </a:lnTo>
                      <a:cubicBezTo>
                        <a:pt x="17401" y="-310"/>
                        <a:pt x="18982" y="585"/>
                        <a:pt x="19430" y="2119"/>
                      </a:cubicBezTo>
                      <a:cubicBezTo>
                        <a:pt x="19830" y="3614"/>
                        <a:pt x="29860" y="40019"/>
                        <a:pt x="5142" y="70032"/>
                      </a:cubicBezTo>
                      <a:cubicBezTo>
                        <a:pt x="4580" y="70689"/>
                        <a:pt x="3761" y="71070"/>
                        <a:pt x="2894" y="7107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1"/>
                <p:cNvSpPr/>
                <p:nvPr/>
              </p:nvSpPr>
              <p:spPr>
                <a:xfrm>
                  <a:off x="4479480" y="4328280"/>
                  <a:ext cx="524664" cy="1249600"/>
                </a:xfrm>
                <a:custGeom>
                  <a:rect b="b" l="l" r="r" t="t"/>
                  <a:pathLst>
                    <a:path extrusionOk="0" h="1259043" w="531305">
                      <a:moveTo>
                        <a:pt x="415815" y="24874"/>
                      </a:moveTo>
                      <a:cubicBezTo>
                        <a:pt x="415815" y="24874"/>
                        <a:pt x="414091" y="76423"/>
                        <a:pt x="424398" y="93644"/>
                      </a:cubicBezTo>
                      <a:cubicBezTo>
                        <a:pt x="434703" y="110866"/>
                        <a:pt x="445019" y="133154"/>
                        <a:pt x="445019" y="133154"/>
                      </a:cubicBezTo>
                      <a:cubicBezTo>
                        <a:pt x="443057" y="153157"/>
                        <a:pt x="442495" y="173264"/>
                        <a:pt x="443352" y="193343"/>
                      </a:cubicBezTo>
                      <a:cubicBezTo>
                        <a:pt x="445019" y="220822"/>
                        <a:pt x="450210" y="229461"/>
                        <a:pt x="448477" y="239767"/>
                      </a:cubicBezTo>
                      <a:cubicBezTo>
                        <a:pt x="446743" y="250073"/>
                        <a:pt x="431198" y="277553"/>
                        <a:pt x="436437" y="301632"/>
                      </a:cubicBezTo>
                      <a:cubicBezTo>
                        <a:pt x="441676" y="325712"/>
                        <a:pt x="446743" y="344600"/>
                        <a:pt x="446743" y="344600"/>
                      </a:cubicBezTo>
                      <a:cubicBezTo>
                        <a:pt x="436132" y="355544"/>
                        <a:pt x="432789" y="371631"/>
                        <a:pt x="438161" y="385900"/>
                      </a:cubicBezTo>
                      <a:lnTo>
                        <a:pt x="450201" y="421961"/>
                      </a:lnTo>
                      <a:cubicBezTo>
                        <a:pt x="450201" y="421961"/>
                        <a:pt x="441619" y="466662"/>
                        <a:pt x="450201" y="495923"/>
                      </a:cubicBezTo>
                      <a:cubicBezTo>
                        <a:pt x="458783" y="525184"/>
                        <a:pt x="481128" y="607670"/>
                        <a:pt x="481128" y="607670"/>
                      </a:cubicBezTo>
                      <a:cubicBezTo>
                        <a:pt x="481128" y="607670"/>
                        <a:pt x="486310" y="648914"/>
                        <a:pt x="489710" y="664401"/>
                      </a:cubicBezTo>
                      <a:cubicBezTo>
                        <a:pt x="493111" y="679899"/>
                        <a:pt x="501750" y="719408"/>
                        <a:pt x="501750" y="726266"/>
                      </a:cubicBezTo>
                      <a:lnTo>
                        <a:pt x="501750" y="789627"/>
                      </a:lnTo>
                      <a:cubicBezTo>
                        <a:pt x="501750" y="789627"/>
                        <a:pt x="486310" y="806905"/>
                        <a:pt x="493168" y="839509"/>
                      </a:cubicBezTo>
                      <a:cubicBezTo>
                        <a:pt x="500026" y="872113"/>
                        <a:pt x="491444" y="902869"/>
                        <a:pt x="486310" y="927177"/>
                      </a:cubicBezTo>
                      <a:cubicBezTo>
                        <a:pt x="481176" y="951485"/>
                        <a:pt x="482853" y="965020"/>
                        <a:pt x="481128" y="973602"/>
                      </a:cubicBezTo>
                      <a:cubicBezTo>
                        <a:pt x="479405" y="982184"/>
                        <a:pt x="476004" y="985642"/>
                        <a:pt x="469089" y="994224"/>
                      </a:cubicBezTo>
                      <a:cubicBezTo>
                        <a:pt x="462174" y="1002806"/>
                        <a:pt x="426121" y="1007987"/>
                        <a:pt x="407224" y="1033790"/>
                      </a:cubicBezTo>
                      <a:cubicBezTo>
                        <a:pt x="398804" y="1045897"/>
                        <a:pt x="389612" y="1057441"/>
                        <a:pt x="379687" y="1068347"/>
                      </a:cubicBezTo>
                      <a:cubicBezTo>
                        <a:pt x="367781" y="1074272"/>
                        <a:pt x="358142" y="1083921"/>
                        <a:pt x="352207" y="1095827"/>
                      </a:cubicBezTo>
                      <a:cubicBezTo>
                        <a:pt x="346521" y="1107676"/>
                        <a:pt x="340187" y="1119220"/>
                        <a:pt x="333253" y="1130383"/>
                      </a:cubicBezTo>
                      <a:cubicBezTo>
                        <a:pt x="329852" y="1137242"/>
                        <a:pt x="324671" y="1135565"/>
                        <a:pt x="314365" y="1145881"/>
                      </a:cubicBezTo>
                      <a:cubicBezTo>
                        <a:pt x="307354" y="1153758"/>
                        <a:pt x="299896" y="1161216"/>
                        <a:pt x="292019" y="1168226"/>
                      </a:cubicBezTo>
                      <a:cubicBezTo>
                        <a:pt x="279979" y="1178532"/>
                        <a:pt x="271398" y="1180266"/>
                        <a:pt x="266216" y="1187114"/>
                      </a:cubicBezTo>
                      <a:cubicBezTo>
                        <a:pt x="261034" y="1193963"/>
                        <a:pt x="243870" y="1202612"/>
                        <a:pt x="243870" y="1202612"/>
                      </a:cubicBezTo>
                      <a:cubicBezTo>
                        <a:pt x="243870" y="1202612"/>
                        <a:pt x="197502" y="1212918"/>
                        <a:pt x="175157" y="1218052"/>
                      </a:cubicBezTo>
                      <a:cubicBezTo>
                        <a:pt x="152811" y="1223185"/>
                        <a:pt x="121817" y="1226633"/>
                        <a:pt x="121817" y="1226633"/>
                      </a:cubicBezTo>
                      <a:lnTo>
                        <a:pt x="104539" y="1221509"/>
                      </a:lnTo>
                      <a:lnTo>
                        <a:pt x="68420" y="1214594"/>
                      </a:lnTo>
                      <a:cubicBezTo>
                        <a:pt x="68420" y="1214594"/>
                        <a:pt x="32301" y="1211194"/>
                        <a:pt x="23719" y="1214594"/>
                      </a:cubicBezTo>
                      <a:cubicBezTo>
                        <a:pt x="15137" y="1217994"/>
                        <a:pt x="-5485" y="1218052"/>
                        <a:pt x="1373" y="1226633"/>
                      </a:cubicBezTo>
                      <a:cubicBezTo>
                        <a:pt x="8231" y="1235215"/>
                        <a:pt x="63295" y="1245589"/>
                        <a:pt x="83917" y="1245589"/>
                      </a:cubicBezTo>
                      <a:cubicBezTo>
                        <a:pt x="104539" y="1245589"/>
                        <a:pt x="152687" y="1243864"/>
                        <a:pt x="168127" y="1245589"/>
                      </a:cubicBezTo>
                      <a:cubicBezTo>
                        <a:pt x="177414" y="1246617"/>
                        <a:pt x="186625" y="1248331"/>
                        <a:pt x="195664" y="1250713"/>
                      </a:cubicBezTo>
                      <a:cubicBezTo>
                        <a:pt x="195664" y="1250713"/>
                        <a:pt x="242089" y="1218052"/>
                        <a:pt x="254129" y="1216156"/>
                      </a:cubicBezTo>
                      <a:cubicBezTo>
                        <a:pt x="266168" y="1214261"/>
                        <a:pt x="300496" y="1195535"/>
                        <a:pt x="305678" y="1190410"/>
                      </a:cubicBezTo>
                      <a:cubicBezTo>
                        <a:pt x="310859" y="1185286"/>
                        <a:pt x="350379" y="1152567"/>
                        <a:pt x="357227" y="1145709"/>
                      </a:cubicBezTo>
                      <a:cubicBezTo>
                        <a:pt x="364076" y="1138851"/>
                        <a:pt x="386488" y="1111153"/>
                        <a:pt x="386488" y="1111153"/>
                      </a:cubicBezTo>
                      <a:cubicBezTo>
                        <a:pt x="386488" y="1111153"/>
                        <a:pt x="386488" y="1102514"/>
                        <a:pt x="396794" y="1088807"/>
                      </a:cubicBezTo>
                      <a:cubicBezTo>
                        <a:pt x="407100" y="1075100"/>
                        <a:pt x="400194" y="1066461"/>
                        <a:pt x="419140" y="1064727"/>
                      </a:cubicBezTo>
                      <a:cubicBezTo>
                        <a:pt x="438085" y="1062994"/>
                        <a:pt x="436418" y="1068185"/>
                        <a:pt x="438028" y="1063004"/>
                      </a:cubicBezTo>
                      <a:cubicBezTo>
                        <a:pt x="439637" y="1057822"/>
                        <a:pt x="453525" y="1028447"/>
                        <a:pt x="453525" y="1028447"/>
                      </a:cubicBezTo>
                      <a:lnTo>
                        <a:pt x="474147" y="1006101"/>
                      </a:lnTo>
                      <a:lnTo>
                        <a:pt x="491425" y="985479"/>
                      </a:lnTo>
                      <a:cubicBezTo>
                        <a:pt x="491425" y="985479"/>
                        <a:pt x="500064" y="957943"/>
                        <a:pt x="501731" y="950923"/>
                      </a:cubicBezTo>
                      <a:cubicBezTo>
                        <a:pt x="503398" y="943903"/>
                        <a:pt x="503455" y="938883"/>
                        <a:pt x="505189" y="930301"/>
                      </a:cubicBezTo>
                      <a:cubicBezTo>
                        <a:pt x="507027" y="924148"/>
                        <a:pt x="508180" y="917814"/>
                        <a:pt x="508646" y="911413"/>
                      </a:cubicBezTo>
                      <a:cubicBezTo>
                        <a:pt x="508646" y="904498"/>
                        <a:pt x="510370" y="827145"/>
                        <a:pt x="515504" y="811648"/>
                      </a:cubicBezTo>
                      <a:cubicBezTo>
                        <a:pt x="520104" y="796028"/>
                        <a:pt x="522438" y="779835"/>
                        <a:pt x="522419" y="763557"/>
                      </a:cubicBezTo>
                      <a:cubicBezTo>
                        <a:pt x="522419" y="751517"/>
                        <a:pt x="517238" y="741211"/>
                        <a:pt x="520695" y="727438"/>
                      </a:cubicBezTo>
                      <a:cubicBezTo>
                        <a:pt x="524153" y="713665"/>
                        <a:pt x="525820" y="711941"/>
                        <a:pt x="524096" y="698234"/>
                      </a:cubicBezTo>
                      <a:cubicBezTo>
                        <a:pt x="522372" y="684528"/>
                        <a:pt x="517238" y="663678"/>
                        <a:pt x="517238" y="655210"/>
                      </a:cubicBezTo>
                      <a:cubicBezTo>
                        <a:pt x="516790" y="647666"/>
                        <a:pt x="515637" y="640189"/>
                        <a:pt x="513780" y="632864"/>
                      </a:cubicBezTo>
                      <a:lnTo>
                        <a:pt x="503474" y="607118"/>
                      </a:lnTo>
                      <a:cubicBezTo>
                        <a:pt x="503474" y="607118"/>
                        <a:pt x="496616" y="574457"/>
                        <a:pt x="494892" y="567551"/>
                      </a:cubicBezTo>
                      <a:cubicBezTo>
                        <a:pt x="493168" y="560645"/>
                        <a:pt x="469089" y="504191"/>
                        <a:pt x="469089" y="490199"/>
                      </a:cubicBezTo>
                      <a:cubicBezTo>
                        <a:pt x="469089" y="476206"/>
                        <a:pt x="465689" y="430067"/>
                        <a:pt x="463964" y="414570"/>
                      </a:cubicBezTo>
                      <a:cubicBezTo>
                        <a:pt x="462241" y="399073"/>
                        <a:pt x="457049" y="388767"/>
                        <a:pt x="458783" y="366421"/>
                      </a:cubicBezTo>
                      <a:cubicBezTo>
                        <a:pt x="460507" y="344075"/>
                        <a:pt x="460507" y="323454"/>
                        <a:pt x="462241" y="301099"/>
                      </a:cubicBezTo>
                      <a:cubicBezTo>
                        <a:pt x="462984" y="288450"/>
                        <a:pt x="466508" y="276124"/>
                        <a:pt x="472546" y="264980"/>
                      </a:cubicBezTo>
                      <a:cubicBezTo>
                        <a:pt x="473270" y="251121"/>
                        <a:pt x="474994" y="237338"/>
                        <a:pt x="477728" y="223737"/>
                      </a:cubicBezTo>
                      <a:cubicBezTo>
                        <a:pt x="481128" y="211697"/>
                        <a:pt x="467365" y="167006"/>
                        <a:pt x="467365" y="154966"/>
                      </a:cubicBezTo>
                      <a:cubicBezTo>
                        <a:pt x="467365" y="142927"/>
                        <a:pt x="448477" y="122305"/>
                        <a:pt x="446743" y="82795"/>
                      </a:cubicBezTo>
                      <a:lnTo>
                        <a:pt x="445019" y="43228"/>
                      </a:lnTo>
                      <a:cubicBezTo>
                        <a:pt x="445019" y="43228"/>
                        <a:pt x="415815" y="12301"/>
                        <a:pt x="422673" y="1985"/>
                      </a:cubicBezTo>
                      <a:cubicBezTo>
                        <a:pt x="429532" y="-8330"/>
                        <a:pt x="415815" y="24912"/>
                        <a:pt x="415815" y="24912"/>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1"/>
                <p:cNvSpPr/>
                <p:nvPr/>
              </p:nvSpPr>
              <p:spPr>
                <a:xfrm>
                  <a:off x="3618000" y="4270680"/>
                  <a:ext cx="120157" cy="144687"/>
                </a:xfrm>
                <a:custGeom>
                  <a:rect b="b" l="l" r="r" t="t"/>
                  <a:pathLst>
                    <a:path extrusionOk="0" h="160763" w="128855">
                      <a:moveTo>
                        <a:pt x="120098" y="131159"/>
                      </a:moveTo>
                      <a:cubicBezTo>
                        <a:pt x="120098" y="131159"/>
                        <a:pt x="92913" y="125397"/>
                        <a:pt x="82598" y="111805"/>
                      </a:cubicBezTo>
                      <a:cubicBezTo>
                        <a:pt x="76283" y="103346"/>
                        <a:pt x="71082" y="94107"/>
                        <a:pt x="67101" y="84325"/>
                      </a:cubicBezTo>
                      <a:cubicBezTo>
                        <a:pt x="67101" y="84325"/>
                        <a:pt x="48213" y="87782"/>
                        <a:pt x="32544" y="67046"/>
                      </a:cubicBezTo>
                      <a:cubicBezTo>
                        <a:pt x="16875" y="46311"/>
                        <a:pt x="10198" y="0"/>
                        <a:pt x="10198" y="0"/>
                      </a:cubicBezTo>
                      <a:cubicBezTo>
                        <a:pt x="10198" y="0"/>
                        <a:pt x="-8757" y="46425"/>
                        <a:pt x="5017" y="92850"/>
                      </a:cubicBezTo>
                      <a:cubicBezTo>
                        <a:pt x="18780" y="139275"/>
                        <a:pt x="54499" y="160763"/>
                        <a:pt x="120098" y="13115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1"/>
                <p:cNvSpPr/>
                <p:nvPr/>
              </p:nvSpPr>
              <p:spPr>
                <a:xfrm>
                  <a:off x="4561920" y="5599080"/>
                  <a:ext cx="22350" cy="98281"/>
                </a:xfrm>
                <a:custGeom>
                  <a:rect b="b" l="l" r="r" t="t"/>
                  <a:pathLst>
                    <a:path extrusionOk="0" h="98527" w="36490">
                      <a:moveTo>
                        <a:pt x="19242" y="98123"/>
                      </a:moveTo>
                      <a:cubicBezTo>
                        <a:pt x="18375" y="98123"/>
                        <a:pt x="17565" y="97723"/>
                        <a:pt x="17051" y="97027"/>
                      </a:cubicBezTo>
                      <a:cubicBezTo>
                        <a:pt x="15784" y="95475"/>
                        <a:pt x="-13991" y="58147"/>
                        <a:pt x="8183" y="1816"/>
                      </a:cubicBezTo>
                      <a:cubicBezTo>
                        <a:pt x="8774" y="339"/>
                        <a:pt x="10450" y="-385"/>
                        <a:pt x="11927" y="206"/>
                      </a:cubicBezTo>
                      <a:cubicBezTo>
                        <a:pt x="13403" y="797"/>
                        <a:pt x="14127" y="2473"/>
                        <a:pt x="13537" y="3949"/>
                      </a:cubicBezTo>
                      <a:cubicBezTo>
                        <a:pt x="-7428" y="57175"/>
                        <a:pt x="21195" y="93056"/>
                        <a:pt x="21490" y="93399"/>
                      </a:cubicBezTo>
                      <a:cubicBezTo>
                        <a:pt x="22499" y="94589"/>
                        <a:pt x="22347" y="96370"/>
                        <a:pt x="21156" y="97380"/>
                      </a:cubicBezTo>
                      <a:cubicBezTo>
                        <a:pt x="21137" y="97399"/>
                        <a:pt x="21109" y="97418"/>
                        <a:pt x="21090" y="97437"/>
                      </a:cubicBezTo>
                      <a:cubicBezTo>
                        <a:pt x="20585" y="97894"/>
                        <a:pt x="19928" y="98142"/>
                        <a:pt x="19251" y="98133"/>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1"/>
                <p:cNvSpPr/>
                <p:nvPr/>
              </p:nvSpPr>
              <p:spPr>
                <a:xfrm>
                  <a:off x="4672440" y="5609160"/>
                  <a:ext cx="44688" cy="73023"/>
                </a:xfrm>
                <a:custGeom>
                  <a:rect b="b" l="l" r="r" t="t"/>
                  <a:pathLst>
                    <a:path extrusionOk="0" h="73390" w="45139">
                      <a:moveTo>
                        <a:pt x="41471" y="73097"/>
                      </a:moveTo>
                      <a:cubicBezTo>
                        <a:pt x="40919" y="73097"/>
                        <a:pt x="40376" y="72944"/>
                        <a:pt x="39919" y="72640"/>
                      </a:cubicBezTo>
                      <a:cubicBezTo>
                        <a:pt x="10715" y="53751"/>
                        <a:pt x="466" y="5707"/>
                        <a:pt x="56" y="3517"/>
                      </a:cubicBezTo>
                      <a:cubicBezTo>
                        <a:pt x="-258" y="1926"/>
                        <a:pt x="771" y="383"/>
                        <a:pt x="2362" y="59"/>
                      </a:cubicBezTo>
                      <a:cubicBezTo>
                        <a:pt x="3952" y="-265"/>
                        <a:pt x="5495" y="773"/>
                        <a:pt x="5819" y="2364"/>
                      </a:cubicBezTo>
                      <a:cubicBezTo>
                        <a:pt x="5819" y="2821"/>
                        <a:pt x="16011" y="50113"/>
                        <a:pt x="43205" y="67687"/>
                      </a:cubicBezTo>
                      <a:cubicBezTo>
                        <a:pt x="44529" y="68591"/>
                        <a:pt x="44881" y="70382"/>
                        <a:pt x="44015" y="71715"/>
                      </a:cubicBezTo>
                      <a:cubicBezTo>
                        <a:pt x="43481" y="72601"/>
                        <a:pt x="42509" y="73125"/>
                        <a:pt x="41481" y="73097"/>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1"/>
                <p:cNvSpPr/>
                <p:nvPr/>
              </p:nvSpPr>
              <p:spPr>
                <a:xfrm>
                  <a:off x="5009760" y="5265000"/>
                  <a:ext cx="80008" cy="15490"/>
                </a:xfrm>
                <a:custGeom>
                  <a:rect b="b" l="l" r="r" t="t"/>
                  <a:pathLst>
                    <a:path extrusionOk="0" h="15726" w="80410">
                      <a:moveTo>
                        <a:pt x="58972" y="15405"/>
                      </a:moveTo>
                      <a:cubicBezTo>
                        <a:pt x="39636" y="15329"/>
                        <a:pt x="20443" y="12033"/>
                        <a:pt x="2175" y="5671"/>
                      </a:cubicBezTo>
                      <a:cubicBezTo>
                        <a:pt x="632" y="5280"/>
                        <a:pt x="-302" y="3718"/>
                        <a:pt x="89" y="2175"/>
                      </a:cubicBezTo>
                      <a:cubicBezTo>
                        <a:pt x="479" y="631"/>
                        <a:pt x="2041" y="-302"/>
                        <a:pt x="3585" y="89"/>
                      </a:cubicBezTo>
                      <a:cubicBezTo>
                        <a:pt x="3794" y="146"/>
                        <a:pt x="3994" y="222"/>
                        <a:pt x="4194" y="317"/>
                      </a:cubicBezTo>
                      <a:cubicBezTo>
                        <a:pt x="27483" y="8280"/>
                        <a:pt x="52229" y="11071"/>
                        <a:pt x="76708" y="8499"/>
                      </a:cubicBezTo>
                      <a:cubicBezTo>
                        <a:pt x="78279" y="8356"/>
                        <a:pt x="79699" y="9471"/>
                        <a:pt x="79937" y="11033"/>
                      </a:cubicBezTo>
                      <a:cubicBezTo>
                        <a:pt x="80108" y="12614"/>
                        <a:pt x="78984" y="14052"/>
                        <a:pt x="77403" y="14262"/>
                      </a:cubicBezTo>
                      <a:cubicBezTo>
                        <a:pt x="71288" y="15043"/>
                        <a:pt x="65135" y="15424"/>
                        <a:pt x="58972" y="15414"/>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1"/>
                <p:cNvSpPr/>
                <p:nvPr/>
              </p:nvSpPr>
              <p:spPr>
                <a:xfrm>
                  <a:off x="5011200" y="4910400"/>
                  <a:ext cx="51468" cy="19441"/>
                </a:xfrm>
                <a:custGeom>
                  <a:rect b="b" l="l" r="r" t="t"/>
                  <a:pathLst>
                    <a:path extrusionOk="0" h="19889" w="52120">
                      <a:moveTo>
                        <a:pt x="3283" y="19305"/>
                      </a:moveTo>
                      <a:cubicBezTo>
                        <a:pt x="1692" y="19515"/>
                        <a:pt x="235" y="18391"/>
                        <a:pt x="25" y="16800"/>
                      </a:cubicBezTo>
                      <a:cubicBezTo>
                        <a:pt x="-184" y="15209"/>
                        <a:pt x="940" y="13752"/>
                        <a:pt x="2530" y="13543"/>
                      </a:cubicBezTo>
                      <a:cubicBezTo>
                        <a:pt x="22342" y="8590"/>
                        <a:pt x="47402" y="236"/>
                        <a:pt x="47688" y="179"/>
                      </a:cubicBezTo>
                      <a:cubicBezTo>
                        <a:pt x="49184" y="-374"/>
                        <a:pt x="50841" y="398"/>
                        <a:pt x="51384" y="1884"/>
                      </a:cubicBezTo>
                      <a:cubicBezTo>
                        <a:pt x="51936" y="3379"/>
                        <a:pt x="51165" y="5037"/>
                        <a:pt x="49679" y="5580"/>
                      </a:cubicBezTo>
                      <a:cubicBezTo>
                        <a:pt x="49613" y="5608"/>
                        <a:pt x="49546" y="5627"/>
                        <a:pt x="49470" y="5646"/>
                      </a:cubicBezTo>
                      <a:cubicBezTo>
                        <a:pt x="49470" y="5646"/>
                        <a:pt x="23952" y="14114"/>
                        <a:pt x="3968" y="19124"/>
                      </a:cubicBezTo>
                      <a:lnTo>
                        <a:pt x="3273" y="19296"/>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1"/>
                <p:cNvSpPr/>
                <p:nvPr/>
              </p:nvSpPr>
              <p:spPr>
                <a:xfrm>
                  <a:off x="4887360" y="5055120"/>
                  <a:ext cx="66187" cy="12961"/>
                </a:xfrm>
                <a:custGeom>
                  <a:rect b="b" l="l" r="r" t="t"/>
                  <a:pathLst>
                    <a:path extrusionOk="0" h="13259" w="66856">
                      <a:moveTo>
                        <a:pt x="38707" y="12871"/>
                      </a:moveTo>
                      <a:cubicBezTo>
                        <a:pt x="13590" y="12871"/>
                        <a:pt x="1960" y="5670"/>
                        <a:pt x="1322" y="5270"/>
                      </a:cubicBezTo>
                      <a:cubicBezTo>
                        <a:pt x="-12" y="4412"/>
                        <a:pt x="-402" y="2631"/>
                        <a:pt x="455" y="1298"/>
                      </a:cubicBezTo>
                      <a:cubicBezTo>
                        <a:pt x="1331" y="-7"/>
                        <a:pt x="3084" y="-388"/>
                        <a:pt x="4427" y="431"/>
                      </a:cubicBezTo>
                      <a:lnTo>
                        <a:pt x="4427" y="431"/>
                      </a:lnTo>
                      <a:cubicBezTo>
                        <a:pt x="4427" y="431"/>
                        <a:pt x="22744" y="11490"/>
                        <a:pt x="62891" y="5041"/>
                      </a:cubicBezTo>
                      <a:cubicBezTo>
                        <a:pt x="64463" y="4803"/>
                        <a:pt x="65930" y="5879"/>
                        <a:pt x="66178" y="7451"/>
                      </a:cubicBezTo>
                      <a:cubicBezTo>
                        <a:pt x="66178" y="7451"/>
                        <a:pt x="66178" y="7451"/>
                        <a:pt x="66178" y="7451"/>
                      </a:cubicBezTo>
                      <a:cubicBezTo>
                        <a:pt x="66454" y="8985"/>
                        <a:pt x="65425" y="10451"/>
                        <a:pt x="63891" y="10718"/>
                      </a:cubicBezTo>
                      <a:cubicBezTo>
                        <a:pt x="63863" y="10718"/>
                        <a:pt x="63844" y="10718"/>
                        <a:pt x="63815" y="10727"/>
                      </a:cubicBezTo>
                      <a:cubicBezTo>
                        <a:pt x="55519" y="12118"/>
                        <a:pt x="47118" y="12833"/>
                        <a:pt x="38698" y="1286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1"/>
                <p:cNvSpPr/>
                <p:nvPr/>
              </p:nvSpPr>
              <p:spPr>
                <a:xfrm>
                  <a:off x="3505320" y="4875480"/>
                  <a:ext cx="81451" cy="17294"/>
                </a:xfrm>
                <a:custGeom>
                  <a:rect b="b" l="l" r="r" t="t"/>
                  <a:pathLst>
                    <a:path extrusionOk="0" h="17783" w="82067">
                      <a:moveTo>
                        <a:pt x="41895" y="17400"/>
                      </a:moveTo>
                      <a:cubicBezTo>
                        <a:pt x="27417" y="17409"/>
                        <a:pt x="13253" y="13161"/>
                        <a:pt x="1176" y="5189"/>
                      </a:cubicBezTo>
                      <a:cubicBezTo>
                        <a:pt x="-91" y="4284"/>
                        <a:pt x="-377" y="2512"/>
                        <a:pt x="528" y="1245"/>
                      </a:cubicBezTo>
                      <a:cubicBezTo>
                        <a:pt x="547" y="1217"/>
                        <a:pt x="576" y="1179"/>
                        <a:pt x="594" y="1150"/>
                      </a:cubicBezTo>
                      <a:cubicBezTo>
                        <a:pt x="1519" y="-107"/>
                        <a:pt x="3290" y="-374"/>
                        <a:pt x="4538" y="550"/>
                      </a:cubicBezTo>
                      <a:cubicBezTo>
                        <a:pt x="4538" y="550"/>
                        <a:pt x="4557" y="560"/>
                        <a:pt x="4567" y="569"/>
                      </a:cubicBezTo>
                      <a:cubicBezTo>
                        <a:pt x="26398" y="15047"/>
                        <a:pt x="54621" y="15628"/>
                        <a:pt x="77023" y="2064"/>
                      </a:cubicBezTo>
                      <a:cubicBezTo>
                        <a:pt x="78366" y="1274"/>
                        <a:pt x="80100" y="1722"/>
                        <a:pt x="80890" y="3065"/>
                      </a:cubicBezTo>
                      <a:cubicBezTo>
                        <a:pt x="80909" y="3093"/>
                        <a:pt x="80929" y="3131"/>
                        <a:pt x="80947" y="3160"/>
                      </a:cubicBezTo>
                      <a:cubicBezTo>
                        <a:pt x="81690" y="4551"/>
                        <a:pt x="81205" y="6275"/>
                        <a:pt x="79852" y="7075"/>
                      </a:cubicBezTo>
                      <a:cubicBezTo>
                        <a:pt x="68298" y="13733"/>
                        <a:pt x="55221" y="17286"/>
                        <a:pt x="41895" y="1738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1"/>
                <p:cNvSpPr/>
                <p:nvPr/>
              </p:nvSpPr>
              <p:spPr>
                <a:xfrm>
                  <a:off x="3575520" y="4350960"/>
                  <a:ext cx="308469" cy="1119363"/>
                </a:xfrm>
                <a:custGeom>
                  <a:rect b="b" l="l" r="r" t="t"/>
                  <a:pathLst>
                    <a:path extrusionOk="0" h="1124988" w="313963">
                      <a:moveTo>
                        <a:pt x="38782" y="0"/>
                      </a:moveTo>
                      <a:cubicBezTo>
                        <a:pt x="38782" y="0"/>
                        <a:pt x="28705" y="28803"/>
                        <a:pt x="18618" y="50397"/>
                      </a:cubicBezTo>
                      <a:cubicBezTo>
                        <a:pt x="8541" y="71999"/>
                        <a:pt x="16951" y="107480"/>
                        <a:pt x="18618" y="134379"/>
                      </a:cubicBezTo>
                      <a:cubicBezTo>
                        <a:pt x="20285" y="161277"/>
                        <a:pt x="20285" y="171298"/>
                        <a:pt x="15275" y="174698"/>
                      </a:cubicBezTo>
                      <a:cubicBezTo>
                        <a:pt x="10265" y="178098"/>
                        <a:pt x="1854" y="176365"/>
                        <a:pt x="187" y="186214"/>
                      </a:cubicBezTo>
                      <a:cubicBezTo>
                        <a:pt x="-1480" y="196062"/>
                        <a:pt x="8541" y="208045"/>
                        <a:pt x="8541" y="223190"/>
                      </a:cubicBezTo>
                      <a:cubicBezTo>
                        <a:pt x="8541" y="238335"/>
                        <a:pt x="6874" y="288684"/>
                        <a:pt x="6874" y="303829"/>
                      </a:cubicBezTo>
                      <a:cubicBezTo>
                        <a:pt x="6769" y="314544"/>
                        <a:pt x="5645" y="325231"/>
                        <a:pt x="3530" y="335737"/>
                      </a:cubicBezTo>
                      <a:cubicBezTo>
                        <a:pt x="1863" y="347253"/>
                        <a:pt x="8541" y="367646"/>
                        <a:pt x="10207" y="374332"/>
                      </a:cubicBezTo>
                      <a:cubicBezTo>
                        <a:pt x="12541" y="379619"/>
                        <a:pt x="13141" y="385505"/>
                        <a:pt x="11931" y="391154"/>
                      </a:cubicBezTo>
                      <a:cubicBezTo>
                        <a:pt x="10207" y="399564"/>
                        <a:pt x="6864" y="421396"/>
                        <a:pt x="15275" y="458314"/>
                      </a:cubicBezTo>
                      <a:cubicBezTo>
                        <a:pt x="23685" y="495233"/>
                        <a:pt x="25352" y="548973"/>
                        <a:pt x="22018" y="569138"/>
                      </a:cubicBezTo>
                      <a:cubicBezTo>
                        <a:pt x="18685" y="589302"/>
                        <a:pt x="11941" y="639642"/>
                        <a:pt x="11941" y="639642"/>
                      </a:cubicBezTo>
                      <a:cubicBezTo>
                        <a:pt x="11941" y="639642"/>
                        <a:pt x="1863" y="668446"/>
                        <a:pt x="3530" y="678294"/>
                      </a:cubicBezTo>
                      <a:cubicBezTo>
                        <a:pt x="5197" y="688143"/>
                        <a:pt x="16951" y="693382"/>
                        <a:pt x="16951" y="703469"/>
                      </a:cubicBezTo>
                      <a:cubicBezTo>
                        <a:pt x="18275" y="727272"/>
                        <a:pt x="21723" y="750904"/>
                        <a:pt x="27257" y="774087"/>
                      </a:cubicBezTo>
                      <a:cubicBezTo>
                        <a:pt x="34001" y="802891"/>
                        <a:pt x="34001" y="800986"/>
                        <a:pt x="45745" y="811063"/>
                      </a:cubicBezTo>
                      <a:cubicBezTo>
                        <a:pt x="52203" y="816359"/>
                        <a:pt x="57852" y="822570"/>
                        <a:pt x="62509" y="829494"/>
                      </a:cubicBezTo>
                      <a:lnTo>
                        <a:pt x="70920" y="846315"/>
                      </a:lnTo>
                      <a:cubicBezTo>
                        <a:pt x="70920" y="846315"/>
                        <a:pt x="92751" y="883234"/>
                        <a:pt x="116249" y="900056"/>
                      </a:cubicBezTo>
                      <a:cubicBezTo>
                        <a:pt x="129889" y="909990"/>
                        <a:pt x="146367" y="915286"/>
                        <a:pt x="163255" y="915143"/>
                      </a:cubicBezTo>
                      <a:lnTo>
                        <a:pt x="186753" y="923554"/>
                      </a:lnTo>
                      <a:cubicBezTo>
                        <a:pt x="186753" y="923554"/>
                        <a:pt x="218662" y="953795"/>
                        <a:pt x="228739" y="958805"/>
                      </a:cubicBezTo>
                      <a:cubicBezTo>
                        <a:pt x="238817" y="963816"/>
                        <a:pt x="272402" y="977294"/>
                        <a:pt x="280575" y="992391"/>
                      </a:cubicBezTo>
                      <a:cubicBezTo>
                        <a:pt x="288747" y="1007488"/>
                        <a:pt x="290652" y="1056208"/>
                        <a:pt x="290652" y="1056208"/>
                      </a:cubicBezTo>
                      <a:cubicBezTo>
                        <a:pt x="290652" y="1056208"/>
                        <a:pt x="267154" y="1111615"/>
                        <a:pt x="277231" y="1118302"/>
                      </a:cubicBezTo>
                      <a:cubicBezTo>
                        <a:pt x="287309" y="1124988"/>
                        <a:pt x="297329" y="1096470"/>
                        <a:pt x="302406" y="1071296"/>
                      </a:cubicBezTo>
                      <a:cubicBezTo>
                        <a:pt x="307483" y="1046121"/>
                        <a:pt x="312483" y="1030977"/>
                        <a:pt x="302406" y="992381"/>
                      </a:cubicBezTo>
                      <a:cubicBezTo>
                        <a:pt x="292328" y="953786"/>
                        <a:pt x="252009" y="933631"/>
                        <a:pt x="241922" y="930230"/>
                      </a:cubicBezTo>
                      <a:cubicBezTo>
                        <a:pt x="231835" y="926830"/>
                        <a:pt x="199993" y="900046"/>
                        <a:pt x="199993" y="900046"/>
                      </a:cubicBezTo>
                      <a:cubicBezTo>
                        <a:pt x="199993" y="900046"/>
                        <a:pt x="166408" y="901712"/>
                        <a:pt x="141186" y="886625"/>
                      </a:cubicBezTo>
                      <a:cubicBezTo>
                        <a:pt x="115963" y="871538"/>
                        <a:pt x="94180" y="824475"/>
                        <a:pt x="94180" y="824475"/>
                      </a:cubicBezTo>
                      <a:cubicBezTo>
                        <a:pt x="94180" y="824475"/>
                        <a:pt x="55585" y="799300"/>
                        <a:pt x="45507" y="775802"/>
                      </a:cubicBezTo>
                      <a:cubicBezTo>
                        <a:pt x="35430" y="752304"/>
                        <a:pt x="28686" y="686753"/>
                        <a:pt x="28686" y="686753"/>
                      </a:cubicBezTo>
                      <a:cubicBezTo>
                        <a:pt x="28686" y="686753"/>
                        <a:pt x="43831" y="680075"/>
                        <a:pt x="42107" y="639747"/>
                      </a:cubicBezTo>
                      <a:cubicBezTo>
                        <a:pt x="40383" y="599418"/>
                        <a:pt x="40440" y="557498"/>
                        <a:pt x="40440" y="557498"/>
                      </a:cubicBezTo>
                      <a:cubicBezTo>
                        <a:pt x="40440" y="557498"/>
                        <a:pt x="38773" y="492004"/>
                        <a:pt x="38773" y="466839"/>
                      </a:cubicBezTo>
                      <a:cubicBezTo>
                        <a:pt x="38773" y="466839"/>
                        <a:pt x="18608" y="384534"/>
                        <a:pt x="38773" y="347605"/>
                      </a:cubicBezTo>
                      <a:cubicBezTo>
                        <a:pt x="38773" y="347605"/>
                        <a:pt x="23685" y="265300"/>
                        <a:pt x="23685" y="241792"/>
                      </a:cubicBezTo>
                      <a:cubicBezTo>
                        <a:pt x="23685" y="218284"/>
                        <a:pt x="35201" y="178032"/>
                        <a:pt x="35201" y="178032"/>
                      </a:cubicBezTo>
                      <a:cubicBezTo>
                        <a:pt x="35201" y="178032"/>
                        <a:pt x="31801" y="100794"/>
                        <a:pt x="30134" y="85877"/>
                      </a:cubicBezTo>
                      <a:lnTo>
                        <a:pt x="28467" y="70790"/>
                      </a:lnTo>
                      <a:cubicBezTo>
                        <a:pt x="28467" y="70790"/>
                        <a:pt x="45288" y="70790"/>
                        <a:pt x="48631" y="50625"/>
                      </a:cubicBezTo>
                      <a:cubicBezTo>
                        <a:pt x="50593" y="38052"/>
                        <a:pt x="50222" y="25222"/>
                        <a:pt x="47536" y="12783"/>
                      </a:cubicBezTo>
                      <a:lnTo>
                        <a:pt x="38782"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1"/>
                <p:cNvSpPr/>
                <p:nvPr/>
              </p:nvSpPr>
              <p:spPr>
                <a:xfrm>
                  <a:off x="3840480" y="5308920"/>
                  <a:ext cx="42865" cy="161731"/>
                </a:xfrm>
                <a:custGeom>
                  <a:rect b="b" l="l" r="r" t="t"/>
                  <a:pathLst>
                    <a:path extrusionOk="0" h="167164" w="47234">
                      <a:moveTo>
                        <a:pt x="0" y="20574"/>
                      </a:moveTo>
                      <a:cubicBezTo>
                        <a:pt x="6201" y="23870"/>
                        <a:pt x="11477" y="28690"/>
                        <a:pt x="15326" y="34566"/>
                      </a:cubicBezTo>
                      <a:cubicBezTo>
                        <a:pt x="23736" y="49654"/>
                        <a:pt x="25403" y="98384"/>
                        <a:pt x="25403" y="98384"/>
                      </a:cubicBezTo>
                      <a:cubicBezTo>
                        <a:pt x="25403" y="98384"/>
                        <a:pt x="1905" y="153791"/>
                        <a:pt x="11982" y="160477"/>
                      </a:cubicBezTo>
                      <a:cubicBezTo>
                        <a:pt x="22060" y="167164"/>
                        <a:pt x="32080" y="138646"/>
                        <a:pt x="37157" y="113472"/>
                      </a:cubicBezTo>
                      <a:cubicBezTo>
                        <a:pt x="42234" y="88297"/>
                        <a:pt x="47234" y="73152"/>
                        <a:pt x="37157" y="34557"/>
                      </a:cubicBezTo>
                      <a:cubicBezTo>
                        <a:pt x="33509" y="21907"/>
                        <a:pt x="27299" y="10144"/>
                        <a:pt x="18898" y="0"/>
                      </a:cubicBezTo>
                      <a:lnTo>
                        <a:pt x="3172" y="10944"/>
                      </a:lnTo>
                      <a:lnTo>
                        <a:pt x="0" y="20564"/>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1"/>
                <p:cNvSpPr/>
                <p:nvPr/>
              </p:nvSpPr>
              <p:spPr>
                <a:xfrm>
                  <a:off x="3837600" y="5306040"/>
                  <a:ext cx="48994" cy="167059"/>
                </a:xfrm>
                <a:custGeom>
                  <a:rect b="b" l="l" r="r" t="t"/>
                  <a:pathLst>
                    <a:path extrusionOk="0" h="167478" w="51035">
                      <a:moveTo>
                        <a:pt x="17902" y="167160"/>
                      </a:moveTo>
                      <a:cubicBezTo>
                        <a:pt x="16254" y="167122"/>
                        <a:pt x="14654" y="166598"/>
                        <a:pt x="13292" y="165665"/>
                      </a:cubicBezTo>
                      <a:cubicBezTo>
                        <a:pt x="2233" y="158293"/>
                        <a:pt x="19454" y="114801"/>
                        <a:pt x="25389" y="100637"/>
                      </a:cubicBezTo>
                      <a:cubicBezTo>
                        <a:pt x="25389" y="94875"/>
                        <a:pt x="23198" y="52193"/>
                        <a:pt x="15711" y="38716"/>
                      </a:cubicBezTo>
                      <a:cubicBezTo>
                        <a:pt x="12101" y="33248"/>
                        <a:pt x="7167" y="28791"/>
                        <a:pt x="1366" y="25752"/>
                      </a:cubicBezTo>
                      <a:cubicBezTo>
                        <a:pt x="224" y="25066"/>
                        <a:pt x="-281" y="23666"/>
                        <a:pt x="157" y="22408"/>
                      </a:cubicBezTo>
                      <a:lnTo>
                        <a:pt x="3329" y="12903"/>
                      </a:lnTo>
                      <a:cubicBezTo>
                        <a:pt x="3538" y="12322"/>
                        <a:pt x="3919" y="11817"/>
                        <a:pt x="4424" y="11464"/>
                      </a:cubicBezTo>
                      <a:lnTo>
                        <a:pt x="20150" y="520"/>
                      </a:lnTo>
                      <a:cubicBezTo>
                        <a:pt x="21369" y="-318"/>
                        <a:pt x="23026" y="-127"/>
                        <a:pt x="24007" y="977"/>
                      </a:cubicBezTo>
                      <a:cubicBezTo>
                        <a:pt x="32704" y="11398"/>
                        <a:pt x="39123" y="23523"/>
                        <a:pt x="42838" y="36572"/>
                      </a:cubicBezTo>
                      <a:cubicBezTo>
                        <a:pt x="50249" y="60385"/>
                        <a:pt x="50754" y="85817"/>
                        <a:pt x="44277" y="109896"/>
                      </a:cubicBezTo>
                      <a:lnTo>
                        <a:pt x="42895" y="116811"/>
                      </a:lnTo>
                      <a:cubicBezTo>
                        <a:pt x="40819" y="127174"/>
                        <a:pt x="33104" y="161512"/>
                        <a:pt x="21064" y="166465"/>
                      </a:cubicBezTo>
                      <a:cubicBezTo>
                        <a:pt x="20073" y="166922"/>
                        <a:pt x="18988" y="167151"/>
                        <a:pt x="17892" y="167160"/>
                      </a:cubicBezTo>
                      <a:close/>
                      <a:moveTo>
                        <a:pt x="6386" y="22123"/>
                      </a:moveTo>
                      <a:cubicBezTo>
                        <a:pt x="12292" y="25447"/>
                        <a:pt x="17264" y="30200"/>
                        <a:pt x="20845" y="35944"/>
                      </a:cubicBezTo>
                      <a:cubicBezTo>
                        <a:pt x="29484" y="51498"/>
                        <a:pt x="31208" y="99304"/>
                        <a:pt x="31275" y="101028"/>
                      </a:cubicBezTo>
                      <a:cubicBezTo>
                        <a:pt x="31361" y="101428"/>
                        <a:pt x="31361" y="101838"/>
                        <a:pt x="31275" y="102238"/>
                      </a:cubicBezTo>
                      <a:cubicBezTo>
                        <a:pt x="19007" y="131041"/>
                        <a:pt x="12387" y="157940"/>
                        <a:pt x="16759" y="160874"/>
                      </a:cubicBezTo>
                      <a:cubicBezTo>
                        <a:pt x="17445" y="161426"/>
                        <a:pt x="18378" y="161531"/>
                        <a:pt x="19178" y="161159"/>
                      </a:cubicBezTo>
                      <a:cubicBezTo>
                        <a:pt x="24941" y="158683"/>
                        <a:pt x="32656" y="140023"/>
                        <a:pt x="37552" y="115659"/>
                      </a:cubicBezTo>
                      <a:lnTo>
                        <a:pt x="38990" y="108743"/>
                      </a:lnTo>
                      <a:cubicBezTo>
                        <a:pt x="45200" y="85521"/>
                        <a:pt x="44696" y="61014"/>
                        <a:pt x="37552" y="38068"/>
                      </a:cubicBezTo>
                      <a:cubicBezTo>
                        <a:pt x="34275" y="26695"/>
                        <a:pt x="28837" y="16055"/>
                        <a:pt x="21541" y="6730"/>
                      </a:cubicBezTo>
                      <a:lnTo>
                        <a:pt x="8815" y="15655"/>
                      </a:lnTo>
                      <a:lnTo>
                        <a:pt x="6396" y="22104"/>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1"/>
                <p:cNvSpPr/>
                <p:nvPr/>
              </p:nvSpPr>
              <p:spPr>
                <a:xfrm>
                  <a:off x="4363560" y="5629320"/>
                  <a:ext cx="74460" cy="120215"/>
                </a:xfrm>
                <a:custGeom>
                  <a:rect b="b" l="l" r="r" t="t"/>
                  <a:pathLst>
                    <a:path extrusionOk="0" h="120215" w="74647">
                      <a:moveTo>
                        <a:pt x="64046" y="58874"/>
                      </a:moveTo>
                      <a:cubicBezTo>
                        <a:pt x="49549" y="55664"/>
                        <a:pt x="36347" y="48177"/>
                        <a:pt x="26146" y="37386"/>
                      </a:cubicBezTo>
                      <a:cubicBezTo>
                        <a:pt x="15202" y="26641"/>
                        <a:pt x="6334" y="13964"/>
                        <a:pt x="0" y="0"/>
                      </a:cubicBezTo>
                      <a:cubicBezTo>
                        <a:pt x="0" y="0"/>
                        <a:pt x="3743" y="67275"/>
                        <a:pt x="18717" y="89745"/>
                      </a:cubicBezTo>
                      <a:cubicBezTo>
                        <a:pt x="33690" y="112204"/>
                        <a:pt x="74647" y="120215"/>
                        <a:pt x="74647" y="120215"/>
                      </a:cubicBezTo>
                      <a:lnTo>
                        <a:pt x="64046" y="58874"/>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1"/>
                <p:cNvSpPr/>
                <p:nvPr/>
              </p:nvSpPr>
              <p:spPr>
                <a:xfrm>
                  <a:off x="4361040" y="5626440"/>
                  <a:ext cx="80207" cy="125948"/>
                </a:xfrm>
                <a:custGeom>
                  <a:rect b="b" l="l" r="r" t="t"/>
                  <a:pathLst>
                    <a:path extrusionOk="0" h="126264" w="80610">
                      <a:moveTo>
                        <a:pt x="77127" y="125916"/>
                      </a:moveTo>
                      <a:lnTo>
                        <a:pt x="76784" y="125916"/>
                      </a:lnTo>
                      <a:cubicBezTo>
                        <a:pt x="75060" y="125573"/>
                        <a:pt x="34446" y="117334"/>
                        <a:pt x="19187" y="94179"/>
                      </a:cubicBezTo>
                      <a:cubicBezTo>
                        <a:pt x="3918" y="71023"/>
                        <a:pt x="175" y="5825"/>
                        <a:pt x="3" y="3053"/>
                      </a:cubicBezTo>
                      <a:cubicBezTo>
                        <a:pt x="-63" y="1643"/>
                        <a:pt x="880" y="386"/>
                        <a:pt x="2251" y="62"/>
                      </a:cubicBezTo>
                      <a:cubicBezTo>
                        <a:pt x="3632" y="-224"/>
                        <a:pt x="5023" y="500"/>
                        <a:pt x="5595" y="1786"/>
                      </a:cubicBezTo>
                      <a:cubicBezTo>
                        <a:pt x="11786" y="15407"/>
                        <a:pt x="20434" y="27770"/>
                        <a:pt x="31112" y="38248"/>
                      </a:cubicBezTo>
                      <a:cubicBezTo>
                        <a:pt x="40904" y="48554"/>
                        <a:pt x="53534" y="55736"/>
                        <a:pt x="67402" y="58869"/>
                      </a:cubicBezTo>
                      <a:cubicBezTo>
                        <a:pt x="68622" y="59069"/>
                        <a:pt x="69593" y="60012"/>
                        <a:pt x="69821" y="61231"/>
                      </a:cubicBezTo>
                      <a:lnTo>
                        <a:pt x="80366" y="122572"/>
                      </a:lnTo>
                      <a:cubicBezTo>
                        <a:pt x="80547" y="123497"/>
                        <a:pt x="80242" y="124458"/>
                        <a:pt x="79556" y="125107"/>
                      </a:cubicBezTo>
                      <a:cubicBezTo>
                        <a:pt x="78928" y="125744"/>
                        <a:pt x="78023" y="126040"/>
                        <a:pt x="77137" y="125916"/>
                      </a:cubicBezTo>
                      <a:close/>
                      <a:moveTo>
                        <a:pt x="6452" y="16474"/>
                      </a:moveTo>
                      <a:cubicBezTo>
                        <a:pt x="8471" y="37267"/>
                        <a:pt x="13310" y="75395"/>
                        <a:pt x="23730" y="90778"/>
                      </a:cubicBezTo>
                      <a:cubicBezTo>
                        <a:pt x="35246" y="108056"/>
                        <a:pt x="63125" y="116353"/>
                        <a:pt x="73727" y="119058"/>
                      </a:cubicBezTo>
                      <a:lnTo>
                        <a:pt x="64221" y="63937"/>
                      </a:lnTo>
                      <a:cubicBezTo>
                        <a:pt x="49952" y="60241"/>
                        <a:pt x="36998" y="52669"/>
                        <a:pt x="26778" y="42048"/>
                      </a:cubicBezTo>
                      <a:cubicBezTo>
                        <a:pt x="19025" y="34409"/>
                        <a:pt x="12195" y="25884"/>
                        <a:pt x="6442" y="16645"/>
                      </a:cubicBezTo>
                      <a:lnTo>
                        <a:pt x="6442" y="16474"/>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1"/>
                <p:cNvSpPr/>
                <p:nvPr/>
              </p:nvSpPr>
              <p:spPr>
                <a:xfrm>
                  <a:off x="3623400" y="4753800"/>
                  <a:ext cx="84887" cy="16907"/>
                </a:xfrm>
                <a:custGeom>
                  <a:rect b="b" l="l" r="r" t="t"/>
                  <a:pathLst>
                    <a:path extrusionOk="0" h="21003" w="85744">
                      <a:moveTo>
                        <a:pt x="39665" y="16824"/>
                      </a:moveTo>
                      <a:cubicBezTo>
                        <a:pt x="10519" y="16824"/>
                        <a:pt x="1013" y="5309"/>
                        <a:pt x="498" y="4499"/>
                      </a:cubicBezTo>
                      <a:cubicBezTo>
                        <a:pt x="-397" y="3184"/>
                        <a:pt x="-54" y="1394"/>
                        <a:pt x="1270" y="499"/>
                      </a:cubicBezTo>
                      <a:cubicBezTo>
                        <a:pt x="2470" y="-321"/>
                        <a:pt x="4099" y="-111"/>
                        <a:pt x="5051" y="984"/>
                      </a:cubicBezTo>
                      <a:cubicBezTo>
                        <a:pt x="5051" y="1270"/>
                        <a:pt x="22330" y="20682"/>
                        <a:pt x="81309" y="4785"/>
                      </a:cubicBezTo>
                      <a:cubicBezTo>
                        <a:pt x="82899" y="4375"/>
                        <a:pt x="84528" y="5328"/>
                        <a:pt x="84937" y="6918"/>
                      </a:cubicBezTo>
                      <a:cubicBezTo>
                        <a:pt x="85347" y="8509"/>
                        <a:pt x="84395" y="10138"/>
                        <a:pt x="82804" y="10547"/>
                      </a:cubicBezTo>
                      <a:lnTo>
                        <a:pt x="82804" y="10547"/>
                      </a:lnTo>
                      <a:cubicBezTo>
                        <a:pt x="68755" y="14519"/>
                        <a:pt x="54258" y="16624"/>
                        <a:pt x="39665" y="16824"/>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1"/>
                <p:cNvSpPr/>
                <p:nvPr/>
              </p:nvSpPr>
              <p:spPr>
                <a:xfrm>
                  <a:off x="3623040" y="4525200"/>
                  <a:ext cx="82379" cy="23062"/>
                </a:xfrm>
                <a:custGeom>
                  <a:rect b="b" l="l" r="r" t="t"/>
                  <a:pathLst>
                    <a:path extrusionOk="0" h="30546" w="83211">
                      <a:moveTo>
                        <a:pt x="46934" y="23058"/>
                      </a:moveTo>
                      <a:cubicBezTo>
                        <a:pt x="29818" y="23182"/>
                        <a:pt x="13321" y="16705"/>
                        <a:pt x="853" y="4970"/>
                      </a:cubicBezTo>
                      <a:cubicBezTo>
                        <a:pt x="-281" y="3846"/>
                        <a:pt x="-281" y="2027"/>
                        <a:pt x="833" y="893"/>
                      </a:cubicBezTo>
                      <a:cubicBezTo>
                        <a:pt x="833" y="893"/>
                        <a:pt x="843" y="884"/>
                        <a:pt x="853" y="874"/>
                      </a:cubicBezTo>
                      <a:cubicBezTo>
                        <a:pt x="1900" y="-240"/>
                        <a:pt x="3643" y="-297"/>
                        <a:pt x="4758" y="750"/>
                      </a:cubicBezTo>
                      <a:cubicBezTo>
                        <a:pt x="4796" y="788"/>
                        <a:pt x="4844" y="836"/>
                        <a:pt x="4882" y="874"/>
                      </a:cubicBezTo>
                      <a:cubicBezTo>
                        <a:pt x="6034" y="2084"/>
                        <a:pt x="32990" y="30249"/>
                        <a:pt x="78434" y="9799"/>
                      </a:cubicBezTo>
                      <a:cubicBezTo>
                        <a:pt x="79901" y="9142"/>
                        <a:pt x="81615" y="9790"/>
                        <a:pt x="82291" y="11237"/>
                      </a:cubicBezTo>
                      <a:cubicBezTo>
                        <a:pt x="82930" y="12695"/>
                        <a:pt x="82263" y="14390"/>
                        <a:pt x="80815" y="15028"/>
                      </a:cubicBezTo>
                      <a:cubicBezTo>
                        <a:pt x="80815" y="15028"/>
                        <a:pt x="80805" y="15028"/>
                        <a:pt x="80796" y="15028"/>
                      </a:cubicBezTo>
                      <a:cubicBezTo>
                        <a:pt x="70204" y="20086"/>
                        <a:pt x="58660" y="22820"/>
                        <a:pt x="46925" y="2303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1"/>
                <p:cNvSpPr/>
                <p:nvPr/>
              </p:nvSpPr>
              <p:spPr>
                <a:xfrm>
                  <a:off x="3515400" y="4652280"/>
                  <a:ext cx="70203" cy="21602"/>
                </a:xfrm>
                <a:custGeom>
                  <a:rect b="b" l="l" r="r" t="t"/>
                  <a:pathLst>
                    <a:path extrusionOk="0" h="27518" w="70733">
                      <a:moveTo>
                        <a:pt x="29731" y="21408"/>
                      </a:moveTo>
                      <a:cubicBezTo>
                        <a:pt x="20073" y="21398"/>
                        <a:pt x="10510" y="19436"/>
                        <a:pt x="1623" y="15645"/>
                      </a:cubicBezTo>
                      <a:cubicBezTo>
                        <a:pt x="195" y="14949"/>
                        <a:pt x="-406" y="13225"/>
                        <a:pt x="290" y="11797"/>
                      </a:cubicBezTo>
                      <a:cubicBezTo>
                        <a:pt x="290" y="11797"/>
                        <a:pt x="290" y="11797"/>
                        <a:pt x="290" y="11797"/>
                      </a:cubicBezTo>
                      <a:cubicBezTo>
                        <a:pt x="956" y="10387"/>
                        <a:pt x="2642" y="9787"/>
                        <a:pt x="4052" y="10454"/>
                      </a:cubicBezTo>
                      <a:cubicBezTo>
                        <a:pt x="4071" y="10454"/>
                        <a:pt x="4081" y="10463"/>
                        <a:pt x="4100" y="10473"/>
                      </a:cubicBezTo>
                      <a:cubicBezTo>
                        <a:pt x="5595" y="11168"/>
                        <a:pt x="39923" y="27237"/>
                        <a:pt x="65098" y="853"/>
                      </a:cubicBezTo>
                      <a:cubicBezTo>
                        <a:pt x="66222" y="-281"/>
                        <a:pt x="68041" y="-281"/>
                        <a:pt x="69175" y="833"/>
                      </a:cubicBezTo>
                      <a:cubicBezTo>
                        <a:pt x="69175" y="833"/>
                        <a:pt x="69184" y="843"/>
                        <a:pt x="69194" y="853"/>
                      </a:cubicBezTo>
                      <a:cubicBezTo>
                        <a:pt x="70308" y="1948"/>
                        <a:pt x="70327" y="3729"/>
                        <a:pt x="69232" y="4843"/>
                      </a:cubicBezTo>
                      <a:cubicBezTo>
                        <a:pt x="69222" y="4853"/>
                        <a:pt x="69203" y="4872"/>
                        <a:pt x="69194" y="4881"/>
                      </a:cubicBezTo>
                      <a:cubicBezTo>
                        <a:pt x="58964" y="15712"/>
                        <a:pt x="44638" y="21722"/>
                        <a:pt x="29741" y="21417"/>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1"/>
                <p:cNvSpPr/>
                <p:nvPr/>
              </p:nvSpPr>
              <p:spPr>
                <a:xfrm>
                  <a:off x="3632760" y="5024880"/>
                  <a:ext cx="94715" cy="20856"/>
                </a:xfrm>
                <a:custGeom>
                  <a:rect b="b" l="l" r="r" t="t"/>
                  <a:pathLst>
                    <a:path extrusionOk="0" h="30670" w="95431">
                      <a:moveTo>
                        <a:pt x="45226" y="20913"/>
                      </a:moveTo>
                      <a:cubicBezTo>
                        <a:pt x="29995" y="20827"/>
                        <a:pt x="14993" y="17160"/>
                        <a:pt x="1449" y="10197"/>
                      </a:cubicBezTo>
                      <a:cubicBezTo>
                        <a:pt x="68" y="9406"/>
                        <a:pt x="-409" y="7635"/>
                        <a:pt x="382" y="6254"/>
                      </a:cubicBezTo>
                      <a:cubicBezTo>
                        <a:pt x="1172" y="4873"/>
                        <a:pt x="2944" y="4396"/>
                        <a:pt x="4325" y="5187"/>
                      </a:cubicBezTo>
                      <a:cubicBezTo>
                        <a:pt x="4782" y="5473"/>
                        <a:pt x="48912" y="30304"/>
                        <a:pt x="90088" y="577"/>
                      </a:cubicBezTo>
                      <a:cubicBezTo>
                        <a:pt x="91327" y="-366"/>
                        <a:pt x="93098" y="-128"/>
                        <a:pt x="94041" y="1110"/>
                      </a:cubicBezTo>
                      <a:cubicBezTo>
                        <a:pt x="94070" y="1148"/>
                        <a:pt x="94089" y="1177"/>
                        <a:pt x="94117" y="1215"/>
                      </a:cubicBezTo>
                      <a:cubicBezTo>
                        <a:pt x="95022" y="2510"/>
                        <a:pt x="94746" y="4292"/>
                        <a:pt x="93479" y="5244"/>
                      </a:cubicBezTo>
                      <a:cubicBezTo>
                        <a:pt x="79478" y="15493"/>
                        <a:pt x="62561" y="20989"/>
                        <a:pt x="45206" y="20913"/>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1"/>
                <p:cNvSpPr/>
                <p:nvPr/>
              </p:nvSpPr>
              <p:spPr>
                <a:xfrm>
                  <a:off x="3543840" y="5126040"/>
                  <a:ext cx="43946" cy="23019"/>
                </a:xfrm>
                <a:custGeom>
                  <a:rect b="b" l="l" r="r" t="t"/>
                  <a:pathLst>
                    <a:path extrusionOk="0" h="23193" w="44615">
                      <a:moveTo>
                        <a:pt x="7927" y="22888"/>
                      </a:moveTo>
                      <a:cubicBezTo>
                        <a:pt x="5993" y="22917"/>
                        <a:pt x="4059" y="22727"/>
                        <a:pt x="2164" y="22317"/>
                      </a:cubicBezTo>
                      <a:cubicBezTo>
                        <a:pt x="649" y="21955"/>
                        <a:pt x="-284" y="20431"/>
                        <a:pt x="78" y="18916"/>
                      </a:cubicBezTo>
                      <a:cubicBezTo>
                        <a:pt x="78" y="18898"/>
                        <a:pt x="78" y="18878"/>
                        <a:pt x="87" y="18859"/>
                      </a:cubicBezTo>
                      <a:cubicBezTo>
                        <a:pt x="459" y="17316"/>
                        <a:pt x="2002" y="16364"/>
                        <a:pt x="3545" y="16726"/>
                      </a:cubicBezTo>
                      <a:lnTo>
                        <a:pt x="3545" y="16726"/>
                      </a:lnTo>
                      <a:cubicBezTo>
                        <a:pt x="4297" y="16726"/>
                        <a:pt x="21461" y="20755"/>
                        <a:pt x="39140" y="828"/>
                      </a:cubicBezTo>
                      <a:cubicBezTo>
                        <a:pt x="40283" y="-276"/>
                        <a:pt x="42093" y="-276"/>
                        <a:pt x="43226" y="828"/>
                      </a:cubicBezTo>
                      <a:cubicBezTo>
                        <a:pt x="44331" y="1971"/>
                        <a:pt x="44331" y="3781"/>
                        <a:pt x="43226" y="4915"/>
                      </a:cubicBezTo>
                      <a:cubicBezTo>
                        <a:pt x="34606" y="15726"/>
                        <a:pt x="21728" y="22279"/>
                        <a:pt x="7917" y="22888"/>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1"/>
                <p:cNvSpPr/>
                <p:nvPr/>
              </p:nvSpPr>
              <p:spPr>
                <a:xfrm>
                  <a:off x="3687840" y="5145120"/>
                  <a:ext cx="99470" cy="29511"/>
                </a:xfrm>
                <a:custGeom>
                  <a:rect b="b" l="l" r="r" t="t"/>
                  <a:pathLst>
                    <a:path extrusionOk="0" h="40015" w="100222">
                      <a:moveTo>
                        <a:pt x="33153" y="29668"/>
                      </a:moveTo>
                      <a:cubicBezTo>
                        <a:pt x="22075" y="29973"/>
                        <a:pt x="11112" y="27372"/>
                        <a:pt x="1358" y="22124"/>
                      </a:cubicBezTo>
                      <a:cubicBezTo>
                        <a:pt x="6" y="21286"/>
                        <a:pt x="-404" y="19505"/>
                        <a:pt x="435" y="18162"/>
                      </a:cubicBezTo>
                      <a:cubicBezTo>
                        <a:pt x="435" y="18162"/>
                        <a:pt x="435" y="18162"/>
                        <a:pt x="435" y="18162"/>
                      </a:cubicBezTo>
                      <a:cubicBezTo>
                        <a:pt x="1225" y="16819"/>
                        <a:pt x="2959" y="16381"/>
                        <a:pt x="4302" y="17171"/>
                      </a:cubicBezTo>
                      <a:cubicBezTo>
                        <a:pt x="4340" y="17190"/>
                        <a:pt x="4378" y="17219"/>
                        <a:pt x="4407" y="17238"/>
                      </a:cubicBezTo>
                      <a:cubicBezTo>
                        <a:pt x="5902" y="18162"/>
                        <a:pt x="41964" y="39641"/>
                        <a:pt x="94837" y="531"/>
                      </a:cubicBezTo>
                      <a:cubicBezTo>
                        <a:pt x="96132" y="-374"/>
                        <a:pt x="97913" y="-97"/>
                        <a:pt x="98866" y="1169"/>
                      </a:cubicBezTo>
                      <a:cubicBezTo>
                        <a:pt x="99818" y="2446"/>
                        <a:pt x="99561" y="4246"/>
                        <a:pt x="98294" y="5198"/>
                      </a:cubicBezTo>
                      <a:cubicBezTo>
                        <a:pt x="72205" y="24439"/>
                        <a:pt x="49850" y="29677"/>
                        <a:pt x="33153" y="29677"/>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1"/>
                <p:cNvSpPr/>
                <p:nvPr/>
              </p:nvSpPr>
              <p:spPr>
                <a:xfrm>
                  <a:off x="3611160" y="5248080"/>
                  <a:ext cx="61124" cy="37069"/>
                </a:xfrm>
                <a:custGeom>
                  <a:rect b="b" l="l" r="r" t="t"/>
                  <a:pathLst>
                    <a:path extrusionOk="0" h="37634" w="61741">
                      <a:moveTo>
                        <a:pt x="2877" y="37228"/>
                      </a:moveTo>
                      <a:cubicBezTo>
                        <a:pt x="1286" y="37228"/>
                        <a:pt x="0" y="35942"/>
                        <a:pt x="0" y="34351"/>
                      </a:cubicBezTo>
                      <a:cubicBezTo>
                        <a:pt x="0" y="32761"/>
                        <a:pt x="1286" y="31475"/>
                        <a:pt x="2877" y="31475"/>
                      </a:cubicBezTo>
                      <a:cubicBezTo>
                        <a:pt x="3220" y="31475"/>
                        <a:pt x="37729" y="28770"/>
                        <a:pt x="55921" y="1519"/>
                      </a:cubicBezTo>
                      <a:cubicBezTo>
                        <a:pt x="56674" y="119"/>
                        <a:pt x="58417" y="-406"/>
                        <a:pt x="59817" y="337"/>
                      </a:cubicBezTo>
                      <a:cubicBezTo>
                        <a:pt x="61217" y="1080"/>
                        <a:pt x="61741" y="2833"/>
                        <a:pt x="60998" y="4233"/>
                      </a:cubicBezTo>
                      <a:cubicBezTo>
                        <a:pt x="60912" y="4395"/>
                        <a:pt x="60817" y="4538"/>
                        <a:pt x="60703" y="4681"/>
                      </a:cubicBezTo>
                      <a:cubicBezTo>
                        <a:pt x="40891" y="34342"/>
                        <a:pt x="4772" y="37114"/>
                        <a:pt x="3105" y="37228"/>
                      </a:cubicBezTo>
                      <a:lnTo>
                        <a:pt x="2877" y="37228"/>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1"/>
                <p:cNvSpPr/>
                <p:nvPr/>
              </p:nvSpPr>
              <p:spPr>
                <a:xfrm>
                  <a:off x="3803400" y="4318920"/>
                  <a:ext cx="48934" cy="82831"/>
                </a:xfrm>
                <a:custGeom>
                  <a:rect b="b" l="l" r="r" t="t"/>
                  <a:pathLst>
                    <a:path extrusionOk="0" h="83039" w="52759">
                      <a:moveTo>
                        <a:pt x="2926" y="82643"/>
                      </a:moveTo>
                      <a:cubicBezTo>
                        <a:pt x="1402" y="82643"/>
                        <a:pt x="135" y="81462"/>
                        <a:pt x="49" y="79938"/>
                      </a:cubicBezTo>
                      <a:cubicBezTo>
                        <a:pt x="49" y="79366"/>
                        <a:pt x="-3294" y="22340"/>
                        <a:pt x="44979" y="280"/>
                      </a:cubicBezTo>
                      <a:cubicBezTo>
                        <a:pt x="46379" y="-396"/>
                        <a:pt x="48074" y="194"/>
                        <a:pt x="48751" y="1595"/>
                      </a:cubicBezTo>
                      <a:cubicBezTo>
                        <a:pt x="48760" y="1614"/>
                        <a:pt x="48770" y="1642"/>
                        <a:pt x="48779" y="1661"/>
                      </a:cubicBezTo>
                      <a:cubicBezTo>
                        <a:pt x="49465" y="3100"/>
                        <a:pt x="48865" y="4814"/>
                        <a:pt x="47427" y="5500"/>
                      </a:cubicBezTo>
                      <a:cubicBezTo>
                        <a:pt x="47417" y="5500"/>
                        <a:pt x="47408" y="5509"/>
                        <a:pt x="47389" y="5519"/>
                      </a:cubicBezTo>
                      <a:cubicBezTo>
                        <a:pt x="2688" y="26083"/>
                        <a:pt x="5803" y="79014"/>
                        <a:pt x="5803" y="79538"/>
                      </a:cubicBezTo>
                      <a:cubicBezTo>
                        <a:pt x="5936" y="81119"/>
                        <a:pt x="4755" y="82519"/>
                        <a:pt x="3174" y="82643"/>
                      </a:cubicBezTo>
                      <a:cubicBezTo>
                        <a:pt x="3174" y="82643"/>
                        <a:pt x="3164" y="82643"/>
                        <a:pt x="3155" y="82643"/>
                      </a:cubicBezTo>
                      <a:lnTo>
                        <a:pt x="2926" y="82643"/>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1"/>
                <p:cNvSpPr/>
                <p:nvPr/>
              </p:nvSpPr>
              <p:spPr>
                <a:xfrm>
                  <a:off x="3702600" y="4290120"/>
                  <a:ext cx="37050" cy="53604"/>
                </a:xfrm>
                <a:custGeom>
                  <a:rect b="b" l="l" r="r" t="t"/>
                  <a:pathLst>
                    <a:path extrusionOk="0" h="54283" w="37519">
                      <a:moveTo>
                        <a:pt x="2657" y="53804"/>
                      </a:moveTo>
                      <a:lnTo>
                        <a:pt x="2657" y="53804"/>
                      </a:lnTo>
                      <a:cubicBezTo>
                        <a:pt x="1076" y="53680"/>
                        <a:pt x="-115" y="52298"/>
                        <a:pt x="9" y="50708"/>
                      </a:cubicBezTo>
                      <a:cubicBezTo>
                        <a:pt x="9" y="50708"/>
                        <a:pt x="9" y="50698"/>
                        <a:pt x="9" y="50689"/>
                      </a:cubicBezTo>
                      <a:cubicBezTo>
                        <a:pt x="9" y="49251"/>
                        <a:pt x="2885" y="15265"/>
                        <a:pt x="32784" y="292"/>
                      </a:cubicBezTo>
                      <a:cubicBezTo>
                        <a:pt x="34223" y="-394"/>
                        <a:pt x="35937" y="168"/>
                        <a:pt x="36699" y="1559"/>
                      </a:cubicBezTo>
                      <a:cubicBezTo>
                        <a:pt x="37404" y="2987"/>
                        <a:pt x="36813" y="4712"/>
                        <a:pt x="35385" y="5416"/>
                      </a:cubicBezTo>
                      <a:cubicBezTo>
                        <a:pt x="35385" y="5416"/>
                        <a:pt x="35385" y="5416"/>
                        <a:pt x="35385" y="5416"/>
                      </a:cubicBezTo>
                      <a:cubicBezTo>
                        <a:pt x="8429" y="18952"/>
                        <a:pt x="5781" y="50803"/>
                        <a:pt x="5781" y="51089"/>
                      </a:cubicBezTo>
                      <a:cubicBezTo>
                        <a:pt x="5695" y="52680"/>
                        <a:pt x="4333" y="53889"/>
                        <a:pt x="2742" y="53804"/>
                      </a:cubicBezTo>
                      <a:cubicBezTo>
                        <a:pt x="2714" y="53804"/>
                        <a:pt x="2695" y="53804"/>
                        <a:pt x="2666" y="53804"/>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1"/>
                <p:cNvSpPr/>
                <p:nvPr/>
              </p:nvSpPr>
              <p:spPr>
                <a:xfrm>
                  <a:off x="3990600" y="4297320"/>
                  <a:ext cx="29854" cy="27358"/>
                </a:xfrm>
                <a:custGeom>
                  <a:rect b="b" l="l" r="r" t="t"/>
                  <a:pathLst>
                    <a:path extrusionOk="0" h="27775" w="30232">
                      <a:moveTo>
                        <a:pt x="2895" y="27376"/>
                      </a:moveTo>
                      <a:cubicBezTo>
                        <a:pt x="1305" y="27376"/>
                        <a:pt x="9" y="26100"/>
                        <a:pt x="0" y="24509"/>
                      </a:cubicBezTo>
                      <a:cubicBezTo>
                        <a:pt x="0" y="23976"/>
                        <a:pt x="143" y="23452"/>
                        <a:pt x="419" y="22995"/>
                      </a:cubicBezTo>
                      <a:cubicBezTo>
                        <a:pt x="7086" y="13774"/>
                        <a:pt x="15630" y="6059"/>
                        <a:pt x="25479" y="354"/>
                      </a:cubicBezTo>
                      <a:cubicBezTo>
                        <a:pt x="26889" y="-399"/>
                        <a:pt x="28632" y="87"/>
                        <a:pt x="29451" y="1449"/>
                      </a:cubicBezTo>
                      <a:cubicBezTo>
                        <a:pt x="30232" y="2830"/>
                        <a:pt x="29737" y="4583"/>
                        <a:pt x="28356" y="5364"/>
                      </a:cubicBezTo>
                      <a:cubicBezTo>
                        <a:pt x="19336" y="10565"/>
                        <a:pt x="11487" y="17594"/>
                        <a:pt x="5315" y="25986"/>
                      </a:cubicBezTo>
                      <a:cubicBezTo>
                        <a:pt x="4810" y="26843"/>
                        <a:pt x="3886" y="27367"/>
                        <a:pt x="2895" y="27367"/>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1"/>
                <p:cNvSpPr/>
                <p:nvPr/>
              </p:nvSpPr>
              <p:spPr>
                <a:xfrm>
                  <a:off x="3980160" y="4417200"/>
                  <a:ext cx="11150" cy="61158"/>
                </a:xfrm>
                <a:custGeom>
                  <a:rect b="b" l="l" r="r" t="t"/>
                  <a:pathLst>
                    <a:path extrusionOk="0" h="61465" w="18278">
                      <a:moveTo>
                        <a:pt x="8267" y="61046"/>
                      </a:moveTo>
                      <a:cubicBezTo>
                        <a:pt x="7096" y="61074"/>
                        <a:pt x="6029" y="60360"/>
                        <a:pt x="5619" y="59264"/>
                      </a:cubicBezTo>
                      <a:cubicBezTo>
                        <a:pt x="5105" y="58055"/>
                        <a:pt x="-6763" y="29023"/>
                        <a:pt x="5619" y="1667"/>
                      </a:cubicBezTo>
                      <a:cubicBezTo>
                        <a:pt x="6258" y="248"/>
                        <a:pt x="7934" y="-391"/>
                        <a:pt x="9353" y="248"/>
                      </a:cubicBezTo>
                      <a:cubicBezTo>
                        <a:pt x="9372" y="257"/>
                        <a:pt x="9401" y="267"/>
                        <a:pt x="9420" y="276"/>
                      </a:cubicBezTo>
                      <a:cubicBezTo>
                        <a:pt x="10849" y="886"/>
                        <a:pt x="11515" y="2553"/>
                        <a:pt x="10906" y="3982"/>
                      </a:cubicBezTo>
                      <a:cubicBezTo>
                        <a:pt x="10896" y="4010"/>
                        <a:pt x="10877" y="4048"/>
                        <a:pt x="10858" y="4077"/>
                      </a:cubicBezTo>
                      <a:cubicBezTo>
                        <a:pt x="-658" y="28956"/>
                        <a:pt x="10858" y="56721"/>
                        <a:pt x="10858" y="57007"/>
                      </a:cubicBezTo>
                      <a:cubicBezTo>
                        <a:pt x="11477" y="58436"/>
                        <a:pt x="10820" y="60103"/>
                        <a:pt x="9382" y="60712"/>
                      </a:cubicBezTo>
                      <a:cubicBezTo>
                        <a:pt x="9353" y="60722"/>
                        <a:pt x="9325" y="60731"/>
                        <a:pt x="9296" y="60750"/>
                      </a:cubicBezTo>
                      <a:cubicBezTo>
                        <a:pt x="8972" y="60922"/>
                        <a:pt x="8620" y="61017"/>
                        <a:pt x="8258" y="61036"/>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1"/>
                <p:cNvSpPr/>
                <p:nvPr/>
              </p:nvSpPr>
              <p:spPr>
                <a:xfrm>
                  <a:off x="4253760" y="4465440"/>
                  <a:ext cx="6846" cy="41748"/>
                </a:xfrm>
                <a:custGeom>
                  <a:rect b="b" l="l" r="r" t="t"/>
                  <a:pathLst>
                    <a:path extrusionOk="0" h="41958" w="7401">
                      <a:moveTo>
                        <a:pt x="3984" y="41781"/>
                      </a:moveTo>
                      <a:cubicBezTo>
                        <a:pt x="2546" y="41771"/>
                        <a:pt x="1326" y="40724"/>
                        <a:pt x="1107" y="39304"/>
                      </a:cubicBezTo>
                      <a:cubicBezTo>
                        <a:pt x="-369" y="27084"/>
                        <a:pt x="-369" y="14720"/>
                        <a:pt x="1107" y="2500"/>
                      </a:cubicBezTo>
                      <a:cubicBezTo>
                        <a:pt x="1317" y="928"/>
                        <a:pt x="2755" y="-177"/>
                        <a:pt x="4336" y="23"/>
                      </a:cubicBezTo>
                      <a:cubicBezTo>
                        <a:pt x="5889" y="204"/>
                        <a:pt x="6994" y="1604"/>
                        <a:pt x="6822" y="3148"/>
                      </a:cubicBezTo>
                      <a:cubicBezTo>
                        <a:pt x="6822" y="3157"/>
                        <a:pt x="6822" y="3176"/>
                        <a:pt x="6822" y="3186"/>
                      </a:cubicBezTo>
                      <a:cubicBezTo>
                        <a:pt x="5460" y="14920"/>
                        <a:pt x="5460" y="26760"/>
                        <a:pt x="6822" y="38495"/>
                      </a:cubicBezTo>
                      <a:cubicBezTo>
                        <a:pt x="7032" y="40047"/>
                        <a:pt x="5955" y="41486"/>
                        <a:pt x="4403" y="41724"/>
                      </a:cubicBezTo>
                      <a:lnTo>
                        <a:pt x="4003" y="4178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1"/>
                <p:cNvSpPr/>
                <p:nvPr/>
              </p:nvSpPr>
              <p:spPr>
                <a:xfrm>
                  <a:off x="4480920" y="4313880"/>
                  <a:ext cx="29911" cy="17647"/>
                </a:xfrm>
                <a:custGeom>
                  <a:rect b="b" l="l" r="r" t="t"/>
                  <a:pathLst>
                    <a:path extrusionOk="0" h="17736" w="30137">
                      <a:moveTo>
                        <a:pt x="26889" y="17726"/>
                      </a:moveTo>
                      <a:cubicBezTo>
                        <a:pt x="25708" y="17726"/>
                        <a:pt x="24641" y="17021"/>
                        <a:pt x="24184" y="15945"/>
                      </a:cubicBezTo>
                      <a:cubicBezTo>
                        <a:pt x="20155" y="5867"/>
                        <a:pt x="3048" y="5753"/>
                        <a:pt x="2877" y="5753"/>
                      </a:cubicBezTo>
                      <a:cubicBezTo>
                        <a:pt x="1286" y="5753"/>
                        <a:pt x="0" y="4467"/>
                        <a:pt x="0" y="2876"/>
                      </a:cubicBezTo>
                      <a:cubicBezTo>
                        <a:pt x="0" y="1286"/>
                        <a:pt x="1286" y="0"/>
                        <a:pt x="2877" y="0"/>
                      </a:cubicBezTo>
                      <a:cubicBezTo>
                        <a:pt x="3743" y="0"/>
                        <a:pt x="24070" y="0"/>
                        <a:pt x="29546" y="13821"/>
                      </a:cubicBezTo>
                      <a:cubicBezTo>
                        <a:pt x="30137" y="15297"/>
                        <a:pt x="29413" y="16973"/>
                        <a:pt x="27937" y="17564"/>
                      </a:cubicBezTo>
                      <a:cubicBezTo>
                        <a:pt x="27937" y="17564"/>
                        <a:pt x="27937" y="17564"/>
                        <a:pt x="27937" y="17564"/>
                      </a:cubicBezTo>
                      <a:cubicBezTo>
                        <a:pt x="27603" y="17678"/>
                        <a:pt x="27251" y="17736"/>
                        <a:pt x="26899" y="17736"/>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1"/>
                <p:cNvSpPr/>
                <p:nvPr/>
              </p:nvSpPr>
              <p:spPr>
                <a:xfrm>
                  <a:off x="3800880" y="4200120"/>
                  <a:ext cx="45732" cy="25931"/>
                </a:xfrm>
                <a:custGeom>
                  <a:rect b="b" l="l" r="r" t="t"/>
                  <a:pathLst>
                    <a:path extrusionOk="0" h="26127" w="46311">
                      <a:moveTo>
                        <a:pt x="2893" y="25938"/>
                      </a:moveTo>
                      <a:cubicBezTo>
                        <a:pt x="2274" y="25938"/>
                        <a:pt x="1674" y="25767"/>
                        <a:pt x="1169" y="25424"/>
                      </a:cubicBezTo>
                      <a:cubicBezTo>
                        <a:pt x="-98" y="24471"/>
                        <a:pt x="-374" y="22690"/>
                        <a:pt x="531" y="21395"/>
                      </a:cubicBezTo>
                      <a:cubicBezTo>
                        <a:pt x="13142" y="3774"/>
                        <a:pt x="41308" y="144"/>
                        <a:pt x="42517" y="21"/>
                      </a:cubicBezTo>
                      <a:cubicBezTo>
                        <a:pt x="44108" y="-170"/>
                        <a:pt x="45556" y="964"/>
                        <a:pt x="45746" y="2554"/>
                      </a:cubicBezTo>
                      <a:cubicBezTo>
                        <a:pt x="45937" y="4145"/>
                        <a:pt x="44804" y="5593"/>
                        <a:pt x="43213" y="5783"/>
                      </a:cubicBezTo>
                      <a:cubicBezTo>
                        <a:pt x="42927" y="5783"/>
                        <a:pt x="16314" y="9241"/>
                        <a:pt x="5198" y="24795"/>
                      </a:cubicBezTo>
                      <a:cubicBezTo>
                        <a:pt x="4665" y="25529"/>
                        <a:pt x="3808" y="25957"/>
                        <a:pt x="2893" y="25948"/>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1"/>
                <p:cNvSpPr/>
                <p:nvPr/>
              </p:nvSpPr>
              <p:spPr>
                <a:xfrm>
                  <a:off x="4874760" y="5248440"/>
                  <a:ext cx="60790" cy="25226"/>
                </a:xfrm>
                <a:custGeom>
                  <a:rect b="b" l="l" r="r" t="t"/>
                  <a:pathLst>
                    <a:path extrusionOk="0" h="25545" w="61560">
                      <a:moveTo>
                        <a:pt x="54255" y="25163"/>
                      </a:moveTo>
                      <a:cubicBezTo>
                        <a:pt x="30290" y="25163"/>
                        <a:pt x="2420" y="6095"/>
                        <a:pt x="1267" y="5237"/>
                      </a:cubicBezTo>
                      <a:cubicBezTo>
                        <a:pt x="-47" y="4342"/>
                        <a:pt x="-399" y="2551"/>
                        <a:pt x="496" y="1237"/>
                      </a:cubicBezTo>
                      <a:cubicBezTo>
                        <a:pt x="496" y="1227"/>
                        <a:pt x="515" y="1218"/>
                        <a:pt x="515" y="1208"/>
                      </a:cubicBezTo>
                      <a:cubicBezTo>
                        <a:pt x="1448" y="-78"/>
                        <a:pt x="3239" y="-382"/>
                        <a:pt x="4544" y="513"/>
                      </a:cubicBezTo>
                      <a:cubicBezTo>
                        <a:pt x="4830" y="513"/>
                        <a:pt x="35129" y="21477"/>
                        <a:pt x="57827" y="19229"/>
                      </a:cubicBezTo>
                      <a:cubicBezTo>
                        <a:pt x="59398" y="19058"/>
                        <a:pt x="60818" y="20191"/>
                        <a:pt x="60999" y="21763"/>
                      </a:cubicBezTo>
                      <a:cubicBezTo>
                        <a:pt x="61161" y="23344"/>
                        <a:pt x="60018" y="24763"/>
                        <a:pt x="58436" y="24925"/>
                      </a:cubicBezTo>
                      <a:cubicBezTo>
                        <a:pt x="58436" y="24925"/>
                        <a:pt x="58418" y="24925"/>
                        <a:pt x="58408" y="24925"/>
                      </a:cubicBezTo>
                      <a:cubicBezTo>
                        <a:pt x="57084" y="25039"/>
                        <a:pt x="55703" y="25154"/>
                        <a:pt x="54264" y="25154"/>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1"/>
                <p:cNvSpPr/>
                <p:nvPr/>
              </p:nvSpPr>
              <p:spPr>
                <a:xfrm>
                  <a:off x="4963320" y="4717440"/>
                  <a:ext cx="56559" cy="8287"/>
                </a:xfrm>
                <a:custGeom>
                  <a:rect b="b" l="l" r="r" t="t"/>
                  <a:pathLst>
                    <a:path extrusionOk="0" h="8610" w="56559">
                      <a:moveTo>
                        <a:pt x="3064" y="8255"/>
                      </a:moveTo>
                      <a:cubicBezTo>
                        <a:pt x="1474" y="8350"/>
                        <a:pt x="111" y="7141"/>
                        <a:pt x="6" y="5550"/>
                      </a:cubicBezTo>
                      <a:cubicBezTo>
                        <a:pt x="-98" y="3959"/>
                        <a:pt x="1121" y="2597"/>
                        <a:pt x="2711" y="2492"/>
                      </a:cubicBezTo>
                      <a:cubicBezTo>
                        <a:pt x="19609" y="549"/>
                        <a:pt x="36621" y="-260"/>
                        <a:pt x="53632" y="73"/>
                      </a:cubicBezTo>
                      <a:cubicBezTo>
                        <a:pt x="55223" y="140"/>
                        <a:pt x="56461" y="1473"/>
                        <a:pt x="56395" y="3064"/>
                      </a:cubicBezTo>
                      <a:cubicBezTo>
                        <a:pt x="56395" y="3064"/>
                        <a:pt x="56395" y="3064"/>
                        <a:pt x="56395" y="3064"/>
                      </a:cubicBezTo>
                      <a:cubicBezTo>
                        <a:pt x="56432" y="4559"/>
                        <a:pt x="55252" y="5807"/>
                        <a:pt x="53766" y="5845"/>
                      </a:cubicBezTo>
                      <a:cubicBezTo>
                        <a:pt x="53642" y="5845"/>
                        <a:pt x="53527" y="5845"/>
                        <a:pt x="53404" y="5826"/>
                      </a:cubicBezTo>
                      <a:cubicBezTo>
                        <a:pt x="36706" y="5521"/>
                        <a:pt x="19999" y="6312"/>
                        <a:pt x="3407" y="8188"/>
                      </a:cubicBezTo>
                      <a:lnTo>
                        <a:pt x="3064" y="824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1"/>
                <p:cNvSpPr/>
                <p:nvPr/>
              </p:nvSpPr>
              <p:spPr>
                <a:xfrm>
                  <a:off x="4860360" y="4511160"/>
                  <a:ext cx="39592" cy="17620"/>
                </a:xfrm>
                <a:custGeom>
                  <a:rect b="b" l="l" r="r" t="t"/>
                  <a:pathLst>
                    <a:path extrusionOk="0" h="17888" w="40195">
                      <a:moveTo>
                        <a:pt x="13263" y="17550"/>
                      </a:moveTo>
                      <a:cubicBezTo>
                        <a:pt x="12473" y="17607"/>
                        <a:pt x="11692" y="17607"/>
                        <a:pt x="10901" y="17550"/>
                      </a:cubicBezTo>
                      <a:cubicBezTo>
                        <a:pt x="6777" y="17150"/>
                        <a:pt x="3005" y="15064"/>
                        <a:pt x="472" y="11787"/>
                      </a:cubicBezTo>
                      <a:cubicBezTo>
                        <a:pt x="-395" y="10463"/>
                        <a:pt x="-33" y="8691"/>
                        <a:pt x="1281" y="7815"/>
                      </a:cubicBezTo>
                      <a:cubicBezTo>
                        <a:pt x="2596" y="6967"/>
                        <a:pt x="4339" y="7301"/>
                        <a:pt x="5253" y="8568"/>
                      </a:cubicBezTo>
                      <a:cubicBezTo>
                        <a:pt x="6891" y="10539"/>
                        <a:pt x="9263" y="11768"/>
                        <a:pt x="11816" y="11968"/>
                      </a:cubicBezTo>
                      <a:cubicBezTo>
                        <a:pt x="16016" y="12425"/>
                        <a:pt x="23331" y="10930"/>
                        <a:pt x="34571" y="852"/>
                      </a:cubicBezTo>
                      <a:cubicBezTo>
                        <a:pt x="35695" y="-281"/>
                        <a:pt x="37514" y="-281"/>
                        <a:pt x="38647" y="834"/>
                      </a:cubicBezTo>
                      <a:cubicBezTo>
                        <a:pt x="38647" y="834"/>
                        <a:pt x="38657" y="843"/>
                        <a:pt x="38667" y="852"/>
                      </a:cubicBezTo>
                      <a:cubicBezTo>
                        <a:pt x="39800" y="1976"/>
                        <a:pt x="39800" y="3796"/>
                        <a:pt x="38686" y="4929"/>
                      </a:cubicBezTo>
                      <a:cubicBezTo>
                        <a:pt x="38686" y="4929"/>
                        <a:pt x="38676" y="4939"/>
                        <a:pt x="38667" y="4948"/>
                      </a:cubicBezTo>
                      <a:cubicBezTo>
                        <a:pt x="29104" y="13359"/>
                        <a:pt x="20636" y="17559"/>
                        <a:pt x="13263" y="1755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1"/>
                <p:cNvSpPr/>
                <p:nvPr/>
              </p:nvSpPr>
              <p:spPr>
                <a:xfrm>
                  <a:off x="4948560" y="4378680"/>
                  <a:ext cx="44584" cy="25195"/>
                </a:xfrm>
                <a:custGeom>
                  <a:rect b="b" l="l" r="r" t="t"/>
                  <a:pathLst>
                    <a:path extrusionOk="0" h="25775" w="45148">
                      <a:moveTo>
                        <a:pt x="3482" y="25061"/>
                      </a:moveTo>
                      <a:cubicBezTo>
                        <a:pt x="1891" y="25366"/>
                        <a:pt x="357" y="24318"/>
                        <a:pt x="53" y="22727"/>
                      </a:cubicBezTo>
                      <a:cubicBezTo>
                        <a:pt x="-252" y="21136"/>
                        <a:pt x="796" y="19603"/>
                        <a:pt x="2386" y="19298"/>
                      </a:cubicBezTo>
                      <a:cubicBezTo>
                        <a:pt x="15550" y="14060"/>
                        <a:pt x="28246" y="7716"/>
                        <a:pt x="40343" y="344"/>
                      </a:cubicBezTo>
                      <a:cubicBezTo>
                        <a:pt x="41744" y="-409"/>
                        <a:pt x="43487" y="115"/>
                        <a:pt x="44239" y="1525"/>
                      </a:cubicBezTo>
                      <a:cubicBezTo>
                        <a:pt x="44896" y="2744"/>
                        <a:pt x="44582" y="4258"/>
                        <a:pt x="43506" y="5125"/>
                      </a:cubicBezTo>
                      <a:cubicBezTo>
                        <a:pt x="31123" y="12764"/>
                        <a:pt x="18093" y="19298"/>
                        <a:pt x="4568" y="24651"/>
                      </a:cubicBezTo>
                      <a:cubicBezTo>
                        <a:pt x="4225" y="24851"/>
                        <a:pt x="3862" y="24985"/>
                        <a:pt x="3472" y="2505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1"/>
                <p:cNvSpPr/>
                <p:nvPr/>
              </p:nvSpPr>
              <p:spPr>
                <a:xfrm>
                  <a:off x="4538520" y="5360760"/>
                  <a:ext cx="185013" cy="99956"/>
                </a:xfrm>
                <a:custGeom>
                  <a:rect b="b" l="l" r="r" t="t"/>
                  <a:pathLst>
                    <a:path extrusionOk="0" h="108061" w="185013">
                      <a:moveTo>
                        <a:pt x="0" y="99765"/>
                      </a:moveTo>
                      <a:cubicBezTo>
                        <a:pt x="0" y="99765"/>
                        <a:pt x="110185" y="108061"/>
                        <a:pt x="185013"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1"/>
                <p:cNvSpPr/>
                <p:nvPr/>
              </p:nvSpPr>
              <p:spPr>
                <a:xfrm>
                  <a:off x="4535640" y="5357880"/>
                  <a:ext cx="190736" cy="105408"/>
                </a:xfrm>
                <a:custGeom>
                  <a:rect b="b" l="l" r="r" t="t"/>
                  <a:pathLst>
                    <a:path extrusionOk="0" h="107013" w="191214">
                      <a:moveTo>
                        <a:pt x="7615" y="105514"/>
                      </a:moveTo>
                      <a:lnTo>
                        <a:pt x="2662" y="105514"/>
                      </a:lnTo>
                      <a:cubicBezTo>
                        <a:pt x="1109" y="105428"/>
                        <a:pt x="-81" y="104095"/>
                        <a:pt x="4" y="102543"/>
                      </a:cubicBezTo>
                      <a:cubicBezTo>
                        <a:pt x="4" y="102495"/>
                        <a:pt x="4" y="102456"/>
                        <a:pt x="14" y="102409"/>
                      </a:cubicBezTo>
                      <a:cubicBezTo>
                        <a:pt x="138" y="100837"/>
                        <a:pt x="1500" y="99656"/>
                        <a:pt x="3072" y="99761"/>
                      </a:cubicBezTo>
                      <a:cubicBezTo>
                        <a:pt x="4167" y="99761"/>
                        <a:pt x="112514" y="106619"/>
                        <a:pt x="185485" y="1263"/>
                      </a:cubicBezTo>
                      <a:cubicBezTo>
                        <a:pt x="186342" y="-33"/>
                        <a:pt x="188095" y="-394"/>
                        <a:pt x="189399" y="473"/>
                      </a:cubicBezTo>
                      <a:cubicBezTo>
                        <a:pt x="189419" y="482"/>
                        <a:pt x="189438" y="501"/>
                        <a:pt x="189466" y="510"/>
                      </a:cubicBezTo>
                      <a:cubicBezTo>
                        <a:pt x="190781" y="1406"/>
                        <a:pt x="191133" y="3196"/>
                        <a:pt x="190238" y="4511"/>
                      </a:cubicBezTo>
                      <a:cubicBezTo>
                        <a:pt x="190238" y="4521"/>
                        <a:pt x="190219" y="4530"/>
                        <a:pt x="190219" y="4540"/>
                      </a:cubicBezTo>
                      <a:cubicBezTo>
                        <a:pt x="124382" y="99523"/>
                        <a:pt x="30151" y="105514"/>
                        <a:pt x="7625" y="105514"/>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31"/>
              <p:cNvGrpSpPr/>
              <p:nvPr/>
            </p:nvGrpSpPr>
            <p:grpSpPr>
              <a:xfrm>
                <a:off x="7274155" y="3369987"/>
                <a:ext cx="1016703" cy="710203"/>
                <a:chOff x="279663" y="466157"/>
                <a:chExt cx="1207486" cy="843472"/>
              </a:xfrm>
            </p:grpSpPr>
            <p:sp>
              <p:nvSpPr>
                <p:cNvPr id="738" name="Google Shape;738;p31"/>
                <p:cNvSpPr/>
                <p:nvPr/>
              </p:nvSpPr>
              <p:spPr>
                <a:xfrm>
                  <a:off x="288713" y="474486"/>
                  <a:ext cx="733337" cy="825964"/>
                </a:xfrm>
                <a:custGeom>
                  <a:rect b="b" l="l" r="r" t="t"/>
                  <a:pathLst>
                    <a:path extrusionOk="0" h="836419" w="750217">
                      <a:moveTo>
                        <a:pt x="667928" y="76143"/>
                      </a:moveTo>
                      <a:cubicBezTo>
                        <a:pt x="667928" y="76143"/>
                        <a:pt x="586822" y="2639"/>
                        <a:pt x="432213" y="105"/>
                      </a:cubicBezTo>
                      <a:cubicBezTo>
                        <a:pt x="277603" y="-2429"/>
                        <a:pt x="102743" y="40662"/>
                        <a:pt x="44450" y="154715"/>
                      </a:cubicBezTo>
                      <a:cubicBezTo>
                        <a:pt x="-13843" y="268767"/>
                        <a:pt x="-11310" y="428454"/>
                        <a:pt x="31772" y="534905"/>
                      </a:cubicBezTo>
                      <a:cubicBezTo>
                        <a:pt x="74854" y="641357"/>
                        <a:pt x="176247" y="798500"/>
                        <a:pt x="229473" y="816245"/>
                      </a:cubicBezTo>
                      <a:cubicBezTo>
                        <a:pt x="282699" y="833990"/>
                        <a:pt x="315617" y="826380"/>
                        <a:pt x="351107" y="790899"/>
                      </a:cubicBezTo>
                      <a:cubicBezTo>
                        <a:pt x="386588" y="755418"/>
                        <a:pt x="396675" y="714861"/>
                        <a:pt x="452491" y="681914"/>
                      </a:cubicBezTo>
                      <a:cubicBezTo>
                        <a:pt x="508308" y="648967"/>
                        <a:pt x="675538" y="560251"/>
                        <a:pt x="698351" y="534905"/>
                      </a:cubicBezTo>
                      <a:cubicBezTo>
                        <a:pt x="721163" y="509559"/>
                        <a:pt x="736374" y="433521"/>
                        <a:pt x="731298" y="304229"/>
                      </a:cubicBezTo>
                      <a:cubicBezTo>
                        <a:pt x="726221" y="174936"/>
                        <a:pt x="667928" y="76143"/>
                        <a:pt x="667928" y="76143"/>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1"/>
                <p:cNvSpPr/>
                <p:nvPr/>
              </p:nvSpPr>
              <p:spPr>
                <a:xfrm>
                  <a:off x="876600" y="535680"/>
                  <a:ext cx="32071" cy="12961"/>
                </a:xfrm>
                <a:custGeom>
                  <a:rect b="b" l="l" r="r" t="t"/>
                  <a:pathLst>
                    <a:path extrusionOk="0" h="12897" w="32071">
                      <a:moveTo>
                        <a:pt x="0" y="0"/>
                      </a:moveTo>
                      <a:cubicBezTo>
                        <a:pt x="10592" y="3800"/>
                        <a:pt x="21279" y="8096"/>
                        <a:pt x="32071" y="12897"/>
                      </a:cubicBezTo>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1"/>
                <p:cNvSpPr/>
                <p:nvPr/>
              </p:nvSpPr>
              <p:spPr>
                <a:xfrm>
                  <a:off x="600480" y="505800"/>
                  <a:ext cx="248050" cy="20548"/>
                </a:xfrm>
                <a:custGeom>
                  <a:rect b="b" l="l" r="r" t="t"/>
                  <a:pathLst>
                    <a:path extrusionOk="0" h="39900" w="248050">
                      <a:moveTo>
                        <a:pt x="0" y="11259"/>
                      </a:moveTo>
                      <a:cubicBezTo>
                        <a:pt x="0" y="11259"/>
                        <a:pt x="112462" y="-19411"/>
                        <a:pt x="248050" y="20489"/>
                      </a:cubicBezTo>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1"/>
                <p:cNvSpPr/>
                <p:nvPr/>
              </p:nvSpPr>
              <p:spPr>
                <a:xfrm>
                  <a:off x="279663" y="536097"/>
                  <a:ext cx="732747" cy="773532"/>
                </a:xfrm>
                <a:custGeom>
                  <a:rect b="b" l="l" r="r" t="t"/>
                  <a:pathLst>
                    <a:path extrusionOk="0" h="781345" w="745798">
                      <a:moveTo>
                        <a:pt x="452491" y="629260"/>
                      </a:moveTo>
                      <a:cubicBezTo>
                        <a:pt x="508251" y="596313"/>
                        <a:pt x="675538" y="507597"/>
                        <a:pt x="698351" y="482251"/>
                      </a:cubicBezTo>
                      <a:cubicBezTo>
                        <a:pt x="716439" y="462172"/>
                        <a:pt x="729678" y="410232"/>
                        <a:pt x="731955" y="325193"/>
                      </a:cubicBezTo>
                      <a:cubicBezTo>
                        <a:pt x="730783" y="327241"/>
                        <a:pt x="729593" y="329413"/>
                        <a:pt x="728335" y="331746"/>
                      </a:cubicBezTo>
                      <a:cubicBezTo>
                        <a:pt x="706580" y="373123"/>
                        <a:pt x="665223" y="390525"/>
                        <a:pt x="591213" y="416643"/>
                      </a:cubicBezTo>
                      <a:cubicBezTo>
                        <a:pt x="517204" y="442760"/>
                        <a:pt x="475847" y="529847"/>
                        <a:pt x="351764" y="588626"/>
                      </a:cubicBezTo>
                      <a:cubicBezTo>
                        <a:pt x="227682" y="647405"/>
                        <a:pt x="73158" y="488499"/>
                        <a:pt x="66605" y="266443"/>
                      </a:cubicBezTo>
                      <a:cubicBezTo>
                        <a:pt x="61452" y="90468"/>
                        <a:pt x="128718" y="21184"/>
                        <a:pt x="156854" y="0"/>
                      </a:cubicBezTo>
                      <a:cubicBezTo>
                        <a:pt x="107191" y="24346"/>
                        <a:pt x="67034" y="57864"/>
                        <a:pt x="44450" y="102070"/>
                      </a:cubicBezTo>
                      <a:cubicBezTo>
                        <a:pt x="-13843" y="216132"/>
                        <a:pt x="-11310" y="375809"/>
                        <a:pt x="31772" y="482260"/>
                      </a:cubicBezTo>
                      <a:cubicBezTo>
                        <a:pt x="74854" y="588712"/>
                        <a:pt x="176247" y="745855"/>
                        <a:pt x="229473" y="763600"/>
                      </a:cubicBezTo>
                      <a:cubicBezTo>
                        <a:pt x="282699" y="781345"/>
                        <a:pt x="315617" y="773735"/>
                        <a:pt x="351107" y="738254"/>
                      </a:cubicBezTo>
                      <a:cubicBezTo>
                        <a:pt x="386597" y="702774"/>
                        <a:pt x="396732" y="662216"/>
                        <a:pt x="452491" y="6292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1"/>
                <p:cNvSpPr/>
                <p:nvPr/>
              </p:nvSpPr>
              <p:spPr>
                <a:xfrm>
                  <a:off x="984600" y="474840"/>
                  <a:ext cx="484433" cy="505680"/>
                </a:xfrm>
                <a:custGeom>
                  <a:rect b="b" l="l" r="r" t="t"/>
                  <a:pathLst>
                    <a:path extrusionOk="0" h="532295" w="499415">
                      <a:moveTo>
                        <a:pt x="0" y="70688"/>
                      </a:moveTo>
                      <a:cubicBezTo>
                        <a:pt x="0" y="70688"/>
                        <a:pt x="41977" y="113579"/>
                        <a:pt x="59807" y="217497"/>
                      </a:cubicBezTo>
                      <a:cubicBezTo>
                        <a:pt x="77638" y="321415"/>
                        <a:pt x="71199" y="417932"/>
                        <a:pt x="63456" y="453412"/>
                      </a:cubicBezTo>
                      <a:lnTo>
                        <a:pt x="55912" y="488893"/>
                      </a:lnTo>
                      <a:cubicBezTo>
                        <a:pt x="55912" y="488893"/>
                        <a:pt x="68589" y="516773"/>
                        <a:pt x="101479" y="499028"/>
                      </a:cubicBezTo>
                      <a:cubicBezTo>
                        <a:pt x="134369" y="481282"/>
                        <a:pt x="230743" y="428057"/>
                        <a:pt x="268767" y="390043"/>
                      </a:cubicBezTo>
                      <a:cubicBezTo>
                        <a:pt x="306791" y="352028"/>
                        <a:pt x="337118" y="291192"/>
                        <a:pt x="377752" y="245567"/>
                      </a:cubicBezTo>
                      <a:cubicBezTo>
                        <a:pt x="418395" y="199943"/>
                        <a:pt x="453790" y="210087"/>
                        <a:pt x="476602" y="179664"/>
                      </a:cubicBezTo>
                      <a:cubicBezTo>
                        <a:pt x="499415" y="149241"/>
                        <a:pt x="469002" y="83347"/>
                        <a:pt x="405632" y="45333"/>
                      </a:cubicBezTo>
                      <a:cubicBezTo>
                        <a:pt x="342262" y="7309"/>
                        <a:pt x="263604" y="-15522"/>
                        <a:pt x="159687" y="12386"/>
                      </a:cubicBezTo>
                      <a:cubicBezTo>
                        <a:pt x="55769" y="40294"/>
                        <a:pt x="10" y="70679"/>
                        <a:pt x="10" y="70679"/>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1"/>
                <p:cNvSpPr/>
                <p:nvPr/>
              </p:nvSpPr>
              <p:spPr>
                <a:xfrm>
                  <a:off x="984600" y="545400"/>
                  <a:ext cx="462077" cy="433549"/>
                </a:xfrm>
                <a:custGeom>
                  <a:rect b="b" l="l" r="r" t="t"/>
                  <a:pathLst>
                    <a:path extrusionOk="0" h="433549" w="462077">
                      <a:moveTo>
                        <a:pt x="287217" y="215389"/>
                      </a:moveTo>
                      <a:cubicBezTo>
                        <a:pt x="197968" y="297980"/>
                        <a:pt x="180565" y="313325"/>
                        <a:pt x="132664" y="324231"/>
                      </a:cubicBezTo>
                      <a:cubicBezTo>
                        <a:pt x="125787" y="325784"/>
                        <a:pt x="118758" y="326565"/>
                        <a:pt x="111700" y="326565"/>
                      </a:cubicBezTo>
                      <a:cubicBezTo>
                        <a:pt x="118367" y="246964"/>
                        <a:pt x="107623" y="157572"/>
                        <a:pt x="85725" y="102889"/>
                      </a:cubicBezTo>
                      <a:cubicBezTo>
                        <a:pt x="47482" y="7258"/>
                        <a:pt x="0" y="0"/>
                        <a:pt x="0" y="0"/>
                      </a:cubicBezTo>
                      <a:cubicBezTo>
                        <a:pt x="0" y="0"/>
                        <a:pt x="41977" y="42891"/>
                        <a:pt x="59807" y="146809"/>
                      </a:cubicBezTo>
                      <a:cubicBezTo>
                        <a:pt x="69199" y="202873"/>
                        <a:pt x="72771" y="259766"/>
                        <a:pt x="70456" y="316573"/>
                      </a:cubicBezTo>
                      <a:cubicBezTo>
                        <a:pt x="69142" y="315906"/>
                        <a:pt x="67894" y="315249"/>
                        <a:pt x="66694" y="314611"/>
                      </a:cubicBezTo>
                      <a:cubicBezTo>
                        <a:pt x="67323" y="345338"/>
                        <a:pt x="66237" y="369684"/>
                        <a:pt x="63446" y="382734"/>
                      </a:cubicBezTo>
                      <a:lnTo>
                        <a:pt x="55902" y="418214"/>
                      </a:lnTo>
                      <a:lnTo>
                        <a:pt x="55902" y="418386"/>
                      </a:lnTo>
                      <a:lnTo>
                        <a:pt x="55902" y="418386"/>
                      </a:lnTo>
                      <a:cubicBezTo>
                        <a:pt x="55902" y="418386"/>
                        <a:pt x="56074" y="418700"/>
                        <a:pt x="56217" y="418929"/>
                      </a:cubicBezTo>
                      <a:lnTo>
                        <a:pt x="56217" y="418929"/>
                      </a:lnTo>
                      <a:cubicBezTo>
                        <a:pt x="56359" y="419186"/>
                        <a:pt x="56502" y="419471"/>
                        <a:pt x="56731" y="419814"/>
                      </a:cubicBezTo>
                      <a:lnTo>
                        <a:pt x="56731" y="419814"/>
                      </a:lnTo>
                      <a:cubicBezTo>
                        <a:pt x="56931" y="420157"/>
                        <a:pt x="57188" y="420557"/>
                        <a:pt x="57474" y="420957"/>
                      </a:cubicBezTo>
                      <a:lnTo>
                        <a:pt x="57474" y="420957"/>
                      </a:lnTo>
                      <a:cubicBezTo>
                        <a:pt x="57760" y="421386"/>
                        <a:pt x="58074" y="421815"/>
                        <a:pt x="58417" y="422272"/>
                      </a:cubicBezTo>
                      <a:lnTo>
                        <a:pt x="58417" y="422472"/>
                      </a:lnTo>
                      <a:cubicBezTo>
                        <a:pt x="58788" y="422929"/>
                        <a:pt x="59160" y="423443"/>
                        <a:pt x="59588" y="423920"/>
                      </a:cubicBezTo>
                      <a:lnTo>
                        <a:pt x="59588" y="423920"/>
                      </a:lnTo>
                      <a:cubicBezTo>
                        <a:pt x="60046" y="424434"/>
                        <a:pt x="60531" y="424948"/>
                        <a:pt x="61036" y="425453"/>
                      </a:cubicBezTo>
                      <a:lnTo>
                        <a:pt x="61036" y="425453"/>
                      </a:lnTo>
                      <a:cubicBezTo>
                        <a:pt x="61551" y="425968"/>
                        <a:pt x="62122" y="426482"/>
                        <a:pt x="62684" y="426987"/>
                      </a:cubicBezTo>
                      <a:lnTo>
                        <a:pt x="62913" y="427187"/>
                      </a:lnTo>
                      <a:cubicBezTo>
                        <a:pt x="63513" y="427701"/>
                        <a:pt x="64141" y="428187"/>
                        <a:pt x="64789" y="428663"/>
                      </a:cubicBezTo>
                      <a:lnTo>
                        <a:pt x="64932" y="428663"/>
                      </a:lnTo>
                      <a:cubicBezTo>
                        <a:pt x="66399" y="429701"/>
                        <a:pt x="67961" y="430587"/>
                        <a:pt x="69599" y="431311"/>
                      </a:cubicBezTo>
                      <a:lnTo>
                        <a:pt x="69913" y="431454"/>
                      </a:lnTo>
                      <a:cubicBezTo>
                        <a:pt x="70771" y="431835"/>
                        <a:pt x="71657" y="432159"/>
                        <a:pt x="72561" y="432425"/>
                      </a:cubicBezTo>
                      <a:lnTo>
                        <a:pt x="72847" y="432425"/>
                      </a:lnTo>
                      <a:cubicBezTo>
                        <a:pt x="74876" y="433026"/>
                        <a:pt x="76972" y="433378"/>
                        <a:pt x="79086" y="433483"/>
                      </a:cubicBezTo>
                      <a:lnTo>
                        <a:pt x="79486" y="433483"/>
                      </a:lnTo>
                      <a:cubicBezTo>
                        <a:pt x="80620" y="433549"/>
                        <a:pt x="81763" y="433549"/>
                        <a:pt x="82906" y="433483"/>
                      </a:cubicBezTo>
                      <a:lnTo>
                        <a:pt x="83391" y="433483"/>
                      </a:lnTo>
                      <a:cubicBezTo>
                        <a:pt x="84677" y="433397"/>
                        <a:pt x="85954" y="433216"/>
                        <a:pt x="87211" y="432940"/>
                      </a:cubicBezTo>
                      <a:lnTo>
                        <a:pt x="87211" y="432940"/>
                      </a:lnTo>
                      <a:cubicBezTo>
                        <a:pt x="92059" y="431902"/>
                        <a:pt x="96726" y="430149"/>
                        <a:pt x="101051" y="427730"/>
                      </a:cubicBezTo>
                      <a:cubicBezTo>
                        <a:pt x="133998" y="409985"/>
                        <a:pt x="230315" y="356759"/>
                        <a:pt x="268338" y="318745"/>
                      </a:cubicBezTo>
                      <a:cubicBezTo>
                        <a:pt x="306362" y="280730"/>
                        <a:pt x="336690" y="219894"/>
                        <a:pt x="377323" y="174269"/>
                      </a:cubicBezTo>
                      <a:cubicBezTo>
                        <a:pt x="410270" y="137246"/>
                        <a:pt x="439979" y="136960"/>
                        <a:pt x="462077" y="121844"/>
                      </a:cubicBezTo>
                      <a:cubicBezTo>
                        <a:pt x="413947" y="130245"/>
                        <a:pt x="352977" y="154448"/>
                        <a:pt x="287217" y="21539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1"/>
                <p:cNvSpPr/>
                <p:nvPr/>
              </p:nvSpPr>
              <p:spPr>
                <a:xfrm>
                  <a:off x="1318320" y="509760"/>
                  <a:ext cx="34176" cy="14382"/>
                </a:xfrm>
                <a:custGeom>
                  <a:rect b="b" l="l" r="r" t="t"/>
                  <a:pathLst>
                    <a:path extrusionOk="0" h="14240" w="34176">
                      <a:moveTo>
                        <a:pt x="0" y="0"/>
                      </a:moveTo>
                      <a:cubicBezTo>
                        <a:pt x="11792" y="3724"/>
                        <a:pt x="23222" y="8496"/>
                        <a:pt x="34176" y="14240"/>
                      </a:cubicBezTo>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1"/>
                <p:cNvSpPr/>
                <p:nvPr/>
              </p:nvSpPr>
              <p:spPr>
                <a:xfrm>
                  <a:off x="1152000" y="498240"/>
                  <a:ext cx="150762" cy="10102"/>
                </a:xfrm>
                <a:custGeom>
                  <a:rect b="b" l="l" r="r" t="t"/>
                  <a:pathLst>
                    <a:path extrusionOk="0" h="20936" w="150762">
                      <a:moveTo>
                        <a:pt x="0" y="10210"/>
                      </a:moveTo>
                      <a:cubicBezTo>
                        <a:pt x="0" y="10210"/>
                        <a:pt x="74695" y="-10726"/>
                        <a:pt x="150762" y="7362"/>
                      </a:cubicBezTo>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1"/>
                <p:cNvSpPr/>
                <p:nvPr/>
              </p:nvSpPr>
              <p:spPr>
                <a:xfrm>
                  <a:off x="980242" y="466157"/>
                  <a:ext cx="506906" cy="516326"/>
                </a:xfrm>
                <a:custGeom>
                  <a:rect b="b" l="l" r="r" t="t"/>
                  <a:pathLst>
                    <a:path extrusionOk="0" h="532295" w="499415">
                      <a:moveTo>
                        <a:pt x="0" y="70688"/>
                      </a:moveTo>
                      <a:cubicBezTo>
                        <a:pt x="0" y="70688"/>
                        <a:pt x="41977" y="113579"/>
                        <a:pt x="59807" y="217497"/>
                      </a:cubicBezTo>
                      <a:cubicBezTo>
                        <a:pt x="77638" y="321415"/>
                        <a:pt x="71199" y="417932"/>
                        <a:pt x="63456" y="453412"/>
                      </a:cubicBezTo>
                      <a:lnTo>
                        <a:pt x="55912" y="488893"/>
                      </a:lnTo>
                      <a:cubicBezTo>
                        <a:pt x="55912" y="488893"/>
                        <a:pt x="68589" y="516773"/>
                        <a:pt x="101479" y="499028"/>
                      </a:cubicBezTo>
                      <a:cubicBezTo>
                        <a:pt x="134369" y="481282"/>
                        <a:pt x="230743" y="428057"/>
                        <a:pt x="268767" y="390043"/>
                      </a:cubicBezTo>
                      <a:cubicBezTo>
                        <a:pt x="306791" y="352028"/>
                        <a:pt x="337118" y="291192"/>
                        <a:pt x="377752" y="245567"/>
                      </a:cubicBezTo>
                      <a:cubicBezTo>
                        <a:pt x="418395" y="199943"/>
                        <a:pt x="453790" y="210087"/>
                        <a:pt x="476602" y="179664"/>
                      </a:cubicBezTo>
                      <a:cubicBezTo>
                        <a:pt x="499415" y="149241"/>
                        <a:pt x="469002" y="83347"/>
                        <a:pt x="405632" y="45333"/>
                      </a:cubicBezTo>
                      <a:cubicBezTo>
                        <a:pt x="342262" y="7309"/>
                        <a:pt x="263604" y="-15522"/>
                        <a:pt x="159687" y="12386"/>
                      </a:cubicBezTo>
                      <a:cubicBezTo>
                        <a:pt x="55769" y="40294"/>
                        <a:pt x="10" y="70679"/>
                        <a:pt x="10" y="70679"/>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47" name="Google Shape;747;p31"/>
          <p:cNvSpPr/>
          <p:nvPr/>
        </p:nvSpPr>
        <p:spPr>
          <a:xfrm>
            <a:off x="6168750" y="2408550"/>
            <a:ext cx="174000" cy="174000"/>
          </a:xfrm>
          <a:prstGeom prst="rect">
            <a:avLst/>
          </a:prstGeom>
          <a:solidFill>
            <a:srgbClr val="F0F6F0">
              <a:alpha val="4188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748" name="Google Shape;748;p31"/>
          <p:cNvSpPr/>
          <p:nvPr/>
        </p:nvSpPr>
        <p:spPr>
          <a:xfrm>
            <a:off x="6243458" y="1913958"/>
            <a:ext cx="174000" cy="174000"/>
          </a:xfrm>
          <a:prstGeom prst="rect">
            <a:avLst/>
          </a:prstGeom>
          <a:solidFill>
            <a:srgbClr val="F0F6F0">
              <a:alpha val="4188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cxnSp>
        <p:nvCxnSpPr>
          <p:cNvPr id="749" name="Google Shape;749;p31"/>
          <p:cNvCxnSpPr>
            <a:stCxn id="543" idx="6"/>
            <a:endCxn id="747" idx="1"/>
          </p:cNvCxnSpPr>
          <p:nvPr/>
        </p:nvCxnSpPr>
        <p:spPr>
          <a:xfrm>
            <a:off x="5177400" y="2495249"/>
            <a:ext cx="991500" cy="6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750" name="Google Shape;750;p31"/>
          <p:cNvCxnSpPr>
            <a:stCxn id="541" idx="0"/>
            <a:endCxn id="748" idx="3"/>
          </p:cNvCxnSpPr>
          <p:nvPr/>
        </p:nvCxnSpPr>
        <p:spPr>
          <a:xfrm flipH="1" rot="5400000">
            <a:off x="6587500" y="1831125"/>
            <a:ext cx="1021200" cy="1361100"/>
          </a:xfrm>
          <a:prstGeom prst="bentConnector2">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 name="Shape 754"/>
        <p:cNvGrpSpPr/>
        <p:nvPr/>
      </p:nvGrpSpPr>
      <p:grpSpPr>
        <a:xfrm>
          <a:off x="0" y="0"/>
          <a:ext cx="0" cy="0"/>
          <a:chOff x="0" y="0"/>
          <a:chExt cx="0" cy="0"/>
        </a:xfrm>
      </p:grpSpPr>
      <p:sp>
        <p:nvSpPr>
          <p:cNvPr id="755" name="Google Shape;755;p32"/>
          <p:cNvSpPr txBox="1"/>
          <p:nvPr>
            <p:ph type="title"/>
          </p:nvPr>
        </p:nvSpPr>
        <p:spPr>
          <a:xfrm>
            <a:off x="720000" y="792556"/>
            <a:ext cx="385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Abstract</a:t>
            </a:r>
            <a:endParaRPr/>
          </a:p>
        </p:txBody>
      </p:sp>
      <p:sp>
        <p:nvSpPr>
          <p:cNvPr id="756" name="Google Shape;756;p32"/>
          <p:cNvSpPr txBox="1"/>
          <p:nvPr>
            <p:ph idx="1" type="body"/>
          </p:nvPr>
        </p:nvSpPr>
        <p:spPr>
          <a:xfrm>
            <a:off x="720000" y="1425944"/>
            <a:ext cx="3852000" cy="292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In the abstract of your case report, you should provide a concise summary of the </a:t>
            </a:r>
            <a:r>
              <a:rPr lang="en">
                <a:solidFill>
                  <a:schemeClr val="dk1"/>
                </a:solidFill>
              </a:rPr>
              <a:t>key aspects of the case. This includes:</a:t>
            </a:r>
            <a:endParaRPr>
              <a:solidFill>
                <a:schemeClr val="dk1"/>
              </a:solidFill>
            </a:endParaRPr>
          </a:p>
          <a:p>
            <a:pPr indent="-317500" lvl="0" marL="457200" rtl="0" algn="l">
              <a:spcBef>
                <a:spcPts val="1000"/>
              </a:spcBef>
              <a:spcAft>
                <a:spcPts val="0"/>
              </a:spcAft>
              <a:buSzPts val="1400"/>
              <a:buChar char="●"/>
            </a:pPr>
            <a:r>
              <a:rPr lang="en">
                <a:solidFill>
                  <a:schemeClr val="dk1"/>
                </a:solidFill>
              </a:rPr>
              <a:t>Briefly describing the patient's condition and relevant clinical findings</a:t>
            </a:r>
            <a:endParaRPr>
              <a:solidFill>
                <a:schemeClr val="dk1"/>
              </a:solidFill>
            </a:endParaRPr>
          </a:p>
          <a:p>
            <a:pPr indent="-317500" lvl="0" marL="457200" rtl="0" algn="l">
              <a:spcBef>
                <a:spcPts val="1000"/>
              </a:spcBef>
              <a:spcAft>
                <a:spcPts val="0"/>
              </a:spcAft>
              <a:buSzPts val="1400"/>
              <a:buChar char="●"/>
            </a:pPr>
            <a:r>
              <a:rPr lang="en">
                <a:solidFill>
                  <a:schemeClr val="dk1"/>
                </a:solidFill>
              </a:rPr>
              <a:t>Highlighting any unique or rare features of the case</a:t>
            </a:r>
            <a:endParaRPr>
              <a:solidFill>
                <a:schemeClr val="dk1"/>
              </a:solidFill>
            </a:endParaRPr>
          </a:p>
          <a:p>
            <a:pPr indent="-317500" lvl="0" marL="457200" rtl="0" algn="l">
              <a:spcBef>
                <a:spcPts val="1000"/>
              </a:spcBef>
              <a:spcAft>
                <a:spcPts val="0"/>
              </a:spcAft>
              <a:buSzPts val="1400"/>
              <a:buChar char="●"/>
            </a:pPr>
            <a:r>
              <a:rPr lang="en">
                <a:solidFill>
                  <a:schemeClr val="dk1"/>
                </a:solidFill>
              </a:rPr>
              <a:t>Mentioning the main interventions or treatments employed and their respective outcomes</a:t>
            </a:r>
            <a:endParaRPr>
              <a:solidFill>
                <a:schemeClr val="dk1"/>
              </a:solidFill>
            </a:endParaRPr>
          </a:p>
        </p:txBody>
      </p:sp>
      <p:pic>
        <p:nvPicPr>
          <p:cNvPr id="757" name="Google Shape;757;p32"/>
          <p:cNvPicPr preferRelativeResize="0"/>
          <p:nvPr>
            <p:ph idx="2" type="pic"/>
          </p:nvPr>
        </p:nvPicPr>
        <p:blipFill rotWithShape="1">
          <a:blip r:embed="rId3">
            <a:alphaModFix/>
          </a:blip>
          <a:srcRect b="9638" l="0" r="0" t="9638"/>
          <a:stretch/>
        </p:blipFill>
        <p:spPr>
          <a:xfrm>
            <a:off x="5200800" y="535001"/>
            <a:ext cx="3365877" cy="4073498"/>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sp>
        <p:nvSpPr>
          <p:cNvPr id="762" name="Google Shape;762;p33"/>
          <p:cNvSpPr txBox="1"/>
          <p:nvPr>
            <p:ph idx="4" type="subTitle"/>
          </p:nvPr>
        </p:nvSpPr>
        <p:spPr>
          <a:xfrm>
            <a:off x="4993246" y="2342086"/>
            <a:ext cx="26100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Importance</a:t>
            </a:r>
            <a:endParaRPr/>
          </a:p>
        </p:txBody>
      </p:sp>
      <p:sp>
        <p:nvSpPr>
          <p:cNvPr id="763" name="Google Shape;763;p3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764" name="Google Shape;764;p33"/>
          <p:cNvSpPr txBox="1"/>
          <p:nvPr>
            <p:ph idx="1" type="subTitle"/>
          </p:nvPr>
        </p:nvSpPr>
        <p:spPr>
          <a:xfrm>
            <a:off x="4993246" y="2633473"/>
            <a:ext cx="2608200" cy="148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the significance and educational value of the case. Emphasize the uniqueness, rarity, or complexity of the presented case, and explain how it contributes to the existing knowledge or clinical practice</a:t>
            </a:r>
            <a:endParaRPr/>
          </a:p>
        </p:txBody>
      </p:sp>
      <p:sp>
        <p:nvSpPr>
          <p:cNvPr id="765" name="Google Shape;765;p33"/>
          <p:cNvSpPr txBox="1"/>
          <p:nvPr>
            <p:ph idx="2" type="subTitle"/>
          </p:nvPr>
        </p:nvSpPr>
        <p:spPr>
          <a:xfrm>
            <a:off x="1540754" y="2633472"/>
            <a:ext cx="2545200" cy="148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brief overview of the condition or disease being discussed in the case. Include pertinent information about its prevalence, clinical manifestations and any relevant previous studies or literature</a:t>
            </a:r>
            <a:endParaRPr/>
          </a:p>
        </p:txBody>
      </p:sp>
      <p:sp>
        <p:nvSpPr>
          <p:cNvPr id="766" name="Google Shape;766;p33"/>
          <p:cNvSpPr txBox="1"/>
          <p:nvPr>
            <p:ph idx="3" type="subTitle"/>
          </p:nvPr>
        </p:nvSpPr>
        <p:spPr>
          <a:xfrm>
            <a:off x="1540754" y="2342086"/>
            <a:ext cx="25452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767" name="Google Shape;767;p33"/>
          <p:cNvSpPr/>
          <p:nvPr/>
        </p:nvSpPr>
        <p:spPr>
          <a:xfrm>
            <a:off x="1649753" y="1547688"/>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768" name="Google Shape;768;p33"/>
          <p:cNvSpPr/>
          <p:nvPr/>
        </p:nvSpPr>
        <p:spPr>
          <a:xfrm>
            <a:off x="5102253" y="1547688"/>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769" name="Google Shape;769;p33"/>
          <p:cNvGrpSpPr/>
          <p:nvPr/>
        </p:nvGrpSpPr>
        <p:grpSpPr>
          <a:xfrm>
            <a:off x="1760149" y="1656695"/>
            <a:ext cx="351910" cy="354710"/>
            <a:chOff x="-25094250" y="3176075"/>
            <a:chExt cx="295400" cy="297750"/>
          </a:xfrm>
        </p:grpSpPr>
        <p:sp>
          <p:nvSpPr>
            <p:cNvPr id="770" name="Google Shape;770;p3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33"/>
          <p:cNvGrpSpPr/>
          <p:nvPr/>
        </p:nvGrpSpPr>
        <p:grpSpPr>
          <a:xfrm>
            <a:off x="5243618" y="1657632"/>
            <a:ext cx="289962" cy="352833"/>
            <a:chOff x="-24709100" y="3888875"/>
            <a:chExt cx="243400" cy="296175"/>
          </a:xfrm>
        </p:grpSpPr>
        <p:sp>
          <p:nvSpPr>
            <p:cNvPr id="774" name="Google Shape;774;p3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 name="Shape 780"/>
        <p:cNvGrpSpPr/>
        <p:nvPr/>
      </p:nvGrpSpPr>
      <p:grpSpPr>
        <a:xfrm>
          <a:off x="0" y="0"/>
          <a:ext cx="0" cy="0"/>
          <a:chOff x="0" y="0"/>
          <a:chExt cx="0" cy="0"/>
        </a:xfrm>
      </p:grpSpPr>
      <p:sp>
        <p:nvSpPr>
          <p:cNvPr id="781" name="Google Shape;781;p3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presentation</a:t>
            </a:r>
            <a:endParaRPr/>
          </a:p>
        </p:txBody>
      </p:sp>
      <p:sp>
        <p:nvSpPr>
          <p:cNvPr id="782" name="Google Shape;782;p34"/>
          <p:cNvSpPr txBox="1"/>
          <p:nvPr>
            <p:ph idx="4" type="subTitle"/>
          </p:nvPr>
        </p:nvSpPr>
        <p:spPr>
          <a:xfrm>
            <a:off x="1005776" y="2339589"/>
            <a:ext cx="22095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Patient profile</a:t>
            </a:r>
            <a:endParaRPr/>
          </a:p>
        </p:txBody>
      </p:sp>
      <p:sp>
        <p:nvSpPr>
          <p:cNvPr id="783" name="Google Shape;783;p34"/>
          <p:cNvSpPr txBox="1"/>
          <p:nvPr>
            <p:ph idx="5" type="subTitle"/>
          </p:nvPr>
        </p:nvSpPr>
        <p:spPr>
          <a:xfrm>
            <a:off x="3467250" y="2339589"/>
            <a:ext cx="22095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Clinical findings</a:t>
            </a:r>
            <a:endParaRPr/>
          </a:p>
        </p:txBody>
      </p:sp>
      <p:sp>
        <p:nvSpPr>
          <p:cNvPr id="784" name="Google Shape;784;p34"/>
          <p:cNvSpPr txBox="1"/>
          <p:nvPr>
            <p:ph idx="1" type="subTitle"/>
          </p:nvPr>
        </p:nvSpPr>
        <p:spPr>
          <a:xfrm>
            <a:off x="1005776" y="2637629"/>
            <a:ext cx="2213100" cy="16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Include essential demographic information such as age, gender, and medical history. Describe the patient's chief complaint and the timeline of symptoms leading to the diagnosis</a:t>
            </a:r>
            <a:endParaRPr/>
          </a:p>
        </p:txBody>
      </p:sp>
      <p:sp>
        <p:nvSpPr>
          <p:cNvPr id="785" name="Google Shape;785;p34"/>
          <p:cNvSpPr txBox="1"/>
          <p:nvPr>
            <p:ph idx="2" type="subTitle"/>
          </p:nvPr>
        </p:nvSpPr>
        <p:spPr>
          <a:xfrm>
            <a:off x="3469050" y="2637627"/>
            <a:ext cx="2209500" cy="16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 an overview of the patient's physical examination findings, laboratory test results and any imaging or diagnostic procedures. Highlight key abnormalities that aid in the diagnosis</a:t>
            </a:r>
            <a:endParaRPr/>
          </a:p>
        </p:txBody>
      </p:sp>
      <p:sp>
        <p:nvSpPr>
          <p:cNvPr id="786" name="Google Shape;786;p34"/>
          <p:cNvSpPr txBox="1"/>
          <p:nvPr>
            <p:ph idx="3" type="subTitle"/>
          </p:nvPr>
        </p:nvSpPr>
        <p:spPr>
          <a:xfrm>
            <a:off x="5928724" y="2637627"/>
            <a:ext cx="2209500" cy="16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Outline the diagnostic process, including the reasoning behind the chosen investigations and tests. Discuss the results, their interpretation and their contribution to reaching the final diagnosis</a:t>
            </a:r>
            <a:endParaRPr/>
          </a:p>
        </p:txBody>
      </p:sp>
      <p:sp>
        <p:nvSpPr>
          <p:cNvPr id="787" name="Google Shape;787;p34"/>
          <p:cNvSpPr txBox="1"/>
          <p:nvPr>
            <p:ph idx="6" type="subTitle"/>
          </p:nvPr>
        </p:nvSpPr>
        <p:spPr>
          <a:xfrm>
            <a:off x="5928724" y="2339589"/>
            <a:ext cx="2209500" cy="37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Diagnostic workup</a:t>
            </a:r>
            <a:endParaRPr/>
          </a:p>
        </p:txBody>
      </p:sp>
      <p:sp>
        <p:nvSpPr>
          <p:cNvPr id="788" name="Google Shape;788;p34"/>
          <p:cNvSpPr/>
          <p:nvPr/>
        </p:nvSpPr>
        <p:spPr>
          <a:xfrm>
            <a:off x="1115350" y="1549361"/>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789" name="Google Shape;789;p34"/>
          <p:cNvSpPr/>
          <p:nvPr/>
        </p:nvSpPr>
        <p:spPr>
          <a:xfrm>
            <a:off x="3576825" y="1549361"/>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790" name="Google Shape;790;p34"/>
          <p:cNvSpPr/>
          <p:nvPr/>
        </p:nvSpPr>
        <p:spPr>
          <a:xfrm>
            <a:off x="6038300" y="1549361"/>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791" name="Google Shape;791;p34"/>
          <p:cNvGrpSpPr/>
          <p:nvPr/>
        </p:nvGrpSpPr>
        <p:grpSpPr>
          <a:xfrm>
            <a:off x="1223885" y="1670552"/>
            <a:ext cx="355633" cy="330288"/>
            <a:chOff x="-25465200" y="3565175"/>
            <a:chExt cx="298525" cy="277250"/>
          </a:xfrm>
        </p:grpSpPr>
        <p:sp>
          <p:nvSpPr>
            <p:cNvPr id="792" name="Google Shape;792;p3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34"/>
          <p:cNvGrpSpPr/>
          <p:nvPr/>
        </p:nvGrpSpPr>
        <p:grpSpPr>
          <a:xfrm>
            <a:off x="6146814" y="1681338"/>
            <a:ext cx="355663" cy="308725"/>
            <a:chOff x="-28462125" y="3199700"/>
            <a:chExt cx="298550" cy="259150"/>
          </a:xfrm>
        </p:grpSpPr>
        <p:sp>
          <p:nvSpPr>
            <p:cNvPr id="795" name="Google Shape;795;p3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34"/>
          <p:cNvGrpSpPr/>
          <p:nvPr/>
        </p:nvGrpSpPr>
        <p:grpSpPr>
          <a:xfrm>
            <a:off x="3705520" y="1659740"/>
            <a:ext cx="315307" cy="351910"/>
            <a:chOff x="-23962425" y="3519475"/>
            <a:chExt cx="264675" cy="295400"/>
          </a:xfrm>
        </p:grpSpPr>
        <p:sp>
          <p:nvSpPr>
            <p:cNvPr id="799" name="Google Shape;799;p3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35"/>
          <p:cNvSpPr txBox="1"/>
          <p:nvPr>
            <p:ph idx="2" type="subTitle"/>
          </p:nvPr>
        </p:nvSpPr>
        <p:spPr>
          <a:xfrm>
            <a:off x="731522" y="1896249"/>
            <a:ext cx="37755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Explore potential diagnoses based on the patient's presentation and relevant findings. Discuss distinguishing features for each and reasons for inclusion/exclusion</a:t>
            </a:r>
            <a:endParaRPr/>
          </a:p>
        </p:txBody>
      </p:sp>
      <p:sp>
        <p:nvSpPr>
          <p:cNvPr id="806" name="Google Shape;806;p35"/>
          <p:cNvSpPr txBox="1"/>
          <p:nvPr>
            <p:ph idx="3" type="subTitle"/>
          </p:nvPr>
        </p:nvSpPr>
        <p:spPr>
          <a:xfrm>
            <a:off x="4636980" y="1896249"/>
            <a:ext cx="37755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 the confirmed diagnosis and explain diagnostic criteria. Outline the chosen treatment approach and rationale behind it</a:t>
            </a:r>
            <a:endParaRPr/>
          </a:p>
        </p:txBody>
      </p:sp>
      <p:sp>
        <p:nvSpPr>
          <p:cNvPr id="807" name="Google Shape;807;p35"/>
          <p:cNvSpPr txBox="1"/>
          <p:nvPr>
            <p:ph idx="4" type="subTitle"/>
          </p:nvPr>
        </p:nvSpPr>
        <p:spPr>
          <a:xfrm>
            <a:off x="731522" y="3468078"/>
            <a:ext cx="37755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patient's progression, treatment response and any significant events or complications. Summarize the final outcome</a:t>
            </a:r>
            <a:endParaRPr/>
          </a:p>
        </p:txBody>
      </p:sp>
      <p:sp>
        <p:nvSpPr>
          <p:cNvPr id="808" name="Google Shape;808;p35"/>
          <p:cNvSpPr txBox="1"/>
          <p:nvPr>
            <p:ph idx="5" type="subTitle"/>
          </p:nvPr>
        </p:nvSpPr>
        <p:spPr>
          <a:xfrm>
            <a:off x="4636980" y="3468078"/>
            <a:ext cx="37755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the case's educational value, highlighting unique aspects. Share insights gained, including diagnostic challenges, treatment considerations or disease mechanisms</a:t>
            </a:r>
            <a:endParaRPr/>
          </a:p>
        </p:txBody>
      </p:sp>
      <p:sp>
        <p:nvSpPr>
          <p:cNvPr id="809" name="Google Shape;809;p3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810" name="Google Shape;810;p35"/>
          <p:cNvSpPr txBox="1"/>
          <p:nvPr>
            <p:ph idx="1" type="subTitle"/>
          </p:nvPr>
        </p:nvSpPr>
        <p:spPr>
          <a:xfrm>
            <a:off x="731520" y="1522750"/>
            <a:ext cx="3775500" cy="4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Differential diagnosis</a:t>
            </a:r>
            <a:endParaRPr/>
          </a:p>
        </p:txBody>
      </p:sp>
      <p:sp>
        <p:nvSpPr>
          <p:cNvPr id="811" name="Google Shape;811;p35"/>
          <p:cNvSpPr txBox="1"/>
          <p:nvPr>
            <p:ph idx="6" type="subTitle"/>
          </p:nvPr>
        </p:nvSpPr>
        <p:spPr>
          <a:xfrm>
            <a:off x="731520" y="3094579"/>
            <a:ext cx="3775500" cy="4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Clinical course</a:t>
            </a:r>
            <a:endParaRPr/>
          </a:p>
        </p:txBody>
      </p:sp>
      <p:sp>
        <p:nvSpPr>
          <p:cNvPr id="812" name="Google Shape;812;p35"/>
          <p:cNvSpPr txBox="1"/>
          <p:nvPr>
            <p:ph idx="7" type="subTitle"/>
          </p:nvPr>
        </p:nvSpPr>
        <p:spPr>
          <a:xfrm>
            <a:off x="4636977" y="1522750"/>
            <a:ext cx="3775500" cy="4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813" name="Google Shape;813;p35"/>
          <p:cNvSpPr txBox="1"/>
          <p:nvPr>
            <p:ph idx="8" type="subTitle"/>
          </p:nvPr>
        </p:nvSpPr>
        <p:spPr>
          <a:xfrm>
            <a:off x="4636977" y="3094579"/>
            <a:ext cx="3775500" cy="4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Lesson learned</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 name="Shape 817"/>
        <p:cNvGrpSpPr/>
        <p:nvPr/>
      </p:nvGrpSpPr>
      <p:grpSpPr>
        <a:xfrm>
          <a:off x="0" y="0"/>
          <a:ext cx="0" cy="0"/>
          <a:chOff x="0" y="0"/>
          <a:chExt cx="0" cy="0"/>
        </a:xfrm>
      </p:grpSpPr>
      <p:sp>
        <p:nvSpPr>
          <p:cNvPr id="818" name="Google Shape;818;p3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819" name="Google Shape;819;p36"/>
          <p:cNvSpPr txBox="1"/>
          <p:nvPr>
            <p:ph idx="1" type="subTitle"/>
          </p:nvPr>
        </p:nvSpPr>
        <p:spPr>
          <a:xfrm>
            <a:off x="731050" y="1549655"/>
            <a:ext cx="32034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Address any diagnostic challenges, emphasizing the importance of thorough investigation and clinical reasoning</a:t>
            </a:r>
            <a:endParaRPr/>
          </a:p>
        </p:txBody>
      </p:sp>
      <p:sp>
        <p:nvSpPr>
          <p:cNvPr id="820" name="Google Shape;820;p36"/>
          <p:cNvSpPr txBox="1"/>
          <p:nvPr>
            <p:ph idx="2" type="subTitle"/>
          </p:nvPr>
        </p:nvSpPr>
        <p:spPr>
          <a:xfrm>
            <a:off x="728674" y="2701075"/>
            <a:ext cx="32034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successful outcomes achieved through the chosen treatment approach, showcasing effectiveness</a:t>
            </a:r>
            <a:endParaRPr/>
          </a:p>
        </p:txBody>
      </p:sp>
      <p:sp>
        <p:nvSpPr>
          <p:cNvPr id="821" name="Google Shape;821;p36"/>
          <p:cNvSpPr txBox="1"/>
          <p:nvPr>
            <p:ph idx="3" type="subTitle"/>
          </p:nvPr>
        </p:nvSpPr>
        <p:spPr>
          <a:xfrm>
            <a:off x="731050" y="3852494"/>
            <a:ext cx="32073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Emphasize the case's educational value, impact on medical knowledge, professional development, and learning</a:t>
            </a:r>
            <a:endParaRPr/>
          </a:p>
        </p:txBody>
      </p:sp>
      <p:sp>
        <p:nvSpPr>
          <p:cNvPr id="822" name="Google Shape;822;p36"/>
          <p:cNvSpPr txBox="1"/>
          <p:nvPr>
            <p:ph idx="4" type="subTitle"/>
          </p:nvPr>
        </p:nvSpPr>
        <p:spPr>
          <a:xfrm>
            <a:off x="5216702" y="3852494"/>
            <a:ext cx="32073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areas for future investigation that have emerged from the case, stimulating advancements</a:t>
            </a:r>
            <a:endParaRPr/>
          </a:p>
        </p:txBody>
      </p:sp>
      <p:sp>
        <p:nvSpPr>
          <p:cNvPr id="823" name="Google Shape;823;p36"/>
          <p:cNvSpPr txBox="1"/>
          <p:nvPr>
            <p:ph idx="7" type="subTitle"/>
          </p:nvPr>
        </p:nvSpPr>
        <p:spPr>
          <a:xfrm>
            <a:off x="731056" y="1270375"/>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Challenge</a:t>
            </a:r>
            <a:endParaRPr/>
          </a:p>
        </p:txBody>
      </p:sp>
      <p:sp>
        <p:nvSpPr>
          <p:cNvPr id="824" name="Google Shape;824;p36"/>
          <p:cNvSpPr txBox="1"/>
          <p:nvPr>
            <p:ph idx="8" type="subTitle"/>
          </p:nvPr>
        </p:nvSpPr>
        <p:spPr>
          <a:xfrm>
            <a:off x="728679" y="2421638"/>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Success</a:t>
            </a:r>
            <a:endParaRPr/>
          </a:p>
        </p:txBody>
      </p:sp>
      <p:sp>
        <p:nvSpPr>
          <p:cNvPr id="825" name="Google Shape;825;p36"/>
          <p:cNvSpPr txBox="1"/>
          <p:nvPr>
            <p:ph idx="9" type="subTitle"/>
          </p:nvPr>
        </p:nvSpPr>
        <p:spPr>
          <a:xfrm>
            <a:off x="5216702" y="1270375"/>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Lessons</a:t>
            </a:r>
            <a:endParaRPr/>
          </a:p>
        </p:txBody>
      </p:sp>
      <p:sp>
        <p:nvSpPr>
          <p:cNvPr id="826" name="Google Shape;826;p36"/>
          <p:cNvSpPr txBox="1"/>
          <p:nvPr>
            <p:ph idx="5" type="subTitle"/>
          </p:nvPr>
        </p:nvSpPr>
        <p:spPr>
          <a:xfrm>
            <a:off x="5216702" y="1549655"/>
            <a:ext cx="32034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Summarize valuable lessons learned, providing insights to guide future clinical decision-making and enhance care</a:t>
            </a:r>
            <a:endParaRPr/>
          </a:p>
        </p:txBody>
      </p:sp>
      <p:sp>
        <p:nvSpPr>
          <p:cNvPr id="827" name="Google Shape;827;p36"/>
          <p:cNvSpPr txBox="1"/>
          <p:nvPr>
            <p:ph idx="6" type="subTitle"/>
          </p:nvPr>
        </p:nvSpPr>
        <p:spPr>
          <a:xfrm>
            <a:off x="5216702" y="2701075"/>
            <a:ext cx="3203400" cy="7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End with a concise concluding statement, summarizing the overall significance of the case</a:t>
            </a:r>
            <a:endParaRPr/>
          </a:p>
        </p:txBody>
      </p:sp>
      <p:sp>
        <p:nvSpPr>
          <p:cNvPr id="828" name="Google Shape;828;p36"/>
          <p:cNvSpPr txBox="1"/>
          <p:nvPr>
            <p:ph idx="13" type="subTitle"/>
          </p:nvPr>
        </p:nvSpPr>
        <p:spPr>
          <a:xfrm>
            <a:off x="731056" y="3576129"/>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Significance</a:t>
            </a:r>
            <a:endParaRPr/>
          </a:p>
        </p:txBody>
      </p:sp>
      <p:sp>
        <p:nvSpPr>
          <p:cNvPr id="829" name="Google Shape;829;p36"/>
          <p:cNvSpPr txBox="1"/>
          <p:nvPr>
            <p:ph idx="14" type="subTitle"/>
          </p:nvPr>
        </p:nvSpPr>
        <p:spPr>
          <a:xfrm>
            <a:off x="5216702" y="3576129"/>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a:t>
            </a:r>
            <a:endParaRPr/>
          </a:p>
        </p:txBody>
      </p:sp>
      <p:sp>
        <p:nvSpPr>
          <p:cNvPr id="830" name="Google Shape;830;p36"/>
          <p:cNvSpPr txBox="1"/>
          <p:nvPr>
            <p:ph idx="15" type="subTitle"/>
          </p:nvPr>
        </p:nvSpPr>
        <p:spPr>
          <a:xfrm>
            <a:off x="5216702" y="2421641"/>
            <a:ext cx="3207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Summary</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 name="Shape 834"/>
        <p:cNvGrpSpPr/>
        <p:nvPr/>
      </p:nvGrpSpPr>
      <p:grpSpPr>
        <a:xfrm>
          <a:off x="0" y="0"/>
          <a:ext cx="0" cy="0"/>
          <a:chOff x="0" y="0"/>
          <a:chExt cx="0" cy="0"/>
        </a:xfrm>
      </p:grpSpPr>
      <p:sp>
        <p:nvSpPr>
          <p:cNvPr id="835" name="Google Shape;835;p37"/>
          <p:cNvSpPr txBox="1"/>
          <p:nvPr>
            <p:ph idx="3" type="subTitle"/>
          </p:nvPr>
        </p:nvSpPr>
        <p:spPr>
          <a:xfrm>
            <a:off x="798400" y="3870667"/>
            <a:ext cx="34926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Patients on the study</a:t>
            </a:r>
            <a:endParaRPr/>
          </a:p>
        </p:txBody>
      </p:sp>
      <p:sp>
        <p:nvSpPr>
          <p:cNvPr id="836" name="Google Shape;836;p37"/>
          <p:cNvSpPr txBox="1"/>
          <p:nvPr>
            <p:ph type="title"/>
          </p:nvPr>
        </p:nvSpPr>
        <p:spPr>
          <a:xfrm>
            <a:off x="798388" y="861233"/>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837" name="Google Shape;837;p37"/>
          <p:cNvSpPr txBox="1"/>
          <p:nvPr>
            <p:ph idx="1" type="subTitle"/>
          </p:nvPr>
        </p:nvSpPr>
        <p:spPr>
          <a:xfrm>
            <a:off x="798388" y="1543956"/>
            <a:ext cx="34926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Received placebo treatment</a:t>
            </a:r>
            <a:endParaRPr/>
          </a:p>
        </p:txBody>
      </p:sp>
      <p:sp>
        <p:nvSpPr>
          <p:cNvPr id="838" name="Google Shape;838;p37"/>
          <p:cNvSpPr txBox="1"/>
          <p:nvPr>
            <p:ph idx="2" type="title"/>
          </p:nvPr>
        </p:nvSpPr>
        <p:spPr>
          <a:xfrm>
            <a:off x="798400" y="3187954"/>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839" name="Google Shape;839;p37"/>
          <p:cNvSpPr txBox="1"/>
          <p:nvPr>
            <p:ph idx="4" type="title"/>
          </p:nvPr>
        </p:nvSpPr>
        <p:spPr>
          <a:xfrm>
            <a:off x="4853013" y="861233"/>
            <a:ext cx="34926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840" name="Google Shape;840;p37"/>
          <p:cNvSpPr txBox="1"/>
          <p:nvPr>
            <p:ph idx="5" type="subTitle"/>
          </p:nvPr>
        </p:nvSpPr>
        <p:spPr>
          <a:xfrm>
            <a:off x="4853013" y="1543956"/>
            <a:ext cx="34926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Had secondary effects</a:t>
            </a:r>
            <a:endParaRPr/>
          </a:p>
        </p:txBody>
      </p:sp>
      <p:grpSp>
        <p:nvGrpSpPr>
          <p:cNvPr id="841" name="Google Shape;841;p37"/>
          <p:cNvGrpSpPr/>
          <p:nvPr/>
        </p:nvGrpSpPr>
        <p:grpSpPr>
          <a:xfrm>
            <a:off x="5703275" y="2083210"/>
            <a:ext cx="1792092" cy="2525283"/>
            <a:chOff x="5703275" y="2083210"/>
            <a:chExt cx="1792092" cy="2525283"/>
          </a:xfrm>
        </p:grpSpPr>
        <p:grpSp>
          <p:nvGrpSpPr>
            <p:cNvPr id="842" name="Google Shape;842;p37"/>
            <p:cNvGrpSpPr/>
            <p:nvPr/>
          </p:nvGrpSpPr>
          <p:grpSpPr>
            <a:xfrm>
              <a:off x="5703275" y="2083210"/>
              <a:ext cx="1792092" cy="2525283"/>
              <a:chOff x="5703275" y="2092010"/>
              <a:chExt cx="1792092" cy="2525283"/>
            </a:xfrm>
          </p:grpSpPr>
          <p:grpSp>
            <p:nvGrpSpPr>
              <p:cNvPr id="843" name="Google Shape;843;p37"/>
              <p:cNvGrpSpPr/>
              <p:nvPr/>
            </p:nvGrpSpPr>
            <p:grpSpPr>
              <a:xfrm>
                <a:off x="6781567" y="2173438"/>
                <a:ext cx="713800" cy="2443553"/>
                <a:chOff x="2350080" y="3870360"/>
                <a:chExt cx="624825" cy="2145538"/>
              </a:xfrm>
            </p:grpSpPr>
            <p:sp>
              <p:nvSpPr>
                <p:cNvPr id="844" name="Google Shape;844;p37"/>
                <p:cNvSpPr/>
                <p:nvPr/>
              </p:nvSpPr>
              <p:spPr>
                <a:xfrm>
                  <a:off x="2350080" y="4179960"/>
                  <a:ext cx="624825" cy="1835938"/>
                </a:xfrm>
                <a:custGeom>
                  <a:rect b="b" l="l" r="r" t="t"/>
                  <a:pathLst>
                    <a:path extrusionOk="0" h="1845164" w="631136">
                      <a:moveTo>
                        <a:pt x="619612" y="845334"/>
                      </a:moveTo>
                      <a:cubicBezTo>
                        <a:pt x="619612" y="829075"/>
                        <a:pt x="623412" y="744198"/>
                        <a:pt x="615878" y="675513"/>
                      </a:cubicBezTo>
                      <a:cubicBezTo>
                        <a:pt x="608353" y="606819"/>
                        <a:pt x="598419" y="516950"/>
                        <a:pt x="590894" y="498224"/>
                      </a:cubicBezTo>
                      <a:cubicBezTo>
                        <a:pt x="583369" y="479498"/>
                        <a:pt x="580902" y="407080"/>
                        <a:pt x="577168" y="374571"/>
                      </a:cubicBezTo>
                      <a:cubicBezTo>
                        <a:pt x="573435" y="342062"/>
                        <a:pt x="579702" y="267243"/>
                        <a:pt x="579702" y="230991"/>
                      </a:cubicBezTo>
                      <a:cubicBezTo>
                        <a:pt x="579702" y="194739"/>
                        <a:pt x="555985" y="143580"/>
                        <a:pt x="509751" y="124854"/>
                      </a:cubicBezTo>
                      <a:cubicBezTo>
                        <a:pt x="463516" y="106128"/>
                        <a:pt x="392355" y="91145"/>
                        <a:pt x="382430" y="71152"/>
                      </a:cubicBezTo>
                      <a:cubicBezTo>
                        <a:pt x="372505" y="51168"/>
                        <a:pt x="366171" y="0"/>
                        <a:pt x="366171" y="0"/>
                      </a:cubicBezTo>
                      <a:lnTo>
                        <a:pt x="312869" y="5001"/>
                      </a:lnTo>
                      <a:lnTo>
                        <a:pt x="259567" y="0"/>
                      </a:lnTo>
                      <a:cubicBezTo>
                        <a:pt x="259567" y="0"/>
                        <a:pt x="253366" y="51235"/>
                        <a:pt x="243374" y="71152"/>
                      </a:cubicBezTo>
                      <a:cubicBezTo>
                        <a:pt x="233383" y="91069"/>
                        <a:pt x="162155" y="106128"/>
                        <a:pt x="115987" y="124854"/>
                      </a:cubicBezTo>
                      <a:cubicBezTo>
                        <a:pt x="69819" y="143580"/>
                        <a:pt x="45902" y="194805"/>
                        <a:pt x="45902" y="230991"/>
                      </a:cubicBezTo>
                      <a:cubicBezTo>
                        <a:pt x="45902" y="267176"/>
                        <a:pt x="52103" y="342119"/>
                        <a:pt x="48369" y="374571"/>
                      </a:cubicBezTo>
                      <a:cubicBezTo>
                        <a:pt x="44635" y="407022"/>
                        <a:pt x="42102" y="479508"/>
                        <a:pt x="34643" y="498224"/>
                      </a:cubicBezTo>
                      <a:cubicBezTo>
                        <a:pt x="27185" y="516941"/>
                        <a:pt x="17184" y="606819"/>
                        <a:pt x="9659" y="675513"/>
                      </a:cubicBezTo>
                      <a:cubicBezTo>
                        <a:pt x="2135" y="744208"/>
                        <a:pt x="5926" y="829085"/>
                        <a:pt x="5926" y="845334"/>
                      </a:cubicBezTo>
                      <a:cubicBezTo>
                        <a:pt x="5926" y="861584"/>
                        <a:pt x="-2799" y="896503"/>
                        <a:pt x="925" y="911495"/>
                      </a:cubicBezTo>
                      <a:cubicBezTo>
                        <a:pt x="7031" y="933041"/>
                        <a:pt x="10393" y="955262"/>
                        <a:pt x="10917" y="977655"/>
                      </a:cubicBezTo>
                      <a:cubicBezTo>
                        <a:pt x="10917" y="1005174"/>
                        <a:pt x="2192" y="1023890"/>
                        <a:pt x="9650" y="1026357"/>
                      </a:cubicBezTo>
                      <a:cubicBezTo>
                        <a:pt x="17108" y="1028824"/>
                        <a:pt x="23375" y="1011364"/>
                        <a:pt x="29633" y="997639"/>
                      </a:cubicBezTo>
                      <a:cubicBezTo>
                        <a:pt x="35891" y="983914"/>
                        <a:pt x="38358" y="951472"/>
                        <a:pt x="38358" y="951472"/>
                      </a:cubicBezTo>
                      <a:cubicBezTo>
                        <a:pt x="38358" y="951472"/>
                        <a:pt x="35891" y="985181"/>
                        <a:pt x="45883" y="980189"/>
                      </a:cubicBezTo>
                      <a:cubicBezTo>
                        <a:pt x="55875" y="975198"/>
                        <a:pt x="53341" y="958939"/>
                        <a:pt x="54608" y="936479"/>
                      </a:cubicBezTo>
                      <a:cubicBezTo>
                        <a:pt x="55875" y="914029"/>
                        <a:pt x="64600" y="906494"/>
                        <a:pt x="64600" y="887778"/>
                      </a:cubicBezTo>
                      <a:cubicBezTo>
                        <a:pt x="64600" y="869061"/>
                        <a:pt x="49607" y="817893"/>
                        <a:pt x="49607" y="817893"/>
                      </a:cubicBezTo>
                      <a:cubicBezTo>
                        <a:pt x="49607" y="817893"/>
                        <a:pt x="110767" y="636804"/>
                        <a:pt x="114501" y="590636"/>
                      </a:cubicBezTo>
                      <a:cubicBezTo>
                        <a:pt x="118235" y="544468"/>
                        <a:pt x="114501" y="511950"/>
                        <a:pt x="117035" y="503225"/>
                      </a:cubicBezTo>
                      <a:cubicBezTo>
                        <a:pt x="119568" y="494500"/>
                        <a:pt x="138218" y="364646"/>
                        <a:pt x="138218" y="364646"/>
                      </a:cubicBezTo>
                      <a:cubicBezTo>
                        <a:pt x="138218" y="364646"/>
                        <a:pt x="155744" y="434530"/>
                        <a:pt x="159469" y="453257"/>
                      </a:cubicBezTo>
                      <a:cubicBezTo>
                        <a:pt x="163193" y="471983"/>
                        <a:pt x="154468" y="623078"/>
                        <a:pt x="147010" y="663054"/>
                      </a:cubicBezTo>
                      <a:cubicBezTo>
                        <a:pt x="139552" y="703031"/>
                        <a:pt x="114501" y="804101"/>
                        <a:pt x="120759" y="912762"/>
                      </a:cubicBezTo>
                      <a:cubicBezTo>
                        <a:pt x="127027" y="1021423"/>
                        <a:pt x="170727" y="1140019"/>
                        <a:pt x="181919" y="1172594"/>
                      </a:cubicBezTo>
                      <a:cubicBezTo>
                        <a:pt x="193111" y="1205170"/>
                        <a:pt x="185720" y="1227563"/>
                        <a:pt x="180719" y="1277465"/>
                      </a:cubicBezTo>
                      <a:cubicBezTo>
                        <a:pt x="175718" y="1327366"/>
                        <a:pt x="171927" y="1361141"/>
                        <a:pt x="190711" y="1409843"/>
                      </a:cubicBezTo>
                      <a:cubicBezTo>
                        <a:pt x="209494" y="1458544"/>
                        <a:pt x="251871" y="1616383"/>
                        <a:pt x="253138" y="1620241"/>
                      </a:cubicBezTo>
                      <a:cubicBezTo>
                        <a:pt x="254404" y="1624099"/>
                        <a:pt x="258138" y="1673943"/>
                        <a:pt x="258138" y="1685201"/>
                      </a:cubicBezTo>
                      <a:cubicBezTo>
                        <a:pt x="254614" y="1711786"/>
                        <a:pt x="246546" y="1737570"/>
                        <a:pt x="234288" y="1761420"/>
                      </a:cubicBezTo>
                      <a:cubicBezTo>
                        <a:pt x="221829" y="1782670"/>
                        <a:pt x="213104" y="1800130"/>
                        <a:pt x="216828" y="1822647"/>
                      </a:cubicBezTo>
                      <a:cubicBezTo>
                        <a:pt x="220553" y="1845164"/>
                        <a:pt x="245546" y="1833839"/>
                        <a:pt x="263063" y="1817646"/>
                      </a:cubicBezTo>
                      <a:cubicBezTo>
                        <a:pt x="280579" y="1801454"/>
                        <a:pt x="290513" y="1800120"/>
                        <a:pt x="295505" y="1761411"/>
                      </a:cubicBezTo>
                      <a:cubicBezTo>
                        <a:pt x="296200" y="1747695"/>
                        <a:pt x="302401" y="1734845"/>
                        <a:pt x="312697" y="1725768"/>
                      </a:cubicBezTo>
                      <a:cubicBezTo>
                        <a:pt x="322994" y="1734845"/>
                        <a:pt x="329195" y="1747704"/>
                        <a:pt x="329890" y="1761411"/>
                      </a:cubicBezTo>
                      <a:cubicBezTo>
                        <a:pt x="334891" y="1800120"/>
                        <a:pt x="344882" y="1801387"/>
                        <a:pt x="362399" y="1817646"/>
                      </a:cubicBezTo>
                      <a:cubicBezTo>
                        <a:pt x="379915" y="1833906"/>
                        <a:pt x="404842" y="1845097"/>
                        <a:pt x="408566" y="1822647"/>
                      </a:cubicBezTo>
                      <a:cubicBezTo>
                        <a:pt x="412291" y="1800197"/>
                        <a:pt x="403566" y="1782670"/>
                        <a:pt x="391107" y="1761420"/>
                      </a:cubicBezTo>
                      <a:cubicBezTo>
                        <a:pt x="378896" y="1737579"/>
                        <a:pt x="370866" y="1711823"/>
                        <a:pt x="367390" y="1685268"/>
                      </a:cubicBezTo>
                      <a:cubicBezTo>
                        <a:pt x="367390" y="1674010"/>
                        <a:pt x="371124" y="1624108"/>
                        <a:pt x="372390" y="1620308"/>
                      </a:cubicBezTo>
                      <a:cubicBezTo>
                        <a:pt x="373657" y="1616507"/>
                        <a:pt x="416101" y="1458611"/>
                        <a:pt x="434817" y="1409910"/>
                      </a:cubicBezTo>
                      <a:cubicBezTo>
                        <a:pt x="453544" y="1361208"/>
                        <a:pt x="449810" y="1327499"/>
                        <a:pt x="444809" y="1277531"/>
                      </a:cubicBezTo>
                      <a:cubicBezTo>
                        <a:pt x="439808" y="1227563"/>
                        <a:pt x="432284" y="1205113"/>
                        <a:pt x="443542" y="1172661"/>
                      </a:cubicBezTo>
                      <a:cubicBezTo>
                        <a:pt x="454801" y="1140210"/>
                        <a:pt x="498511" y="1021556"/>
                        <a:pt x="504702" y="912829"/>
                      </a:cubicBezTo>
                      <a:cubicBezTo>
                        <a:pt x="510903" y="804101"/>
                        <a:pt x="485976" y="703031"/>
                        <a:pt x="478518" y="663121"/>
                      </a:cubicBezTo>
                      <a:cubicBezTo>
                        <a:pt x="471060" y="623211"/>
                        <a:pt x="462259" y="472040"/>
                        <a:pt x="465993" y="453324"/>
                      </a:cubicBezTo>
                      <a:cubicBezTo>
                        <a:pt x="469726" y="434607"/>
                        <a:pt x="487243" y="364712"/>
                        <a:pt x="487243" y="364712"/>
                      </a:cubicBezTo>
                      <a:cubicBezTo>
                        <a:pt x="487243" y="364712"/>
                        <a:pt x="505969" y="494567"/>
                        <a:pt x="508427" y="503292"/>
                      </a:cubicBezTo>
                      <a:cubicBezTo>
                        <a:pt x="510884" y="512016"/>
                        <a:pt x="507226" y="544468"/>
                        <a:pt x="510960" y="590702"/>
                      </a:cubicBezTo>
                      <a:cubicBezTo>
                        <a:pt x="514694" y="636937"/>
                        <a:pt x="575854" y="817959"/>
                        <a:pt x="575854" y="817959"/>
                      </a:cubicBezTo>
                      <a:cubicBezTo>
                        <a:pt x="575854" y="817959"/>
                        <a:pt x="560928" y="869128"/>
                        <a:pt x="560928" y="887844"/>
                      </a:cubicBezTo>
                      <a:cubicBezTo>
                        <a:pt x="560928" y="906561"/>
                        <a:pt x="569653" y="914095"/>
                        <a:pt x="570920" y="936546"/>
                      </a:cubicBezTo>
                      <a:cubicBezTo>
                        <a:pt x="572187" y="958996"/>
                        <a:pt x="569653" y="975255"/>
                        <a:pt x="579645" y="980256"/>
                      </a:cubicBezTo>
                      <a:cubicBezTo>
                        <a:pt x="589637" y="985257"/>
                        <a:pt x="587103" y="951538"/>
                        <a:pt x="587103" y="951538"/>
                      </a:cubicBezTo>
                      <a:cubicBezTo>
                        <a:pt x="587103" y="951538"/>
                        <a:pt x="589637" y="983980"/>
                        <a:pt x="595828" y="997706"/>
                      </a:cubicBezTo>
                      <a:cubicBezTo>
                        <a:pt x="602019" y="1011431"/>
                        <a:pt x="608353" y="1028957"/>
                        <a:pt x="615811" y="1026423"/>
                      </a:cubicBezTo>
                      <a:cubicBezTo>
                        <a:pt x="623270" y="1023890"/>
                        <a:pt x="614545" y="1005240"/>
                        <a:pt x="614545" y="977722"/>
                      </a:cubicBezTo>
                      <a:cubicBezTo>
                        <a:pt x="615068" y="955339"/>
                        <a:pt x="618431" y="933107"/>
                        <a:pt x="624536" y="911562"/>
                      </a:cubicBezTo>
                      <a:cubicBezTo>
                        <a:pt x="628337" y="896503"/>
                        <a:pt x="619536" y="861593"/>
                        <a:pt x="619536" y="845334"/>
                      </a:cubicBezTo>
                      <a:close/>
                    </a:path>
                  </a:pathLst>
                </a:custGeom>
                <a:solidFill>
                  <a:srgbClr val="DEBE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7"/>
                <p:cNvSpPr/>
                <p:nvPr/>
              </p:nvSpPr>
              <p:spPr>
                <a:xfrm>
                  <a:off x="2387160" y="5081400"/>
                  <a:ext cx="1441" cy="50093"/>
                </a:xfrm>
                <a:custGeom>
                  <a:rect b="b" l="l" r="r" t="t"/>
                  <a:pathLst>
                    <a:path extrusionOk="0" h="49968" w="1267">
                      <a:moveTo>
                        <a:pt x="1267" y="49968"/>
                      </a:moveTo>
                      <a:lnTo>
                        <a:pt x="0" y="0"/>
                      </a:lnTo>
                    </a:path>
                  </a:pathLst>
                </a:custGeom>
                <a:solidFill>
                  <a:schemeClr val="accent2"/>
                </a:solidFill>
                <a:ln cap="flat" cmpd="sng" w="9525">
                  <a:solidFill>
                    <a:schemeClr val="dk1"/>
                  </a:solidFill>
                  <a:prstDash val="solid"/>
                  <a:round/>
                  <a:headEnd len="sm" w="sm" type="none"/>
                  <a:tailEnd len="sm" w="sm" type="none"/>
                </a:ln>
              </p:spPr>
            </p:sp>
            <p:sp>
              <p:nvSpPr>
                <p:cNvPr id="846" name="Google Shape;846;p37"/>
                <p:cNvSpPr/>
                <p:nvPr/>
              </p:nvSpPr>
              <p:spPr>
                <a:xfrm>
                  <a:off x="2387160" y="5081400"/>
                  <a:ext cx="1441" cy="50093"/>
                </a:xfrm>
                <a:custGeom>
                  <a:rect b="b" l="l" r="r" t="t"/>
                  <a:pathLst>
                    <a:path extrusionOk="0" h="49968" w="1267">
                      <a:moveTo>
                        <a:pt x="1267" y="49968"/>
                      </a:moveTo>
                      <a:lnTo>
                        <a:pt x="0" y="0"/>
                      </a:lnTo>
                    </a:path>
                  </a:pathLst>
                </a:custGeom>
                <a:solidFill>
                  <a:schemeClr val="accent2"/>
                </a:solidFill>
                <a:ln cap="flat" cmpd="sng" w="9525">
                  <a:solidFill>
                    <a:schemeClr val="dk1"/>
                  </a:solidFill>
                  <a:prstDash val="solid"/>
                  <a:round/>
                  <a:headEnd len="sm" w="sm" type="none"/>
                  <a:tailEnd len="sm" w="sm" type="none"/>
                </a:ln>
              </p:spPr>
            </p:sp>
            <p:sp>
              <p:nvSpPr>
                <p:cNvPr id="847" name="Google Shape;847;p37"/>
                <p:cNvSpPr/>
                <p:nvPr/>
              </p:nvSpPr>
              <p:spPr>
                <a:xfrm>
                  <a:off x="2935800" y="5081400"/>
                  <a:ext cx="1441" cy="50093"/>
                </a:xfrm>
                <a:custGeom>
                  <a:rect b="b" l="l" r="r" t="t"/>
                  <a:pathLst>
                    <a:path extrusionOk="0" h="49968" w="1267">
                      <a:moveTo>
                        <a:pt x="1267" y="49968"/>
                      </a:moveTo>
                      <a:lnTo>
                        <a:pt x="0" y="0"/>
                      </a:lnTo>
                    </a:path>
                  </a:pathLst>
                </a:custGeom>
                <a:solidFill>
                  <a:schemeClr val="accent2"/>
                </a:solidFill>
                <a:ln cap="flat" cmpd="sng" w="9525">
                  <a:solidFill>
                    <a:schemeClr val="dk1"/>
                  </a:solidFill>
                  <a:prstDash val="solid"/>
                  <a:round/>
                  <a:headEnd len="sm" w="sm" type="none"/>
                  <a:tailEnd len="sm" w="sm" type="none"/>
                </a:ln>
              </p:spPr>
            </p:sp>
            <p:sp>
              <p:nvSpPr>
                <p:cNvPr id="848" name="Google Shape;848;p37"/>
                <p:cNvSpPr/>
                <p:nvPr/>
              </p:nvSpPr>
              <p:spPr>
                <a:xfrm>
                  <a:off x="2662560" y="5851080"/>
                  <a:ext cx="9300" cy="38176"/>
                </a:xfrm>
                <a:custGeom>
                  <a:rect b="b" l="l" r="r" t="t"/>
                  <a:pathLst>
                    <a:path extrusionOk="0" h="38176" w="120000">
                      <a:moveTo>
                        <a:pt x="0" y="0"/>
                      </a:moveTo>
                      <a:lnTo>
                        <a:pt x="0" y="38176"/>
                      </a:lnTo>
                    </a:path>
                  </a:pathLst>
                </a:custGeom>
                <a:solidFill>
                  <a:schemeClr val="accent2"/>
                </a:solidFill>
                <a:ln cap="flat" cmpd="sng" w="9525">
                  <a:solidFill>
                    <a:schemeClr val="dk1"/>
                  </a:solidFill>
                  <a:prstDash val="solid"/>
                  <a:round/>
                  <a:headEnd len="sm" w="sm" type="none"/>
                  <a:tailEnd len="sm" w="sm" type="none"/>
                </a:ln>
              </p:spPr>
            </p:sp>
            <p:sp>
              <p:nvSpPr>
                <p:cNvPr id="849" name="Google Shape;849;p37"/>
                <p:cNvSpPr/>
                <p:nvPr/>
              </p:nvSpPr>
              <p:spPr>
                <a:xfrm>
                  <a:off x="2662560" y="5005080"/>
                  <a:ext cx="9300" cy="818874"/>
                </a:xfrm>
                <a:custGeom>
                  <a:rect b="b" l="l" r="r" t="t"/>
                  <a:pathLst>
                    <a:path extrusionOk="0" h="818874" w="120000">
                      <a:moveTo>
                        <a:pt x="0" y="0"/>
                      </a:moveTo>
                      <a:lnTo>
                        <a:pt x="0" y="818874"/>
                      </a:lnTo>
                    </a:path>
                  </a:pathLst>
                </a:custGeom>
                <a:solidFill>
                  <a:schemeClr val="accent2"/>
                </a:solidFill>
                <a:ln cap="flat" cmpd="sng" w="9525">
                  <a:solidFill>
                    <a:schemeClr val="dk1"/>
                  </a:solidFill>
                  <a:prstDash val="solid"/>
                  <a:round/>
                  <a:headEnd len="sm" w="sm" type="none"/>
                  <a:tailEnd len="sm" w="sm" type="none"/>
                </a:ln>
              </p:spPr>
            </p:sp>
            <p:sp>
              <p:nvSpPr>
                <p:cNvPr id="850" name="Google Shape;850;p37"/>
                <p:cNvSpPr/>
                <p:nvPr/>
              </p:nvSpPr>
              <p:spPr>
                <a:xfrm>
                  <a:off x="2486520" y="3870360"/>
                  <a:ext cx="364671" cy="330756"/>
                </a:xfrm>
                <a:custGeom>
                  <a:rect b="b" l="l" r="r" t="t"/>
                  <a:pathLst>
                    <a:path extrusionOk="0" h="340986" w="372113">
                      <a:moveTo>
                        <a:pt x="363370" y="278492"/>
                      </a:moveTo>
                      <a:cubicBezTo>
                        <a:pt x="358369" y="278492"/>
                        <a:pt x="339586" y="270967"/>
                        <a:pt x="344577" y="233524"/>
                      </a:cubicBezTo>
                      <a:cubicBezTo>
                        <a:pt x="349568" y="196082"/>
                        <a:pt x="348377" y="116129"/>
                        <a:pt x="314659" y="67427"/>
                      </a:cubicBezTo>
                      <a:cubicBezTo>
                        <a:pt x="280950" y="18726"/>
                        <a:pt x="223514" y="3800"/>
                        <a:pt x="223514" y="3800"/>
                      </a:cubicBezTo>
                      <a:cubicBezTo>
                        <a:pt x="196273" y="-1267"/>
                        <a:pt x="168336" y="-1267"/>
                        <a:pt x="141104" y="3800"/>
                      </a:cubicBezTo>
                      <a:cubicBezTo>
                        <a:pt x="141104" y="3800"/>
                        <a:pt x="83678" y="18726"/>
                        <a:pt x="49959" y="67427"/>
                      </a:cubicBezTo>
                      <a:cubicBezTo>
                        <a:pt x="16250" y="116129"/>
                        <a:pt x="14983" y="196082"/>
                        <a:pt x="19975" y="233524"/>
                      </a:cubicBezTo>
                      <a:cubicBezTo>
                        <a:pt x="24975" y="270967"/>
                        <a:pt x="6249" y="278492"/>
                        <a:pt x="1248" y="278492"/>
                      </a:cubicBezTo>
                      <a:cubicBezTo>
                        <a:pt x="-3752" y="278492"/>
                        <a:pt x="4982" y="297218"/>
                        <a:pt x="51150" y="318468"/>
                      </a:cubicBezTo>
                      <a:cubicBezTo>
                        <a:pt x="97318" y="339719"/>
                        <a:pt x="182271" y="325993"/>
                        <a:pt x="182271" y="325993"/>
                      </a:cubicBezTo>
                      <a:cubicBezTo>
                        <a:pt x="182271" y="325993"/>
                        <a:pt x="267148" y="339719"/>
                        <a:pt x="313392" y="318468"/>
                      </a:cubicBezTo>
                      <a:cubicBezTo>
                        <a:pt x="359627" y="297218"/>
                        <a:pt x="368361" y="278492"/>
                        <a:pt x="363360" y="2784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2557425" y="4075560"/>
                  <a:ext cx="33830" cy="66883"/>
                </a:xfrm>
                <a:custGeom>
                  <a:rect b="b" l="l" r="r" t="t"/>
                  <a:pathLst>
                    <a:path extrusionOk="0" h="78686" w="39567">
                      <a:moveTo>
                        <a:pt x="30044" y="15461"/>
                      </a:moveTo>
                      <a:cubicBezTo>
                        <a:pt x="30044" y="15461"/>
                        <a:pt x="9061" y="-11657"/>
                        <a:pt x="1593" y="5936"/>
                      </a:cubicBezTo>
                      <a:cubicBezTo>
                        <a:pt x="-5865" y="23528"/>
                        <a:pt x="14918" y="60171"/>
                        <a:pt x="21576" y="62895"/>
                      </a:cubicBezTo>
                      <a:cubicBezTo>
                        <a:pt x="25491" y="64629"/>
                        <a:pt x="29549" y="66010"/>
                        <a:pt x="33702" y="67029"/>
                      </a:cubicBezTo>
                      <a:lnTo>
                        <a:pt x="30035" y="15461"/>
                      </a:lnTo>
                      <a:close/>
                    </a:path>
                  </a:pathLst>
                </a:custGeom>
                <a:solidFill>
                  <a:srgbClr val="DEBE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2743560" y="4077000"/>
                  <a:ext cx="33853" cy="66883"/>
                </a:xfrm>
                <a:custGeom>
                  <a:rect b="b" l="l" r="r" t="t"/>
                  <a:pathLst>
                    <a:path extrusionOk="0" h="78686" w="39710">
                      <a:moveTo>
                        <a:pt x="3724" y="15489"/>
                      </a:moveTo>
                      <a:cubicBezTo>
                        <a:pt x="3724" y="15489"/>
                        <a:pt x="24775" y="-11696"/>
                        <a:pt x="32242" y="5964"/>
                      </a:cubicBezTo>
                      <a:cubicBezTo>
                        <a:pt x="39710" y="23623"/>
                        <a:pt x="18917" y="60199"/>
                        <a:pt x="12259" y="62923"/>
                      </a:cubicBezTo>
                      <a:cubicBezTo>
                        <a:pt x="8306" y="64647"/>
                        <a:pt x="4201" y="66009"/>
                        <a:pt x="0" y="66990"/>
                      </a:cubicBezTo>
                      <a:lnTo>
                        <a:pt x="3734" y="15489"/>
                      </a:lnTo>
                      <a:close/>
                    </a:path>
                  </a:pathLst>
                </a:custGeom>
                <a:solidFill>
                  <a:srgbClr val="DEBE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2572200" y="3951360"/>
                  <a:ext cx="185216" cy="287791"/>
                </a:xfrm>
                <a:custGeom>
                  <a:rect b="b" l="l" r="r" t="t"/>
                  <a:pathLst>
                    <a:path extrusionOk="0" h="317125" w="186147">
                      <a:moveTo>
                        <a:pt x="185088" y="106429"/>
                      </a:moveTo>
                      <a:cubicBezTo>
                        <a:pt x="185088" y="106429"/>
                        <a:pt x="176296" y="195907"/>
                        <a:pt x="172229" y="218958"/>
                      </a:cubicBezTo>
                      <a:cubicBezTo>
                        <a:pt x="168162" y="242008"/>
                        <a:pt x="138320" y="273926"/>
                        <a:pt x="122728" y="281385"/>
                      </a:cubicBezTo>
                      <a:cubicBezTo>
                        <a:pt x="107135" y="288843"/>
                        <a:pt x="88152" y="294710"/>
                        <a:pt x="58967" y="272526"/>
                      </a:cubicBezTo>
                      <a:cubicBezTo>
                        <a:pt x="29782" y="250343"/>
                        <a:pt x="19657" y="235283"/>
                        <a:pt x="14200" y="214233"/>
                      </a:cubicBezTo>
                      <a:cubicBezTo>
                        <a:pt x="8742" y="193183"/>
                        <a:pt x="7" y="96238"/>
                        <a:pt x="7" y="96238"/>
                      </a:cubicBezTo>
                      <a:cubicBezTo>
                        <a:pt x="7" y="96238"/>
                        <a:pt x="-1059" y="56261"/>
                        <a:pt x="22391" y="27086"/>
                      </a:cubicBezTo>
                      <a:cubicBezTo>
                        <a:pt x="55567" y="-14291"/>
                        <a:pt x="185088" y="-22415"/>
                        <a:pt x="185088" y="106439"/>
                      </a:cubicBezTo>
                      <a:close/>
                    </a:path>
                  </a:pathLst>
                </a:custGeom>
                <a:solidFill>
                  <a:srgbClr val="DEBE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37"/>
              <p:cNvGrpSpPr/>
              <p:nvPr/>
            </p:nvGrpSpPr>
            <p:grpSpPr>
              <a:xfrm>
                <a:off x="5703275" y="2092010"/>
                <a:ext cx="949487" cy="2525283"/>
                <a:chOff x="14400" y="1479039"/>
                <a:chExt cx="743879" cy="1980459"/>
              </a:xfrm>
            </p:grpSpPr>
            <p:sp>
              <p:nvSpPr>
                <p:cNvPr id="855" name="Google Shape;855;p37"/>
                <p:cNvSpPr/>
                <p:nvPr/>
              </p:nvSpPr>
              <p:spPr>
                <a:xfrm>
                  <a:off x="14400" y="1748520"/>
                  <a:ext cx="743879" cy="977428"/>
                </a:xfrm>
                <a:custGeom>
                  <a:rect b="b" l="l" r="r" t="t"/>
                  <a:pathLst>
                    <a:path extrusionOk="0" h="958263" w="747617">
                      <a:moveTo>
                        <a:pt x="727426" y="589083"/>
                      </a:moveTo>
                      <a:cubicBezTo>
                        <a:pt x="723987" y="561756"/>
                        <a:pt x="702413" y="500415"/>
                        <a:pt x="702413" y="500415"/>
                      </a:cubicBezTo>
                      <a:lnTo>
                        <a:pt x="681963" y="381048"/>
                      </a:lnTo>
                      <a:cubicBezTo>
                        <a:pt x="681963" y="381048"/>
                        <a:pt x="681086" y="300942"/>
                        <a:pt x="682839" y="281311"/>
                      </a:cubicBezTo>
                      <a:cubicBezTo>
                        <a:pt x="684592" y="261680"/>
                        <a:pt x="687087" y="221656"/>
                        <a:pt x="663208" y="187519"/>
                      </a:cubicBezTo>
                      <a:cubicBezTo>
                        <a:pt x="639319" y="153381"/>
                        <a:pt x="567720" y="150000"/>
                        <a:pt x="567720" y="150000"/>
                      </a:cubicBezTo>
                      <a:cubicBezTo>
                        <a:pt x="567720" y="150000"/>
                        <a:pt x="523953" y="132112"/>
                        <a:pt x="492682" y="115110"/>
                      </a:cubicBezTo>
                      <a:cubicBezTo>
                        <a:pt x="473632" y="104718"/>
                        <a:pt x="457716" y="89411"/>
                        <a:pt x="446600" y="70780"/>
                      </a:cubicBezTo>
                      <a:lnTo>
                        <a:pt x="441533" y="0"/>
                      </a:lnTo>
                      <a:lnTo>
                        <a:pt x="371562" y="752"/>
                      </a:lnTo>
                      <a:lnTo>
                        <a:pt x="301591" y="0"/>
                      </a:lnTo>
                      <a:lnTo>
                        <a:pt x="296467" y="70780"/>
                      </a:lnTo>
                      <a:cubicBezTo>
                        <a:pt x="285361" y="89402"/>
                        <a:pt x="269473" y="104708"/>
                        <a:pt x="250442" y="115110"/>
                      </a:cubicBezTo>
                      <a:cubicBezTo>
                        <a:pt x="219181" y="132121"/>
                        <a:pt x="175404" y="150000"/>
                        <a:pt x="175404" y="150000"/>
                      </a:cubicBezTo>
                      <a:cubicBezTo>
                        <a:pt x="175404" y="150000"/>
                        <a:pt x="103805" y="153438"/>
                        <a:pt x="79916" y="187519"/>
                      </a:cubicBezTo>
                      <a:cubicBezTo>
                        <a:pt x="56027" y="221599"/>
                        <a:pt x="58590" y="261680"/>
                        <a:pt x="60342" y="281311"/>
                      </a:cubicBezTo>
                      <a:cubicBezTo>
                        <a:pt x="62095" y="300942"/>
                        <a:pt x="61152" y="381048"/>
                        <a:pt x="61152" y="381048"/>
                      </a:cubicBezTo>
                      <a:lnTo>
                        <a:pt x="40702" y="500415"/>
                      </a:lnTo>
                      <a:cubicBezTo>
                        <a:pt x="40702" y="500415"/>
                        <a:pt x="19375" y="561756"/>
                        <a:pt x="15689" y="589083"/>
                      </a:cubicBezTo>
                      <a:cubicBezTo>
                        <a:pt x="12003" y="616410"/>
                        <a:pt x="-2256" y="803186"/>
                        <a:pt x="306" y="816816"/>
                      </a:cubicBezTo>
                      <a:cubicBezTo>
                        <a:pt x="2868" y="830447"/>
                        <a:pt x="9688" y="846639"/>
                        <a:pt x="12250" y="856898"/>
                      </a:cubicBezTo>
                      <a:cubicBezTo>
                        <a:pt x="14813" y="867156"/>
                        <a:pt x="31005" y="931059"/>
                        <a:pt x="32701" y="936127"/>
                      </a:cubicBezTo>
                      <a:cubicBezTo>
                        <a:pt x="34396" y="941194"/>
                        <a:pt x="65962" y="943004"/>
                        <a:pt x="71096" y="950633"/>
                      </a:cubicBezTo>
                      <a:cubicBezTo>
                        <a:pt x="76230" y="958263"/>
                        <a:pt x="94108" y="938689"/>
                        <a:pt x="102357" y="928497"/>
                      </a:cubicBezTo>
                      <a:cubicBezTo>
                        <a:pt x="110606" y="918305"/>
                        <a:pt x="122864" y="925935"/>
                        <a:pt x="126246" y="908866"/>
                      </a:cubicBezTo>
                      <a:cubicBezTo>
                        <a:pt x="128636" y="895636"/>
                        <a:pt x="128932" y="882110"/>
                        <a:pt x="127122" y="868785"/>
                      </a:cubicBezTo>
                      <a:cubicBezTo>
                        <a:pt x="126246" y="854345"/>
                        <a:pt x="112615" y="843210"/>
                        <a:pt x="100671" y="836390"/>
                      </a:cubicBezTo>
                      <a:cubicBezTo>
                        <a:pt x="88727" y="829570"/>
                        <a:pt x="66591" y="826199"/>
                        <a:pt x="65714" y="782679"/>
                      </a:cubicBezTo>
                      <a:cubicBezTo>
                        <a:pt x="64838" y="739159"/>
                        <a:pt x="127122" y="622478"/>
                        <a:pt x="132246" y="584959"/>
                      </a:cubicBezTo>
                      <a:cubicBezTo>
                        <a:pt x="137371" y="547440"/>
                        <a:pt x="132246" y="499672"/>
                        <a:pt x="133932" y="497415"/>
                      </a:cubicBezTo>
                      <a:cubicBezTo>
                        <a:pt x="135618" y="495157"/>
                        <a:pt x="171451" y="396869"/>
                        <a:pt x="171451" y="396869"/>
                      </a:cubicBezTo>
                      <a:cubicBezTo>
                        <a:pt x="171451" y="396869"/>
                        <a:pt x="188520" y="444579"/>
                        <a:pt x="192778" y="461648"/>
                      </a:cubicBezTo>
                      <a:cubicBezTo>
                        <a:pt x="197035" y="478717"/>
                        <a:pt x="209847" y="526428"/>
                        <a:pt x="209847" y="526428"/>
                      </a:cubicBezTo>
                      <a:lnTo>
                        <a:pt x="193654" y="591207"/>
                      </a:lnTo>
                      <a:lnTo>
                        <a:pt x="550080" y="591207"/>
                      </a:lnTo>
                      <a:lnTo>
                        <a:pt x="533944" y="525990"/>
                      </a:lnTo>
                      <a:cubicBezTo>
                        <a:pt x="533944" y="525990"/>
                        <a:pt x="546451" y="478212"/>
                        <a:pt x="551013" y="461210"/>
                      </a:cubicBezTo>
                      <a:cubicBezTo>
                        <a:pt x="555576" y="444208"/>
                        <a:pt x="572273" y="396430"/>
                        <a:pt x="572273" y="396430"/>
                      </a:cubicBezTo>
                      <a:cubicBezTo>
                        <a:pt x="572273" y="396430"/>
                        <a:pt x="608106" y="494414"/>
                        <a:pt x="609792" y="496976"/>
                      </a:cubicBezTo>
                      <a:cubicBezTo>
                        <a:pt x="611478" y="499539"/>
                        <a:pt x="606420" y="547002"/>
                        <a:pt x="611544" y="584521"/>
                      </a:cubicBezTo>
                      <a:cubicBezTo>
                        <a:pt x="616669" y="622040"/>
                        <a:pt x="678010" y="738911"/>
                        <a:pt x="677143" y="782364"/>
                      </a:cubicBezTo>
                      <a:cubicBezTo>
                        <a:pt x="676267" y="825827"/>
                        <a:pt x="654131" y="829266"/>
                        <a:pt x="642186" y="836076"/>
                      </a:cubicBezTo>
                      <a:cubicBezTo>
                        <a:pt x="630242" y="842896"/>
                        <a:pt x="616612" y="854021"/>
                        <a:pt x="615802" y="868471"/>
                      </a:cubicBezTo>
                      <a:cubicBezTo>
                        <a:pt x="613964" y="881786"/>
                        <a:pt x="614240" y="895322"/>
                        <a:pt x="616612" y="908552"/>
                      </a:cubicBezTo>
                      <a:cubicBezTo>
                        <a:pt x="620050" y="925621"/>
                        <a:pt x="631995" y="917934"/>
                        <a:pt x="640500" y="928183"/>
                      </a:cubicBezTo>
                      <a:cubicBezTo>
                        <a:pt x="649006" y="938432"/>
                        <a:pt x="666951" y="958006"/>
                        <a:pt x="672076" y="950319"/>
                      </a:cubicBezTo>
                      <a:cubicBezTo>
                        <a:pt x="677200" y="942632"/>
                        <a:pt x="708718" y="940937"/>
                        <a:pt x="710404" y="935812"/>
                      </a:cubicBezTo>
                      <a:cubicBezTo>
                        <a:pt x="712090" y="930688"/>
                        <a:pt x="728292" y="867032"/>
                        <a:pt x="730855" y="856583"/>
                      </a:cubicBezTo>
                      <a:cubicBezTo>
                        <a:pt x="733417" y="846134"/>
                        <a:pt x="740237" y="830132"/>
                        <a:pt x="742799" y="816502"/>
                      </a:cubicBezTo>
                      <a:cubicBezTo>
                        <a:pt x="745361" y="802872"/>
                        <a:pt x="730797" y="616220"/>
                        <a:pt x="727416" y="589083"/>
                      </a:cubicBez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227880" y="1901160"/>
                  <a:ext cx="89577" cy="11523"/>
                </a:xfrm>
                <a:custGeom>
                  <a:rect b="b" l="l" r="r" t="t"/>
                  <a:pathLst>
                    <a:path extrusionOk="0" h="11639" w="89802">
                      <a:moveTo>
                        <a:pt x="0" y="0"/>
                      </a:moveTo>
                      <a:lnTo>
                        <a:pt x="89802" y="11639"/>
                      </a:lnTo>
                    </a:path>
                  </a:pathLst>
                </a:custGeom>
                <a:solidFill>
                  <a:schemeClr val="accent2"/>
                </a:solidFill>
                <a:ln cap="flat" cmpd="sng" w="9525">
                  <a:solidFill>
                    <a:schemeClr val="dk1"/>
                  </a:solidFill>
                  <a:prstDash val="solid"/>
                  <a:round/>
                  <a:headEnd len="sm" w="sm" type="none"/>
                  <a:tailEnd len="sm" w="sm" type="none"/>
                </a:ln>
              </p:spPr>
            </p:sp>
            <p:sp>
              <p:nvSpPr>
                <p:cNvPr id="857" name="Google Shape;857;p37"/>
                <p:cNvSpPr/>
                <p:nvPr/>
              </p:nvSpPr>
              <p:spPr>
                <a:xfrm>
                  <a:off x="451080" y="1898280"/>
                  <a:ext cx="98546" cy="12947"/>
                </a:xfrm>
                <a:custGeom>
                  <a:rect b="b" l="l" r="r" t="t"/>
                  <a:pathLst>
                    <a:path extrusionOk="0" h="13078" w="98546">
                      <a:moveTo>
                        <a:pt x="98546" y="0"/>
                      </a:moveTo>
                      <a:lnTo>
                        <a:pt x="0" y="13078"/>
                      </a:lnTo>
                    </a:path>
                  </a:pathLst>
                </a:custGeom>
                <a:solidFill>
                  <a:schemeClr val="accent2"/>
                </a:solidFill>
                <a:ln cap="flat" cmpd="sng" w="9525">
                  <a:solidFill>
                    <a:schemeClr val="dk1"/>
                  </a:solidFill>
                  <a:prstDash val="solid"/>
                  <a:round/>
                  <a:headEnd len="sm" w="sm" type="none"/>
                  <a:tailEnd len="sm" w="sm" type="none"/>
                </a:ln>
              </p:spPr>
            </p:sp>
            <p:sp>
              <p:nvSpPr>
                <p:cNvPr id="858" name="Google Shape;858;p37"/>
                <p:cNvSpPr/>
                <p:nvPr/>
              </p:nvSpPr>
              <p:spPr>
                <a:xfrm>
                  <a:off x="141120" y="2028960"/>
                  <a:ext cx="44598" cy="116409"/>
                </a:xfrm>
                <a:custGeom>
                  <a:rect b="b" l="l" r="r" t="t"/>
                  <a:pathLst>
                    <a:path extrusionOk="0" h="116119" w="44710">
                      <a:moveTo>
                        <a:pt x="44710" y="116119"/>
                      </a:moveTo>
                      <a:lnTo>
                        <a:pt x="21698" y="31823"/>
                      </a:lnTo>
                      <a:lnTo>
                        <a:pt x="0" y="0"/>
                      </a:lnTo>
                    </a:path>
                  </a:pathLst>
                </a:custGeom>
                <a:solidFill>
                  <a:srgbClr val="876757"/>
                </a:solidFill>
                <a:ln cap="flat" cmpd="sng" w="9525">
                  <a:solidFill>
                    <a:schemeClr val="dk1"/>
                  </a:solidFill>
                  <a:prstDash val="solid"/>
                  <a:round/>
                  <a:headEnd len="sm" w="sm" type="none"/>
                  <a:tailEnd len="sm" w="sm" type="none"/>
                </a:ln>
              </p:spPr>
            </p:sp>
            <p:sp>
              <p:nvSpPr>
                <p:cNvPr id="859" name="Google Shape;859;p37"/>
                <p:cNvSpPr/>
                <p:nvPr/>
              </p:nvSpPr>
              <p:spPr>
                <a:xfrm>
                  <a:off x="586440" y="2021760"/>
                  <a:ext cx="41442" cy="123377"/>
                </a:xfrm>
                <a:custGeom>
                  <a:rect b="b" l="l" r="r" t="t"/>
                  <a:pathLst>
                    <a:path extrusionOk="0" h="123377" w="41339">
                      <a:moveTo>
                        <a:pt x="0" y="123377"/>
                      </a:moveTo>
                      <a:lnTo>
                        <a:pt x="16697" y="30394"/>
                      </a:lnTo>
                      <a:lnTo>
                        <a:pt x="41339" y="0"/>
                      </a:lnTo>
                    </a:path>
                  </a:pathLst>
                </a:custGeom>
                <a:solidFill>
                  <a:srgbClr val="876757"/>
                </a:solidFill>
                <a:ln cap="flat" cmpd="sng" w="9525">
                  <a:solidFill>
                    <a:schemeClr val="dk1"/>
                  </a:solidFill>
                  <a:prstDash val="solid"/>
                  <a:round/>
                  <a:headEnd len="sm" w="sm" type="none"/>
                  <a:tailEnd len="sm" w="sm" type="none"/>
                </a:ln>
              </p:spPr>
            </p:sp>
            <p:sp>
              <p:nvSpPr>
                <p:cNvPr id="860" name="Google Shape;860;p37"/>
                <p:cNvSpPr/>
                <p:nvPr/>
              </p:nvSpPr>
              <p:spPr>
                <a:xfrm>
                  <a:off x="191880" y="2095560"/>
                  <a:ext cx="175336" cy="34221"/>
                </a:xfrm>
                <a:custGeom>
                  <a:rect b="b" l="l" r="r" t="t"/>
                  <a:pathLst>
                    <a:path extrusionOk="0" h="37709" w="175336">
                      <a:moveTo>
                        <a:pt x="0" y="0"/>
                      </a:moveTo>
                      <a:cubicBezTo>
                        <a:pt x="0" y="0"/>
                        <a:pt x="36271" y="27575"/>
                        <a:pt x="53654" y="31890"/>
                      </a:cubicBezTo>
                      <a:cubicBezTo>
                        <a:pt x="71037" y="36205"/>
                        <a:pt x="140570" y="37709"/>
                        <a:pt x="175336" y="8687"/>
                      </a:cubicBezTo>
                    </a:path>
                  </a:pathLst>
                </a:custGeom>
                <a:solidFill>
                  <a:srgbClr val="88675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397440" y="2095560"/>
                  <a:ext cx="175270" cy="34221"/>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rgbClr val="88675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97920" y="2632680"/>
                  <a:ext cx="21959" cy="32080"/>
                </a:xfrm>
                <a:custGeom>
                  <a:rect b="b" l="l" r="r" t="t"/>
                  <a:pathLst>
                    <a:path extrusionOk="0" h="32080" w="22069">
                      <a:moveTo>
                        <a:pt x="22069" y="0"/>
                      </a:moveTo>
                      <a:cubicBezTo>
                        <a:pt x="22069" y="0"/>
                        <a:pt x="4001" y="18069"/>
                        <a:pt x="0" y="32080"/>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108360" y="2647440"/>
                  <a:ext cx="12250" cy="29511"/>
                </a:xfrm>
                <a:custGeom>
                  <a:rect b="b" l="l" r="r" t="t"/>
                  <a:pathLst>
                    <a:path extrusionOk="0" h="31146" w="13573">
                      <a:moveTo>
                        <a:pt x="0" y="153"/>
                      </a:moveTo>
                      <a:cubicBezTo>
                        <a:pt x="0" y="153"/>
                        <a:pt x="6248" y="-1723"/>
                        <a:pt x="9382" y="7659"/>
                      </a:cubicBezTo>
                      <a:cubicBezTo>
                        <a:pt x="12516" y="17041"/>
                        <a:pt x="13573" y="26414"/>
                        <a:pt x="9382" y="29423"/>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658080" y="2623320"/>
                  <a:ext cx="12972" cy="30594"/>
                </a:xfrm>
                <a:custGeom>
                  <a:rect b="b" l="l" r="r" t="t"/>
                  <a:pathLst>
                    <a:path extrusionOk="0" h="30518" w="16631">
                      <a:moveTo>
                        <a:pt x="0" y="0"/>
                      </a:moveTo>
                      <a:cubicBezTo>
                        <a:pt x="0" y="0"/>
                        <a:pt x="16631" y="13878"/>
                        <a:pt x="12002" y="30518"/>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649080" y="2643840"/>
                  <a:ext cx="19818" cy="26641"/>
                </a:xfrm>
                <a:custGeom>
                  <a:rect b="b" l="l" r="r" t="t"/>
                  <a:pathLst>
                    <a:path extrusionOk="0" h="26575" w="20431">
                      <a:moveTo>
                        <a:pt x="495" y="26575"/>
                      </a:moveTo>
                      <a:cubicBezTo>
                        <a:pt x="-552" y="19755"/>
                        <a:pt x="67" y="12783"/>
                        <a:pt x="2305" y="6248"/>
                      </a:cubicBezTo>
                      <a:cubicBezTo>
                        <a:pt x="5991" y="0"/>
                        <a:pt x="19879" y="0"/>
                        <a:pt x="19879" y="0"/>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193680" y="2339640"/>
                  <a:ext cx="384978" cy="1119858"/>
                </a:xfrm>
                <a:custGeom>
                  <a:rect b="b" l="l" r="r" t="t"/>
                  <a:pathLst>
                    <a:path extrusionOk="0" h="1131170" w="385943">
                      <a:moveTo>
                        <a:pt x="384681" y="224047"/>
                      </a:moveTo>
                      <a:cubicBezTo>
                        <a:pt x="385347" y="149133"/>
                        <a:pt x="380709" y="74266"/>
                        <a:pt x="370803" y="0"/>
                      </a:cubicBezTo>
                      <a:lnTo>
                        <a:pt x="13939" y="0"/>
                      </a:lnTo>
                      <a:cubicBezTo>
                        <a:pt x="4043" y="74219"/>
                        <a:pt x="-596" y="149047"/>
                        <a:pt x="61" y="223923"/>
                      </a:cubicBezTo>
                      <a:cubicBezTo>
                        <a:pt x="2566" y="332222"/>
                        <a:pt x="63783" y="547640"/>
                        <a:pt x="64965" y="566338"/>
                      </a:cubicBezTo>
                      <a:cubicBezTo>
                        <a:pt x="66146" y="585035"/>
                        <a:pt x="37513" y="674703"/>
                        <a:pt x="51268" y="725538"/>
                      </a:cubicBezTo>
                      <a:cubicBezTo>
                        <a:pt x="65022" y="776373"/>
                        <a:pt x="87472" y="860670"/>
                        <a:pt x="91225" y="880672"/>
                      </a:cubicBezTo>
                      <a:cubicBezTo>
                        <a:pt x="94978" y="900674"/>
                        <a:pt x="97473" y="974465"/>
                        <a:pt x="97473" y="974465"/>
                      </a:cubicBezTo>
                      <a:cubicBezTo>
                        <a:pt x="97473" y="974465"/>
                        <a:pt x="69956" y="1021299"/>
                        <a:pt x="51268" y="1046683"/>
                      </a:cubicBezTo>
                      <a:cubicBezTo>
                        <a:pt x="32580" y="1072067"/>
                        <a:pt x="25007" y="1089517"/>
                        <a:pt x="30008" y="1100214"/>
                      </a:cubicBezTo>
                      <a:cubicBezTo>
                        <a:pt x="35008" y="1110910"/>
                        <a:pt x="56268" y="1130980"/>
                        <a:pt x="87472" y="1114911"/>
                      </a:cubicBezTo>
                      <a:cubicBezTo>
                        <a:pt x="118676" y="1098842"/>
                        <a:pt x="134935" y="1089527"/>
                        <a:pt x="137497" y="1053379"/>
                      </a:cubicBezTo>
                      <a:cubicBezTo>
                        <a:pt x="140060" y="1017232"/>
                        <a:pt x="162510" y="1018613"/>
                        <a:pt x="164948" y="985161"/>
                      </a:cubicBezTo>
                      <a:cubicBezTo>
                        <a:pt x="167387" y="951709"/>
                        <a:pt x="163701" y="935698"/>
                        <a:pt x="163701" y="919629"/>
                      </a:cubicBezTo>
                      <a:cubicBezTo>
                        <a:pt x="163701" y="903561"/>
                        <a:pt x="183713" y="756428"/>
                        <a:pt x="183713" y="756428"/>
                      </a:cubicBezTo>
                      <a:lnTo>
                        <a:pt x="192466" y="640061"/>
                      </a:lnTo>
                      <a:lnTo>
                        <a:pt x="201096" y="756618"/>
                      </a:lnTo>
                      <a:cubicBezTo>
                        <a:pt x="201096" y="756618"/>
                        <a:pt x="221108" y="903751"/>
                        <a:pt x="221108" y="919820"/>
                      </a:cubicBezTo>
                      <a:cubicBezTo>
                        <a:pt x="221108" y="935889"/>
                        <a:pt x="217355" y="951900"/>
                        <a:pt x="219860" y="985352"/>
                      </a:cubicBezTo>
                      <a:cubicBezTo>
                        <a:pt x="222365" y="1018804"/>
                        <a:pt x="244873" y="1017489"/>
                        <a:pt x="247311" y="1053570"/>
                      </a:cubicBezTo>
                      <a:cubicBezTo>
                        <a:pt x="249750" y="1089650"/>
                        <a:pt x="266066" y="1099033"/>
                        <a:pt x="297336" y="1115101"/>
                      </a:cubicBezTo>
                      <a:cubicBezTo>
                        <a:pt x="328607" y="1131170"/>
                        <a:pt x="349800" y="1111101"/>
                        <a:pt x="354801" y="1100404"/>
                      </a:cubicBezTo>
                      <a:cubicBezTo>
                        <a:pt x="359801" y="1089708"/>
                        <a:pt x="352296" y="1072324"/>
                        <a:pt x="333541" y="1046874"/>
                      </a:cubicBezTo>
                      <a:cubicBezTo>
                        <a:pt x="314786" y="1021423"/>
                        <a:pt x="287335" y="974655"/>
                        <a:pt x="287335" y="974655"/>
                      </a:cubicBezTo>
                      <a:cubicBezTo>
                        <a:pt x="287335" y="974655"/>
                        <a:pt x="289840" y="901055"/>
                        <a:pt x="293584" y="880863"/>
                      </a:cubicBezTo>
                      <a:cubicBezTo>
                        <a:pt x="297327" y="860670"/>
                        <a:pt x="319844" y="776564"/>
                        <a:pt x="333541" y="725729"/>
                      </a:cubicBezTo>
                      <a:cubicBezTo>
                        <a:pt x="347238" y="674894"/>
                        <a:pt x="318596" y="585283"/>
                        <a:pt x="319844" y="566528"/>
                      </a:cubicBezTo>
                      <a:cubicBezTo>
                        <a:pt x="321092" y="547773"/>
                        <a:pt x="382185" y="332356"/>
                        <a:pt x="384690" y="224047"/>
                      </a:cubicBez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385560" y="2516040"/>
                  <a:ext cx="9300" cy="448837"/>
                </a:xfrm>
                <a:custGeom>
                  <a:rect b="b" l="l" r="r" t="t"/>
                  <a:pathLst>
                    <a:path extrusionOk="0" h="448837" w="120000">
                      <a:moveTo>
                        <a:pt x="0" y="448837"/>
                      </a:moveTo>
                      <a:lnTo>
                        <a:pt x="0" y="0"/>
                      </a:lnTo>
                    </a:path>
                  </a:pathLst>
                </a:custGeom>
                <a:solidFill>
                  <a:schemeClr val="accent2"/>
                </a:solidFill>
                <a:ln cap="flat" cmpd="sng" w="9525">
                  <a:solidFill>
                    <a:schemeClr val="dk1"/>
                  </a:solidFill>
                  <a:prstDash val="solid"/>
                  <a:round/>
                  <a:headEnd len="sm" w="sm" type="none"/>
                  <a:tailEnd len="sm" w="sm" type="none"/>
                </a:ln>
              </p:spPr>
            </p:sp>
            <p:sp>
              <p:nvSpPr>
                <p:cNvPr id="868" name="Google Shape;868;p37"/>
                <p:cNvSpPr/>
                <p:nvPr/>
              </p:nvSpPr>
              <p:spPr>
                <a:xfrm>
                  <a:off x="273584" y="1636920"/>
                  <a:ext cx="25524" cy="47564"/>
                </a:xfrm>
                <a:custGeom>
                  <a:rect b="b" l="l" r="r" t="t"/>
                  <a:pathLst>
                    <a:path extrusionOk="0" h="58903" w="29766">
                      <a:moveTo>
                        <a:pt x="20964" y="9900"/>
                      </a:moveTo>
                      <a:cubicBezTo>
                        <a:pt x="20964" y="9900"/>
                        <a:pt x="5267" y="-11294"/>
                        <a:pt x="514" y="8338"/>
                      </a:cubicBezTo>
                      <a:cubicBezTo>
                        <a:pt x="-4239" y="27968"/>
                        <a:pt x="25527" y="47609"/>
                        <a:pt x="25527" y="47609"/>
                      </a:cubicBezTo>
                      <a:lnTo>
                        <a:pt x="20964" y="9900"/>
                      </a:ln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465840" y="1636920"/>
                  <a:ext cx="25524" cy="47564"/>
                </a:xfrm>
                <a:custGeom>
                  <a:rect b="b" l="l" r="r" t="t"/>
                  <a:pathLst>
                    <a:path extrusionOk="0" h="58903" w="29766">
                      <a:moveTo>
                        <a:pt x="4562" y="9900"/>
                      </a:moveTo>
                      <a:cubicBezTo>
                        <a:pt x="4562" y="9900"/>
                        <a:pt x="20260" y="-11294"/>
                        <a:pt x="25013" y="8338"/>
                      </a:cubicBezTo>
                      <a:cubicBezTo>
                        <a:pt x="29766" y="27968"/>
                        <a:pt x="0" y="47609"/>
                        <a:pt x="0" y="47609"/>
                      </a:cubicBezTo>
                      <a:lnTo>
                        <a:pt x="4562" y="9900"/>
                      </a:ln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285142" y="1509833"/>
                  <a:ext cx="194878" cy="287497"/>
                </a:xfrm>
                <a:custGeom>
                  <a:rect b="b" l="l" r="r" t="t"/>
                  <a:pathLst>
                    <a:path extrusionOk="0" h="296389" w="189662">
                      <a:moveTo>
                        <a:pt x="10" y="69656"/>
                      </a:moveTo>
                      <a:cubicBezTo>
                        <a:pt x="10" y="69656"/>
                        <a:pt x="7953" y="207225"/>
                        <a:pt x="17021" y="229362"/>
                      </a:cubicBezTo>
                      <a:cubicBezTo>
                        <a:pt x="26089" y="251498"/>
                        <a:pt x="66484" y="282016"/>
                        <a:pt x="77429" y="285635"/>
                      </a:cubicBezTo>
                      <a:cubicBezTo>
                        <a:pt x="90097" y="288236"/>
                        <a:pt x="103137" y="288445"/>
                        <a:pt x="115881" y="286264"/>
                      </a:cubicBezTo>
                      <a:cubicBezTo>
                        <a:pt x="120634" y="284759"/>
                        <a:pt x="165154" y="250936"/>
                        <a:pt x="170907" y="236239"/>
                      </a:cubicBezTo>
                      <a:cubicBezTo>
                        <a:pt x="176660" y="221542"/>
                        <a:pt x="189662" y="76285"/>
                        <a:pt x="189662" y="76285"/>
                      </a:cubicBezTo>
                      <a:cubicBezTo>
                        <a:pt x="184766" y="47996"/>
                        <a:pt x="165964" y="24079"/>
                        <a:pt x="139637" y="12630"/>
                      </a:cubicBezTo>
                      <a:cubicBezTo>
                        <a:pt x="94736" y="-7944"/>
                        <a:pt x="65542" y="-1686"/>
                        <a:pt x="36833" y="19192"/>
                      </a:cubicBezTo>
                      <a:cubicBezTo>
                        <a:pt x="19641" y="31803"/>
                        <a:pt x="6772" y="49434"/>
                        <a:pt x="0" y="69656"/>
                      </a:cubicBez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275437" y="1479039"/>
                  <a:ext cx="232364" cy="175400"/>
                </a:xfrm>
                <a:custGeom>
                  <a:rect b="b" l="l" r="r" t="t"/>
                  <a:pathLst>
                    <a:path extrusionOk="0" h="182708" w="245888">
                      <a:moveTo>
                        <a:pt x="23342" y="174841"/>
                      </a:moveTo>
                      <a:lnTo>
                        <a:pt x="16218" y="168593"/>
                      </a:lnTo>
                      <a:cubicBezTo>
                        <a:pt x="16218" y="168593"/>
                        <a:pt x="6655" y="116691"/>
                        <a:pt x="1025" y="98556"/>
                      </a:cubicBezTo>
                      <a:cubicBezTo>
                        <a:pt x="-4604" y="80420"/>
                        <a:pt x="14598" y="64913"/>
                        <a:pt x="18599" y="61722"/>
                      </a:cubicBezTo>
                      <a:cubicBezTo>
                        <a:pt x="22599" y="58532"/>
                        <a:pt x="21037" y="23270"/>
                        <a:pt x="70691" y="8011"/>
                      </a:cubicBezTo>
                      <a:cubicBezTo>
                        <a:pt x="120335" y="-7248"/>
                        <a:pt x="165989" y="3258"/>
                        <a:pt x="147606" y="7258"/>
                      </a:cubicBezTo>
                      <a:cubicBezTo>
                        <a:pt x="129222" y="11259"/>
                        <a:pt x="126784" y="15259"/>
                        <a:pt x="126784" y="15259"/>
                      </a:cubicBezTo>
                      <a:cubicBezTo>
                        <a:pt x="126784" y="15259"/>
                        <a:pt x="202879" y="35272"/>
                        <a:pt x="222081" y="64094"/>
                      </a:cubicBezTo>
                      <a:cubicBezTo>
                        <a:pt x="241284" y="92917"/>
                        <a:pt x="228330" y="100927"/>
                        <a:pt x="221272" y="107366"/>
                      </a:cubicBezTo>
                      <a:cubicBezTo>
                        <a:pt x="214214" y="113805"/>
                        <a:pt x="217271" y="117749"/>
                        <a:pt x="217271" y="117749"/>
                      </a:cubicBezTo>
                      <a:lnTo>
                        <a:pt x="210080" y="167774"/>
                      </a:lnTo>
                      <a:lnTo>
                        <a:pt x="203832" y="175460"/>
                      </a:lnTo>
                      <a:cubicBezTo>
                        <a:pt x="203832" y="175460"/>
                        <a:pt x="204270" y="158954"/>
                        <a:pt x="198640" y="151696"/>
                      </a:cubicBezTo>
                      <a:cubicBezTo>
                        <a:pt x="192773" y="145504"/>
                        <a:pt x="188877" y="137713"/>
                        <a:pt x="187449" y="129312"/>
                      </a:cubicBezTo>
                      <a:cubicBezTo>
                        <a:pt x="186620" y="124530"/>
                        <a:pt x="186106" y="119711"/>
                        <a:pt x="185886" y="114872"/>
                      </a:cubicBezTo>
                      <a:cubicBezTo>
                        <a:pt x="185886" y="114872"/>
                        <a:pt x="124164" y="109243"/>
                        <a:pt x="97723" y="98860"/>
                      </a:cubicBezTo>
                      <a:cubicBezTo>
                        <a:pt x="71272" y="88478"/>
                        <a:pt x="51327" y="81230"/>
                        <a:pt x="51327" y="81230"/>
                      </a:cubicBezTo>
                      <a:cubicBezTo>
                        <a:pt x="51327" y="81230"/>
                        <a:pt x="62519" y="93231"/>
                        <a:pt x="56080" y="95670"/>
                      </a:cubicBezTo>
                      <a:cubicBezTo>
                        <a:pt x="51098" y="96984"/>
                        <a:pt x="45859" y="96984"/>
                        <a:pt x="40887" y="95670"/>
                      </a:cubicBezTo>
                      <a:cubicBezTo>
                        <a:pt x="40887" y="95670"/>
                        <a:pt x="48079" y="123683"/>
                        <a:pt x="40078" y="138875"/>
                      </a:cubicBezTo>
                      <a:cubicBezTo>
                        <a:pt x="32077" y="154067"/>
                        <a:pt x="23380" y="174832"/>
                        <a:pt x="23380" y="1748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383040" y="1989000"/>
                  <a:ext cx="9300" cy="89354"/>
                </a:xfrm>
                <a:custGeom>
                  <a:rect b="b" l="l" r="r" t="t"/>
                  <a:pathLst>
                    <a:path extrusionOk="0" h="89354" w="120000">
                      <a:moveTo>
                        <a:pt x="0" y="0"/>
                      </a:moveTo>
                      <a:lnTo>
                        <a:pt x="0" y="89354"/>
                      </a:lnTo>
                    </a:path>
                  </a:pathLst>
                </a:custGeom>
                <a:solidFill>
                  <a:schemeClr val="accent2"/>
                </a:solidFill>
                <a:ln cap="flat" cmpd="sng" w="9525">
                  <a:solidFill>
                    <a:schemeClr val="dk1"/>
                  </a:solidFill>
                  <a:prstDash val="solid"/>
                  <a:round/>
                  <a:headEnd len="sm" w="sm" type="none"/>
                  <a:tailEnd len="sm" w="sm" type="none"/>
                </a:ln>
              </p:spPr>
            </p:sp>
            <p:sp>
              <p:nvSpPr>
                <p:cNvPr id="873" name="Google Shape;873;p37"/>
                <p:cNvSpPr/>
                <p:nvPr/>
              </p:nvSpPr>
              <p:spPr>
                <a:xfrm>
                  <a:off x="383040" y="1940400"/>
                  <a:ext cx="9300" cy="25946"/>
                </a:xfrm>
                <a:custGeom>
                  <a:rect b="b" l="l" r="r" t="t"/>
                  <a:pathLst>
                    <a:path extrusionOk="0" h="25946" w="120000">
                      <a:moveTo>
                        <a:pt x="0" y="0"/>
                      </a:moveTo>
                      <a:lnTo>
                        <a:pt x="0" y="25946"/>
                      </a:lnTo>
                    </a:path>
                  </a:pathLst>
                </a:custGeom>
                <a:solidFill>
                  <a:schemeClr val="accent2"/>
                </a:solidFill>
                <a:ln cap="flat" cmpd="sng" w="9525">
                  <a:solidFill>
                    <a:schemeClr val="dk1"/>
                  </a:solidFill>
                  <a:prstDash val="solid"/>
                  <a:round/>
                  <a:headEnd len="sm" w="sm" type="none"/>
                  <a:tailEnd len="sm" w="sm" type="none"/>
                </a:ln>
              </p:spPr>
            </p:sp>
          </p:grpSp>
          <p:grpSp>
            <p:nvGrpSpPr>
              <p:cNvPr id="874" name="Google Shape;874;p37"/>
              <p:cNvGrpSpPr/>
              <p:nvPr/>
            </p:nvGrpSpPr>
            <p:grpSpPr>
              <a:xfrm>
                <a:off x="6035068" y="3135926"/>
                <a:ext cx="301761" cy="210496"/>
                <a:chOff x="11188440" y="3880080"/>
                <a:chExt cx="991329" cy="691513"/>
              </a:xfrm>
            </p:grpSpPr>
            <p:sp>
              <p:nvSpPr>
                <p:cNvPr id="875" name="Google Shape;875;p37"/>
                <p:cNvSpPr/>
                <p:nvPr/>
              </p:nvSpPr>
              <p:spPr>
                <a:xfrm>
                  <a:off x="11750400" y="4201200"/>
                  <a:ext cx="138164" cy="370393"/>
                </a:xfrm>
                <a:custGeom>
                  <a:rect b="b" l="l" r="r" t="t"/>
                  <a:pathLst>
                    <a:path extrusionOk="0" h="381848" w="151829">
                      <a:moveTo>
                        <a:pt x="109061" y="9084"/>
                      </a:moveTo>
                      <a:cubicBezTo>
                        <a:pt x="109061" y="9084"/>
                        <a:pt x="24955" y="64386"/>
                        <a:pt x="10002" y="131461"/>
                      </a:cubicBezTo>
                      <a:cubicBezTo>
                        <a:pt x="-4858" y="198536"/>
                        <a:pt x="1238" y="367595"/>
                        <a:pt x="1238" y="367595"/>
                      </a:cubicBezTo>
                      <a:lnTo>
                        <a:pt x="36290" y="370539"/>
                      </a:lnTo>
                      <a:cubicBezTo>
                        <a:pt x="36290" y="370539"/>
                        <a:pt x="24574" y="198536"/>
                        <a:pt x="36290" y="169314"/>
                      </a:cubicBezTo>
                      <a:cubicBezTo>
                        <a:pt x="48102" y="140081"/>
                        <a:pt x="97536" y="140300"/>
                        <a:pt x="97536" y="140300"/>
                      </a:cubicBezTo>
                      <a:cubicBezTo>
                        <a:pt x="116967" y="112421"/>
                        <a:pt x="129921" y="80512"/>
                        <a:pt x="135350" y="46936"/>
                      </a:cubicBezTo>
                      <a:cubicBezTo>
                        <a:pt x="138303" y="3198"/>
                        <a:pt x="146971" y="-11309"/>
                        <a:pt x="109061" y="908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11725920" y="4151880"/>
                  <a:ext cx="177527" cy="77327"/>
                </a:xfrm>
                <a:custGeom>
                  <a:rect b="b" l="l" r="r" t="t"/>
                  <a:pathLst>
                    <a:path extrusionOk="0" h="78905" w="200596">
                      <a:moveTo>
                        <a:pt x="154591" y="0"/>
                      </a:moveTo>
                      <a:cubicBezTo>
                        <a:pt x="137159" y="15402"/>
                        <a:pt x="117538" y="28156"/>
                        <a:pt x="96298" y="37852"/>
                      </a:cubicBezTo>
                      <a:cubicBezTo>
                        <a:pt x="67055" y="49416"/>
                        <a:pt x="0" y="40795"/>
                        <a:pt x="0" y="40795"/>
                      </a:cubicBezTo>
                      <a:lnTo>
                        <a:pt x="2952" y="72752"/>
                      </a:lnTo>
                      <a:cubicBezTo>
                        <a:pt x="28955" y="77914"/>
                        <a:pt x="55530" y="78905"/>
                        <a:pt x="81819" y="75695"/>
                      </a:cubicBezTo>
                      <a:cubicBezTo>
                        <a:pt x="109727" y="70504"/>
                        <a:pt x="136968" y="62694"/>
                        <a:pt x="163353" y="52359"/>
                      </a:cubicBezTo>
                      <a:cubicBezTo>
                        <a:pt x="163353" y="52359"/>
                        <a:pt x="200596" y="8620"/>
                        <a:pt x="1545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11737080" y="4248000"/>
                  <a:ext cx="157477" cy="40693"/>
                </a:xfrm>
                <a:custGeom>
                  <a:rect b="b" l="l" r="r" t="t"/>
                  <a:pathLst>
                    <a:path extrusionOk="0" h="40795" w="174974">
                      <a:moveTo>
                        <a:pt x="148685" y="9"/>
                      </a:moveTo>
                      <a:lnTo>
                        <a:pt x="5905" y="11782"/>
                      </a:lnTo>
                      <a:lnTo>
                        <a:pt x="0" y="37852"/>
                      </a:lnTo>
                      <a:cubicBezTo>
                        <a:pt x="22384" y="36281"/>
                        <a:pt x="44768" y="36281"/>
                        <a:pt x="67152" y="37852"/>
                      </a:cubicBezTo>
                      <a:cubicBezTo>
                        <a:pt x="99060" y="40795"/>
                        <a:pt x="134207" y="40795"/>
                        <a:pt x="134207" y="40795"/>
                      </a:cubicBezTo>
                      <a:cubicBezTo>
                        <a:pt x="134207" y="40795"/>
                        <a:pt x="174974" y="37852"/>
                        <a:pt x="1486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11783520" y="3880080"/>
                  <a:ext cx="396249" cy="663718"/>
                </a:xfrm>
                <a:custGeom>
                  <a:rect b="b" l="l" r="r" t="t"/>
                  <a:pathLst>
                    <a:path extrusionOk="0" h="687791" w="404336">
                      <a:moveTo>
                        <a:pt x="329503" y="175721"/>
                      </a:moveTo>
                      <a:cubicBezTo>
                        <a:pt x="329503" y="175721"/>
                        <a:pt x="280164" y="24121"/>
                        <a:pt x="198345" y="3718"/>
                      </a:cubicBezTo>
                      <a:cubicBezTo>
                        <a:pt x="116524" y="-16675"/>
                        <a:pt x="5939" y="50400"/>
                        <a:pt x="225" y="117475"/>
                      </a:cubicBezTo>
                      <a:cubicBezTo>
                        <a:pt x="-5395" y="184550"/>
                        <a:pt x="96331" y="272028"/>
                        <a:pt x="96331" y="272028"/>
                      </a:cubicBezTo>
                      <a:cubicBezTo>
                        <a:pt x="84902" y="289544"/>
                        <a:pt x="77758" y="309490"/>
                        <a:pt x="75377" y="330273"/>
                      </a:cubicBezTo>
                      <a:cubicBezTo>
                        <a:pt x="75948" y="349009"/>
                        <a:pt x="78901" y="367583"/>
                        <a:pt x="84139" y="385575"/>
                      </a:cubicBezTo>
                      <a:cubicBezTo>
                        <a:pt x="84139" y="385575"/>
                        <a:pt x="28609" y="461480"/>
                        <a:pt x="22989" y="522669"/>
                      </a:cubicBezTo>
                      <a:cubicBezTo>
                        <a:pt x="17275" y="583858"/>
                        <a:pt x="84139" y="653876"/>
                        <a:pt x="186153" y="662496"/>
                      </a:cubicBezTo>
                      <a:cubicBezTo>
                        <a:pt x="288165" y="671116"/>
                        <a:pt x="334838" y="610137"/>
                        <a:pt x="340648" y="563455"/>
                      </a:cubicBezTo>
                      <a:cubicBezTo>
                        <a:pt x="344267" y="539309"/>
                        <a:pt x="345220" y="514849"/>
                        <a:pt x="343601" y="490493"/>
                      </a:cubicBezTo>
                      <a:cubicBezTo>
                        <a:pt x="343601" y="490493"/>
                        <a:pt x="393035" y="438134"/>
                        <a:pt x="395989" y="324377"/>
                      </a:cubicBezTo>
                      <a:cubicBezTo>
                        <a:pt x="398941" y="210620"/>
                        <a:pt x="329503" y="175721"/>
                        <a:pt x="329503" y="17572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12035880" y="4064400"/>
                  <a:ext cx="36386" cy="32036"/>
                </a:xfrm>
                <a:custGeom>
                  <a:rect b="b" l="l" r="r" t="t"/>
                  <a:pathLst>
                    <a:path extrusionOk="0" h="31956" w="36386">
                      <a:moveTo>
                        <a:pt x="0" y="31956"/>
                      </a:moveTo>
                      <a:cubicBezTo>
                        <a:pt x="13240" y="22660"/>
                        <a:pt x="25528" y="11944"/>
                        <a:pt x="36386"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11926440" y="4112280"/>
                  <a:ext cx="84315" cy="27687"/>
                </a:xfrm>
                <a:custGeom>
                  <a:rect b="b" l="l" r="r" t="t"/>
                  <a:pathLst>
                    <a:path extrusionOk="0" h="27756" w="84105">
                      <a:moveTo>
                        <a:pt x="0" y="27756"/>
                      </a:moveTo>
                      <a:cubicBezTo>
                        <a:pt x="29527" y="23574"/>
                        <a:pt x="58007" y="14173"/>
                        <a:pt x="84105"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11903040" y="4273560"/>
                  <a:ext cx="206978" cy="73692"/>
                </a:xfrm>
                <a:custGeom>
                  <a:rect b="b" l="l" r="r" t="t"/>
                  <a:pathLst>
                    <a:path extrusionOk="0" h="87468" w="206978">
                      <a:moveTo>
                        <a:pt x="0" y="900"/>
                      </a:moveTo>
                      <a:cubicBezTo>
                        <a:pt x="0" y="900"/>
                        <a:pt x="148685" y="-13606"/>
                        <a:pt x="206978" y="73862"/>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11479320" y="4201200"/>
                  <a:ext cx="138163" cy="370393"/>
                </a:xfrm>
                <a:custGeom>
                  <a:rect b="b" l="l" r="r" t="t"/>
                  <a:pathLst>
                    <a:path extrusionOk="0" h="381848" w="151828">
                      <a:moveTo>
                        <a:pt x="29265" y="9084"/>
                      </a:moveTo>
                      <a:cubicBezTo>
                        <a:pt x="29265" y="9084"/>
                        <a:pt x="113370" y="64386"/>
                        <a:pt x="128325" y="131461"/>
                      </a:cubicBezTo>
                      <a:cubicBezTo>
                        <a:pt x="143183" y="198536"/>
                        <a:pt x="137088" y="367595"/>
                        <a:pt x="137088" y="367595"/>
                      </a:cubicBezTo>
                      <a:lnTo>
                        <a:pt x="102036" y="370539"/>
                      </a:lnTo>
                      <a:cubicBezTo>
                        <a:pt x="102036" y="370539"/>
                        <a:pt x="113751" y="198536"/>
                        <a:pt x="102036" y="169314"/>
                      </a:cubicBezTo>
                      <a:cubicBezTo>
                        <a:pt x="90225" y="140081"/>
                        <a:pt x="40790" y="140300"/>
                        <a:pt x="40790" y="140300"/>
                      </a:cubicBezTo>
                      <a:cubicBezTo>
                        <a:pt x="21359" y="112421"/>
                        <a:pt x="8406" y="80512"/>
                        <a:pt x="2976" y="46936"/>
                      </a:cubicBezTo>
                      <a:cubicBezTo>
                        <a:pt x="23" y="3198"/>
                        <a:pt x="-8645" y="-11309"/>
                        <a:pt x="29265" y="908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11464920" y="4151880"/>
                  <a:ext cx="178034" cy="77327"/>
                </a:xfrm>
                <a:custGeom>
                  <a:rect b="b" l="l" r="r" t="t"/>
                  <a:pathLst>
                    <a:path extrusionOk="0" h="78905" w="201168">
                      <a:moveTo>
                        <a:pt x="23318" y="0"/>
                      </a:moveTo>
                      <a:cubicBezTo>
                        <a:pt x="40750" y="15402"/>
                        <a:pt x="60370" y="28156"/>
                        <a:pt x="81516" y="37852"/>
                      </a:cubicBezTo>
                      <a:cubicBezTo>
                        <a:pt x="110758" y="49416"/>
                        <a:pt x="177813" y="40795"/>
                        <a:pt x="177813" y="40795"/>
                      </a:cubicBezTo>
                      <a:lnTo>
                        <a:pt x="174861" y="72752"/>
                      </a:lnTo>
                      <a:cubicBezTo>
                        <a:pt x="148953" y="77914"/>
                        <a:pt x="122283" y="78905"/>
                        <a:pt x="95994" y="75695"/>
                      </a:cubicBezTo>
                      <a:cubicBezTo>
                        <a:pt x="68182" y="70504"/>
                        <a:pt x="40844" y="62694"/>
                        <a:pt x="14460" y="52359"/>
                      </a:cubicBezTo>
                      <a:cubicBezTo>
                        <a:pt x="14460" y="52359"/>
                        <a:pt x="-23355" y="8620"/>
                        <a:pt x="23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11473200" y="4248000"/>
                  <a:ext cx="157391" cy="40693"/>
                </a:xfrm>
                <a:custGeom>
                  <a:rect b="b" l="l" r="r" t="t"/>
                  <a:pathLst>
                    <a:path extrusionOk="0" h="40795" w="174879">
                      <a:moveTo>
                        <a:pt x="8833" y="9"/>
                      </a:moveTo>
                      <a:lnTo>
                        <a:pt x="151613" y="11782"/>
                      </a:lnTo>
                      <a:lnTo>
                        <a:pt x="157423" y="37852"/>
                      </a:lnTo>
                      <a:cubicBezTo>
                        <a:pt x="135135" y="36281"/>
                        <a:pt x="112751" y="36281"/>
                        <a:pt x="90368" y="37852"/>
                      </a:cubicBezTo>
                      <a:cubicBezTo>
                        <a:pt x="58458" y="40795"/>
                        <a:pt x="23311" y="40795"/>
                        <a:pt x="23311" y="40795"/>
                      </a:cubicBezTo>
                      <a:cubicBezTo>
                        <a:pt x="23311" y="40795"/>
                        <a:pt x="-17456" y="37852"/>
                        <a:pt x="8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11188440" y="3880080"/>
                  <a:ext cx="396250" cy="663718"/>
                </a:xfrm>
                <a:custGeom>
                  <a:rect b="b" l="l" r="r" t="t"/>
                  <a:pathLst>
                    <a:path extrusionOk="0" h="687791" w="404337">
                      <a:moveTo>
                        <a:pt x="66481" y="175721"/>
                      </a:moveTo>
                      <a:cubicBezTo>
                        <a:pt x="66481" y="175721"/>
                        <a:pt x="115916" y="24121"/>
                        <a:pt x="197735" y="3718"/>
                      </a:cubicBezTo>
                      <a:cubicBezTo>
                        <a:pt x="279555" y="-16675"/>
                        <a:pt x="390140" y="50400"/>
                        <a:pt x="395761" y="117475"/>
                      </a:cubicBezTo>
                      <a:cubicBezTo>
                        <a:pt x="401475" y="184550"/>
                        <a:pt x="299653" y="272028"/>
                        <a:pt x="299653" y="272028"/>
                      </a:cubicBezTo>
                      <a:cubicBezTo>
                        <a:pt x="311179" y="289544"/>
                        <a:pt x="318322" y="309490"/>
                        <a:pt x="320704" y="330273"/>
                      </a:cubicBezTo>
                      <a:cubicBezTo>
                        <a:pt x="320132" y="349009"/>
                        <a:pt x="317179" y="367583"/>
                        <a:pt x="311940" y="385575"/>
                      </a:cubicBezTo>
                      <a:cubicBezTo>
                        <a:pt x="311940" y="385575"/>
                        <a:pt x="367375" y="461480"/>
                        <a:pt x="373091" y="522669"/>
                      </a:cubicBezTo>
                      <a:cubicBezTo>
                        <a:pt x="378806" y="583858"/>
                        <a:pt x="311940" y="653876"/>
                        <a:pt x="209928" y="662496"/>
                      </a:cubicBezTo>
                      <a:cubicBezTo>
                        <a:pt x="107914" y="671116"/>
                        <a:pt x="61243" y="610137"/>
                        <a:pt x="55336" y="563455"/>
                      </a:cubicBezTo>
                      <a:cubicBezTo>
                        <a:pt x="51812" y="539309"/>
                        <a:pt x="50764" y="514849"/>
                        <a:pt x="52479" y="490493"/>
                      </a:cubicBezTo>
                      <a:cubicBezTo>
                        <a:pt x="52479" y="490493"/>
                        <a:pt x="3044" y="438134"/>
                        <a:pt x="92" y="324377"/>
                      </a:cubicBezTo>
                      <a:cubicBezTo>
                        <a:pt x="-2862" y="210620"/>
                        <a:pt x="66481" y="175721"/>
                        <a:pt x="66481" y="17572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11295720" y="4064400"/>
                  <a:ext cx="36385" cy="32036"/>
                </a:xfrm>
                <a:custGeom>
                  <a:rect b="b" l="l" r="r" t="t"/>
                  <a:pathLst>
                    <a:path extrusionOk="0" h="31956" w="36385">
                      <a:moveTo>
                        <a:pt x="36385" y="31956"/>
                      </a:moveTo>
                      <a:cubicBezTo>
                        <a:pt x="23050" y="22660"/>
                        <a:pt x="10859" y="11944"/>
                        <a:pt x="0"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11357280" y="4112280"/>
                  <a:ext cx="84315" cy="27687"/>
                </a:xfrm>
                <a:custGeom>
                  <a:rect b="b" l="l" r="r" t="t"/>
                  <a:pathLst>
                    <a:path extrusionOk="0" h="27756" w="84105">
                      <a:moveTo>
                        <a:pt x="84105" y="27756"/>
                      </a:moveTo>
                      <a:cubicBezTo>
                        <a:pt x="54673" y="23574"/>
                        <a:pt x="26194" y="14173"/>
                        <a:pt x="0" y="0"/>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11257920" y="4273560"/>
                  <a:ext cx="206978" cy="73692"/>
                </a:xfrm>
                <a:custGeom>
                  <a:rect b="b" l="l" r="r" t="t"/>
                  <a:pathLst>
                    <a:path extrusionOk="0" h="87468" w="206978">
                      <a:moveTo>
                        <a:pt x="206978" y="900"/>
                      </a:moveTo>
                      <a:cubicBezTo>
                        <a:pt x="206978" y="900"/>
                        <a:pt x="58293" y="-13606"/>
                        <a:pt x="0" y="73862"/>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 name="Google Shape;889;p37"/>
              <p:cNvSpPr/>
              <p:nvPr/>
            </p:nvSpPr>
            <p:spPr>
              <a:xfrm>
                <a:off x="7184781" y="2926275"/>
                <a:ext cx="112611" cy="43648"/>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rgbClr val="DEBEB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7006920" y="2926275"/>
                <a:ext cx="112611" cy="43648"/>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rgbClr val="DEBEB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 name="Google Shape;891;p37"/>
              <p:cNvGrpSpPr/>
              <p:nvPr/>
            </p:nvGrpSpPr>
            <p:grpSpPr>
              <a:xfrm>
                <a:off x="7038907" y="3295277"/>
                <a:ext cx="199152" cy="165543"/>
                <a:chOff x="10440360" y="4941000"/>
                <a:chExt cx="704215" cy="585371"/>
              </a:xfrm>
            </p:grpSpPr>
            <p:sp>
              <p:nvSpPr>
                <p:cNvPr id="892" name="Google Shape;892;p37"/>
                <p:cNvSpPr/>
                <p:nvPr/>
              </p:nvSpPr>
              <p:spPr>
                <a:xfrm>
                  <a:off x="10440360" y="4941000"/>
                  <a:ext cx="704215" cy="306153"/>
                </a:xfrm>
                <a:custGeom>
                  <a:rect b="b" l="l" r="r" t="t"/>
                  <a:pathLst>
                    <a:path extrusionOk="0" h="306153" w="711328">
                      <a:moveTo>
                        <a:pt x="658948" y="638"/>
                      </a:moveTo>
                      <a:cubicBezTo>
                        <a:pt x="665425" y="111033"/>
                        <a:pt x="641898" y="210912"/>
                        <a:pt x="601322" y="237191"/>
                      </a:cubicBezTo>
                      <a:cubicBezTo>
                        <a:pt x="557316" y="265157"/>
                        <a:pt x="412060" y="265995"/>
                        <a:pt x="359959" y="264109"/>
                      </a:cubicBezTo>
                      <a:cubicBezTo>
                        <a:pt x="358625" y="264109"/>
                        <a:pt x="216702" y="264109"/>
                        <a:pt x="149647" y="233410"/>
                      </a:cubicBezTo>
                      <a:cubicBezTo>
                        <a:pt x="98307" y="210074"/>
                        <a:pt x="40299" y="162335"/>
                        <a:pt x="43252" y="638"/>
                      </a:cubicBezTo>
                      <a:lnTo>
                        <a:pt x="104" y="638"/>
                      </a:lnTo>
                      <a:cubicBezTo>
                        <a:pt x="-2373" y="143618"/>
                        <a:pt x="39442" y="229829"/>
                        <a:pt x="131549" y="271463"/>
                      </a:cubicBezTo>
                      <a:cubicBezTo>
                        <a:pt x="207272" y="305734"/>
                        <a:pt x="354244" y="306153"/>
                        <a:pt x="359102" y="306153"/>
                      </a:cubicBezTo>
                      <a:lnTo>
                        <a:pt x="402630" y="306153"/>
                      </a:lnTo>
                      <a:cubicBezTo>
                        <a:pt x="465686" y="306153"/>
                        <a:pt x="577795" y="301733"/>
                        <a:pt x="624848" y="271882"/>
                      </a:cubicBezTo>
                      <a:cubicBezTo>
                        <a:pt x="687904" y="231934"/>
                        <a:pt x="708955" y="109766"/>
                        <a:pt x="702002" y="0"/>
                      </a:cubicBezTo>
                      <a:lnTo>
                        <a:pt x="658948" y="629"/>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10572480" y="5058720"/>
                  <a:ext cx="456604" cy="467651"/>
                </a:xfrm>
                <a:custGeom>
                  <a:rect b="b" l="l" r="r" t="t"/>
                  <a:pathLst>
                    <a:path extrusionOk="0" h="513902" w="488347">
                      <a:moveTo>
                        <a:pt x="444307" y="108143"/>
                      </a:moveTo>
                      <a:cubicBezTo>
                        <a:pt x="444307" y="108143"/>
                        <a:pt x="443068" y="55784"/>
                        <a:pt x="374964" y="13941"/>
                      </a:cubicBezTo>
                      <a:cubicBezTo>
                        <a:pt x="306862" y="-27902"/>
                        <a:pt x="274190" y="39801"/>
                        <a:pt x="211326" y="18989"/>
                      </a:cubicBezTo>
                      <a:cubicBezTo>
                        <a:pt x="148461" y="-1832"/>
                        <a:pt x="40828" y="-2042"/>
                        <a:pt x="9490" y="92370"/>
                      </a:cubicBezTo>
                      <a:cubicBezTo>
                        <a:pt x="-21846" y="186782"/>
                        <a:pt x="30541" y="260581"/>
                        <a:pt x="77594" y="302644"/>
                      </a:cubicBezTo>
                      <a:cubicBezTo>
                        <a:pt x="105978" y="327932"/>
                        <a:pt x="140174" y="345906"/>
                        <a:pt x="177036" y="355003"/>
                      </a:cubicBezTo>
                      <a:cubicBezTo>
                        <a:pt x="177036" y="355003"/>
                        <a:pt x="198086" y="486000"/>
                        <a:pt x="224375" y="465188"/>
                      </a:cubicBezTo>
                      <a:cubicBezTo>
                        <a:pt x="250664" y="444366"/>
                        <a:pt x="282001" y="355003"/>
                        <a:pt x="282001" y="355003"/>
                      </a:cubicBezTo>
                      <a:cubicBezTo>
                        <a:pt x="282001" y="355003"/>
                        <a:pt x="387157" y="297386"/>
                        <a:pt x="423543" y="255543"/>
                      </a:cubicBezTo>
                      <a:cubicBezTo>
                        <a:pt x="458403" y="214585"/>
                        <a:pt x="466501" y="157168"/>
                        <a:pt x="444307" y="10814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37"/>
              <p:cNvGrpSpPr/>
              <p:nvPr/>
            </p:nvGrpSpPr>
            <p:grpSpPr>
              <a:xfrm>
                <a:off x="7006045" y="2695621"/>
                <a:ext cx="292567" cy="18365"/>
                <a:chOff x="275639" y="1898280"/>
                <a:chExt cx="229212" cy="14403"/>
              </a:xfrm>
            </p:grpSpPr>
            <p:sp>
              <p:nvSpPr>
                <p:cNvPr id="895" name="Google Shape;895;p37"/>
                <p:cNvSpPr/>
                <p:nvPr/>
              </p:nvSpPr>
              <p:spPr>
                <a:xfrm>
                  <a:off x="275639" y="1901160"/>
                  <a:ext cx="89577" cy="11523"/>
                </a:xfrm>
                <a:custGeom>
                  <a:rect b="b" l="l" r="r" t="t"/>
                  <a:pathLst>
                    <a:path extrusionOk="0" h="11639" w="89802">
                      <a:moveTo>
                        <a:pt x="0" y="0"/>
                      </a:moveTo>
                      <a:lnTo>
                        <a:pt x="89802" y="11639"/>
                      </a:lnTo>
                    </a:path>
                  </a:pathLst>
                </a:custGeom>
                <a:solidFill>
                  <a:schemeClr val="accent2"/>
                </a:solidFill>
                <a:ln cap="flat" cmpd="sng" w="9525">
                  <a:solidFill>
                    <a:schemeClr val="dk1"/>
                  </a:solidFill>
                  <a:prstDash val="solid"/>
                  <a:round/>
                  <a:headEnd len="sm" w="sm" type="none"/>
                  <a:tailEnd len="sm" w="sm" type="none"/>
                </a:ln>
              </p:spPr>
            </p:sp>
            <p:sp>
              <p:nvSpPr>
                <p:cNvPr id="896" name="Google Shape;896;p37"/>
                <p:cNvSpPr/>
                <p:nvPr/>
              </p:nvSpPr>
              <p:spPr>
                <a:xfrm>
                  <a:off x="406306" y="1898280"/>
                  <a:ext cx="98546" cy="12947"/>
                </a:xfrm>
                <a:custGeom>
                  <a:rect b="b" l="l" r="r" t="t"/>
                  <a:pathLst>
                    <a:path extrusionOk="0" h="13078" w="98546">
                      <a:moveTo>
                        <a:pt x="98546" y="0"/>
                      </a:moveTo>
                      <a:lnTo>
                        <a:pt x="0" y="13078"/>
                      </a:lnTo>
                    </a:path>
                  </a:pathLst>
                </a:custGeom>
                <a:solidFill>
                  <a:schemeClr val="accent2"/>
                </a:solidFill>
                <a:ln cap="flat" cmpd="sng" w="9525">
                  <a:solidFill>
                    <a:schemeClr val="dk1"/>
                  </a:solidFill>
                  <a:prstDash val="solid"/>
                  <a:round/>
                  <a:headEnd len="sm" w="sm" type="none"/>
                  <a:tailEnd len="sm" w="sm" type="none"/>
                </a:ln>
              </p:spPr>
            </p:sp>
          </p:grpSp>
          <p:grpSp>
            <p:nvGrpSpPr>
              <p:cNvPr id="897" name="Google Shape;897;p37"/>
              <p:cNvGrpSpPr/>
              <p:nvPr/>
            </p:nvGrpSpPr>
            <p:grpSpPr>
              <a:xfrm>
                <a:off x="6888157" y="2798008"/>
                <a:ext cx="496728" cy="157318"/>
                <a:chOff x="152147" y="2010545"/>
                <a:chExt cx="389164" cy="123377"/>
              </a:xfrm>
            </p:grpSpPr>
            <p:sp>
              <p:nvSpPr>
                <p:cNvPr id="898" name="Google Shape;898;p37"/>
                <p:cNvSpPr/>
                <p:nvPr/>
              </p:nvSpPr>
              <p:spPr>
                <a:xfrm>
                  <a:off x="152147" y="2014020"/>
                  <a:ext cx="44598" cy="116409"/>
                </a:xfrm>
                <a:custGeom>
                  <a:rect b="b" l="l" r="r" t="t"/>
                  <a:pathLst>
                    <a:path extrusionOk="0" h="116119" w="44710">
                      <a:moveTo>
                        <a:pt x="44710" y="116119"/>
                      </a:moveTo>
                      <a:lnTo>
                        <a:pt x="21698" y="31823"/>
                      </a:lnTo>
                      <a:lnTo>
                        <a:pt x="0" y="0"/>
                      </a:lnTo>
                    </a:path>
                  </a:pathLst>
                </a:custGeom>
                <a:solidFill>
                  <a:srgbClr val="DEBEB3"/>
                </a:solidFill>
                <a:ln cap="flat" cmpd="sng" w="9525">
                  <a:solidFill>
                    <a:schemeClr val="dk1"/>
                  </a:solidFill>
                  <a:prstDash val="solid"/>
                  <a:round/>
                  <a:headEnd len="sm" w="sm" type="none"/>
                  <a:tailEnd len="sm" w="sm" type="none"/>
                </a:ln>
              </p:spPr>
            </p:sp>
            <p:sp>
              <p:nvSpPr>
                <p:cNvPr id="899" name="Google Shape;899;p37"/>
                <p:cNvSpPr/>
                <p:nvPr/>
              </p:nvSpPr>
              <p:spPr>
                <a:xfrm>
                  <a:off x="499868" y="2010545"/>
                  <a:ext cx="41442" cy="123377"/>
                </a:xfrm>
                <a:custGeom>
                  <a:rect b="b" l="l" r="r" t="t"/>
                  <a:pathLst>
                    <a:path extrusionOk="0" h="123377" w="41339">
                      <a:moveTo>
                        <a:pt x="0" y="123377"/>
                      </a:moveTo>
                      <a:lnTo>
                        <a:pt x="16697" y="30394"/>
                      </a:lnTo>
                      <a:lnTo>
                        <a:pt x="41339" y="0"/>
                      </a:lnTo>
                    </a:path>
                  </a:pathLst>
                </a:custGeom>
                <a:solidFill>
                  <a:srgbClr val="DEBEB3"/>
                </a:solidFill>
                <a:ln cap="flat" cmpd="sng" w="9525">
                  <a:solidFill>
                    <a:schemeClr val="dk1"/>
                  </a:solidFill>
                  <a:prstDash val="solid"/>
                  <a:round/>
                  <a:headEnd len="sm" w="sm" type="none"/>
                  <a:tailEnd len="sm" w="sm" type="none"/>
                </a:ln>
              </p:spPr>
            </p:sp>
          </p:grpSp>
        </p:grpSp>
        <p:sp>
          <p:nvSpPr>
            <p:cNvPr id="900" name="Google Shape;900;p37"/>
            <p:cNvSpPr/>
            <p:nvPr/>
          </p:nvSpPr>
          <p:spPr>
            <a:xfrm>
              <a:off x="6105345" y="3371510"/>
              <a:ext cx="140456" cy="46683"/>
            </a:xfrm>
            <a:custGeom>
              <a:rect b="b" l="l" r="r" t="t"/>
              <a:pathLst>
                <a:path extrusionOk="0" h="43834" w="107423">
                  <a:moveTo>
                    <a:pt x="0" y="8258"/>
                  </a:moveTo>
                  <a:cubicBezTo>
                    <a:pt x="0" y="8258"/>
                    <a:pt x="13316" y="25203"/>
                    <a:pt x="48273" y="34519"/>
                  </a:cubicBezTo>
                  <a:cubicBezTo>
                    <a:pt x="83230" y="43834"/>
                    <a:pt x="107423" y="0"/>
                    <a:pt x="10742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7076211" y="3431318"/>
              <a:ext cx="117091" cy="38903"/>
            </a:xfrm>
            <a:custGeom>
              <a:rect b="b" l="l" r="r" t="t"/>
              <a:pathLst>
                <a:path extrusionOk="0" h="43834" w="107423">
                  <a:moveTo>
                    <a:pt x="0" y="8258"/>
                  </a:moveTo>
                  <a:cubicBezTo>
                    <a:pt x="0" y="8258"/>
                    <a:pt x="13316" y="25203"/>
                    <a:pt x="48273" y="34519"/>
                  </a:cubicBezTo>
                  <a:cubicBezTo>
                    <a:pt x="83230" y="43834"/>
                    <a:pt x="107423" y="0"/>
                    <a:pt x="10742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 name="Google Shape;902;p37"/>
          <p:cNvSpPr/>
          <p:nvPr/>
        </p:nvSpPr>
        <p:spPr>
          <a:xfrm>
            <a:off x="7028350" y="2235025"/>
            <a:ext cx="228566" cy="171540"/>
          </a:xfrm>
          <a:custGeom>
            <a:rect b="b" l="l" r="r" t="t"/>
            <a:pathLst>
              <a:path extrusionOk="0" h="161830" w="189681">
                <a:moveTo>
                  <a:pt x="22391" y="27082"/>
                </a:moveTo>
                <a:cubicBezTo>
                  <a:pt x="-1059" y="56267"/>
                  <a:pt x="7" y="96233"/>
                  <a:pt x="7" y="96233"/>
                </a:cubicBezTo>
                <a:cubicBezTo>
                  <a:pt x="7" y="96233"/>
                  <a:pt x="1608" y="114226"/>
                  <a:pt x="3941" y="136210"/>
                </a:cubicBezTo>
                <a:lnTo>
                  <a:pt x="6742" y="139410"/>
                </a:lnTo>
                <a:cubicBezTo>
                  <a:pt x="6742" y="139410"/>
                  <a:pt x="-4584" y="63658"/>
                  <a:pt x="29125" y="47465"/>
                </a:cubicBezTo>
                <a:cubicBezTo>
                  <a:pt x="62834" y="31273"/>
                  <a:pt x="82827" y="48666"/>
                  <a:pt x="104078" y="44932"/>
                </a:cubicBezTo>
                <a:cubicBezTo>
                  <a:pt x="125328" y="41198"/>
                  <a:pt x="155246" y="34940"/>
                  <a:pt x="167704" y="62391"/>
                </a:cubicBezTo>
                <a:cubicBezTo>
                  <a:pt x="180163" y="89842"/>
                  <a:pt x="181430" y="130018"/>
                  <a:pt x="181430" y="130018"/>
                </a:cubicBezTo>
                <a:lnTo>
                  <a:pt x="183697" y="120293"/>
                </a:lnTo>
                <a:cubicBezTo>
                  <a:pt x="184564" y="111835"/>
                  <a:pt x="185097" y="106435"/>
                  <a:pt x="185097" y="106435"/>
                </a:cubicBezTo>
                <a:cubicBezTo>
                  <a:pt x="185097" y="-22420"/>
                  <a:pt x="55576" y="-14285"/>
                  <a:pt x="22401" y="27082"/>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38"/>
          <p:cNvSpPr txBox="1"/>
          <p:nvPr>
            <p:ph idx="1" type="subTitle"/>
          </p:nvPr>
        </p:nvSpPr>
        <p:spPr>
          <a:xfrm>
            <a:off x="5137000" y="3242500"/>
            <a:ext cx="3291900" cy="1005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Use percentages in your case report to quantify and communicate the frequency or proportion of important findings or outcomes</a:t>
            </a:r>
            <a:endParaRPr/>
          </a:p>
        </p:txBody>
      </p:sp>
      <p:sp>
        <p:nvSpPr>
          <p:cNvPr id="908" name="Google Shape;908;p38"/>
          <p:cNvSpPr txBox="1"/>
          <p:nvPr>
            <p:ph type="title"/>
          </p:nvPr>
        </p:nvSpPr>
        <p:spPr>
          <a:xfrm>
            <a:off x="5137000" y="895100"/>
            <a:ext cx="3291900" cy="96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95%</a:t>
            </a:r>
            <a:endParaRPr/>
          </a:p>
        </p:txBody>
      </p:sp>
      <p:cxnSp>
        <p:nvCxnSpPr>
          <p:cNvPr id="909" name="Google Shape;909;p38"/>
          <p:cNvCxnSpPr>
            <a:stCxn id="910" idx="3"/>
            <a:endCxn id="911" idx="4"/>
          </p:cNvCxnSpPr>
          <p:nvPr/>
        </p:nvCxnSpPr>
        <p:spPr>
          <a:xfrm flipH="1" rot="10800000">
            <a:off x="3049450" y="2429200"/>
            <a:ext cx="993600" cy="814200"/>
          </a:xfrm>
          <a:prstGeom prst="bentConnector2">
            <a:avLst/>
          </a:prstGeom>
          <a:noFill/>
          <a:ln cap="flat" cmpd="sng" w="9525">
            <a:solidFill>
              <a:schemeClr val="dk1"/>
            </a:solidFill>
            <a:prstDash val="solid"/>
            <a:round/>
            <a:headEnd len="med" w="med" type="none"/>
            <a:tailEnd len="med" w="med" type="none"/>
          </a:ln>
        </p:spPr>
      </p:cxnSp>
      <p:grpSp>
        <p:nvGrpSpPr>
          <p:cNvPr id="912" name="Google Shape;912;p38"/>
          <p:cNvGrpSpPr/>
          <p:nvPr/>
        </p:nvGrpSpPr>
        <p:grpSpPr>
          <a:xfrm>
            <a:off x="1126809" y="838011"/>
            <a:ext cx="3397687" cy="3467567"/>
            <a:chOff x="1126809" y="838011"/>
            <a:chExt cx="3397687" cy="3467567"/>
          </a:xfrm>
        </p:grpSpPr>
        <p:grpSp>
          <p:nvGrpSpPr>
            <p:cNvPr id="913" name="Google Shape;913;p38"/>
            <p:cNvGrpSpPr/>
            <p:nvPr/>
          </p:nvGrpSpPr>
          <p:grpSpPr>
            <a:xfrm>
              <a:off x="1126809" y="838011"/>
              <a:ext cx="2714834" cy="3467567"/>
              <a:chOff x="1126809" y="838011"/>
              <a:chExt cx="2714834" cy="3467567"/>
            </a:xfrm>
          </p:grpSpPr>
          <p:grpSp>
            <p:nvGrpSpPr>
              <p:cNvPr id="914" name="Google Shape;914;p38"/>
              <p:cNvGrpSpPr/>
              <p:nvPr/>
            </p:nvGrpSpPr>
            <p:grpSpPr>
              <a:xfrm>
                <a:off x="1872171" y="3330408"/>
                <a:ext cx="1261162" cy="174559"/>
                <a:chOff x="5439960" y="1486080"/>
                <a:chExt cx="616434" cy="85321"/>
              </a:xfrm>
            </p:grpSpPr>
            <p:sp>
              <p:nvSpPr>
                <p:cNvPr id="915" name="Google Shape;915;p38"/>
                <p:cNvSpPr/>
                <p:nvPr/>
              </p:nvSpPr>
              <p:spPr>
                <a:xfrm>
                  <a:off x="5442120" y="1502640"/>
                  <a:ext cx="612743" cy="68761"/>
                </a:xfrm>
                <a:custGeom>
                  <a:rect b="b" l="l" r="r" t="t"/>
                  <a:pathLst>
                    <a:path extrusionOk="0" h="69456" w="612743">
                      <a:moveTo>
                        <a:pt x="9" y="57207"/>
                      </a:moveTo>
                      <a:cubicBezTo>
                        <a:pt x="9" y="57207"/>
                        <a:pt x="1648" y="69456"/>
                        <a:pt x="6562" y="68637"/>
                      </a:cubicBezTo>
                      <a:cubicBezTo>
                        <a:pt x="72714" y="46539"/>
                        <a:pt x="141294" y="32547"/>
                        <a:pt x="210807" y="26965"/>
                      </a:cubicBezTo>
                      <a:cubicBezTo>
                        <a:pt x="326784" y="17993"/>
                        <a:pt x="449351" y="22088"/>
                        <a:pt x="495909" y="32699"/>
                      </a:cubicBezTo>
                      <a:cubicBezTo>
                        <a:pt x="542468" y="43310"/>
                        <a:pt x="611924" y="58769"/>
                        <a:pt x="611924" y="56388"/>
                      </a:cubicBezTo>
                      <a:cubicBezTo>
                        <a:pt x="611924" y="54007"/>
                        <a:pt x="612743" y="49873"/>
                        <a:pt x="612743" y="45777"/>
                      </a:cubicBezTo>
                      <a:cubicBezTo>
                        <a:pt x="612743" y="41681"/>
                        <a:pt x="585778" y="30242"/>
                        <a:pt x="535943" y="22088"/>
                      </a:cubicBezTo>
                      <a:cubicBezTo>
                        <a:pt x="486108" y="13935"/>
                        <a:pt x="372551" y="0"/>
                        <a:pt x="312925" y="0"/>
                      </a:cubicBezTo>
                      <a:cubicBezTo>
                        <a:pt x="253299" y="0"/>
                        <a:pt x="129092" y="9830"/>
                        <a:pt x="82534" y="26070"/>
                      </a:cubicBezTo>
                      <a:cubicBezTo>
                        <a:pt x="35976" y="42310"/>
                        <a:pt x="0" y="57207"/>
                        <a:pt x="0" y="57207"/>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8"/>
                <p:cNvSpPr/>
                <p:nvPr/>
              </p:nvSpPr>
              <p:spPr>
                <a:xfrm>
                  <a:off x="5439960" y="1486080"/>
                  <a:ext cx="616434" cy="73826"/>
                </a:xfrm>
                <a:custGeom>
                  <a:rect b="b" l="l" r="r" t="t"/>
                  <a:pathLst>
                    <a:path extrusionOk="0" h="80905" w="625821">
                      <a:moveTo>
                        <a:pt x="15219" y="31299"/>
                      </a:moveTo>
                      <a:cubicBezTo>
                        <a:pt x="15219" y="31299"/>
                        <a:pt x="-6831" y="74609"/>
                        <a:pt x="2151" y="73790"/>
                      </a:cubicBezTo>
                      <a:cubicBezTo>
                        <a:pt x="11133" y="72971"/>
                        <a:pt x="126319" y="32118"/>
                        <a:pt x="298721" y="27232"/>
                      </a:cubicBezTo>
                      <a:cubicBezTo>
                        <a:pt x="471124" y="22355"/>
                        <a:pt x="582186" y="56617"/>
                        <a:pt x="599359" y="62351"/>
                      </a:cubicBezTo>
                      <a:cubicBezTo>
                        <a:pt x="616532" y="68085"/>
                        <a:pt x="618990" y="62351"/>
                        <a:pt x="614894" y="54159"/>
                      </a:cubicBezTo>
                      <a:cubicBezTo>
                        <a:pt x="610798" y="45968"/>
                        <a:pt x="598540" y="23955"/>
                        <a:pt x="592025" y="20641"/>
                      </a:cubicBezTo>
                      <a:cubicBezTo>
                        <a:pt x="585510" y="17326"/>
                        <a:pt x="428633" y="8392"/>
                        <a:pt x="319134" y="1048"/>
                      </a:cubicBezTo>
                      <a:cubicBezTo>
                        <a:pt x="209634" y="-6296"/>
                        <a:pt x="20134" y="27232"/>
                        <a:pt x="15219" y="31290"/>
                      </a:cubicBezTo>
                      <a:close/>
                    </a:path>
                  </a:pathLst>
                </a:custGeom>
                <a:solidFill>
                  <a:schemeClr val="accent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38"/>
              <p:cNvGrpSpPr/>
              <p:nvPr/>
            </p:nvGrpSpPr>
            <p:grpSpPr>
              <a:xfrm>
                <a:off x="1126809" y="838011"/>
                <a:ext cx="2714834" cy="3467567"/>
                <a:chOff x="5075640" y="267840"/>
                <a:chExt cx="1326963" cy="1694886"/>
              </a:xfrm>
            </p:grpSpPr>
            <p:sp>
              <p:nvSpPr>
                <p:cNvPr id="918" name="Google Shape;918;p38"/>
                <p:cNvSpPr/>
                <p:nvPr/>
              </p:nvSpPr>
              <p:spPr>
                <a:xfrm>
                  <a:off x="6392520" y="1642320"/>
                  <a:ext cx="10083" cy="39580"/>
                </a:xfrm>
                <a:custGeom>
                  <a:rect b="b" l="l" r="r" t="t"/>
                  <a:pathLst>
                    <a:path extrusionOk="0" h="39481" w="10058">
                      <a:moveTo>
                        <a:pt x="0" y="0"/>
                      </a:moveTo>
                      <a:lnTo>
                        <a:pt x="10058" y="39481"/>
                      </a:lnTo>
                    </a:path>
                  </a:pathLst>
                </a:custGeom>
                <a:solidFill>
                  <a:schemeClr val="lt1"/>
                </a:solidFill>
                <a:ln cap="flat" cmpd="sng" w="9525">
                  <a:solidFill>
                    <a:schemeClr val="dk1"/>
                  </a:solidFill>
                  <a:prstDash val="solid"/>
                  <a:miter lim="8000"/>
                  <a:headEnd len="sm" w="sm" type="none"/>
                  <a:tailEnd len="sm" w="sm" type="none"/>
                </a:ln>
              </p:spPr>
            </p:sp>
            <p:sp>
              <p:nvSpPr>
                <p:cNvPr id="919" name="Google Shape;919;p38"/>
                <p:cNvSpPr/>
                <p:nvPr/>
              </p:nvSpPr>
              <p:spPr>
                <a:xfrm>
                  <a:off x="5868720" y="827280"/>
                  <a:ext cx="518065" cy="791699"/>
                </a:xfrm>
                <a:custGeom>
                  <a:rect b="b" l="l" r="r" t="t"/>
                  <a:pathLst>
                    <a:path extrusionOk="0" h="791699" w="518065">
                      <a:moveTo>
                        <a:pt x="0" y="0"/>
                      </a:moveTo>
                      <a:cubicBezTo>
                        <a:pt x="32928" y="43539"/>
                        <a:pt x="87373" y="95421"/>
                        <a:pt x="127007" y="110538"/>
                      </a:cubicBezTo>
                      <a:cubicBezTo>
                        <a:pt x="179147" y="130426"/>
                        <a:pt x="281311" y="141789"/>
                        <a:pt x="329575" y="157877"/>
                      </a:cubicBezTo>
                      <a:cubicBezTo>
                        <a:pt x="377838" y="173965"/>
                        <a:pt x="421377" y="235496"/>
                        <a:pt x="428978" y="290389"/>
                      </a:cubicBezTo>
                      <a:cubicBezTo>
                        <a:pt x="436579" y="345291"/>
                        <a:pt x="447894" y="513855"/>
                        <a:pt x="448828" y="518512"/>
                      </a:cubicBezTo>
                      <a:cubicBezTo>
                        <a:pt x="449532" y="521941"/>
                        <a:pt x="493519" y="695344"/>
                        <a:pt x="518065" y="791699"/>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8"/>
                <p:cNvSpPr/>
                <p:nvPr/>
              </p:nvSpPr>
              <p:spPr>
                <a:xfrm>
                  <a:off x="5151240" y="267840"/>
                  <a:ext cx="769407" cy="1188579"/>
                </a:xfrm>
                <a:custGeom>
                  <a:rect b="b" l="l" r="r" t="t"/>
                  <a:pathLst>
                    <a:path extrusionOk="0" h="1191558" w="771335">
                      <a:moveTo>
                        <a:pt x="0" y="1188358"/>
                      </a:moveTo>
                      <a:lnTo>
                        <a:pt x="34223" y="1073792"/>
                      </a:lnTo>
                      <a:cubicBezTo>
                        <a:pt x="34223" y="1073792"/>
                        <a:pt x="50311" y="937518"/>
                        <a:pt x="53140" y="871262"/>
                      </a:cubicBezTo>
                      <a:cubicBezTo>
                        <a:pt x="55969" y="805006"/>
                        <a:pt x="99508" y="720757"/>
                        <a:pt x="143085" y="703660"/>
                      </a:cubicBezTo>
                      <a:cubicBezTo>
                        <a:pt x="186661" y="686562"/>
                        <a:pt x="303238" y="676209"/>
                        <a:pt x="333327" y="664855"/>
                      </a:cubicBezTo>
                      <a:cubicBezTo>
                        <a:pt x="363417" y="653492"/>
                        <a:pt x="454371" y="611896"/>
                        <a:pt x="454371" y="603362"/>
                      </a:cubicBezTo>
                      <a:cubicBezTo>
                        <a:pt x="454371" y="594827"/>
                        <a:pt x="449637" y="550364"/>
                        <a:pt x="437350" y="535201"/>
                      </a:cubicBezTo>
                      <a:cubicBezTo>
                        <a:pt x="425063" y="520037"/>
                        <a:pt x="363493" y="535201"/>
                        <a:pt x="336042" y="529543"/>
                      </a:cubicBezTo>
                      <a:cubicBezTo>
                        <a:pt x="308591" y="523885"/>
                        <a:pt x="303867" y="518179"/>
                        <a:pt x="301962" y="494500"/>
                      </a:cubicBezTo>
                      <a:cubicBezTo>
                        <a:pt x="300057" y="470821"/>
                        <a:pt x="302933" y="395135"/>
                        <a:pt x="301962" y="387573"/>
                      </a:cubicBezTo>
                      <a:cubicBezTo>
                        <a:pt x="300990" y="380010"/>
                        <a:pt x="276416" y="372418"/>
                        <a:pt x="269786" y="356321"/>
                      </a:cubicBezTo>
                      <a:cubicBezTo>
                        <a:pt x="263157" y="340224"/>
                        <a:pt x="307667" y="298590"/>
                        <a:pt x="310496" y="279635"/>
                      </a:cubicBezTo>
                      <a:cubicBezTo>
                        <a:pt x="313325" y="260681"/>
                        <a:pt x="303048" y="247460"/>
                        <a:pt x="299133" y="235163"/>
                      </a:cubicBezTo>
                      <a:cubicBezTo>
                        <a:pt x="295218" y="222866"/>
                        <a:pt x="311420" y="198254"/>
                        <a:pt x="318049" y="169841"/>
                      </a:cubicBezTo>
                      <a:cubicBezTo>
                        <a:pt x="321897" y="153019"/>
                        <a:pt x="328622" y="136989"/>
                        <a:pt x="337938" y="122463"/>
                      </a:cubicBezTo>
                      <a:cubicBezTo>
                        <a:pt x="337938" y="122463"/>
                        <a:pt x="337004" y="127197"/>
                        <a:pt x="317116" y="120596"/>
                      </a:cubicBezTo>
                      <a:cubicBezTo>
                        <a:pt x="297228" y="113996"/>
                        <a:pt x="311420" y="86516"/>
                        <a:pt x="334137" y="67561"/>
                      </a:cubicBezTo>
                      <a:cubicBezTo>
                        <a:pt x="356854" y="48606"/>
                        <a:pt x="416519" y="4249"/>
                        <a:pt x="473278" y="524"/>
                      </a:cubicBezTo>
                      <a:cubicBezTo>
                        <a:pt x="530038" y="-3200"/>
                        <a:pt x="650300" y="13783"/>
                        <a:pt x="680581" y="24175"/>
                      </a:cubicBezTo>
                      <a:cubicBezTo>
                        <a:pt x="710860" y="34567"/>
                        <a:pt x="742112" y="89497"/>
                        <a:pt x="743893" y="97060"/>
                      </a:cubicBezTo>
                      <a:cubicBezTo>
                        <a:pt x="745674" y="104623"/>
                        <a:pt x="758085" y="84773"/>
                        <a:pt x="759981" y="98032"/>
                      </a:cubicBezTo>
                      <a:cubicBezTo>
                        <a:pt x="761876" y="111290"/>
                        <a:pt x="759047" y="115986"/>
                        <a:pt x="759047" y="115986"/>
                      </a:cubicBezTo>
                      <a:cubicBezTo>
                        <a:pt x="763877" y="144180"/>
                        <a:pt x="767029" y="172631"/>
                        <a:pt x="768505" y="201197"/>
                      </a:cubicBezTo>
                      <a:cubicBezTo>
                        <a:pt x="771335" y="251365"/>
                        <a:pt x="769439" y="295837"/>
                        <a:pt x="762810" y="315726"/>
                      </a:cubicBezTo>
                      <a:cubicBezTo>
                        <a:pt x="756181" y="335614"/>
                        <a:pt x="738226" y="369694"/>
                        <a:pt x="721166" y="399974"/>
                      </a:cubicBezTo>
                      <a:cubicBezTo>
                        <a:pt x="704107" y="430254"/>
                        <a:pt x="690886" y="432150"/>
                        <a:pt x="688991" y="452114"/>
                      </a:cubicBezTo>
                      <a:cubicBezTo>
                        <a:pt x="687095" y="472078"/>
                        <a:pt x="672903" y="477660"/>
                        <a:pt x="693725" y="522170"/>
                      </a:cubicBezTo>
                      <a:cubicBezTo>
                        <a:pt x="695659" y="526266"/>
                        <a:pt x="698078" y="530733"/>
                        <a:pt x="700917" y="535429"/>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5075640" y="1480680"/>
                  <a:ext cx="68399" cy="228267"/>
                </a:xfrm>
                <a:custGeom>
                  <a:rect b="b" l="l" r="r" t="t"/>
                  <a:pathLst>
                    <a:path extrusionOk="0" h="228267" w="68228">
                      <a:moveTo>
                        <a:pt x="0" y="228267"/>
                      </a:moveTo>
                      <a:lnTo>
                        <a:pt x="68228" y="0"/>
                      </a:lnTo>
                    </a:path>
                  </a:pathLst>
                </a:custGeom>
                <a:solidFill>
                  <a:schemeClr val="lt1"/>
                </a:solidFill>
                <a:ln cap="flat" cmpd="sng" w="9525">
                  <a:solidFill>
                    <a:schemeClr val="dk1"/>
                  </a:solidFill>
                  <a:prstDash val="solid"/>
                  <a:miter lim="8000"/>
                  <a:headEnd len="sm" w="sm" type="none"/>
                  <a:tailEnd len="sm" w="sm" type="none"/>
                </a:ln>
              </p:spPr>
            </p:sp>
            <p:sp>
              <p:nvSpPr>
                <p:cNvPr id="922" name="Google Shape;922;p38"/>
                <p:cNvSpPr/>
                <p:nvPr/>
              </p:nvSpPr>
              <p:spPr>
                <a:xfrm>
                  <a:off x="5269680" y="1476000"/>
                  <a:ext cx="149543" cy="486708"/>
                </a:xfrm>
                <a:custGeom>
                  <a:rect b="b" l="l" r="r" t="t"/>
                  <a:pathLst>
                    <a:path extrusionOk="0" h="486708" w="153772">
                      <a:moveTo>
                        <a:pt x="0" y="231848"/>
                      </a:moveTo>
                      <a:lnTo>
                        <a:pt x="101337" y="0"/>
                      </a:lnTo>
                      <a:cubicBezTo>
                        <a:pt x="101337" y="0"/>
                        <a:pt x="143942" y="170431"/>
                        <a:pt x="148857" y="213036"/>
                      </a:cubicBezTo>
                      <a:cubicBezTo>
                        <a:pt x="153772" y="255641"/>
                        <a:pt x="107890" y="486708"/>
                        <a:pt x="107890" y="486708"/>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8"/>
                <p:cNvSpPr/>
                <p:nvPr/>
              </p:nvSpPr>
              <p:spPr>
                <a:xfrm>
                  <a:off x="5244840" y="1737720"/>
                  <a:ext cx="11891" cy="26621"/>
                </a:xfrm>
                <a:custGeom>
                  <a:rect b="b" l="l" r="r" t="t"/>
                  <a:pathLst>
                    <a:path extrusionOk="0" h="26822" w="11773">
                      <a:moveTo>
                        <a:pt x="0" y="26822"/>
                      </a:moveTo>
                      <a:lnTo>
                        <a:pt x="11773" y="0"/>
                      </a:lnTo>
                    </a:path>
                  </a:pathLst>
                </a:custGeom>
                <a:solidFill>
                  <a:schemeClr val="lt1"/>
                </a:solidFill>
                <a:ln cap="flat" cmpd="sng" w="9525">
                  <a:solidFill>
                    <a:schemeClr val="dk1"/>
                  </a:solidFill>
                  <a:prstDash val="solid"/>
                  <a:miter lim="8000"/>
                  <a:headEnd len="sm" w="sm" type="none"/>
                  <a:tailEnd len="sm" w="sm" type="none"/>
                </a:ln>
              </p:spPr>
            </p:sp>
            <p:sp>
              <p:nvSpPr>
                <p:cNvPr id="924" name="Google Shape;924;p38"/>
                <p:cNvSpPr/>
                <p:nvPr/>
              </p:nvSpPr>
              <p:spPr>
                <a:xfrm>
                  <a:off x="6078600" y="1872000"/>
                  <a:ext cx="16936" cy="90726"/>
                </a:xfrm>
                <a:custGeom>
                  <a:rect b="b" l="l" r="r" t="t"/>
                  <a:pathLst>
                    <a:path extrusionOk="0" h="90726" w="17021">
                      <a:moveTo>
                        <a:pt x="0" y="0"/>
                      </a:moveTo>
                      <a:cubicBezTo>
                        <a:pt x="8973" y="50206"/>
                        <a:pt x="17021" y="90726"/>
                        <a:pt x="17021" y="90726"/>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6054480" y="1476000"/>
                  <a:ext cx="160531" cy="359588"/>
                </a:xfrm>
                <a:custGeom>
                  <a:rect b="b" l="l" r="r" t="t"/>
                  <a:pathLst>
                    <a:path extrusionOk="0" h="359588" w="162563">
                      <a:moveTo>
                        <a:pt x="160579" y="294970"/>
                      </a:moveTo>
                      <a:lnTo>
                        <a:pt x="47880" y="0"/>
                      </a:lnTo>
                      <a:cubicBezTo>
                        <a:pt x="47880" y="0"/>
                        <a:pt x="5274" y="170431"/>
                        <a:pt x="359" y="213036"/>
                      </a:cubicBezTo>
                      <a:cubicBezTo>
                        <a:pt x="-1984" y="233629"/>
                        <a:pt x="7512" y="298285"/>
                        <a:pt x="17942" y="359588"/>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5313240" y="1280160"/>
                  <a:ext cx="38195" cy="129940"/>
                </a:xfrm>
                <a:custGeom>
                  <a:rect b="b" l="l" r="r" t="t"/>
                  <a:pathLst>
                    <a:path extrusionOk="0" h="129940" w="38291">
                      <a:moveTo>
                        <a:pt x="38291" y="129940"/>
                      </a:moveTo>
                      <a:lnTo>
                        <a:pt x="0" y="0"/>
                      </a:lnTo>
                    </a:path>
                  </a:pathLst>
                </a:custGeom>
                <a:solidFill>
                  <a:schemeClr val="lt1"/>
                </a:solidFill>
                <a:ln cap="flat" cmpd="sng" w="9525">
                  <a:solidFill>
                    <a:schemeClr val="dk1"/>
                  </a:solidFill>
                  <a:prstDash val="solid"/>
                  <a:miter lim="8000"/>
                  <a:headEnd len="sm" w="sm" type="none"/>
                  <a:tailEnd len="sm" w="sm" type="none"/>
                </a:ln>
              </p:spPr>
            </p:sp>
            <p:sp>
              <p:nvSpPr>
                <p:cNvPr id="927" name="Google Shape;927;p38"/>
                <p:cNvSpPr/>
                <p:nvPr/>
              </p:nvSpPr>
              <p:spPr>
                <a:xfrm>
                  <a:off x="5360400" y="1439640"/>
                  <a:ext cx="10790" cy="36759"/>
                </a:xfrm>
                <a:custGeom>
                  <a:rect b="b" l="l" r="r" t="t"/>
                  <a:pathLst>
                    <a:path extrusionOk="0" h="36576" w="10763">
                      <a:moveTo>
                        <a:pt x="10763" y="36576"/>
                      </a:moveTo>
                      <a:lnTo>
                        <a:pt x="0" y="0"/>
                      </a:lnTo>
                    </a:path>
                  </a:pathLst>
                </a:custGeom>
                <a:solidFill>
                  <a:schemeClr val="lt1"/>
                </a:solidFill>
                <a:ln cap="flat" cmpd="sng" w="9525">
                  <a:solidFill>
                    <a:schemeClr val="dk1"/>
                  </a:solidFill>
                  <a:prstDash val="solid"/>
                  <a:miter lim="8000"/>
                  <a:headEnd len="sm" w="sm" type="none"/>
                  <a:tailEnd len="sm" w="sm" type="none"/>
                </a:ln>
              </p:spPr>
            </p:sp>
            <p:sp>
              <p:nvSpPr>
                <p:cNvPr id="928" name="Google Shape;928;p38"/>
                <p:cNvSpPr/>
                <p:nvPr/>
              </p:nvSpPr>
              <p:spPr>
                <a:xfrm>
                  <a:off x="6151680" y="1239120"/>
                  <a:ext cx="7562" cy="32049"/>
                </a:xfrm>
                <a:custGeom>
                  <a:rect b="b" l="l" r="r" t="t"/>
                  <a:pathLst>
                    <a:path extrusionOk="0" h="31890" w="7677">
                      <a:moveTo>
                        <a:pt x="0" y="31890"/>
                      </a:moveTo>
                      <a:lnTo>
                        <a:pt x="7677" y="0"/>
                      </a:lnTo>
                    </a:path>
                  </a:pathLst>
                </a:custGeom>
                <a:solidFill>
                  <a:schemeClr val="lt1"/>
                </a:solidFill>
                <a:ln cap="flat" cmpd="sng" w="9525">
                  <a:solidFill>
                    <a:schemeClr val="dk1"/>
                  </a:solidFill>
                  <a:prstDash val="solid"/>
                  <a:miter lim="8000"/>
                  <a:headEnd len="sm" w="sm" type="none"/>
                  <a:tailEnd len="sm" w="sm" type="none"/>
                </a:ln>
              </p:spPr>
            </p:sp>
            <p:sp>
              <p:nvSpPr>
                <p:cNvPr id="929" name="Google Shape;929;p38"/>
                <p:cNvSpPr/>
                <p:nvPr/>
              </p:nvSpPr>
              <p:spPr>
                <a:xfrm>
                  <a:off x="5443560" y="978840"/>
                  <a:ext cx="132550" cy="7193"/>
                </a:xfrm>
                <a:custGeom>
                  <a:rect b="b" l="l" r="r" t="t"/>
                  <a:pathLst>
                    <a:path extrusionOk="0" h="7229" w="132550">
                      <a:moveTo>
                        <a:pt x="0" y="0"/>
                      </a:moveTo>
                      <a:lnTo>
                        <a:pt x="132550" y="7229"/>
                      </a:lnTo>
                    </a:path>
                  </a:pathLst>
                </a:custGeom>
                <a:solidFill>
                  <a:schemeClr val="lt1"/>
                </a:solidFill>
                <a:ln cap="flat" cmpd="sng" w="9525">
                  <a:solidFill>
                    <a:schemeClr val="dk1"/>
                  </a:solidFill>
                  <a:prstDash val="solid"/>
                  <a:miter lim="8000"/>
                  <a:headEnd len="sm" w="sm" type="none"/>
                  <a:tailEnd len="sm" w="sm" type="none"/>
                </a:ln>
              </p:spPr>
            </p:sp>
            <p:sp>
              <p:nvSpPr>
                <p:cNvPr id="930" name="Google Shape;930;p38"/>
                <p:cNvSpPr/>
                <p:nvPr/>
              </p:nvSpPr>
              <p:spPr>
                <a:xfrm>
                  <a:off x="5927760" y="983520"/>
                  <a:ext cx="103613" cy="9721"/>
                </a:xfrm>
                <a:custGeom>
                  <a:rect b="b" l="l" r="r" t="t"/>
                  <a:pathLst>
                    <a:path extrusionOk="0" h="9649" w="103613">
                      <a:moveTo>
                        <a:pt x="103613" y="0"/>
                      </a:moveTo>
                      <a:lnTo>
                        <a:pt x="0" y="9649"/>
                      </a:lnTo>
                    </a:path>
                  </a:pathLst>
                </a:custGeom>
                <a:solidFill>
                  <a:schemeClr val="lt1"/>
                </a:solidFill>
                <a:ln cap="flat" cmpd="sng" w="9525">
                  <a:solidFill>
                    <a:schemeClr val="dk1"/>
                  </a:solidFill>
                  <a:prstDash val="solid"/>
                  <a:miter lim="8000"/>
                  <a:headEnd len="sm" w="sm" type="none"/>
                  <a:tailEnd len="sm" w="sm" type="none"/>
                </a:ln>
              </p:spPr>
            </p:sp>
            <p:sp>
              <p:nvSpPr>
                <p:cNvPr id="931" name="Google Shape;931;p38"/>
                <p:cNvSpPr/>
                <p:nvPr/>
              </p:nvSpPr>
              <p:spPr>
                <a:xfrm>
                  <a:off x="6102360" y="1296000"/>
                  <a:ext cx="43212" cy="180118"/>
                </a:xfrm>
                <a:custGeom>
                  <a:rect b="b" l="l" r="r" t="t"/>
                  <a:pathLst>
                    <a:path extrusionOk="0" h="180118" w="43320">
                      <a:moveTo>
                        <a:pt x="0" y="180118"/>
                      </a:moveTo>
                      <a:lnTo>
                        <a:pt x="43320" y="0"/>
                      </a:lnTo>
                    </a:path>
                  </a:pathLst>
                </a:custGeom>
                <a:solidFill>
                  <a:schemeClr val="lt1"/>
                </a:solidFill>
                <a:ln cap="flat" cmpd="sng" w="9525">
                  <a:solidFill>
                    <a:schemeClr val="dk1"/>
                  </a:solidFill>
                  <a:prstDash val="solid"/>
                  <a:miter lim="8000"/>
                  <a:headEnd len="sm" w="sm" type="none"/>
                  <a:tailEnd len="sm" w="sm" type="none"/>
                </a:ln>
              </p:spPr>
            </p:sp>
            <p:sp>
              <p:nvSpPr>
                <p:cNvPr id="932" name="Google Shape;932;p38"/>
                <p:cNvSpPr/>
                <p:nvPr/>
              </p:nvSpPr>
              <p:spPr>
                <a:xfrm>
                  <a:off x="5725800" y="534960"/>
                  <a:ext cx="74544" cy="135835"/>
                </a:xfrm>
                <a:custGeom>
                  <a:rect b="b" l="l" r="r" t="t"/>
                  <a:pathLst>
                    <a:path extrusionOk="0" h="142609" w="77048">
                      <a:moveTo>
                        <a:pt x="0" y="38438"/>
                      </a:moveTo>
                      <a:cubicBezTo>
                        <a:pt x="0" y="38438"/>
                        <a:pt x="10239" y="15274"/>
                        <a:pt x="28860" y="4177"/>
                      </a:cubicBezTo>
                      <a:cubicBezTo>
                        <a:pt x="47482" y="-6920"/>
                        <a:pt x="71466" y="3243"/>
                        <a:pt x="74257" y="44925"/>
                      </a:cubicBezTo>
                      <a:cubicBezTo>
                        <a:pt x="77048" y="86606"/>
                        <a:pt x="59360" y="106971"/>
                        <a:pt x="48187" y="116248"/>
                      </a:cubicBezTo>
                      <a:cubicBezTo>
                        <a:pt x="37014" y="125525"/>
                        <a:pt x="10239" y="135689"/>
                        <a:pt x="10239" y="135689"/>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5505480" y="387360"/>
                  <a:ext cx="209273" cy="186614"/>
                </a:xfrm>
                <a:custGeom>
                  <a:rect b="b" l="l" r="r" t="t"/>
                  <a:pathLst>
                    <a:path extrusionOk="0" h="191891" w="209273">
                      <a:moveTo>
                        <a:pt x="209273" y="174772"/>
                      </a:moveTo>
                      <a:cubicBezTo>
                        <a:pt x="209273" y="174772"/>
                        <a:pt x="185175" y="187774"/>
                        <a:pt x="177765" y="186840"/>
                      </a:cubicBezTo>
                      <a:cubicBezTo>
                        <a:pt x="170354" y="185907"/>
                        <a:pt x="185213" y="170152"/>
                        <a:pt x="185213" y="170152"/>
                      </a:cubicBezTo>
                      <a:cubicBezTo>
                        <a:pt x="185213" y="170152"/>
                        <a:pt x="171326" y="173877"/>
                        <a:pt x="165773" y="168286"/>
                      </a:cubicBezTo>
                      <a:cubicBezTo>
                        <a:pt x="160220" y="162694"/>
                        <a:pt x="175936" y="148845"/>
                        <a:pt x="173221" y="145159"/>
                      </a:cubicBezTo>
                      <a:cubicBezTo>
                        <a:pt x="170507" y="141473"/>
                        <a:pt x="99107" y="113650"/>
                        <a:pt x="95421" y="104192"/>
                      </a:cubicBezTo>
                      <a:cubicBezTo>
                        <a:pt x="91735" y="94734"/>
                        <a:pt x="103727" y="24525"/>
                        <a:pt x="103727" y="24525"/>
                      </a:cubicBezTo>
                      <a:cubicBezTo>
                        <a:pt x="103727" y="24525"/>
                        <a:pt x="68532" y="43146"/>
                        <a:pt x="37062" y="43146"/>
                      </a:cubicBezTo>
                      <a:cubicBezTo>
                        <a:pt x="5591" y="43146"/>
                        <a:pt x="33338" y="10704"/>
                        <a:pt x="24098" y="3294"/>
                      </a:cubicBezTo>
                      <a:cubicBezTo>
                        <a:pt x="14859" y="-4117"/>
                        <a:pt x="0" y="3294"/>
                        <a:pt x="0" y="3294"/>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5593320" y="771480"/>
                  <a:ext cx="61982" cy="17650"/>
                </a:xfrm>
                <a:custGeom>
                  <a:rect b="b" l="l" r="r" t="t"/>
                  <a:pathLst>
                    <a:path extrusionOk="0" h="17650" w="61827">
                      <a:moveTo>
                        <a:pt x="0" y="17650"/>
                      </a:moveTo>
                      <a:cubicBezTo>
                        <a:pt x="0" y="17650"/>
                        <a:pt x="41196" y="8230"/>
                        <a:pt x="61827" y="0"/>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38"/>
              <p:cNvGrpSpPr/>
              <p:nvPr/>
            </p:nvGrpSpPr>
            <p:grpSpPr>
              <a:xfrm>
                <a:off x="1821351" y="1385985"/>
                <a:ext cx="1364041" cy="2075809"/>
                <a:chOff x="5415120" y="535680"/>
                <a:chExt cx="666719" cy="1014619"/>
              </a:xfrm>
            </p:grpSpPr>
            <p:sp>
              <p:nvSpPr>
                <p:cNvPr id="936" name="Google Shape;936;p38"/>
                <p:cNvSpPr/>
                <p:nvPr/>
              </p:nvSpPr>
              <p:spPr>
                <a:xfrm>
                  <a:off x="5774040" y="988920"/>
                  <a:ext cx="307489" cy="551753"/>
                </a:xfrm>
                <a:custGeom>
                  <a:rect b="b" l="l" r="r" t="t"/>
                  <a:pathLst>
                    <a:path extrusionOk="0" h="563013" w="315373">
                      <a:moveTo>
                        <a:pt x="54676" y="22550"/>
                      </a:moveTo>
                      <a:cubicBezTo>
                        <a:pt x="54676" y="22550"/>
                        <a:pt x="62125" y="6195"/>
                        <a:pt x="90614" y="499"/>
                      </a:cubicBezTo>
                      <a:cubicBezTo>
                        <a:pt x="119103" y="-5197"/>
                        <a:pt x="172329" y="38894"/>
                        <a:pt x="204990" y="79757"/>
                      </a:cubicBezTo>
                      <a:cubicBezTo>
                        <a:pt x="237652" y="120609"/>
                        <a:pt x="258102" y="201467"/>
                        <a:pt x="260559" y="204744"/>
                      </a:cubicBezTo>
                      <a:cubicBezTo>
                        <a:pt x="263017" y="208020"/>
                        <a:pt x="276876" y="220279"/>
                        <a:pt x="287524" y="269285"/>
                      </a:cubicBezTo>
                      <a:cubicBezTo>
                        <a:pt x="298174" y="318291"/>
                        <a:pt x="295678" y="401616"/>
                        <a:pt x="298135" y="408988"/>
                      </a:cubicBezTo>
                      <a:cubicBezTo>
                        <a:pt x="300593" y="416361"/>
                        <a:pt x="310385" y="462100"/>
                        <a:pt x="307108" y="484150"/>
                      </a:cubicBezTo>
                      <a:cubicBezTo>
                        <a:pt x="303832" y="506200"/>
                        <a:pt x="295678" y="530708"/>
                        <a:pt x="270351" y="538862"/>
                      </a:cubicBezTo>
                      <a:cubicBezTo>
                        <a:pt x="245024" y="547015"/>
                        <a:pt x="218802" y="557816"/>
                        <a:pt x="200076" y="548691"/>
                      </a:cubicBezTo>
                      <a:cubicBezTo>
                        <a:pt x="133038" y="515992"/>
                        <a:pt x="97063" y="534804"/>
                        <a:pt x="67669" y="521726"/>
                      </a:cubicBezTo>
                      <a:cubicBezTo>
                        <a:pt x="38274" y="508648"/>
                        <a:pt x="24425" y="487427"/>
                        <a:pt x="9718" y="440830"/>
                      </a:cubicBezTo>
                      <a:cubicBezTo>
                        <a:pt x="-4988" y="394234"/>
                        <a:pt x="-892" y="330550"/>
                        <a:pt x="8118" y="299489"/>
                      </a:cubicBezTo>
                      <a:cubicBezTo>
                        <a:pt x="17129" y="268428"/>
                        <a:pt x="17091" y="219450"/>
                        <a:pt x="27711" y="154233"/>
                      </a:cubicBezTo>
                      <a:cubicBezTo>
                        <a:pt x="38322" y="89015"/>
                        <a:pt x="35607" y="78328"/>
                        <a:pt x="35865" y="64364"/>
                      </a:cubicBezTo>
                      <a:cubicBezTo>
                        <a:pt x="36531" y="24997"/>
                        <a:pt x="54676" y="22540"/>
                        <a:pt x="54676" y="22540"/>
                      </a:cubicBezTo>
                      <a:close/>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8"/>
                <p:cNvSpPr/>
                <p:nvPr/>
              </p:nvSpPr>
              <p:spPr>
                <a:xfrm>
                  <a:off x="5774040" y="988920"/>
                  <a:ext cx="307799" cy="545001"/>
                </a:xfrm>
                <a:custGeom>
                  <a:rect b="b" l="l" r="r" t="t"/>
                  <a:pathLst>
                    <a:path extrusionOk="0" h="550506" w="310125">
                      <a:moveTo>
                        <a:pt x="52731" y="74847"/>
                      </a:moveTo>
                      <a:cubicBezTo>
                        <a:pt x="55188" y="97717"/>
                        <a:pt x="87030" y="204759"/>
                        <a:pt x="67446" y="247212"/>
                      </a:cubicBezTo>
                      <a:cubicBezTo>
                        <a:pt x="49568" y="285978"/>
                        <a:pt x="16793" y="319354"/>
                        <a:pt x="0" y="378800"/>
                      </a:cubicBezTo>
                      <a:cubicBezTo>
                        <a:pt x="410" y="399812"/>
                        <a:pt x="3600" y="420671"/>
                        <a:pt x="9497" y="440845"/>
                      </a:cubicBezTo>
                      <a:cubicBezTo>
                        <a:pt x="11182" y="446084"/>
                        <a:pt x="13154" y="451218"/>
                        <a:pt x="15421" y="456228"/>
                      </a:cubicBezTo>
                      <a:cubicBezTo>
                        <a:pt x="34042" y="464572"/>
                        <a:pt x="62046" y="463677"/>
                        <a:pt x="91135" y="464534"/>
                      </a:cubicBezTo>
                      <a:cubicBezTo>
                        <a:pt x="148304" y="466172"/>
                        <a:pt x="186700" y="529076"/>
                        <a:pt x="219408" y="540515"/>
                      </a:cubicBezTo>
                      <a:cubicBezTo>
                        <a:pt x="224552" y="542344"/>
                        <a:pt x="229314" y="543906"/>
                        <a:pt x="233782" y="545277"/>
                      </a:cubicBezTo>
                      <a:cubicBezTo>
                        <a:pt x="246107" y="544582"/>
                        <a:pt x="258309" y="542430"/>
                        <a:pt x="270129" y="538867"/>
                      </a:cubicBezTo>
                      <a:cubicBezTo>
                        <a:pt x="295456" y="530714"/>
                        <a:pt x="303648" y="506206"/>
                        <a:pt x="306886" y="484156"/>
                      </a:cubicBezTo>
                      <a:cubicBezTo>
                        <a:pt x="310125" y="462105"/>
                        <a:pt x="300333" y="416338"/>
                        <a:pt x="297913" y="408994"/>
                      </a:cubicBezTo>
                      <a:cubicBezTo>
                        <a:pt x="295494" y="401650"/>
                        <a:pt x="297913" y="318306"/>
                        <a:pt x="287303" y="269291"/>
                      </a:cubicBezTo>
                      <a:cubicBezTo>
                        <a:pt x="276692" y="220275"/>
                        <a:pt x="262757" y="208026"/>
                        <a:pt x="260338" y="204749"/>
                      </a:cubicBezTo>
                      <a:cubicBezTo>
                        <a:pt x="257918" y="201473"/>
                        <a:pt x="237430" y="120577"/>
                        <a:pt x="204768" y="79762"/>
                      </a:cubicBezTo>
                      <a:cubicBezTo>
                        <a:pt x="172108" y="38948"/>
                        <a:pt x="119110" y="-5229"/>
                        <a:pt x="90392" y="505"/>
                      </a:cubicBezTo>
                      <a:cubicBezTo>
                        <a:pt x="61674" y="6239"/>
                        <a:pt x="54454" y="22555"/>
                        <a:pt x="54454" y="22555"/>
                      </a:cubicBezTo>
                      <a:cubicBezTo>
                        <a:pt x="52092" y="39881"/>
                        <a:pt x="51521" y="57407"/>
                        <a:pt x="52740" y="74847"/>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8"/>
                <p:cNvSpPr/>
                <p:nvPr/>
              </p:nvSpPr>
              <p:spPr>
                <a:xfrm>
                  <a:off x="5755320" y="1040400"/>
                  <a:ext cx="275016" cy="417938"/>
                </a:xfrm>
                <a:custGeom>
                  <a:rect b="b" l="l" r="r" t="t"/>
                  <a:pathLst>
                    <a:path extrusionOk="0" h="417938" w="275016">
                      <a:moveTo>
                        <a:pt x="274711" y="334685"/>
                      </a:moveTo>
                      <a:cubicBezTo>
                        <a:pt x="274387" y="333647"/>
                        <a:pt x="273291" y="333066"/>
                        <a:pt x="272253" y="333380"/>
                      </a:cubicBezTo>
                      <a:lnTo>
                        <a:pt x="264805" y="335580"/>
                      </a:lnTo>
                      <a:lnTo>
                        <a:pt x="271434" y="324407"/>
                      </a:lnTo>
                      <a:cubicBezTo>
                        <a:pt x="271996" y="323493"/>
                        <a:pt x="271710" y="322302"/>
                        <a:pt x="270796" y="321740"/>
                      </a:cubicBezTo>
                      <a:cubicBezTo>
                        <a:pt x="270786" y="321740"/>
                        <a:pt x="270777" y="321731"/>
                        <a:pt x="270767" y="321721"/>
                      </a:cubicBezTo>
                      <a:cubicBezTo>
                        <a:pt x="269834" y="321150"/>
                        <a:pt x="268624" y="321455"/>
                        <a:pt x="268053" y="322379"/>
                      </a:cubicBezTo>
                      <a:cubicBezTo>
                        <a:pt x="268053" y="322379"/>
                        <a:pt x="268053" y="322379"/>
                        <a:pt x="268053" y="322388"/>
                      </a:cubicBezTo>
                      <a:lnTo>
                        <a:pt x="260233" y="335685"/>
                      </a:lnTo>
                      <a:cubicBezTo>
                        <a:pt x="259957" y="336104"/>
                        <a:pt x="259880" y="336618"/>
                        <a:pt x="260014" y="337104"/>
                      </a:cubicBezTo>
                      <a:lnTo>
                        <a:pt x="235801" y="344553"/>
                      </a:lnTo>
                      <a:cubicBezTo>
                        <a:pt x="235334" y="344705"/>
                        <a:pt x="234935" y="345019"/>
                        <a:pt x="234687" y="345448"/>
                      </a:cubicBezTo>
                      <a:cubicBezTo>
                        <a:pt x="231220" y="343924"/>
                        <a:pt x="227800" y="342324"/>
                        <a:pt x="224409" y="340686"/>
                      </a:cubicBezTo>
                      <a:cubicBezTo>
                        <a:pt x="210655" y="333942"/>
                        <a:pt x="197454" y="326122"/>
                        <a:pt x="184928" y="317292"/>
                      </a:cubicBezTo>
                      <a:cubicBezTo>
                        <a:pt x="178727" y="313054"/>
                        <a:pt x="173022" y="308148"/>
                        <a:pt x="167907" y="302652"/>
                      </a:cubicBezTo>
                      <a:cubicBezTo>
                        <a:pt x="166707" y="301290"/>
                        <a:pt x="165592" y="299861"/>
                        <a:pt x="164554" y="298366"/>
                      </a:cubicBezTo>
                      <a:lnTo>
                        <a:pt x="161163" y="293670"/>
                      </a:lnTo>
                      <a:lnTo>
                        <a:pt x="154343" y="284250"/>
                      </a:lnTo>
                      <a:lnTo>
                        <a:pt x="128274" y="248084"/>
                      </a:lnTo>
                      <a:lnTo>
                        <a:pt x="128274" y="246407"/>
                      </a:lnTo>
                      <a:cubicBezTo>
                        <a:pt x="128502" y="239540"/>
                        <a:pt x="127940" y="232663"/>
                        <a:pt x="126597" y="225919"/>
                      </a:cubicBezTo>
                      <a:cubicBezTo>
                        <a:pt x="133779" y="226700"/>
                        <a:pt x="140856" y="228300"/>
                        <a:pt x="147676" y="230681"/>
                      </a:cubicBezTo>
                      <a:cubicBezTo>
                        <a:pt x="148533" y="231043"/>
                        <a:pt x="149362" y="231453"/>
                        <a:pt x="150172" y="231910"/>
                      </a:cubicBezTo>
                      <a:cubicBezTo>
                        <a:pt x="150505" y="232091"/>
                        <a:pt x="150809" y="232301"/>
                        <a:pt x="151105" y="232539"/>
                      </a:cubicBezTo>
                      <a:cubicBezTo>
                        <a:pt x="151457" y="232777"/>
                        <a:pt x="151772" y="233063"/>
                        <a:pt x="152038" y="233396"/>
                      </a:cubicBezTo>
                      <a:cubicBezTo>
                        <a:pt x="153410" y="234853"/>
                        <a:pt x="154657" y="236425"/>
                        <a:pt x="155763" y="238092"/>
                      </a:cubicBezTo>
                      <a:cubicBezTo>
                        <a:pt x="157658" y="241502"/>
                        <a:pt x="158553" y="245369"/>
                        <a:pt x="158372" y="249265"/>
                      </a:cubicBezTo>
                      <a:cubicBezTo>
                        <a:pt x="158220" y="253722"/>
                        <a:pt x="158315" y="258190"/>
                        <a:pt x="158668" y="262638"/>
                      </a:cubicBezTo>
                      <a:cubicBezTo>
                        <a:pt x="159201" y="267134"/>
                        <a:pt x="160097" y="271582"/>
                        <a:pt x="161354" y="275935"/>
                      </a:cubicBezTo>
                      <a:cubicBezTo>
                        <a:pt x="162592" y="280269"/>
                        <a:pt x="164230" y="284488"/>
                        <a:pt x="166231" y="288527"/>
                      </a:cubicBezTo>
                      <a:cubicBezTo>
                        <a:pt x="168469" y="292661"/>
                        <a:pt x="170850" y="295975"/>
                        <a:pt x="173155" y="299890"/>
                      </a:cubicBezTo>
                      <a:cubicBezTo>
                        <a:pt x="173536" y="300557"/>
                        <a:pt x="174384" y="300795"/>
                        <a:pt x="175051" y="300414"/>
                      </a:cubicBezTo>
                      <a:cubicBezTo>
                        <a:pt x="175717" y="300033"/>
                        <a:pt x="175956" y="299185"/>
                        <a:pt x="175575" y="298518"/>
                      </a:cubicBezTo>
                      <a:lnTo>
                        <a:pt x="175575" y="298518"/>
                      </a:lnTo>
                      <a:cubicBezTo>
                        <a:pt x="173489" y="294794"/>
                        <a:pt x="171031" y="290736"/>
                        <a:pt x="169279" y="287050"/>
                      </a:cubicBezTo>
                      <a:cubicBezTo>
                        <a:pt x="167583" y="283126"/>
                        <a:pt x="166240" y="279068"/>
                        <a:pt x="165259" y="274906"/>
                      </a:cubicBezTo>
                      <a:cubicBezTo>
                        <a:pt x="164288" y="270753"/>
                        <a:pt x="163640" y="266533"/>
                        <a:pt x="163326" y="262276"/>
                      </a:cubicBezTo>
                      <a:cubicBezTo>
                        <a:pt x="163211" y="257951"/>
                        <a:pt x="163335" y="253627"/>
                        <a:pt x="163697" y="249312"/>
                      </a:cubicBezTo>
                      <a:cubicBezTo>
                        <a:pt x="163792" y="247512"/>
                        <a:pt x="163792" y="245712"/>
                        <a:pt x="163697" y="243912"/>
                      </a:cubicBezTo>
                      <a:cubicBezTo>
                        <a:pt x="167326" y="246245"/>
                        <a:pt x="170679" y="248998"/>
                        <a:pt x="173679" y="252103"/>
                      </a:cubicBezTo>
                      <a:cubicBezTo>
                        <a:pt x="179975" y="258656"/>
                        <a:pt x="203807" y="281040"/>
                        <a:pt x="204854" y="281897"/>
                      </a:cubicBezTo>
                      <a:cubicBezTo>
                        <a:pt x="205197" y="282221"/>
                        <a:pt x="205645" y="282412"/>
                        <a:pt x="206121" y="282421"/>
                      </a:cubicBezTo>
                      <a:cubicBezTo>
                        <a:pt x="206683" y="282459"/>
                        <a:pt x="207226" y="282240"/>
                        <a:pt x="207607" y="281821"/>
                      </a:cubicBezTo>
                      <a:cubicBezTo>
                        <a:pt x="208379" y="281050"/>
                        <a:pt x="208379" y="279802"/>
                        <a:pt x="207607" y="279030"/>
                      </a:cubicBezTo>
                      <a:lnTo>
                        <a:pt x="207607" y="279030"/>
                      </a:lnTo>
                      <a:cubicBezTo>
                        <a:pt x="207416" y="278840"/>
                        <a:pt x="192262" y="264657"/>
                        <a:pt x="182766" y="255418"/>
                      </a:cubicBezTo>
                      <a:cubicBezTo>
                        <a:pt x="185861" y="256475"/>
                        <a:pt x="188900" y="257723"/>
                        <a:pt x="191853" y="259142"/>
                      </a:cubicBezTo>
                      <a:cubicBezTo>
                        <a:pt x="198597" y="261800"/>
                        <a:pt x="205588" y="263828"/>
                        <a:pt x="212713" y="265171"/>
                      </a:cubicBezTo>
                      <a:lnTo>
                        <a:pt x="213084" y="265171"/>
                      </a:lnTo>
                      <a:cubicBezTo>
                        <a:pt x="214036" y="265190"/>
                        <a:pt x="214865" y="264533"/>
                        <a:pt x="215055" y="263609"/>
                      </a:cubicBezTo>
                      <a:cubicBezTo>
                        <a:pt x="215285" y="262542"/>
                        <a:pt x="214599" y="261495"/>
                        <a:pt x="213532" y="261266"/>
                      </a:cubicBezTo>
                      <a:cubicBezTo>
                        <a:pt x="213522" y="261266"/>
                        <a:pt x="213503" y="261266"/>
                        <a:pt x="213493" y="261266"/>
                      </a:cubicBezTo>
                      <a:cubicBezTo>
                        <a:pt x="206740" y="259980"/>
                        <a:pt x="200120" y="258085"/>
                        <a:pt x="193720" y="255608"/>
                      </a:cubicBezTo>
                      <a:cubicBezTo>
                        <a:pt x="188043" y="252979"/>
                        <a:pt x="182204" y="250684"/>
                        <a:pt x="176251" y="248760"/>
                      </a:cubicBezTo>
                      <a:cubicBezTo>
                        <a:pt x="172241" y="244712"/>
                        <a:pt x="167688" y="241226"/>
                        <a:pt x="162735" y="238406"/>
                      </a:cubicBezTo>
                      <a:cubicBezTo>
                        <a:pt x="162326" y="237111"/>
                        <a:pt x="161792" y="235863"/>
                        <a:pt x="161135" y="234682"/>
                      </a:cubicBezTo>
                      <a:cubicBezTo>
                        <a:pt x="159897" y="232653"/>
                        <a:pt x="158487" y="230738"/>
                        <a:pt x="156925" y="228948"/>
                      </a:cubicBezTo>
                      <a:cubicBezTo>
                        <a:pt x="156048" y="227862"/>
                        <a:pt x="155000" y="226919"/>
                        <a:pt x="153829" y="226157"/>
                      </a:cubicBezTo>
                      <a:cubicBezTo>
                        <a:pt x="152771" y="225452"/>
                        <a:pt x="151667" y="224833"/>
                        <a:pt x="150514" y="224290"/>
                      </a:cubicBezTo>
                      <a:cubicBezTo>
                        <a:pt x="142370" y="221013"/>
                        <a:pt x="133874" y="218708"/>
                        <a:pt x="125187" y="217442"/>
                      </a:cubicBezTo>
                      <a:cubicBezTo>
                        <a:pt x="120948" y="197249"/>
                        <a:pt x="114967" y="177456"/>
                        <a:pt x="107309" y="158301"/>
                      </a:cubicBezTo>
                      <a:cubicBezTo>
                        <a:pt x="103690" y="150481"/>
                        <a:pt x="99536" y="142928"/>
                        <a:pt x="94869" y="135698"/>
                      </a:cubicBezTo>
                      <a:cubicBezTo>
                        <a:pt x="100260" y="134517"/>
                        <a:pt x="105728" y="133660"/>
                        <a:pt x="111223" y="133126"/>
                      </a:cubicBezTo>
                      <a:cubicBezTo>
                        <a:pt x="114786" y="132698"/>
                        <a:pt x="118386" y="132698"/>
                        <a:pt x="121949" y="133126"/>
                      </a:cubicBezTo>
                      <a:cubicBezTo>
                        <a:pt x="122320" y="133126"/>
                        <a:pt x="123177" y="133460"/>
                        <a:pt x="124292" y="133688"/>
                      </a:cubicBezTo>
                      <a:cubicBezTo>
                        <a:pt x="133417" y="143747"/>
                        <a:pt x="142913" y="153319"/>
                        <a:pt x="152781" y="162549"/>
                      </a:cubicBezTo>
                      <a:cubicBezTo>
                        <a:pt x="155572" y="165159"/>
                        <a:pt x="158401" y="167693"/>
                        <a:pt x="161240" y="170188"/>
                      </a:cubicBezTo>
                      <a:cubicBezTo>
                        <a:pt x="160982" y="170798"/>
                        <a:pt x="161058" y="171503"/>
                        <a:pt x="161430" y="172055"/>
                      </a:cubicBezTo>
                      <a:cubicBezTo>
                        <a:pt x="169355" y="183237"/>
                        <a:pt x="178670" y="193372"/>
                        <a:pt x="189138" y="202221"/>
                      </a:cubicBezTo>
                      <a:cubicBezTo>
                        <a:pt x="196615" y="208574"/>
                        <a:pt x="203568" y="215527"/>
                        <a:pt x="209921" y="223004"/>
                      </a:cubicBezTo>
                      <a:lnTo>
                        <a:pt x="209512" y="241626"/>
                      </a:lnTo>
                      <a:cubicBezTo>
                        <a:pt x="209360" y="242702"/>
                        <a:pt x="210112" y="243702"/>
                        <a:pt x="211198" y="243854"/>
                      </a:cubicBezTo>
                      <a:cubicBezTo>
                        <a:pt x="212274" y="244007"/>
                        <a:pt x="213275" y="243254"/>
                        <a:pt x="213427" y="242169"/>
                      </a:cubicBezTo>
                      <a:cubicBezTo>
                        <a:pt x="213456" y="241987"/>
                        <a:pt x="213456" y="241807"/>
                        <a:pt x="213427" y="241626"/>
                      </a:cubicBezTo>
                      <a:lnTo>
                        <a:pt x="213760" y="227395"/>
                      </a:lnTo>
                      <a:cubicBezTo>
                        <a:pt x="222514" y="237416"/>
                        <a:pt x="229629" y="246312"/>
                        <a:pt x="229772" y="246502"/>
                      </a:cubicBezTo>
                      <a:cubicBezTo>
                        <a:pt x="230429" y="247341"/>
                        <a:pt x="231648" y="247493"/>
                        <a:pt x="232486" y="246826"/>
                      </a:cubicBezTo>
                      <a:cubicBezTo>
                        <a:pt x="232496" y="246817"/>
                        <a:pt x="232515" y="246807"/>
                        <a:pt x="232525" y="246798"/>
                      </a:cubicBezTo>
                      <a:cubicBezTo>
                        <a:pt x="233372" y="246121"/>
                        <a:pt x="233525" y="244893"/>
                        <a:pt x="232858" y="244045"/>
                      </a:cubicBezTo>
                      <a:cubicBezTo>
                        <a:pt x="232229" y="243264"/>
                        <a:pt x="223542" y="232386"/>
                        <a:pt x="213532" y="221137"/>
                      </a:cubicBezTo>
                      <a:cubicBezTo>
                        <a:pt x="213427" y="220975"/>
                        <a:pt x="213303" y="220823"/>
                        <a:pt x="213160" y="220690"/>
                      </a:cubicBezTo>
                      <a:cubicBezTo>
                        <a:pt x="206521" y="212955"/>
                        <a:pt x="199301" y="205745"/>
                        <a:pt x="191558" y="199125"/>
                      </a:cubicBezTo>
                      <a:cubicBezTo>
                        <a:pt x="184252" y="193143"/>
                        <a:pt x="177613" y="186409"/>
                        <a:pt x="171745" y="179018"/>
                      </a:cubicBezTo>
                      <a:cubicBezTo>
                        <a:pt x="176479" y="182742"/>
                        <a:pt x="181356" y="186466"/>
                        <a:pt x="186424" y="190191"/>
                      </a:cubicBezTo>
                      <a:cubicBezTo>
                        <a:pt x="198482" y="198201"/>
                        <a:pt x="211074" y="205364"/>
                        <a:pt x="224114" y="211641"/>
                      </a:cubicBezTo>
                      <a:lnTo>
                        <a:pt x="243440" y="221099"/>
                      </a:lnTo>
                      <a:cubicBezTo>
                        <a:pt x="246565" y="222642"/>
                        <a:pt x="249565" y="224423"/>
                        <a:pt x="252413" y="226424"/>
                      </a:cubicBezTo>
                      <a:lnTo>
                        <a:pt x="261204" y="232682"/>
                      </a:lnTo>
                      <a:cubicBezTo>
                        <a:pt x="262090" y="233272"/>
                        <a:pt x="263281" y="233082"/>
                        <a:pt x="263919" y="232234"/>
                      </a:cubicBezTo>
                      <a:cubicBezTo>
                        <a:pt x="264557" y="231348"/>
                        <a:pt x="264357" y="230119"/>
                        <a:pt x="263471" y="229481"/>
                      </a:cubicBezTo>
                      <a:cubicBezTo>
                        <a:pt x="263471" y="229481"/>
                        <a:pt x="263471" y="229481"/>
                        <a:pt x="263471" y="229481"/>
                      </a:cubicBezTo>
                      <a:lnTo>
                        <a:pt x="254794" y="223109"/>
                      </a:lnTo>
                      <a:cubicBezTo>
                        <a:pt x="251813" y="220956"/>
                        <a:pt x="248660" y="219032"/>
                        <a:pt x="245374" y="217375"/>
                      </a:cubicBezTo>
                      <a:lnTo>
                        <a:pt x="226305" y="207621"/>
                      </a:lnTo>
                      <a:lnTo>
                        <a:pt x="219190" y="203897"/>
                      </a:lnTo>
                      <a:lnTo>
                        <a:pt x="241125" y="203897"/>
                      </a:lnTo>
                      <a:cubicBezTo>
                        <a:pt x="242211" y="203897"/>
                        <a:pt x="243097" y="203011"/>
                        <a:pt x="243097" y="201925"/>
                      </a:cubicBezTo>
                      <a:cubicBezTo>
                        <a:pt x="243117" y="200859"/>
                        <a:pt x="242268" y="199973"/>
                        <a:pt x="241202" y="199954"/>
                      </a:cubicBezTo>
                      <a:cubicBezTo>
                        <a:pt x="241173" y="199954"/>
                        <a:pt x="241154" y="199954"/>
                        <a:pt x="241125" y="199954"/>
                      </a:cubicBezTo>
                      <a:lnTo>
                        <a:pt x="213122" y="199954"/>
                      </a:lnTo>
                      <a:cubicBezTo>
                        <a:pt x="212836" y="199954"/>
                        <a:pt x="212560" y="200020"/>
                        <a:pt x="212303" y="200144"/>
                      </a:cubicBezTo>
                      <a:cubicBezTo>
                        <a:pt x="204445" y="195848"/>
                        <a:pt x="196825" y="191134"/>
                        <a:pt x="189472" y="186028"/>
                      </a:cubicBezTo>
                      <a:cubicBezTo>
                        <a:pt x="177918" y="177741"/>
                        <a:pt x="167002" y="168607"/>
                        <a:pt x="156810" y="158691"/>
                      </a:cubicBezTo>
                      <a:cubicBezTo>
                        <a:pt x="148314" y="150576"/>
                        <a:pt x="140122" y="142118"/>
                        <a:pt x="132265" y="133441"/>
                      </a:cubicBezTo>
                      <a:cubicBezTo>
                        <a:pt x="133655" y="132926"/>
                        <a:pt x="134988" y="132279"/>
                        <a:pt x="136246" y="131507"/>
                      </a:cubicBezTo>
                      <a:lnTo>
                        <a:pt x="137256" y="130840"/>
                      </a:lnTo>
                      <a:cubicBezTo>
                        <a:pt x="138075" y="130612"/>
                        <a:pt x="138808" y="130126"/>
                        <a:pt x="139342" y="129459"/>
                      </a:cubicBezTo>
                      <a:lnTo>
                        <a:pt x="139532" y="129459"/>
                      </a:lnTo>
                      <a:cubicBezTo>
                        <a:pt x="141837" y="127745"/>
                        <a:pt x="143885" y="126068"/>
                        <a:pt x="146047" y="124659"/>
                      </a:cubicBezTo>
                      <a:cubicBezTo>
                        <a:pt x="148933" y="122630"/>
                        <a:pt x="152162" y="121125"/>
                        <a:pt x="155582" y="120229"/>
                      </a:cubicBezTo>
                      <a:cubicBezTo>
                        <a:pt x="159277" y="119591"/>
                        <a:pt x="163011" y="119210"/>
                        <a:pt x="166754" y="119077"/>
                      </a:cubicBezTo>
                      <a:cubicBezTo>
                        <a:pt x="168688" y="119077"/>
                        <a:pt x="170479" y="118886"/>
                        <a:pt x="172527" y="118886"/>
                      </a:cubicBezTo>
                      <a:lnTo>
                        <a:pt x="176060" y="118886"/>
                      </a:lnTo>
                      <a:cubicBezTo>
                        <a:pt x="180785" y="120791"/>
                        <a:pt x="185300" y="123201"/>
                        <a:pt x="189509" y="126078"/>
                      </a:cubicBezTo>
                      <a:cubicBezTo>
                        <a:pt x="196292" y="130402"/>
                        <a:pt x="203359" y="134279"/>
                        <a:pt x="210664" y="137660"/>
                      </a:cubicBezTo>
                      <a:cubicBezTo>
                        <a:pt x="210445" y="138184"/>
                        <a:pt x="210445" y="138775"/>
                        <a:pt x="210664" y="139298"/>
                      </a:cubicBezTo>
                      <a:lnTo>
                        <a:pt x="221428" y="163244"/>
                      </a:lnTo>
                      <a:cubicBezTo>
                        <a:pt x="221742" y="163930"/>
                        <a:pt x="222418" y="164378"/>
                        <a:pt x="223181" y="164397"/>
                      </a:cubicBezTo>
                      <a:cubicBezTo>
                        <a:pt x="223476" y="164387"/>
                        <a:pt x="223761" y="164321"/>
                        <a:pt x="224037" y="164206"/>
                      </a:cubicBezTo>
                      <a:cubicBezTo>
                        <a:pt x="225019" y="163749"/>
                        <a:pt x="225457" y="162587"/>
                        <a:pt x="225010" y="161597"/>
                      </a:cubicBezTo>
                      <a:lnTo>
                        <a:pt x="215142" y="139841"/>
                      </a:lnTo>
                      <a:lnTo>
                        <a:pt x="217151" y="140813"/>
                      </a:lnTo>
                      <a:lnTo>
                        <a:pt x="238868" y="155710"/>
                      </a:lnTo>
                      <a:cubicBezTo>
                        <a:pt x="239183" y="155929"/>
                        <a:pt x="239563" y="156043"/>
                        <a:pt x="239945" y="156043"/>
                      </a:cubicBezTo>
                      <a:cubicBezTo>
                        <a:pt x="240611" y="156043"/>
                        <a:pt x="241231" y="155720"/>
                        <a:pt x="241621" y="155186"/>
                      </a:cubicBezTo>
                      <a:cubicBezTo>
                        <a:pt x="242202" y="154291"/>
                        <a:pt x="241992" y="153100"/>
                        <a:pt x="241135" y="152472"/>
                      </a:cubicBezTo>
                      <a:lnTo>
                        <a:pt x="219085" y="137241"/>
                      </a:lnTo>
                      <a:cubicBezTo>
                        <a:pt x="209693" y="132974"/>
                        <a:pt x="200568" y="128145"/>
                        <a:pt x="191748" y="122792"/>
                      </a:cubicBezTo>
                      <a:cubicBezTo>
                        <a:pt x="191262" y="122420"/>
                        <a:pt x="190710" y="122087"/>
                        <a:pt x="190186" y="121715"/>
                      </a:cubicBezTo>
                      <a:cubicBezTo>
                        <a:pt x="191119" y="121906"/>
                        <a:pt x="192014" y="122125"/>
                        <a:pt x="192939" y="122277"/>
                      </a:cubicBezTo>
                      <a:cubicBezTo>
                        <a:pt x="198254" y="123439"/>
                        <a:pt x="203711" y="123830"/>
                        <a:pt x="209141" y="123430"/>
                      </a:cubicBezTo>
                      <a:lnTo>
                        <a:pt x="213903" y="123058"/>
                      </a:lnTo>
                      <a:lnTo>
                        <a:pt x="240497" y="131736"/>
                      </a:lnTo>
                      <a:lnTo>
                        <a:pt x="241059" y="131736"/>
                      </a:lnTo>
                      <a:cubicBezTo>
                        <a:pt x="241916" y="131764"/>
                        <a:pt x="242697" y="131212"/>
                        <a:pt x="242954" y="130393"/>
                      </a:cubicBezTo>
                      <a:cubicBezTo>
                        <a:pt x="243297" y="129364"/>
                        <a:pt x="242754" y="128250"/>
                        <a:pt x="241726" y="127897"/>
                      </a:cubicBezTo>
                      <a:lnTo>
                        <a:pt x="224143" y="122125"/>
                      </a:lnTo>
                      <a:lnTo>
                        <a:pt x="239821" y="120934"/>
                      </a:lnTo>
                      <a:lnTo>
                        <a:pt x="239821" y="120934"/>
                      </a:lnTo>
                      <a:cubicBezTo>
                        <a:pt x="240878" y="120858"/>
                        <a:pt x="241668" y="119944"/>
                        <a:pt x="241611" y="118886"/>
                      </a:cubicBezTo>
                      <a:cubicBezTo>
                        <a:pt x="241573" y="117801"/>
                        <a:pt x="240659" y="116943"/>
                        <a:pt x="239563" y="116991"/>
                      </a:cubicBezTo>
                      <a:cubicBezTo>
                        <a:pt x="239563" y="116991"/>
                        <a:pt x="239563" y="116991"/>
                        <a:pt x="239563" y="116991"/>
                      </a:cubicBezTo>
                      <a:lnTo>
                        <a:pt x="221161" y="117772"/>
                      </a:lnTo>
                      <a:lnTo>
                        <a:pt x="234201" y="107418"/>
                      </a:lnTo>
                      <a:cubicBezTo>
                        <a:pt x="235039" y="106761"/>
                        <a:pt x="235191" y="105542"/>
                        <a:pt x="234525" y="104704"/>
                      </a:cubicBezTo>
                      <a:cubicBezTo>
                        <a:pt x="234515" y="104694"/>
                        <a:pt x="234505" y="104675"/>
                        <a:pt x="234496" y="104666"/>
                      </a:cubicBezTo>
                      <a:cubicBezTo>
                        <a:pt x="233839" y="103827"/>
                        <a:pt x="232620" y="103675"/>
                        <a:pt x="231782" y="104342"/>
                      </a:cubicBezTo>
                      <a:cubicBezTo>
                        <a:pt x="231772" y="104351"/>
                        <a:pt x="231753" y="104361"/>
                        <a:pt x="231743" y="104370"/>
                      </a:cubicBezTo>
                      <a:lnTo>
                        <a:pt x="215361" y="117515"/>
                      </a:lnTo>
                      <a:cubicBezTo>
                        <a:pt x="215132" y="117667"/>
                        <a:pt x="214951" y="117896"/>
                        <a:pt x="214837" y="118143"/>
                      </a:cubicBezTo>
                      <a:lnTo>
                        <a:pt x="208541" y="118401"/>
                      </a:lnTo>
                      <a:cubicBezTo>
                        <a:pt x="203645" y="118553"/>
                        <a:pt x="198758" y="118010"/>
                        <a:pt x="194015" y="116800"/>
                      </a:cubicBezTo>
                      <a:cubicBezTo>
                        <a:pt x="189062" y="115724"/>
                        <a:pt x="184071" y="114457"/>
                        <a:pt x="179118" y="113076"/>
                      </a:cubicBezTo>
                      <a:lnTo>
                        <a:pt x="179337" y="113076"/>
                      </a:lnTo>
                      <a:cubicBezTo>
                        <a:pt x="178632" y="112857"/>
                        <a:pt x="177908" y="112705"/>
                        <a:pt x="177175" y="112629"/>
                      </a:cubicBezTo>
                      <a:lnTo>
                        <a:pt x="166335" y="112629"/>
                      </a:lnTo>
                      <a:cubicBezTo>
                        <a:pt x="162173" y="112629"/>
                        <a:pt x="158020" y="112924"/>
                        <a:pt x="153896" y="113524"/>
                      </a:cubicBezTo>
                      <a:cubicBezTo>
                        <a:pt x="151838" y="113943"/>
                        <a:pt x="149829" y="114562"/>
                        <a:pt x="147895" y="115391"/>
                      </a:cubicBezTo>
                      <a:lnTo>
                        <a:pt x="147895" y="115200"/>
                      </a:lnTo>
                      <a:cubicBezTo>
                        <a:pt x="150409" y="110038"/>
                        <a:pt x="152162" y="104551"/>
                        <a:pt x="153105" y="98884"/>
                      </a:cubicBezTo>
                      <a:cubicBezTo>
                        <a:pt x="153572" y="95550"/>
                        <a:pt x="153772" y="92188"/>
                        <a:pt x="153705" y="88826"/>
                      </a:cubicBezTo>
                      <a:cubicBezTo>
                        <a:pt x="159801" y="83692"/>
                        <a:pt x="165621" y="78234"/>
                        <a:pt x="171136" y="72471"/>
                      </a:cubicBezTo>
                      <a:lnTo>
                        <a:pt x="171136" y="72471"/>
                      </a:lnTo>
                      <a:cubicBezTo>
                        <a:pt x="178108" y="67299"/>
                        <a:pt x="185481" y="62698"/>
                        <a:pt x="193186" y="58688"/>
                      </a:cubicBezTo>
                      <a:cubicBezTo>
                        <a:pt x="196978" y="56802"/>
                        <a:pt x="201102" y="55679"/>
                        <a:pt x="205330" y="55374"/>
                      </a:cubicBezTo>
                      <a:cubicBezTo>
                        <a:pt x="206397" y="55412"/>
                        <a:pt x="207302" y="54583"/>
                        <a:pt x="207340" y="53516"/>
                      </a:cubicBezTo>
                      <a:cubicBezTo>
                        <a:pt x="207340" y="53488"/>
                        <a:pt x="207340" y="53469"/>
                        <a:pt x="207340" y="53440"/>
                      </a:cubicBezTo>
                      <a:cubicBezTo>
                        <a:pt x="207359" y="52364"/>
                        <a:pt x="206512" y="51468"/>
                        <a:pt x="205445" y="51430"/>
                      </a:cubicBezTo>
                      <a:cubicBezTo>
                        <a:pt x="200626" y="51735"/>
                        <a:pt x="195910" y="53002"/>
                        <a:pt x="191586" y="55155"/>
                      </a:cubicBezTo>
                      <a:cubicBezTo>
                        <a:pt x="187557" y="57088"/>
                        <a:pt x="183661" y="59288"/>
                        <a:pt x="179927" y="61746"/>
                      </a:cubicBezTo>
                      <a:cubicBezTo>
                        <a:pt x="180137" y="61489"/>
                        <a:pt x="180318" y="61213"/>
                        <a:pt x="180490" y="60927"/>
                      </a:cubicBezTo>
                      <a:cubicBezTo>
                        <a:pt x="185300" y="54069"/>
                        <a:pt x="189062" y="46544"/>
                        <a:pt x="191662" y="38581"/>
                      </a:cubicBezTo>
                      <a:cubicBezTo>
                        <a:pt x="192167" y="37610"/>
                        <a:pt x="191786" y="36419"/>
                        <a:pt x="190815" y="35924"/>
                      </a:cubicBezTo>
                      <a:cubicBezTo>
                        <a:pt x="189843" y="35419"/>
                        <a:pt x="188652" y="35800"/>
                        <a:pt x="188157" y="36771"/>
                      </a:cubicBezTo>
                      <a:cubicBezTo>
                        <a:pt x="188024" y="37019"/>
                        <a:pt x="187957" y="37295"/>
                        <a:pt x="187938" y="37581"/>
                      </a:cubicBezTo>
                      <a:cubicBezTo>
                        <a:pt x="185528" y="45144"/>
                        <a:pt x="182004" y="52297"/>
                        <a:pt x="177470" y="58812"/>
                      </a:cubicBezTo>
                      <a:cubicBezTo>
                        <a:pt x="170545" y="68071"/>
                        <a:pt x="162573" y="76491"/>
                        <a:pt x="153705" y="83911"/>
                      </a:cubicBezTo>
                      <a:lnTo>
                        <a:pt x="153705" y="82272"/>
                      </a:lnTo>
                      <a:cubicBezTo>
                        <a:pt x="153705" y="79967"/>
                        <a:pt x="153448" y="77691"/>
                        <a:pt x="153258" y="75386"/>
                      </a:cubicBezTo>
                      <a:cubicBezTo>
                        <a:pt x="156163" y="67156"/>
                        <a:pt x="163163" y="45811"/>
                        <a:pt x="163497" y="32628"/>
                      </a:cubicBezTo>
                      <a:cubicBezTo>
                        <a:pt x="163754" y="22465"/>
                        <a:pt x="165002" y="12349"/>
                        <a:pt x="167221" y="2424"/>
                      </a:cubicBezTo>
                      <a:cubicBezTo>
                        <a:pt x="167478" y="1367"/>
                        <a:pt x="166831" y="300"/>
                        <a:pt x="165764" y="43"/>
                      </a:cubicBezTo>
                      <a:cubicBezTo>
                        <a:pt x="164716" y="-176"/>
                        <a:pt x="163669" y="462"/>
                        <a:pt x="163382" y="1491"/>
                      </a:cubicBezTo>
                      <a:cubicBezTo>
                        <a:pt x="161049" y="11673"/>
                        <a:pt x="159706" y="22065"/>
                        <a:pt x="159401" y="32514"/>
                      </a:cubicBezTo>
                      <a:cubicBezTo>
                        <a:pt x="158325" y="43839"/>
                        <a:pt x="155906" y="54993"/>
                        <a:pt x="152172" y="65737"/>
                      </a:cubicBezTo>
                      <a:cubicBezTo>
                        <a:pt x="151543" y="60412"/>
                        <a:pt x="150752" y="55126"/>
                        <a:pt x="149752" y="49868"/>
                      </a:cubicBezTo>
                      <a:cubicBezTo>
                        <a:pt x="148800" y="44401"/>
                        <a:pt x="147361" y="39029"/>
                        <a:pt x="145466" y="33819"/>
                      </a:cubicBezTo>
                      <a:cubicBezTo>
                        <a:pt x="141218" y="23722"/>
                        <a:pt x="136379" y="14150"/>
                        <a:pt x="131426" y="4548"/>
                      </a:cubicBezTo>
                      <a:cubicBezTo>
                        <a:pt x="130816" y="3643"/>
                        <a:pt x="129588" y="3405"/>
                        <a:pt x="128683" y="4015"/>
                      </a:cubicBezTo>
                      <a:cubicBezTo>
                        <a:pt x="127940" y="4520"/>
                        <a:pt x="127635" y="5453"/>
                        <a:pt x="127921" y="6291"/>
                      </a:cubicBezTo>
                      <a:lnTo>
                        <a:pt x="127921" y="6291"/>
                      </a:lnTo>
                      <a:cubicBezTo>
                        <a:pt x="132502" y="15978"/>
                        <a:pt x="137046" y="25770"/>
                        <a:pt x="140847" y="35600"/>
                      </a:cubicBezTo>
                      <a:cubicBezTo>
                        <a:pt x="142418" y="40448"/>
                        <a:pt x="143589" y="45420"/>
                        <a:pt x="144352" y="50459"/>
                      </a:cubicBezTo>
                      <a:cubicBezTo>
                        <a:pt x="145171" y="55669"/>
                        <a:pt x="145771" y="60965"/>
                        <a:pt x="146218" y="66251"/>
                      </a:cubicBezTo>
                      <a:cubicBezTo>
                        <a:pt x="146666" y="71538"/>
                        <a:pt x="146961" y="76862"/>
                        <a:pt x="147038" y="82120"/>
                      </a:cubicBezTo>
                      <a:cubicBezTo>
                        <a:pt x="147247" y="87263"/>
                        <a:pt x="146961" y="92416"/>
                        <a:pt x="146181" y="97503"/>
                      </a:cubicBezTo>
                      <a:cubicBezTo>
                        <a:pt x="143971" y="107371"/>
                        <a:pt x="139427" y="116572"/>
                        <a:pt x="132922" y="124316"/>
                      </a:cubicBezTo>
                      <a:lnTo>
                        <a:pt x="132026" y="124916"/>
                      </a:lnTo>
                      <a:cubicBezTo>
                        <a:pt x="130807" y="125668"/>
                        <a:pt x="129454" y="126164"/>
                        <a:pt x="128045" y="126373"/>
                      </a:cubicBezTo>
                      <a:cubicBezTo>
                        <a:pt x="126473" y="126306"/>
                        <a:pt x="124930" y="125973"/>
                        <a:pt x="123463" y="125402"/>
                      </a:cubicBezTo>
                      <a:cubicBezTo>
                        <a:pt x="119186" y="124678"/>
                        <a:pt x="114834" y="124478"/>
                        <a:pt x="110500" y="124801"/>
                      </a:cubicBezTo>
                      <a:cubicBezTo>
                        <a:pt x="103366" y="125287"/>
                        <a:pt x="96279" y="126249"/>
                        <a:pt x="89268" y="127668"/>
                      </a:cubicBezTo>
                      <a:cubicBezTo>
                        <a:pt x="81915" y="116667"/>
                        <a:pt x="73647" y="106313"/>
                        <a:pt x="64541" y="96722"/>
                      </a:cubicBezTo>
                      <a:lnTo>
                        <a:pt x="15602" y="47116"/>
                      </a:lnTo>
                      <a:lnTo>
                        <a:pt x="0" y="92512"/>
                      </a:lnTo>
                      <a:cubicBezTo>
                        <a:pt x="0" y="92512"/>
                        <a:pt x="6963" y="94855"/>
                        <a:pt x="14450" y="97169"/>
                      </a:cubicBezTo>
                      <a:cubicBezTo>
                        <a:pt x="21936" y="99484"/>
                        <a:pt x="53816" y="117505"/>
                        <a:pt x="68599" y="130202"/>
                      </a:cubicBezTo>
                      <a:cubicBezTo>
                        <a:pt x="83382" y="142899"/>
                        <a:pt x="92545" y="164692"/>
                        <a:pt x="101261" y="184314"/>
                      </a:cubicBezTo>
                      <a:cubicBezTo>
                        <a:pt x="109976" y="203935"/>
                        <a:pt x="114929" y="244388"/>
                        <a:pt x="112176" y="269639"/>
                      </a:cubicBezTo>
                      <a:cubicBezTo>
                        <a:pt x="111243" y="275963"/>
                        <a:pt x="110995" y="282364"/>
                        <a:pt x="111433" y="288746"/>
                      </a:cubicBezTo>
                      <a:cubicBezTo>
                        <a:pt x="102880" y="291984"/>
                        <a:pt x="94584" y="295842"/>
                        <a:pt x="86592" y="300290"/>
                      </a:cubicBezTo>
                      <a:cubicBezTo>
                        <a:pt x="78181" y="306053"/>
                        <a:pt x="69485" y="311377"/>
                        <a:pt x="60522" y="316235"/>
                      </a:cubicBezTo>
                      <a:lnTo>
                        <a:pt x="53445" y="319959"/>
                      </a:lnTo>
                      <a:cubicBezTo>
                        <a:pt x="52483" y="320455"/>
                        <a:pt x="52102" y="321636"/>
                        <a:pt x="52587" y="322607"/>
                      </a:cubicBezTo>
                      <a:cubicBezTo>
                        <a:pt x="52912" y="323264"/>
                        <a:pt x="53569" y="323674"/>
                        <a:pt x="54303" y="323683"/>
                      </a:cubicBezTo>
                      <a:cubicBezTo>
                        <a:pt x="54626" y="323683"/>
                        <a:pt x="54940" y="323607"/>
                        <a:pt x="55236" y="323464"/>
                      </a:cubicBezTo>
                      <a:lnTo>
                        <a:pt x="62313" y="319740"/>
                      </a:lnTo>
                      <a:cubicBezTo>
                        <a:pt x="67076" y="317283"/>
                        <a:pt x="74562" y="312777"/>
                        <a:pt x="80934" y="308567"/>
                      </a:cubicBezTo>
                      <a:cubicBezTo>
                        <a:pt x="76562" y="315902"/>
                        <a:pt x="74238" y="324274"/>
                        <a:pt x="74229" y="332818"/>
                      </a:cubicBezTo>
                      <a:cubicBezTo>
                        <a:pt x="74286" y="333837"/>
                        <a:pt x="75105" y="334647"/>
                        <a:pt x="76124" y="334685"/>
                      </a:cubicBezTo>
                      <a:lnTo>
                        <a:pt x="76124" y="334685"/>
                      </a:lnTo>
                      <a:cubicBezTo>
                        <a:pt x="77210" y="334647"/>
                        <a:pt x="78067" y="333732"/>
                        <a:pt x="78020" y="332637"/>
                      </a:cubicBezTo>
                      <a:cubicBezTo>
                        <a:pt x="78020" y="332637"/>
                        <a:pt x="78020" y="332637"/>
                        <a:pt x="78020" y="332637"/>
                      </a:cubicBezTo>
                      <a:cubicBezTo>
                        <a:pt x="77391" y="318930"/>
                        <a:pt x="87402" y="305148"/>
                        <a:pt x="88897" y="303214"/>
                      </a:cubicBezTo>
                      <a:cubicBezTo>
                        <a:pt x="96384" y="299099"/>
                        <a:pt x="104156" y="295499"/>
                        <a:pt x="112138" y="292451"/>
                      </a:cubicBezTo>
                      <a:cubicBezTo>
                        <a:pt x="112195" y="292594"/>
                        <a:pt x="112252" y="292727"/>
                        <a:pt x="112329" y="292861"/>
                      </a:cubicBezTo>
                      <a:cubicBezTo>
                        <a:pt x="104909" y="302319"/>
                        <a:pt x="99327" y="313082"/>
                        <a:pt x="95869" y="324588"/>
                      </a:cubicBezTo>
                      <a:cubicBezTo>
                        <a:pt x="95202" y="326970"/>
                        <a:pt x="94602" y="329246"/>
                        <a:pt x="94117" y="331513"/>
                      </a:cubicBezTo>
                      <a:cubicBezTo>
                        <a:pt x="88849" y="334885"/>
                        <a:pt x="84506" y="339514"/>
                        <a:pt x="81487" y="344991"/>
                      </a:cubicBezTo>
                      <a:cubicBezTo>
                        <a:pt x="80744" y="346591"/>
                        <a:pt x="80001" y="348010"/>
                        <a:pt x="79324" y="349344"/>
                      </a:cubicBezTo>
                      <a:cubicBezTo>
                        <a:pt x="77734" y="352173"/>
                        <a:pt x="76477" y="355192"/>
                        <a:pt x="75600" y="358316"/>
                      </a:cubicBezTo>
                      <a:cubicBezTo>
                        <a:pt x="71876" y="359878"/>
                        <a:pt x="61370" y="364793"/>
                        <a:pt x="58731" y="372613"/>
                      </a:cubicBezTo>
                      <a:cubicBezTo>
                        <a:pt x="58370" y="373623"/>
                        <a:pt x="58894" y="374728"/>
                        <a:pt x="59903" y="375090"/>
                      </a:cubicBezTo>
                      <a:cubicBezTo>
                        <a:pt x="59922" y="375090"/>
                        <a:pt x="59941" y="375099"/>
                        <a:pt x="59960" y="375109"/>
                      </a:cubicBezTo>
                      <a:cubicBezTo>
                        <a:pt x="60160" y="375147"/>
                        <a:pt x="60360" y="375147"/>
                        <a:pt x="60560" y="375109"/>
                      </a:cubicBezTo>
                      <a:cubicBezTo>
                        <a:pt x="61417" y="375138"/>
                        <a:pt x="62199" y="374585"/>
                        <a:pt x="62455" y="373766"/>
                      </a:cubicBezTo>
                      <a:cubicBezTo>
                        <a:pt x="64170" y="368737"/>
                        <a:pt x="70609" y="364898"/>
                        <a:pt x="74743" y="362926"/>
                      </a:cubicBezTo>
                      <a:cubicBezTo>
                        <a:pt x="74552" y="364489"/>
                        <a:pt x="74409" y="366127"/>
                        <a:pt x="74333" y="368070"/>
                      </a:cubicBezTo>
                      <a:cubicBezTo>
                        <a:pt x="74372" y="376214"/>
                        <a:pt x="76095" y="384272"/>
                        <a:pt x="79400" y="391721"/>
                      </a:cubicBezTo>
                      <a:cubicBezTo>
                        <a:pt x="79734" y="392368"/>
                        <a:pt x="80382" y="392797"/>
                        <a:pt x="81115" y="392835"/>
                      </a:cubicBezTo>
                      <a:cubicBezTo>
                        <a:pt x="82182" y="392883"/>
                        <a:pt x="83087" y="392054"/>
                        <a:pt x="83134" y="390987"/>
                      </a:cubicBezTo>
                      <a:cubicBezTo>
                        <a:pt x="83154" y="390663"/>
                        <a:pt x="83077" y="390330"/>
                        <a:pt x="82934" y="390044"/>
                      </a:cubicBezTo>
                      <a:cubicBezTo>
                        <a:pt x="79925" y="383148"/>
                        <a:pt x="78343" y="375709"/>
                        <a:pt x="78277" y="368184"/>
                      </a:cubicBezTo>
                      <a:cubicBezTo>
                        <a:pt x="78296" y="365679"/>
                        <a:pt x="78553" y="363184"/>
                        <a:pt x="79058" y="360736"/>
                      </a:cubicBezTo>
                      <a:cubicBezTo>
                        <a:pt x="79496" y="360231"/>
                        <a:pt x="79648" y="359545"/>
                        <a:pt x="79467" y="358907"/>
                      </a:cubicBezTo>
                      <a:cubicBezTo>
                        <a:pt x="80286" y="356135"/>
                        <a:pt x="81410" y="353459"/>
                        <a:pt x="82820" y="350934"/>
                      </a:cubicBezTo>
                      <a:cubicBezTo>
                        <a:pt x="83563" y="349515"/>
                        <a:pt x="84306" y="348067"/>
                        <a:pt x="85097" y="346391"/>
                      </a:cubicBezTo>
                      <a:cubicBezTo>
                        <a:pt x="87039" y="342724"/>
                        <a:pt x="89764" y="339524"/>
                        <a:pt x="93069" y="337009"/>
                      </a:cubicBezTo>
                      <a:cubicBezTo>
                        <a:pt x="91383" y="347667"/>
                        <a:pt x="91240" y="358526"/>
                        <a:pt x="92659" y="369222"/>
                      </a:cubicBezTo>
                      <a:cubicBezTo>
                        <a:pt x="94002" y="380395"/>
                        <a:pt x="95898" y="391901"/>
                        <a:pt x="95898" y="392016"/>
                      </a:cubicBezTo>
                      <a:cubicBezTo>
                        <a:pt x="96060" y="392949"/>
                        <a:pt x="96850" y="393635"/>
                        <a:pt x="97793" y="393654"/>
                      </a:cubicBezTo>
                      <a:lnTo>
                        <a:pt x="98165" y="393654"/>
                      </a:lnTo>
                      <a:cubicBezTo>
                        <a:pt x="99222" y="393492"/>
                        <a:pt x="99946" y="392492"/>
                        <a:pt x="99775" y="391435"/>
                      </a:cubicBezTo>
                      <a:cubicBezTo>
                        <a:pt x="99775" y="391416"/>
                        <a:pt x="99775" y="391397"/>
                        <a:pt x="99765" y="391378"/>
                      </a:cubicBezTo>
                      <a:cubicBezTo>
                        <a:pt x="99765" y="391378"/>
                        <a:pt x="97870" y="379948"/>
                        <a:pt x="96564" y="368775"/>
                      </a:cubicBezTo>
                      <a:cubicBezTo>
                        <a:pt x="94945" y="356926"/>
                        <a:pt x="95365" y="344886"/>
                        <a:pt x="97793" y="333170"/>
                      </a:cubicBezTo>
                      <a:cubicBezTo>
                        <a:pt x="97831" y="332913"/>
                        <a:pt x="97831" y="332647"/>
                        <a:pt x="97793" y="332389"/>
                      </a:cubicBezTo>
                      <a:cubicBezTo>
                        <a:pt x="98279" y="330151"/>
                        <a:pt x="98832" y="327846"/>
                        <a:pt x="99546" y="325503"/>
                      </a:cubicBezTo>
                      <a:cubicBezTo>
                        <a:pt x="102747" y="314959"/>
                        <a:pt x="107795" y="305053"/>
                        <a:pt x="114443" y="296271"/>
                      </a:cubicBezTo>
                      <a:lnTo>
                        <a:pt x="114777" y="296718"/>
                      </a:lnTo>
                      <a:cubicBezTo>
                        <a:pt x="115301" y="300738"/>
                        <a:pt x="115814" y="304767"/>
                        <a:pt x="116262" y="308786"/>
                      </a:cubicBezTo>
                      <a:cubicBezTo>
                        <a:pt x="117377" y="318883"/>
                        <a:pt x="118196" y="329122"/>
                        <a:pt x="119053" y="339323"/>
                      </a:cubicBezTo>
                      <a:cubicBezTo>
                        <a:pt x="119911" y="349525"/>
                        <a:pt x="120577" y="359697"/>
                        <a:pt x="120768" y="369861"/>
                      </a:cubicBezTo>
                      <a:cubicBezTo>
                        <a:pt x="121425" y="380157"/>
                        <a:pt x="120587" y="390492"/>
                        <a:pt x="118272" y="400550"/>
                      </a:cubicBezTo>
                      <a:lnTo>
                        <a:pt x="118272" y="400550"/>
                      </a:lnTo>
                      <a:cubicBezTo>
                        <a:pt x="118196" y="400817"/>
                        <a:pt x="118349" y="401093"/>
                        <a:pt x="118606" y="401179"/>
                      </a:cubicBezTo>
                      <a:cubicBezTo>
                        <a:pt x="118844" y="401293"/>
                        <a:pt x="119139" y="401188"/>
                        <a:pt x="119253" y="400950"/>
                      </a:cubicBezTo>
                      <a:cubicBezTo>
                        <a:pt x="119262" y="400931"/>
                        <a:pt x="119272" y="400903"/>
                        <a:pt x="119282" y="400884"/>
                      </a:cubicBezTo>
                      <a:cubicBezTo>
                        <a:pt x="122234" y="390958"/>
                        <a:pt x="123768" y="380662"/>
                        <a:pt x="123825" y="370308"/>
                      </a:cubicBezTo>
                      <a:cubicBezTo>
                        <a:pt x="124044" y="363307"/>
                        <a:pt x="124044" y="356307"/>
                        <a:pt x="123825" y="349268"/>
                      </a:cubicBezTo>
                      <a:cubicBezTo>
                        <a:pt x="129302" y="362641"/>
                        <a:pt x="140180" y="387625"/>
                        <a:pt x="149114" y="397388"/>
                      </a:cubicBezTo>
                      <a:cubicBezTo>
                        <a:pt x="155486" y="404951"/>
                        <a:pt x="163582" y="410866"/>
                        <a:pt x="172727" y="414628"/>
                      </a:cubicBezTo>
                      <a:lnTo>
                        <a:pt x="173288" y="414628"/>
                      </a:lnTo>
                      <a:cubicBezTo>
                        <a:pt x="174155" y="414676"/>
                        <a:pt x="174946" y="414123"/>
                        <a:pt x="175184" y="413285"/>
                      </a:cubicBezTo>
                      <a:cubicBezTo>
                        <a:pt x="175527" y="412256"/>
                        <a:pt x="174984" y="411142"/>
                        <a:pt x="173955" y="410790"/>
                      </a:cubicBezTo>
                      <a:cubicBezTo>
                        <a:pt x="165488" y="407199"/>
                        <a:pt x="157972" y="401674"/>
                        <a:pt x="152019" y="394664"/>
                      </a:cubicBezTo>
                      <a:cubicBezTo>
                        <a:pt x="140322" y="381891"/>
                        <a:pt x="124273" y="339581"/>
                        <a:pt x="124083" y="339171"/>
                      </a:cubicBezTo>
                      <a:cubicBezTo>
                        <a:pt x="124006" y="338895"/>
                        <a:pt x="123844" y="338657"/>
                        <a:pt x="123635" y="338466"/>
                      </a:cubicBezTo>
                      <a:cubicBezTo>
                        <a:pt x="123149" y="319654"/>
                        <a:pt x="122368" y="300776"/>
                        <a:pt x="120435" y="281859"/>
                      </a:cubicBezTo>
                      <a:cubicBezTo>
                        <a:pt x="122187" y="275830"/>
                        <a:pt x="124720" y="267896"/>
                        <a:pt x="126464" y="258847"/>
                      </a:cubicBezTo>
                      <a:lnTo>
                        <a:pt x="148810" y="288117"/>
                      </a:lnTo>
                      <a:lnTo>
                        <a:pt x="155810" y="297318"/>
                      </a:lnTo>
                      <a:lnTo>
                        <a:pt x="159315" y="301938"/>
                      </a:lnTo>
                      <a:lnTo>
                        <a:pt x="159725" y="302424"/>
                      </a:lnTo>
                      <a:cubicBezTo>
                        <a:pt x="158268" y="307300"/>
                        <a:pt x="158382" y="319073"/>
                        <a:pt x="175632" y="343391"/>
                      </a:cubicBezTo>
                      <a:cubicBezTo>
                        <a:pt x="187509" y="360155"/>
                        <a:pt x="199654" y="375347"/>
                        <a:pt x="208817" y="386072"/>
                      </a:cubicBezTo>
                      <a:lnTo>
                        <a:pt x="210160" y="415866"/>
                      </a:lnTo>
                      <a:cubicBezTo>
                        <a:pt x="210217" y="416905"/>
                        <a:pt x="211055" y="417733"/>
                        <a:pt x="212093" y="417762"/>
                      </a:cubicBezTo>
                      <a:lnTo>
                        <a:pt x="212093" y="417762"/>
                      </a:lnTo>
                      <a:cubicBezTo>
                        <a:pt x="213179" y="417705"/>
                        <a:pt x="214017" y="416771"/>
                        <a:pt x="213960" y="415685"/>
                      </a:cubicBezTo>
                      <a:cubicBezTo>
                        <a:pt x="213960" y="415685"/>
                        <a:pt x="213960" y="415685"/>
                        <a:pt x="213960" y="415685"/>
                      </a:cubicBezTo>
                      <a:lnTo>
                        <a:pt x="212846" y="390882"/>
                      </a:lnTo>
                      <a:cubicBezTo>
                        <a:pt x="216008" y="394883"/>
                        <a:pt x="219590" y="398521"/>
                        <a:pt x="223533" y="401760"/>
                      </a:cubicBezTo>
                      <a:cubicBezTo>
                        <a:pt x="223761" y="401817"/>
                        <a:pt x="224009" y="401817"/>
                        <a:pt x="224238" y="401760"/>
                      </a:cubicBezTo>
                      <a:cubicBezTo>
                        <a:pt x="225095" y="401779"/>
                        <a:pt x="225876" y="401284"/>
                        <a:pt x="226209" y="400493"/>
                      </a:cubicBezTo>
                      <a:cubicBezTo>
                        <a:pt x="226609" y="399588"/>
                        <a:pt x="226209" y="398531"/>
                        <a:pt x="225314" y="398131"/>
                      </a:cubicBezTo>
                      <a:cubicBezTo>
                        <a:pt x="225266" y="398112"/>
                        <a:pt x="225219" y="398093"/>
                        <a:pt x="225171" y="398074"/>
                      </a:cubicBezTo>
                      <a:cubicBezTo>
                        <a:pt x="220695" y="393759"/>
                        <a:pt x="216475" y="389187"/>
                        <a:pt x="212541" y="384367"/>
                      </a:cubicBezTo>
                      <a:lnTo>
                        <a:pt x="212541" y="384367"/>
                      </a:lnTo>
                      <a:cubicBezTo>
                        <a:pt x="212503" y="383443"/>
                        <a:pt x="211817" y="382681"/>
                        <a:pt x="210903" y="382538"/>
                      </a:cubicBezTo>
                      <a:cubicBezTo>
                        <a:pt x="202340" y="372442"/>
                        <a:pt x="190795" y="358069"/>
                        <a:pt x="178689" y="341048"/>
                      </a:cubicBezTo>
                      <a:cubicBezTo>
                        <a:pt x="165316" y="322198"/>
                        <a:pt x="162897" y="311739"/>
                        <a:pt x="162973" y="306558"/>
                      </a:cubicBezTo>
                      <a:lnTo>
                        <a:pt x="162973" y="306558"/>
                      </a:lnTo>
                      <a:cubicBezTo>
                        <a:pt x="168526" y="312273"/>
                        <a:pt x="174698" y="317359"/>
                        <a:pt x="181376" y="321712"/>
                      </a:cubicBezTo>
                      <a:cubicBezTo>
                        <a:pt x="194472" y="330456"/>
                        <a:pt x="208245" y="338133"/>
                        <a:pt x="222571" y="344696"/>
                      </a:cubicBezTo>
                      <a:cubicBezTo>
                        <a:pt x="236716" y="351287"/>
                        <a:pt x="251422" y="356602"/>
                        <a:pt x="266519" y="360564"/>
                      </a:cubicBezTo>
                      <a:cubicBezTo>
                        <a:pt x="267471" y="360802"/>
                        <a:pt x="268444" y="360240"/>
                        <a:pt x="268720" y="359297"/>
                      </a:cubicBezTo>
                      <a:cubicBezTo>
                        <a:pt x="268987" y="358335"/>
                        <a:pt x="268415" y="357335"/>
                        <a:pt x="267453" y="357059"/>
                      </a:cubicBezTo>
                      <a:lnTo>
                        <a:pt x="267453" y="357059"/>
                      </a:lnTo>
                      <a:cubicBezTo>
                        <a:pt x="258070" y="354392"/>
                        <a:pt x="248870" y="351144"/>
                        <a:pt x="239897" y="347334"/>
                      </a:cubicBezTo>
                      <a:lnTo>
                        <a:pt x="273415" y="337171"/>
                      </a:lnTo>
                      <a:cubicBezTo>
                        <a:pt x="274434" y="336828"/>
                        <a:pt x="275016" y="335752"/>
                        <a:pt x="274720" y="3347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8"/>
                <p:cNvSpPr/>
                <p:nvPr/>
              </p:nvSpPr>
              <p:spPr>
                <a:xfrm>
                  <a:off x="5755680" y="1087200"/>
                  <a:ext cx="23424" cy="46471"/>
                </a:xfrm>
                <a:custGeom>
                  <a:rect b="b" l="l" r="r" t="t"/>
                  <a:pathLst>
                    <a:path extrusionOk="0" h="46587" w="23307">
                      <a:moveTo>
                        <a:pt x="3610" y="46587"/>
                      </a:moveTo>
                      <a:lnTo>
                        <a:pt x="23307" y="7820"/>
                      </a:lnTo>
                      <a:lnTo>
                        <a:pt x="15602" y="0"/>
                      </a:lnTo>
                      <a:lnTo>
                        <a:pt x="0" y="45396"/>
                      </a:lnTo>
                      <a:lnTo>
                        <a:pt x="3610" y="46587"/>
                      </a:lnTo>
                      <a:close/>
                    </a:path>
                  </a:pathLst>
                </a:custGeom>
                <a:solidFill>
                  <a:schemeClr val="lt1"/>
                </a:solidFill>
                <a:ln cap="flat" cmpd="sng" w="9525">
                  <a:solidFill>
                    <a:schemeClr val="dk1"/>
                  </a:solidFill>
                  <a:prstDash val="solid"/>
                  <a:miter lim="8000"/>
                  <a:headEnd len="sm" w="sm" type="none"/>
                  <a:tailEnd len="sm" w="sm" type="none"/>
                </a:ln>
              </p:spPr>
            </p:sp>
            <p:sp>
              <p:nvSpPr>
                <p:cNvPr id="940" name="Google Shape;940;p38"/>
                <p:cNvSpPr/>
                <p:nvPr/>
              </p:nvSpPr>
              <p:spPr>
                <a:xfrm>
                  <a:off x="5789880" y="1121040"/>
                  <a:ext cx="20873" cy="30242"/>
                </a:xfrm>
                <a:custGeom>
                  <a:rect b="b" l="l" r="r" t="t"/>
                  <a:pathLst>
                    <a:path extrusionOk="0" h="30318" w="20821">
                      <a:moveTo>
                        <a:pt x="20821" y="6258"/>
                      </a:moveTo>
                      <a:lnTo>
                        <a:pt x="14678" y="0"/>
                      </a:lnTo>
                      <a:cubicBezTo>
                        <a:pt x="11859" y="9773"/>
                        <a:pt x="6839" y="18764"/>
                        <a:pt x="0" y="26298"/>
                      </a:cubicBezTo>
                      <a:cubicBezTo>
                        <a:pt x="2276" y="27565"/>
                        <a:pt x="4581" y="28946"/>
                        <a:pt x="6886" y="30318"/>
                      </a:cubicBezTo>
                      <a:cubicBezTo>
                        <a:pt x="13011" y="23250"/>
                        <a:pt x="17745" y="15088"/>
                        <a:pt x="20812" y="625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8"/>
                <p:cNvSpPr/>
                <p:nvPr/>
              </p:nvSpPr>
              <p:spPr>
                <a:xfrm>
                  <a:off x="5771520" y="1107000"/>
                  <a:ext cx="25568" cy="34538"/>
                </a:xfrm>
                <a:custGeom>
                  <a:rect b="b" l="l" r="r" t="t"/>
                  <a:pathLst>
                    <a:path extrusionOk="0" h="34452" w="25441">
                      <a:moveTo>
                        <a:pt x="7601" y="34452"/>
                      </a:moveTo>
                      <a:cubicBezTo>
                        <a:pt x="15268" y="26280"/>
                        <a:pt x="21327" y="16726"/>
                        <a:pt x="25441" y="6296"/>
                      </a:cubicBezTo>
                      <a:lnTo>
                        <a:pt x="19222" y="0"/>
                      </a:lnTo>
                      <a:cubicBezTo>
                        <a:pt x="15250" y="11630"/>
                        <a:pt x="8677" y="22203"/>
                        <a:pt x="0" y="30909"/>
                      </a:cubicBezTo>
                      <a:cubicBezTo>
                        <a:pt x="1867" y="31613"/>
                        <a:pt x="4429" y="32842"/>
                        <a:pt x="7601" y="34442"/>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8"/>
                <p:cNvSpPr/>
                <p:nvPr/>
              </p:nvSpPr>
              <p:spPr>
                <a:xfrm>
                  <a:off x="5820120" y="1150560"/>
                  <a:ext cx="17277" cy="21580"/>
                </a:xfrm>
                <a:custGeom>
                  <a:rect b="b" l="l" r="r" t="t"/>
                  <a:pathLst>
                    <a:path extrusionOk="0" h="21526" w="17364">
                      <a:moveTo>
                        <a:pt x="17364" y="6667"/>
                      </a:moveTo>
                      <a:cubicBezTo>
                        <a:pt x="15650" y="4391"/>
                        <a:pt x="13935" y="2162"/>
                        <a:pt x="12182" y="0"/>
                      </a:cubicBezTo>
                      <a:cubicBezTo>
                        <a:pt x="8763" y="5915"/>
                        <a:pt x="4677" y="11411"/>
                        <a:pt x="0" y="16383"/>
                      </a:cubicBezTo>
                      <a:cubicBezTo>
                        <a:pt x="1524" y="17574"/>
                        <a:pt x="2981" y="18726"/>
                        <a:pt x="4286" y="19850"/>
                      </a:cubicBezTo>
                      <a:cubicBezTo>
                        <a:pt x="4886" y="20374"/>
                        <a:pt x="5401" y="20964"/>
                        <a:pt x="5963" y="21526"/>
                      </a:cubicBezTo>
                      <a:cubicBezTo>
                        <a:pt x="10249" y="16974"/>
                        <a:pt x="14068" y="11992"/>
                        <a:pt x="17364" y="6667"/>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8"/>
                <p:cNvSpPr/>
                <p:nvPr/>
              </p:nvSpPr>
              <p:spPr>
                <a:xfrm>
                  <a:off x="5805000" y="1135800"/>
                  <a:ext cx="19801" cy="25223"/>
                </a:xfrm>
                <a:custGeom>
                  <a:rect b="b" l="l" r="r" t="t"/>
                  <a:pathLst>
                    <a:path extrusionOk="0" h="25098" w="19851">
                      <a:moveTo>
                        <a:pt x="19851" y="6067"/>
                      </a:moveTo>
                      <a:cubicBezTo>
                        <a:pt x="18326" y="4315"/>
                        <a:pt x="16793" y="2677"/>
                        <a:pt x="15307" y="1153"/>
                      </a:cubicBezTo>
                      <a:lnTo>
                        <a:pt x="14154" y="0"/>
                      </a:lnTo>
                      <a:cubicBezTo>
                        <a:pt x="10287" y="7429"/>
                        <a:pt x="5535" y="14373"/>
                        <a:pt x="0" y="20669"/>
                      </a:cubicBezTo>
                      <a:cubicBezTo>
                        <a:pt x="2239" y="22127"/>
                        <a:pt x="4468" y="23612"/>
                        <a:pt x="6630" y="25098"/>
                      </a:cubicBezTo>
                      <a:cubicBezTo>
                        <a:pt x="11678" y="19231"/>
                        <a:pt x="16116" y="12849"/>
                        <a:pt x="19851" y="6067"/>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8"/>
                <p:cNvSpPr/>
                <p:nvPr/>
              </p:nvSpPr>
              <p:spPr>
                <a:xfrm>
                  <a:off x="5491440" y="1063440"/>
                  <a:ext cx="241306" cy="421396"/>
                </a:xfrm>
                <a:custGeom>
                  <a:rect b="b" l="l" r="r" t="t"/>
                  <a:pathLst>
                    <a:path extrusionOk="0" h="422452" w="241306">
                      <a:moveTo>
                        <a:pt x="5808" y="349307"/>
                      </a:moveTo>
                      <a:cubicBezTo>
                        <a:pt x="5960" y="348231"/>
                        <a:pt x="6960" y="347478"/>
                        <a:pt x="8036" y="347631"/>
                      </a:cubicBezTo>
                      <a:cubicBezTo>
                        <a:pt x="8036" y="347631"/>
                        <a:pt x="8036" y="347631"/>
                        <a:pt x="8036" y="347631"/>
                      </a:cubicBezTo>
                      <a:lnTo>
                        <a:pt x="15485" y="348707"/>
                      </a:lnTo>
                      <a:lnTo>
                        <a:pt x="7217" y="338572"/>
                      </a:lnTo>
                      <a:cubicBezTo>
                        <a:pt x="6541" y="337734"/>
                        <a:pt x="6656" y="336505"/>
                        <a:pt x="7475" y="335820"/>
                      </a:cubicBezTo>
                      <a:cubicBezTo>
                        <a:pt x="8332" y="335153"/>
                        <a:pt x="9551" y="335267"/>
                        <a:pt x="10265" y="336077"/>
                      </a:cubicBezTo>
                      <a:lnTo>
                        <a:pt x="20019" y="348031"/>
                      </a:lnTo>
                      <a:cubicBezTo>
                        <a:pt x="20343" y="348412"/>
                        <a:pt x="20505" y="348907"/>
                        <a:pt x="20467" y="349412"/>
                      </a:cubicBezTo>
                      <a:lnTo>
                        <a:pt x="45499" y="352946"/>
                      </a:lnTo>
                      <a:cubicBezTo>
                        <a:pt x="45984" y="353031"/>
                        <a:pt x="46432" y="353298"/>
                        <a:pt x="46727" y="353689"/>
                      </a:cubicBezTo>
                      <a:cubicBezTo>
                        <a:pt x="49927" y="351641"/>
                        <a:pt x="53061" y="349555"/>
                        <a:pt x="56186" y="347393"/>
                      </a:cubicBezTo>
                      <a:cubicBezTo>
                        <a:pt x="68749" y="338630"/>
                        <a:pt x="80598" y="328886"/>
                        <a:pt x="91638" y="318265"/>
                      </a:cubicBezTo>
                      <a:cubicBezTo>
                        <a:pt x="97115" y="313131"/>
                        <a:pt x="102010" y="307407"/>
                        <a:pt x="106239" y="301206"/>
                      </a:cubicBezTo>
                      <a:cubicBezTo>
                        <a:pt x="107277" y="299682"/>
                        <a:pt x="107916" y="298225"/>
                        <a:pt x="108887" y="296510"/>
                      </a:cubicBezTo>
                      <a:lnTo>
                        <a:pt x="111535" y="291328"/>
                      </a:lnTo>
                      <a:lnTo>
                        <a:pt x="116822" y="280975"/>
                      </a:lnTo>
                      <a:lnTo>
                        <a:pt x="137234" y="241274"/>
                      </a:lnTo>
                      <a:cubicBezTo>
                        <a:pt x="137234" y="240713"/>
                        <a:pt x="136938" y="240160"/>
                        <a:pt x="136824" y="239598"/>
                      </a:cubicBezTo>
                      <a:cubicBezTo>
                        <a:pt x="135557" y="232845"/>
                        <a:pt x="135062" y="225977"/>
                        <a:pt x="135338" y="219110"/>
                      </a:cubicBezTo>
                      <a:cubicBezTo>
                        <a:pt x="128356" y="220996"/>
                        <a:pt x="121612" y="223653"/>
                        <a:pt x="115231" y="227044"/>
                      </a:cubicBezTo>
                      <a:cubicBezTo>
                        <a:pt x="114440" y="227511"/>
                        <a:pt x="113678" y="228035"/>
                        <a:pt x="112954" y="228606"/>
                      </a:cubicBezTo>
                      <a:cubicBezTo>
                        <a:pt x="112659" y="228835"/>
                        <a:pt x="112383" y="229102"/>
                        <a:pt x="112135" y="229387"/>
                      </a:cubicBezTo>
                      <a:cubicBezTo>
                        <a:pt x="111831" y="229683"/>
                        <a:pt x="111564" y="230025"/>
                        <a:pt x="111354" y="230397"/>
                      </a:cubicBezTo>
                      <a:cubicBezTo>
                        <a:pt x="110192" y="232045"/>
                        <a:pt x="109173" y="233788"/>
                        <a:pt x="108296" y="235607"/>
                      </a:cubicBezTo>
                      <a:cubicBezTo>
                        <a:pt x="106963" y="239265"/>
                        <a:pt x="106668" y="243227"/>
                        <a:pt x="107440" y="247037"/>
                      </a:cubicBezTo>
                      <a:cubicBezTo>
                        <a:pt x="108259" y="251419"/>
                        <a:pt x="108830" y="255848"/>
                        <a:pt x="109154" y="260296"/>
                      </a:cubicBezTo>
                      <a:cubicBezTo>
                        <a:pt x="109316" y="264811"/>
                        <a:pt x="109106" y="269335"/>
                        <a:pt x="108526" y="273812"/>
                      </a:cubicBezTo>
                      <a:cubicBezTo>
                        <a:pt x="107954" y="278298"/>
                        <a:pt x="107001" y="282718"/>
                        <a:pt x="105658" y="287033"/>
                      </a:cubicBezTo>
                      <a:cubicBezTo>
                        <a:pt x="104058" y="291462"/>
                        <a:pt x="102229" y="295148"/>
                        <a:pt x="100515" y="299282"/>
                      </a:cubicBezTo>
                      <a:cubicBezTo>
                        <a:pt x="100239" y="299968"/>
                        <a:pt x="99467" y="300320"/>
                        <a:pt x="98762" y="300063"/>
                      </a:cubicBezTo>
                      <a:cubicBezTo>
                        <a:pt x="98048" y="299787"/>
                        <a:pt x="97676" y="299006"/>
                        <a:pt x="97905" y="298272"/>
                      </a:cubicBezTo>
                      <a:cubicBezTo>
                        <a:pt x="99391" y="294215"/>
                        <a:pt x="101182" y="289928"/>
                        <a:pt x="102372" y="286023"/>
                      </a:cubicBezTo>
                      <a:cubicBezTo>
                        <a:pt x="103448" y="281889"/>
                        <a:pt x="104163" y="277660"/>
                        <a:pt x="104496" y="273393"/>
                      </a:cubicBezTo>
                      <a:cubicBezTo>
                        <a:pt x="104848" y="269145"/>
                        <a:pt x="104848" y="264868"/>
                        <a:pt x="104496" y="260620"/>
                      </a:cubicBezTo>
                      <a:cubicBezTo>
                        <a:pt x="103953" y="256324"/>
                        <a:pt x="103172" y="252057"/>
                        <a:pt x="102153" y="247847"/>
                      </a:cubicBezTo>
                      <a:cubicBezTo>
                        <a:pt x="101896" y="246170"/>
                        <a:pt x="101629" y="244342"/>
                        <a:pt x="101524" y="242484"/>
                      </a:cubicBezTo>
                      <a:cubicBezTo>
                        <a:pt x="98295" y="245351"/>
                        <a:pt x="95390" y="248580"/>
                        <a:pt x="92885" y="252095"/>
                      </a:cubicBezTo>
                      <a:cubicBezTo>
                        <a:pt x="87675" y="259544"/>
                        <a:pt x="67482" y="285280"/>
                        <a:pt x="66625" y="286394"/>
                      </a:cubicBezTo>
                      <a:cubicBezTo>
                        <a:pt x="66330" y="286766"/>
                        <a:pt x="65901" y="287014"/>
                        <a:pt x="65434" y="287099"/>
                      </a:cubicBezTo>
                      <a:cubicBezTo>
                        <a:pt x="64386" y="287328"/>
                        <a:pt x="63358" y="286661"/>
                        <a:pt x="63129" y="285613"/>
                      </a:cubicBezTo>
                      <a:cubicBezTo>
                        <a:pt x="63006" y="285032"/>
                        <a:pt x="63148" y="284432"/>
                        <a:pt x="63529" y="283975"/>
                      </a:cubicBezTo>
                      <a:cubicBezTo>
                        <a:pt x="63529" y="283756"/>
                        <a:pt x="76493" y="267440"/>
                        <a:pt x="84494" y="256829"/>
                      </a:cubicBezTo>
                      <a:cubicBezTo>
                        <a:pt x="81589" y="258400"/>
                        <a:pt x="78778" y="260144"/>
                        <a:pt x="76073" y="262039"/>
                      </a:cubicBezTo>
                      <a:cubicBezTo>
                        <a:pt x="69806" y="265697"/>
                        <a:pt x="63206" y="268764"/>
                        <a:pt x="56376" y="271202"/>
                      </a:cubicBezTo>
                      <a:lnTo>
                        <a:pt x="56043" y="271202"/>
                      </a:lnTo>
                      <a:cubicBezTo>
                        <a:pt x="54957" y="271278"/>
                        <a:pt x="54014" y="270459"/>
                        <a:pt x="53938" y="269373"/>
                      </a:cubicBezTo>
                      <a:cubicBezTo>
                        <a:pt x="53881" y="268583"/>
                        <a:pt x="54300" y="267840"/>
                        <a:pt x="55004" y="267478"/>
                      </a:cubicBezTo>
                      <a:cubicBezTo>
                        <a:pt x="61453" y="265154"/>
                        <a:pt x="67682" y="262258"/>
                        <a:pt x="73626" y="258839"/>
                      </a:cubicBezTo>
                      <a:cubicBezTo>
                        <a:pt x="78836" y="255352"/>
                        <a:pt x="84255" y="252209"/>
                        <a:pt x="89866" y="249418"/>
                      </a:cubicBezTo>
                      <a:cubicBezTo>
                        <a:pt x="93219" y="244799"/>
                        <a:pt x="97181" y="240655"/>
                        <a:pt x="101639" y="237093"/>
                      </a:cubicBezTo>
                      <a:cubicBezTo>
                        <a:pt x="101829" y="235817"/>
                        <a:pt x="102172" y="234569"/>
                        <a:pt x="102649" y="233369"/>
                      </a:cubicBezTo>
                      <a:cubicBezTo>
                        <a:pt x="103572" y="231178"/>
                        <a:pt x="104668" y="229063"/>
                        <a:pt x="105925" y="227035"/>
                      </a:cubicBezTo>
                      <a:cubicBezTo>
                        <a:pt x="106649" y="225835"/>
                        <a:pt x="107544" y="224749"/>
                        <a:pt x="108573" y="223796"/>
                      </a:cubicBezTo>
                      <a:cubicBezTo>
                        <a:pt x="109525" y="222948"/>
                        <a:pt x="110535" y="222158"/>
                        <a:pt x="111592" y="221453"/>
                      </a:cubicBezTo>
                      <a:cubicBezTo>
                        <a:pt x="119127" y="216986"/>
                        <a:pt x="127166" y="213423"/>
                        <a:pt x="135538" y="210842"/>
                      </a:cubicBezTo>
                      <a:cubicBezTo>
                        <a:pt x="136681" y="190249"/>
                        <a:pt x="139586" y="169789"/>
                        <a:pt x="144216" y="149692"/>
                      </a:cubicBezTo>
                      <a:cubicBezTo>
                        <a:pt x="146606" y="141405"/>
                        <a:pt x="149578" y="133309"/>
                        <a:pt x="153122" y="125441"/>
                      </a:cubicBezTo>
                      <a:cubicBezTo>
                        <a:pt x="147597" y="125127"/>
                        <a:pt x="142072" y="125127"/>
                        <a:pt x="136548" y="125441"/>
                      </a:cubicBezTo>
                      <a:cubicBezTo>
                        <a:pt x="132957" y="125565"/>
                        <a:pt x="129385" y="126127"/>
                        <a:pt x="125937" y="127117"/>
                      </a:cubicBezTo>
                      <a:lnTo>
                        <a:pt x="123737" y="128013"/>
                      </a:lnTo>
                      <a:cubicBezTo>
                        <a:pt x="116288" y="139309"/>
                        <a:pt x="108363" y="150263"/>
                        <a:pt x="99972" y="160865"/>
                      </a:cubicBezTo>
                      <a:cubicBezTo>
                        <a:pt x="97591" y="163846"/>
                        <a:pt x="95171" y="166789"/>
                        <a:pt x="92742" y="169732"/>
                      </a:cubicBezTo>
                      <a:cubicBezTo>
                        <a:pt x="93057" y="170294"/>
                        <a:pt x="93057" y="170990"/>
                        <a:pt x="92742" y="171561"/>
                      </a:cubicBezTo>
                      <a:cubicBezTo>
                        <a:pt x="86589" y="183820"/>
                        <a:pt x="78912" y="195259"/>
                        <a:pt x="69911" y="205603"/>
                      </a:cubicBezTo>
                      <a:cubicBezTo>
                        <a:pt x="63520" y="213042"/>
                        <a:pt x="57700" y="220967"/>
                        <a:pt x="52518" y="229292"/>
                      </a:cubicBezTo>
                      <a:lnTo>
                        <a:pt x="55757" y="247504"/>
                      </a:lnTo>
                      <a:cubicBezTo>
                        <a:pt x="55957" y="248571"/>
                        <a:pt x="55261" y="249609"/>
                        <a:pt x="54195" y="249809"/>
                      </a:cubicBezTo>
                      <a:cubicBezTo>
                        <a:pt x="53128" y="250009"/>
                        <a:pt x="52089" y="249304"/>
                        <a:pt x="51889" y="248237"/>
                      </a:cubicBezTo>
                      <a:cubicBezTo>
                        <a:pt x="51889" y="248237"/>
                        <a:pt x="51889" y="248218"/>
                        <a:pt x="51889" y="248209"/>
                      </a:cubicBezTo>
                      <a:lnTo>
                        <a:pt x="49394" y="234169"/>
                      </a:lnTo>
                      <a:cubicBezTo>
                        <a:pt x="42279" y="245342"/>
                        <a:pt x="36621" y="255324"/>
                        <a:pt x="36507" y="255514"/>
                      </a:cubicBezTo>
                      <a:cubicBezTo>
                        <a:pt x="36211" y="256019"/>
                        <a:pt x="35707" y="256372"/>
                        <a:pt x="35126" y="256486"/>
                      </a:cubicBezTo>
                      <a:cubicBezTo>
                        <a:pt x="34678" y="256562"/>
                        <a:pt x="34221" y="256486"/>
                        <a:pt x="33821" y="256267"/>
                      </a:cubicBezTo>
                      <a:cubicBezTo>
                        <a:pt x="32878" y="255733"/>
                        <a:pt x="32544" y="254533"/>
                        <a:pt x="33078" y="253581"/>
                      </a:cubicBezTo>
                      <a:cubicBezTo>
                        <a:pt x="33564" y="252685"/>
                        <a:pt x="40526" y="240617"/>
                        <a:pt x="48680" y="227959"/>
                      </a:cubicBezTo>
                      <a:cubicBezTo>
                        <a:pt x="48756" y="227787"/>
                        <a:pt x="48870" y="227635"/>
                        <a:pt x="49013" y="227511"/>
                      </a:cubicBezTo>
                      <a:cubicBezTo>
                        <a:pt x="54357" y="218843"/>
                        <a:pt x="60386" y="210604"/>
                        <a:pt x="67044" y="202889"/>
                      </a:cubicBezTo>
                      <a:cubicBezTo>
                        <a:pt x="73350" y="195850"/>
                        <a:pt x="78902" y="188173"/>
                        <a:pt x="83617" y="179981"/>
                      </a:cubicBezTo>
                      <a:cubicBezTo>
                        <a:pt x="79484" y="184525"/>
                        <a:pt x="75236" y="188916"/>
                        <a:pt x="70730" y="193088"/>
                      </a:cubicBezTo>
                      <a:cubicBezTo>
                        <a:pt x="60052" y="202860"/>
                        <a:pt x="48699" y="211871"/>
                        <a:pt x="36764" y="220053"/>
                      </a:cubicBezTo>
                      <a:lnTo>
                        <a:pt x="19114" y="232340"/>
                      </a:lnTo>
                      <a:cubicBezTo>
                        <a:pt x="16257" y="234340"/>
                        <a:pt x="13552" y="236560"/>
                        <a:pt x="11037" y="238969"/>
                      </a:cubicBezTo>
                      <a:lnTo>
                        <a:pt x="3331" y="246418"/>
                      </a:lnTo>
                      <a:cubicBezTo>
                        <a:pt x="2569" y="247161"/>
                        <a:pt x="1341" y="247161"/>
                        <a:pt x="579" y="246418"/>
                      </a:cubicBezTo>
                      <a:cubicBezTo>
                        <a:pt x="-193" y="245647"/>
                        <a:pt x="-193" y="244399"/>
                        <a:pt x="579" y="243627"/>
                      </a:cubicBezTo>
                      <a:cubicBezTo>
                        <a:pt x="579" y="243627"/>
                        <a:pt x="579" y="243627"/>
                        <a:pt x="579" y="243627"/>
                      </a:cubicBezTo>
                      <a:lnTo>
                        <a:pt x="8027" y="236179"/>
                      </a:lnTo>
                      <a:cubicBezTo>
                        <a:pt x="10637" y="233588"/>
                        <a:pt x="13456" y="231207"/>
                        <a:pt x="16447" y="229063"/>
                      </a:cubicBezTo>
                      <a:lnTo>
                        <a:pt x="33992" y="216510"/>
                      </a:lnTo>
                      <a:lnTo>
                        <a:pt x="40469" y="211747"/>
                      </a:lnTo>
                      <a:lnTo>
                        <a:pt x="18790" y="215176"/>
                      </a:lnTo>
                      <a:cubicBezTo>
                        <a:pt x="17714" y="215338"/>
                        <a:pt x="16704" y="214595"/>
                        <a:pt x="16533" y="213519"/>
                      </a:cubicBezTo>
                      <a:cubicBezTo>
                        <a:pt x="16371" y="212442"/>
                        <a:pt x="17114" y="211433"/>
                        <a:pt x="18190" y="211261"/>
                      </a:cubicBezTo>
                      <a:lnTo>
                        <a:pt x="18190" y="211261"/>
                      </a:lnTo>
                      <a:lnTo>
                        <a:pt x="45822" y="206908"/>
                      </a:lnTo>
                      <a:cubicBezTo>
                        <a:pt x="46098" y="206832"/>
                        <a:pt x="46394" y="206832"/>
                        <a:pt x="46679" y="206908"/>
                      </a:cubicBezTo>
                      <a:cubicBezTo>
                        <a:pt x="53795" y="201470"/>
                        <a:pt x="60605" y="195650"/>
                        <a:pt x="67091" y="189478"/>
                      </a:cubicBezTo>
                      <a:cubicBezTo>
                        <a:pt x="77245" y="179514"/>
                        <a:pt x="86656" y="168818"/>
                        <a:pt x="95247" y="157483"/>
                      </a:cubicBezTo>
                      <a:cubicBezTo>
                        <a:pt x="102401" y="148168"/>
                        <a:pt x="109211" y="138566"/>
                        <a:pt x="115659" y="128803"/>
                      </a:cubicBezTo>
                      <a:cubicBezTo>
                        <a:pt x="114212" y="128470"/>
                        <a:pt x="112793" y="128022"/>
                        <a:pt x="111411" y="127460"/>
                      </a:cubicBezTo>
                      <a:lnTo>
                        <a:pt x="110335" y="126936"/>
                      </a:lnTo>
                      <a:cubicBezTo>
                        <a:pt x="109487" y="126870"/>
                        <a:pt x="108687" y="126517"/>
                        <a:pt x="108059" y="125927"/>
                      </a:cubicBezTo>
                      <a:lnTo>
                        <a:pt x="107868" y="125736"/>
                      </a:lnTo>
                      <a:cubicBezTo>
                        <a:pt x="105296" y="124393"/>
                        <a:pt x="103029" y="123088"/>
                        <a:pt x="100677" y="122012"/>
                      </a:cubicBezTo>
                      <a:cubicBezTo>
                        <a:pt x="97505" y="120440"/>
                        <a:pt x="94076" y="119440"/>
                        <a:pt x="90542" y="119069"/>
                      </a:cubicBezTo>
                      <a:cubicBezTo>
                        <a:pt x="86808" y="119012"/>
                        <a:pt x="83075" y="119202"/>
                        <a:pt x="79369" y="119631"/>
                      </a:cubicBezTo>
                      <a:cubicBezTo>
                        <a:pt x="77436" y="119821"/>
                        <a:pt x="75645" y="120040"/>
                        <a:pt x="73635" y="120336"/>
                      </a:cubicBezTo>
                      <a:cubicBezTo>
                        <a:pt x="72702" y="120336"/>
                        <a:pt x="71768" y="120593"/>
                        <a:pt x="70882" y="120783"/>
                      </a:cubicBezTo>
                      <a:lnTo>
                        <a:pt x="70178" y="120783"/>
                      </a:lnTo>
                      <a:cubicBezTo>
                        <a:pt x="65777" y="123384"/>
                        <a:pt x="61681" y="126451"/>
                        <a:pt x="57957" y="129946"/>
                      </a:cubicBezTo>
                      <a:cubicBezTo>
                        <a:pt x="51899" y="135252"/>
                        <a:pt x="45508" y="140148"/>
                        <a:pt x="38812" y="144624"/>
                      </a:cubicBezTo>
                      <a:cubicBezTo>
                        <a:pt x="39136" y="145091"/>
                        <a:pt x="39250" y="145672"/>
                        <a:pt x="39107" y="146225"/>
                      </a:cubicBezTo>
                      <a:lnTo>
                        <a:pt x="32106" y="171513"/>
                      </a:lnTo>
                      <a:cubicBezTo>
                        <a:pt x="31906" y="172237"/>
                        <a:pt x="31316" y="172790"/>
                        <a:pt x="30582" y="172933"/>
                      </a:cubicBezTo>
                      <a:cubicBezTo>
                        <a:pt x="30287" y="172990"/>
                        <a:pt x="29982" y="172990"/>
                        <a:pt x="29687" y="172933"/>
                      </a:cubicBezTo>
                      <a:cubicBezTo>
                        <a:pt x="28648" y="172628"/>
                        <a:pt x="28048" y="171561"/>
                        <a:pt x="28306" y="170513"/>
                      </a:cubicBezTo>
                      <a:lnTo>
                        <a:pt x="34678" y="147501"/>
                      </a:lnTo>
                      <a:lnTo>
                        <a:pt x="32811" y="148730"/>
                      </a:lnTo>
                      <a:lnTo>
                        <a:pt x="13628" y="166903"/>
                      </a:lnTo>
                      <a:cubicBezTo>
                        <a:pt x="13342" y="167160"/>
                        <a:pt x="12999" y="167342"/>
                        <a:pt x="12618" y="167427"/>
                      </a:cubicBezTo>
                      <a:cubicBezTo>
                        <a:pt x="11961" y="167532"/>
                        <a:pt x="11294" y="167313"/>
                        <a:pt x="10827" y="166827"/>
                      </a:cubicBezTo>
                      <a:cubicBezTo>
                        <a:pt x="10056" y="166056"/>
                        <a:pt x="10056" y="164808"/>
                        <a:pt x="10827" y="164036"/>
                      </a:cubicBezTo>
                      <a:cubicBezTo>
                        <a:pt x="10827" y="164036"/>
                        <a:pt x="10827" y="164036"/>
                        <a:pt x="10827" y="164036"/>
                      </a:cubicBezTo>
                      <a:lnTo>
                        <a:pt x="30268" y="145672"/>
                      </a:lnTo>
                      <a:cubicBezTo>
                        <a:pt x="38916" y="139967"/>
                        <a:pt x="47203" y="133747"/>
                        <a:pt x="55109" y="127051"/>
                      </a:cubicBezTo>
                      <a:lnTo>
                        <a:pt x="56490" y="125784"/>
                      </a:lnTo>
                      <a:lnTo>
                        <a:pt x="53842" y="126755"/>
                      </a:lnTo>
                      <a:cubicBezTo>
                        <a:pt x="48775" y="128756"/>
                        <a:pt x="43441" y="130003"/>
                        <a:pt x="38012" y="130480"/>
                      </a:cubicBezTo>
                      <a:lnTo>
                        <a:pt x="33249" y="130813"/>
                      </a:lnTo>
                      <a:lnTo>
                        <a:pt x="8294" y="143472"/>
                      </a:lnTo>
                      <a:lnTo>
                        <a:pt x="7770" y="143662"/>
                      </a:lnTo>
                      <a:cubicBezTo>
                        <a:pt x="7093" y="143681"/>
                        <a:pt x="6446" y="143367"/>
                        <a:pt x="6056" y="142805"/>
                      </a:cubicBezTo>
                      <a:cubicBezTo>
                        <a:pt x="5570" y="141834"/>
                        <a:pt x="5950" y="140662"/>
                        <a:pt x="6913" y="140157"/>
                      </a:cubicBezTo>
                      <a:lnTo>
                        <a:pt x="23410" y="131775"/>
                      </a:lnTo>
                      <a:lnTo>
                        <a:pt x="7732" y="132966"/>
                      </a:lnTo>
                      <a:lnTo>
                        <a:pt x="7732" y="132966"/>
                      </a:lnTo>
                      <a:cubicBezTo>
                        <a:pt x="6646" y="132966"/>
                        <a:pt x="5760" y="132070"/>
                        <a:pt x="5770" y="130985"/>
                      </a:cubicBezTo>
                      <a:cubicBezTo>
                        <a:pt x="5770" y="130042"/>
                        <a:pt x="6436" y="129242"/>
                        <a:pt x="7360" y="129060"/>
                      </a:cubicBezTo>
                      <a:lnTo>
                        <a:pt x="25725" y="127051"/>
                      </a:lnTo>
                      <a:lnTo>
                        <a:pt x="11237" y="118783"/>
                      </a:lnTo>
                      <a:cubicBezTo>
                        <a:pt x="10294" y="118240"/>
                        <a:pt x="9970" y="117030"/>
                        <a:pt x="10513" y="116087"/>
                      </a:cubicBezTo>
                      <a:cubicBezTo>
                        <a:pt x="11056" y="115144"/>
                        <a:pt x="12266" y="114821"/>
                        <a:pt x="13209" y="115364"/>
                      </a:cubicBezTo>
                      <a:lnTo>
                        <a:pt x="31459" y="125793"/>
                      </a:lnTo>
                      <a:cubicBezTo>
                        <a:pt x="31696" y="125927"/>
                        <a:pt x="31906" y="126117"/>
                        <a:pt x="32059" y="126355"/>
                      </a:cubicBezTo>
                      <a:lnTo>
                        <a:pt x="38316" y="125651"/>
                      </a:lnTo>
                      <a:cubicBezTo>
                        <a:pt x="43193" y="125098"/>
                        <a:pt x="47956" y="123841"/>
                        <a:pt x="52471" y="121926"/>
                      </a:cubicBezTo>
                      <a:cubicBezTo>
                        <a:pt x="57205" y="120136"/>
                        <a:pt x="61891" y="118202"/>
                        <a:pt x="66511" y="115964"/>
                      </a:cubicBezTo>
                      <a:lnTo>
                        <a:pt x="66291" y="115964"/>
                      </a:lnTo>
                      <a:cubicBezTo>
                        <a:pt x="66939" y="115630"/>
                        <a:pt x="67625" y="115383"/>
                        <a:pt x="68340" y="115221"/>
                      </a:cubicBezTo>
                      <a:lnTo>
                        <a:pt x="69939" y="114811"/>
                      </a:lnTo>
                      <a:cubicBezTo>
                        <a:pt x="70978" y="114554"/>
                        <a:pt x="71988" y="114363"/>
                        <a:pt x="72997" y="114182"/>
                      </a:cubicBezTo>
                      <a:cubicBezTo>
                        <a:pt x="75007" y="113811"/>
                        <a:pt x="77016" y="113516"/>
                        <a:pt x="79026" y="113211"/>
                      </a:cubicBezTo>
                      <a:cubicBezTo>
                        <a:pt x="83141" y="112563"/>
                        <a:pt x="87304" y="112239"/>
                        <a:pt x="91466" y="112239"/>
                      </a:cubicBezTo>
                      <a:cubicBezTo>
                        <a:pt x="93552" y="112306"/>
                        <a:pt x="95629" y="112611"/>
                        <a:pt x="97648" y="113135"/>
                      </a:cubicBezTo>
                      <a:lnTo>
                        <a:pt x="97648" y="112944"/>
                      </a:lnTo>
                      <a:cubicBezTo>
                        <a:pt x="94438" y="108229"/>
                        <a:pt x="91923" y="103076"/>
                        <a:pt x="90199" y="97638"/>
                      </a:cubicBezTo>
                      <a:cubicBezTo>
                        <a:pt x="89209" y="94428"/>
                        <a:pt x="88494" y="91142"/>
                        <a:pt x="88075" y="87808"/>
                      </a:cubicBezTo>
                      <a:cubicBezTo>
                        <a:pt x="81274" y="83655"/>
                        <a:pt x="74693" y="79150"/>
                        <a:pt x="68377" y="74292"/>
                      </a:cubicBezTo>
                      <a:lnTo>
                        <a:pt x="68377" y="74292"/>
                      </a:lnTo>
                      <a:cubicBezTo>
                        <a:pt x="60701" y="70253"/>
                        <a:pt x="52718" y="66815"/>
                        <a:pt x="44508" y="64014"/>
                      </a:cubicBezTo>
                      <a:cubicBezTo>
                        <a:pt x="40450" y="62757"/>
                        <a:pt x="36193" y="62281"/>
                        <a:pt x="31954" y="62595"/>
                      </a:cubicBezTo>
                      <a:cubicBezTo>
                        <a:pt x="30868" y="62471"/>
                        <a:pt x="30087" y="61500"/>
                        <a:pt x="30211" y="60414"/>
                      </a:cubicBezTo>
                      <a:cubicBezTo>
                        <a:pt x="30287" y="59747"/>
                        <a:pt x="30687" y="59166"/>
                        <a:pt x="31287" y="58871"/>
                      </a:cubicBezTo>
                      <a:cubicBezTo>
                        <a:pt x="36078" y="58414"/>
                        <a:pt x="40917" y="58918"/>
                        <a:pt x="45517" y="60357"/>
                      </a:cubicBezTo>
                      <a:cubicBezTo>
                        <a:pt x="49813" y="61623"/>
                        <a:pt x="54014" y="63224"/>
                        <a:pt x="58072" y="65119"/>
                      </a:cubicBezTo>
                      <a:cubicBezTo>
                        <a:pt x="57852" y="64862"/>
                        <a:pt x="57586" y="64633"/>
                        <a:pt x="57366" y="64414"/>
                      </a:cubicBezTo>
                      <a:cubicBezTo>
                        <a:pt x="51613" y="58337"/>
                        <a:pt x="46803" y="51432"/>
                        <a:pt x="43098" y="43926"/>
                      </a:cubicBezTo>
                      <a:cubicBezTo>
                        <a:pt x="42670" y="42897"/>
                        <a:pt x="43146" y="41716"/>
                        <a:pt x="44174" y="41278"/>
                      </a:cubicBezTo>
                      <a:cubicBezTo>
                        <a:pt x="45203" y="40849"/>
                        <a:pt x="46384" y="41326"/>
                        <a:pt x="46822" y="42354"/>
                      </a:cubicBezTo>
                      <a:cubicBezTo>
                        <a:pt x="50394" y="49441"/>
                        <a:pt x="54976" y="55975"/>
                        <a:pt x="60414" y="61757"/>
                      </a:cubicBezTo>
                      <a:cubicBezTo>
                        <a:pt x="68663" y="69844"/>
                        <a:pt x="77826" y="76940"/>
                        <a:pt x="87713" y="82912"/>
                      </a:cubicBezTo>
                      <a:cubicBezTo>
                        <a:pt x="87713" y="82388"/>
                        <a:pt x="87713" y="81836"/>
                        <a:pt x="87523" y="81312"/>
                      </a:cubicBezTo>
                      <a:cubicBezTo>
                        <a:pt x="87266" y="79007"/>
                        <a:pt x="87075" y="76730"/>
                        <a:pt x="86923" y="74463"/>
                      </a:cubicBezTo>
                      <a:cubicBezTo>
                        <a:pt x="82789" y="66757"/>
                        <a:pt x="72625" y="46717"/>
                        <a:pt x="70311" y="33715"/>
                      </a:cubicBezTo>
                      <a:cubicBezTo>
                        <a:pt x="68454" y="23714"/>
                        <a:pt x="65625" y="13922"/>
                        <a:pt x="61853" y="4483"/>
                      </a:cubicBezTo>
                      <a:cubicBezTo>
                        <a:pt x="61434" y="3454"/>
                        <a:pt x="61920" y="2283"/>
                        <a:pt x="62948" y="1854"/>
                      </a:cubicBezTo>
                      <a:cubicBezTo>
                        <a:pt x="63977" y="1425"/>
                        <a:pt x="65148" y="1921"/>
                        <a:pt x="65577" y="2949"/>
                      </a:cubicBezTo>
                      <a:cubicBezTo>
                        <a:pt x="69444" y="12665"/>
                        <a:pt x="72349" y="22723"/>
                        <a:pt x="74254" y="33001"/>
                      </a:cubicBezTo>
                      <a:cubicBezTo>
                        <a:pt x="77045" y="44021"/>
                        <a:pt x="81131" y="54680"/>
                        <a:pt x="86437" y="64729"/>
                      </a:cubicBezTo>
                      <a:lnTo>
                        <a:pt x="86437" y="48679"/>
                      </a:lnTo>
                      <a:cubicBezTo>
                        <a:pt x="86532" y="43135"/>
                        <a:pt x="87113" y="37620"/>
                        <a:pt x="88190" y="32182"/>
                      </a:cubicBezTo>
                      <a:cubicBezTo>
                        <a:pt x="90875" y="21533"/>
                        <a:pt x="94219" y="11360"/>
                        <a:pt x="97610" y="1121"/>
                      </a:cubicBezTo>
                      <a:cubicBezTo>
                        <a:pt x="98086" y="140"/>
                        <a:pt x="99257" y="-279"/>
                        <a:pt x="100248" y="197"/>
                      </a:cubicBezTo>
                      <a:cubicBezTo>
                        <a:pt x="101048" y="578"/>
                        <a:pt x="101486" y="1445"/>
                        <a:pt x="101343" y="2311"/>
                      </a:cubicBezTo>
                      <a:lnTo>
                        <a:pt x="101343" y="2311"/>
                      </a:lnTo>
                      <a:cubicBezTo>
                        <a:pt x="98286" y="12551"/>
                        <a:pt x="95276" y="22942"/>
                        <a:pt x="93037" y="33220"/>
                      </a:cubicBezTo>
                      <a:cubicBezTo>
                        <a:pt x="92199" y="38363"/>
                        <a:pt x="91809" y="43574"/>
                        <a:pt x="91885" y="48784"/>
                      </a:cubicBezTo>
                      <a:cubicBezTo>
                        <a:pt x="91885" y="54070"/>
                        <a:pt x="92075" y="59395"/>
                        <a:pt x="92409" y="64691"/>
                      </a:cubicBezTo>
                      <a:cubicBezTo>
                        <a:pt x="92742" y="69986"/>
                        <a:pt x="93304" y="75263"/>
                        <a:pt x="94009" y="80483"/>
                      </a:cubicBezTo>
                      <a:cubicBezTo>
                        <a:pt x="94619" y="85598"/>
                        <a:pt x="95686" y="90646"/>
                        <a:pt x="97209" y="95571"/>
                      </a:cubicBezTo>
                      <a:cubicBezTo>
                        <a:pt x="100905" y="104972"/>
                        <a:pt x="106792" y="113363"/>
                        <a:pt x="114383" y="120040"/>
                      </a:cubicBezTo>
                      <a:lnTo>
                        <a:pt x="115393" y="120488"/>
                      </a:lnTo>
                      <a:cubicBezTo>
                        <a:pt x="116698" y="121050"/>
                        <a:pt x="118107" y="121336"/>
                        <a:pt x="119527" y="121345"/>
                      </a:cubicBezTo>
                      <a:cubicBezTo>
                        <a:pt x="121070" y="121031"/>
                        <a:pt x="122546" y="120478"/>
                        <a:pt x="123918" y="119707"/>
                      </a:cubicBezTo>
                      <a:cubicBezTo>
                        <a:pt x="128023" y="118307"/>
                        <a:pt x="132290" y="117449"/>
                        <a:pt x="136614" y="117135"/>
                      </a:cubicBezTo>
                      <a:cubicBezTo>
                        <a:pt x="143739" y="116516"/>
                        <a:pt x="150893" y="116383"/>
                        <a:pt x="158027" y="116726"/>
                      </a:cubicBezTo>
                      <a:cubicBezTo>
                        <a:pt x="163627" y="104734"/>
                        <a:pt x="170238" y="93247"/>
                        <a:pt x="177800" y="82388"/>
                      </a:cubicBezTo>
                      <a:lnTo>
                        <a:pt x="218768" y="25886"/>
                      </a:lnTo>
                      <a:lnTo>
                        <a:pt x="241113" y="68415"/>
                      </a:lnTo>
                      <a:cubicBezTo>
                        <a:pt x="241113" y="68415"/>
                        <a:pt x="234598" y="71768"/>
                        <a:pt x="227560" y="75197"/>
                      </a:cubicBezTo>
                      <a:cubicBezTo>
                        <a:pt x="220520" y="78626"/>
                        <a:pt x="191726" y="101267"/>
                        <a:pt x="179144" y="116164"/>
                      </a:cubicBezTo>
                      <a:cubicBezTo>
                        <a:pt x="166561" y="131061"/>
                        <a:pt x="160703" y="153892"/>
                        <a:pt x="155084" y="174599"/>
                      </a:cubicBezTo>
                      <a:cubicBezTo>
                        <a:pt x="149464" y="195307"/>
                        <a:pt x="150730" y="236055"/>
                        <a:pt x="157284" y="260591"/>
                      </a:cubicBezTo>
                      <a:cubicBezTo>
                        <a:pt x="159179" y="266649"/>
                        <a:pt x="160427" y="272888"/>
                        <a:pt x="161008" y="279213"/>
                      </a:cubicBezTo>
                      <a:cubicBezTo>
                        <a:pt x="169876" y="281108"/>
                        <a:pt x="178591" y="283661"/>
                        <a:pt x="187078" y="286852"/>
                      </a:cubicBezTo>
                      <a:cubicBezTo>
                        <a:pt x="196250" y="291271"/>
                        <a:pt x="205652" y="295215"/>
                        <a:pt x="215234" y="298663"/>
                      </a:cubicBezTo>
                      <a:lnTo>
                        <a:pt x="222682" y="301158"/>
                      </a:lnTo>
                      <a:cubicBezTo>
                        <a:pt x="223721" y="301492"/>
                        <a:pt x="224292" y="302606"/>
                        <a:pt x="223949" y="303644"/>
                      </a:cubicBezTo>
                      <a:cubicBezTo>
                        <a:pt x="223949" y="303644"/>
                        <a:pt x="223949" y="303644"/>
                        <a:pt x="223949" y="303644"/>
                      </a:cubicBezTo>
                      <a:cubicBezTo>
                        <a:pt x="223730" y="304330"/>
                        <a:pt x="223139" y="304844"/>
                        <a:pt x="222426" y="304949"/>
                      </a:cubicBezTo>
                      <a:cubicBezTo>
                        <a:pt x="222111" y="305044"/>
                        <a:pt x="221777" y="305044"/>
                        <a:pt x="221453" y="304949"/>
                      </a:cubicBezTo>
                      <a:lnTo>
                        <a:pt x="214005" y="302492"/>
                      </a:lnTo>
                      <a:cubicBezTo>
                        <a:pt x="208900" y="300815"/>
                        <a:pt x="200823" y="297462"/>
                        <a:pt x="193964" y="294405"/>
                      </a:cubicBezTo>
                      <a:cubicBezTo>
                        <a:pt x="199384" y="300996"/>
                        <a:pt x="202937" y="308921"/>
                        <a:pt x="204280" y="317351"/>
                      </a:cubicBezTo>
                      <a:cubicBezTo>
                        <a:pt x="204356" y="318379"/>
                        <a:pt x="203652" y="319303"/>
                        <a:pt x="202642" y="319513"/>
                      </a:cubicBezTo>
                      <a:lnTo>
                        <a:pt x="202642" y="319513"/>
                      </a:lnTo>
                      <a:cubicBezTo>
                        <a:pt x="201556" y="319627"/>
                        <a:pt x="200584" y="318846"/>
                        <a:pt x="200441" y="317760"/>
                      </a:cubicBezTo>
                      <a:cubicBezTo>
                        <a:pt x="198994" y="304130"/>
                        <a:pt x="186992" y="292062"/>
                        <a:pt x="185249" y="290347"/>
                      </a:cubicBezTo>
                      <a:cubicBezTo>
                        <a:pt x="177200" y="287423"/>
                        <a:pt x="168971" y="285051"/>
                        <a:pt x="160589" y="283270"/>
                      </a:cubicBezTo>
                      <a:lnTo>
                        <a:pt x="160589" y="283680"/>
                      </a:lnTo>
                      <a:cubicBezTo>
                        <a:pt x="169333" y="291919"/>
                        <a:pt x="176486" y="301701"/>
                        <a:pt x="181668" y="312541"/>
                      </a:cubicBezTo>
                      <a:cubicBezTo>
                        <a:pt x="182677" y="314779"/>
                        <a:pt x="183601" y="316970"/>
                        <a:pt x="184459" y="319094"/>
                      </a:cubicBezTo>
                      <a:cubicBezTo>
                        <a:pt x="190173" y="321646"/>
                        <a:pt x="195155" y="325580"/>
                        <a:pt x="198985" y="330524"/>
                      </a:cubicBezTo>
                      <a:cubicBezTo>
                        <a:pt x="199956" y="332010"/>
                        <a:pt x="200880" y="333277"/>
                        <a:pt x="201775" y="334505"/>
                      </a:cubicBezTo>
                      <a:cubicBezTo>
                        <a:pt x="203794" y="337058"/>
                        <a:pt x="205499" y="339849"/>
                        <a:pt x="206842" y="342811"/>
                      </a:cubicBezTo>
                      <a:cubicBezTo>
                        <a:pt x="210757" y="343744"/>
                        <a:pt x="221740" y="347059"/>
                        <a:pt x="225721" y="354393"/>
                      </a:cubicBezTo>
                      <a:cubicBezTo>
                        <a:pt x="226207" y="355365"/>
                        <a:pt x="225826" y="356537"/>
                        <a:pt x="224864" y="357041"/>
                      </a:cubicBezTo>
                      <a:lnTo>
                        <a:pt x="224302" y="357232"/>
                      </a:lnTo>
                      <a:cubicBezTo>
                        <a:pt x="223454" y="357375"/>
                        <a:pt x="222606" y="356956"/>
                        <a:pt x="222216" y="356194"/>
                      </a:cubicBezTo>
                      <a:cubicBezTo>
                        <a:pt x="219758" y="351460"/>
                        <a:pt x="212795" y="348745"/>
                        <a:pt x="208433" y="347326"/>
                      </a:cubicBezTo>
                      <a:cubicBezTo>
                        <a:pt x="208843" y="348850"/>
                        <a:pt x="209252" y="350488"/>
                        <a:pt x="209586" y="352393"/>
                      </a:cubicBezTo>
                      <a:cubicBezTo>
                        <a:pt x="210795" y="360432"/>
                        <a:pt x="210309" y="368643"/>
                        <a:pt x="208167" y="376491"/>
                      </a:cubicBezTo>
                      <a:cubicBezTo>
                        <a:pt x="207976" y="377215"/>
                        <a:pt x="207376" y="377758"/>
                        <a:pt x="206642" y="377873"/>
                      </a:cubicBezTo>
                      <a:cubicBezTo>
                        <a:pt x="206347" y="377949"/>
                        <a:pt x="206042" y="377949"/>
                        <a:pt x="205747" y="377873"/>
                      </a:cubicBezTo>
                      <a:cubicBezTo>
                        <a:pt x="204709" y="377549"/>
                        <a:pt x="204118" y="376463"/>
                        <a:pt x="204404" y="375415"/>
                      </a:cubicBezTo>
                      <a:cubicBezTo>
                        <a:pt x="206357" y="368138"/>
                        <a:pt x="206804" y="360528"/>
                        <a:pt x="205709" y="353069"/>
                      </a:cubicBezTo>
                      <a:cubicBezTo>
                        <a:pt x="205290" y="350641"/>
                        <a:pt x="204671" y="348250"/>
                        <a:pt x="203842" y="345916"/>
                      </a:cubicBezTo>
                      <a:cubicBezTo>
                        <a:pt x="203328" y="345526"/>
                        <a:pt x="203051" y="344888"/>
                        <a:pt x="203137" y="344240"/>
                      </a:cubicBezTo>
                      <a:cubicBezTo>
                        <a:pt x="201908" y="341592"/>
                        <a:pt x="200384" y="339096"/>
                        <a:pt x="198594" y="336791"/>
                      </a:cubicBezTo>
                      <a:cubicBezTo>
                        <a:pt x="197660" y="335524"/>
                        <a:pt x="196698" y="334181"/>
                        <a:pt x="195650" y="332657"/>
                      </a:cubicBezTo>
                      <a:cubicBezTo>
                        <a:pt x="193193" y="329314"/>
                        <a:pt x="190021" y="326552"/>
                        <a:pt x="186373" y="324571"/>
                      </a:cubicBezTo>
                      <a:cubicBezTo>
                        <a:pt x="189660" y="334867"/>
                        <a:pt x="191440" y="345573"/>
                        <a:pt x="191659" y="356375"/>
                      </a:cubicBezTo>
                      <a:cubicBezTo>
                        <a:pt x="192069" y="367547"/>
                        <a:pt x="191917" y="379244"/>
                        <a:pt x="191917" y="379387"/>
                      </a:cubicBezTo>
                      <a:cubicBezTo>
                        <a:pt x="191917" y="380340"/>
                        <a:pt x="191212" y="381140"/>
                        <a:pt x="190279" y="381283"/>
                      </a:cubicBezTo>
                      <a:lnTo>
                        <a:pt x="189907" y="381283"/>
                      </a:lnTo>
                      <a:cubicBezTo>
                        <a:pt x="188821" y="381244"/>
                        <a:pt x="187974" y="380349"/>
                        <a:pt x="187974" y="379273"/>
                      </a:cubicBezTo>
                      <a:cubicBezTo>
                        <a:pt x="187974" y="379273"/>
                        <a:pt x="187974" y="367690"/>
                        <a:pt x="187754" y="356441"/>
                      </a:cubicBezTo>
                      <a:cubicBezTo>
                        <a:pt x="187545" y="344478"/>
                        <a:pt x="185306" y="332638"/>
                        <a:pt x="181125" y="321427"/>
                      </a:cubicBezTo>
                      <a:cubicBezTo>
                        <a:pt x="180972" y="321208"/>
                        <a:pt x="180868" y="320951"/>
                        <a:pt x="180830" y="320684"/>
                      </a:cubicBezTo>
                      <a:cubicBezTo>
                        <a:pt x="180011" y="318522"/>
                        <a:pt x="179115" y="316360"/>
                        <a:pt x="178077" y="314131"/>
                      </a:cubicBezTo>
                      <a:cubicBezTo>
                        <a:pt x="173295" y="304197"/>
                        <a:pt x="166818" y="295177"/>
                        <a:pt x="158932" y="287461"/>
                      </a:cubicBezTo>
                      <a:lnTo>
                        <a:pt x="158674" y="287985"/>
                      </a:lnTo>
                      <a:cubicBezTo>
                        <a:pt x="158674" y="292043"/>
                        <a:pt x="158674" y="296100"/>
                        <a:pt x="159046" y="300129"/>
                      </a:cubicBezTo>
                      <a:cubicBezTo>
                        <a:pt x="159456" y="310293"/>
                        <a:pt x="160199" y="320542"/>
                        <a:pt x="160913" y="330743"/>
                      </a:cubicBezTo>
                      <a:cubicBezTo>
                        <a:pt x="161627" y="340944"/>
                        <a:pt x="162475" y="351117"/>
                        <a:pt x="163856" y="361204"/>
                      </a:cubicBezTo>
                      <a:cubicBezTo>
                        <a:pt x="164904" y="371329"/>
                        <a:pt x="167418" y="381254"/>
                        <a:pt x="171305" y="390665"/>
                      </a:cubicBezTo>
                      <a:lnTo>
                        <a:pt x="171305" y="390665"/>
                      </a:lnTo>
                      <a:cubicBezTo>
                        <a:pt x="171400" y="390922"/>
                        <a:pt x="171305" y="391217"/>
                        <a:pt x="171086" y="391370"/>
                      </a:cubicBezTo>
                      <a:cubicBezTo>
                        <a:pt x="170828" y="391503"/>
                        <a:pt x="170514" y="391408"/>
                        <a:pt x="170380" y="391150"/>
                      </a:cubicBezTo>
                      <a:cubicBezTo>
                        <a:pt x="170380" y="391150"/>
                        <a:pt x="170380" y="391150"/>
                        <a:pt x="170380" y="391150"/>
                      </a:cubicBezTo>
                      <a:cubicBezTo>
                        <a:pt x="165952" y="381787"/>
                        <a:pt x="162875" y="371843"/>
                        <a:pt x="161255" y="361613"/>
                      </a:cubicBezTo>
                      <a:cubicBezTo>
                        <a:pt x="159912" y="354727"/>
                        <a:pt x="158874" y="347793"/>
                        <a:pt x="157903" y="340868"/>
                      </a:cubicBezTo>
                      <a:cubicBezTo>
                        <a:pt x="154550" y="354870"/>
                        <a:pt x="147587" y="381244"/>
                        <a:pt x="140253" y="392265"/>
                      </a:cubicBezTo>
                      <a:cubicBezTo>
                        <a:pt x="135100" y="400694"/>
                        <a:pt x="128004" y="407752"/>
                        <a:pt x="119546" y="412858"/>
                      </a:cubicBezTo>
                      <a:cubicBezTo>
                        <a:pt x="119374" y="412953"/>
                        <a:pt x="119184" y="413020"/>
                        <a:pt x="118984" y="413048"/>
                      </a:cubicBezTo>
                      <a:cubicBezTo>
                        <a:pt x="117917" y="413267"/>
                        <a:pt x="116869" y="412582"/>
                        <a:pt x="116650" y="411515"/>
                      </a:cubicBezTo>
                      <a:cubicBezTo>
                        <a:pt x="116460" y="410620"/>
                        <a:pt x="116926" y="409705"/>
                        <a:pt x="117755" y="409324"/>
                      </a:cubicBezTo>
                      <a:cubicBezTo>
                        <a:pt x="125584" y="404495"/>
                        <a:pt x="132176" y="397885"/>
                        <a:pt x="136977" y="390036"/>
                      </a:cubicBezTo>
                      <a:cubicBezTo>
                        <a:pt x="146587" y="375625"/>
                        <a:pt x="156045" y="331381"/>
                        <a:pt x="156122" y="330933"/>
                      </a:cubicBezTo>
                      <a:cubicBezTo>
                        <a:pt x="156198" y="330667"/>
                        <a:pt x="156312" y="330419"/>
                        <a:pt x="156455" y="330190"/>
                      </a:cubicBezTo>
                      <a:cubicBezTo>
                        <a:pt x="154074" y="311569"/>
                        <a:pt x="151988" y="292948"/>
                        <a:pt x="151017" y="273764"/>
                      </a:cubicBezTo>
                      <a:cubicBezTo>
                        <a:pt x="148406" y="268068"/>
                        <a:pt x="144682" y="260620"/>
                        <a:pt x="141558" y="251904"/>
                      </a:cubicBezTo>
                      <a:lnTo>
                        <a:pt x="124013" y="284232"/>
                      </a:lnTo>
                      <a:lnTo>
                        <a:pt x="118498" y="294395"/>
                      </a:lnTo>
                      <a:lnTo>
                        <a:pt x="115745" y="299463"/>
                      </a:lnTo>
                      <a:cubicBezTo>
                        <a:pt x="115659" y="299653"/>
                        <a:pt x="115564" y="299844"/>
                        <a:pt x="115450" y="300025"/>
                      </a:cubicBezTo>
                      <a:cubicBezTo>
                        <a:pt x="117612" y="304606"/>
                        <a:pt x="119174" y="316265"/>
                        <a:pt x="105915" y="342925"/>
                      </a:cubicBezTo>
                      <a:cubicBezTo>
                        <a:pt x="96752" y="361251"/>
                        <a:pt x="87037" y="378120"/>
                        <a:pt x="79617" y="390112"/>
                      </a:cubicBezTo>
                      <a:lnTo>
                        <a:pt x="82817" y="419906"/>
                      </a:lnTo>
                      <a:cubicBezTo>
                        <a:pt x="82932" y="420935"/>
                        <a:pt x="82236" y="421878"/>
                        <a:pt x="81217" y="422069"/>
                      </a:cubicBezTo>
                      <a:lnTo>
                        <a:pt x="81217" y="422069"/>
                      </a:lnTo>
                      <a:cubicBezTo>
                        <a:pt x="80141" y="422173"/>
                        <a:pt x="79179" y="421392"/>
                        <a:pt x="79055" y="420316"/>
                      </a:cubicBezTo>
                      <a:lnTo>
                        <a:pt x="76369" y="395627"/>
                      </a:lnTo>
                      <a:cubicBezTo>
                        <a:pt x="73835" y="400056"/>
                        <a:pt x="70845" y="404209"/>
                        <a:pt x="67463" y="408029"/>
                      </a:cubicBezTo>
                      <a:cubicBezTo>
                        <a:pt x="67254" y="408134"/>
                        <a:pt x="67025" y="408210"/>
                        <a:pt x="66796" y="408248"/>
                      </a:cubicBezTo>
                      <a:cubicBezTo>
                        <a:pt x="65968" y="408419"/>
                        <a:pt x="65110" y="408048"/>
                        <a:pt x="64672" y="407314"/>
                      </a:cubicBezTo>
                      <a:cubicBezTo>
                        <a:pt x="64119" y="406448"/>
                        <a:pt x="64377" y="405295"/>
                        <a:pt x="65244" y="404743"/>
                      </a:cubicBezTo>
                      <a:cubicBezTo>
                        <a:pt x="65263" y="404733"/>
                        <a:pt x="65282" y="404714"/>
                        <a:pt x="65301" y="404704"/>
                      </a:cubicBezTo>
                      <a:cubicBezTo>
                        <a:pt x="69073" y="399780"/>
                        <a:pt x="72540" y="394627"/>
                        <a:pt x="75693" y="389283"/>
                      </a:cubicBezTo>
                      <a:lnTo>
                        <a:pt x="75693" y="389283"/>
                      </a:lnTo>
                      <a:cubicBezTo>
                        <a:pt x="75578" y="388369"/>
                        <a:pt x="76150" y="387502"/>
                        <a:pt x="77036" y="387236"/>
                      </a:cubicBezTo>
                      <a:cubicBezTo>
                        <a:pt x="83960" y="376063"/>
                        <a:pt x="93200" y="359975"/>
                        <a:pt x="102544" y="341316"/>
                      </a:cubicBezTo>
                      <a:cubicBezTo>
                        <a:pt x="112897" y="320646"/>
                        <a:pt x="113716" y="309959"/>
                        <a:pt x="112821" y="304816"/>
                      </a:cubicBezTo>
                      <a:lnTo>
                        <a:pt x="112821" y="304816"/>
                      </a:lnTo>
                      <a:cubicBezTo>
                        <a:pt x="108202" y="311312"/>
                        <a:pt x="102877" y="317284"/>
                        <a:pt x="96952" y="322618"/>
                      </a:cubicBezTo>
                      <a:cubicBezTo>
                        <a:pt x="85446" y="333181"/>
                        <a:pt x="73131" y="342811"/>
                        <a:pt x="60119" y="351441"/>
                      </a:cubicBezTo>
                      <a:cubicBezTo>
                        <a:pt x="47156" y="360099"/>
                        <a:pt x="33449" y="367576"/>
                        <a:pt x="19152" y="373786"/>
                      </a:cubicBezTo>
                      <a:cubicBezTo>
                        <a:pt x="18180" y="374072"/>
                        <a:pt x="17171" y="373510"/>
                        <a:pt x="16895" y="372539"/>
                      </a:cubicBezTo>
                      <a:cubicBezTo>
                        <a:pt x="16666" y="371748"/>
                        <a:pt x="17000" y="370891"/>
                        <a:pt x="17704" y="370472"/>
                      </a:cubicBezTo>
                      <a:lnTo>
                        <a:pt x="17704" y="370472"/>
                      </a:lnTo>
                      <a:cubicBezTo>
                        <a:pt x="26582" y="366414"/>
                        <a:pt x="35183" y="361794"/>
                        <a:pt x="43479" y="356651"/>
                      </a:cubicBezTo>
                      <a:lnTo>
                        <a:pt x="7465" y="351326"/>
                      </a:lnTo>
                      <a:cubicBezTo>
                        <a:pt x="6446" y="351174"/>
                        <a:pt x="5722" y="350269"/>
                        <a:pt x="5789" y="34924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8"/>
                <p:cNvSpPr/>
                <p:nvPr/>
              </p:nvSpPr>
              <p:spPr>
                <a:xfrm>
                  <a:off x="5703120" y="1089000"/>
                  <a:ext cx="28784" cy="44253"/>
                </a:xfrm>
                <a:custGeom>
                  <a:rect b="b" l="l" r="r" t="t"/>
                  <a:pathLst>
                    <a:path extrusionOk="0" h="44253" w="28784">
                      <a:moveTo>
                        <a:pt x="25365" y="44253"/>
                      </a:moveTo>
                      <a:lnTo>
                        <a:pt x="0" y="8906"/>
                      </a:lnTo>
                      <a:lnTo>
                        <a:pt x="6439" y="0"/>
                      </a:lnTo>
                      <a:lnTo>
                        <a:pt x="28784" y="42529"/>
                      </a:lnTo>
                      <a:lnTo>
                        <a:pt x="25355" y="44244"/>
                      </a:lnTo>
                      <a:close/>
                    </a:path>
                  </a:pathLst>
                </a:custGeom>
                <a:solidFill>
                  <a:schemeClr val="lt1"/>
                </a:solidFill>
                <a:ln cap="flat" cmpd="sng" w="9525">
                  <a:solidFill>
                    <a:schemeClr val="dk1"/>
                  </a:solidFill>
                  <a:prstDash val="solid"/>
                  <a:miter lim="8000"/>
                  <a:headEnd len="sm" w="sm" type="none"/>
                  <a:tailEnd len="sm" w="sm" type="none"/>
                </a:ln>
              </p:spPr>
            </p:sp>
            <p:sp>
              <p:nvSpPr>
                <p:cNvPr id="946" name="Google Shape;946;p38"/>
                <p:cNvSpPr/>
                <p:nvPr/>
              </p:nvSpPr>
              <p:spPr>
                <a:xfrm>
                  <a:off x="5676840" y="1127160"/>
                  <a:ext cx="23785" cy="28794"/>
                </a:xfrm>
                <a:custGeom>
                  <a:rect b="b" l="l" r="r" t="t"/>
                  <a:pathLst>
                    <a:path extrusionOk="0" h="28794" w="23726">
                      <a:moveTo>
                        <a:pt x="0" y="7077"/>
                      </a:moveTo>
                      <a:lnTo>
                        <a:pt x="5106" y="0"/>
                      </a:lnTo>
                      <a:cubicBezTo>
                        <a:pt x="9449" y="9211"/>
                        <a:pt x="15811" y="17326"/>
                        <a:pt x="23726" y="23727"/>
                      </a:cubicBezTo>
                      <a:cubicBezTo>
                        <a:pt x="21717" y="25327"/>
                        <a:pt x="19631" y="27041"/>
                        <a:pt x="17545" y="28794"/>
                      </a:cubicBezTo>
                      <a:cubicBezTo>
                        <a:pt x="10373" y="22736"/>
                        <a:pt x="4419" y="15364"/>
                        <a:pt x="0" y="7077"/>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8"/>
                <p:cNvSpPr/>
                <p:nvPr/>
              </p:nvSpPr>
              <p:spPr>
                <a:xfrm>
                  <a:off x="5688360" y="1111320"/>
                  <a:ext cx="28827" cy="32371"/>
                </a:xfrm>
                <a:custGeom>
                  <a:rect b="b" l="l" r="r" t="t"/>
                  <a:pathLst>
                    <a:path extrusionOk="0" h="32290" w="28899">
                      <a:moveTo>
                        <a:pt x="21936" y="32290"/>
                      </a:moveTo>
                      <a:cubicBezTo>
                        <a:pt x="13116" y="25375"/>
                        <a:pt x="5677" y="16859"/>
                        <a:pt x="0" y="7191"/>
                      </a:cubicBezTo>
                      <a:cubicBezTo>
                        <a:pt x="1791" y="4734"/>
                        <a:pt x="3505" y="2315"/>
                        <a:pt x="5210" y="0"/>
                      </a:cubicBezTo>
                      <a:cubicBezTo>
                        <a:pt x="10906" y="10897"/>
                        <a:pt x="19002" y="20345"/>
                        <a:pt x="28899" y="27632"/>
                      </a:cubicBezTo>
                      <a:cubicBezTo>
                        <a:pt x="26498" y="29061"/>
                        <a:pt x="24175" y="30613"/>
                        <a:pt x="21936" y="32290"/>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8"/>
                <p:cNvSpPr/>
                <p:nvPr/>
              </p:nvSpPr>
              <p:spPr>
                <a:xfrm>
                  <a:off x="5654880" y="1160640"/>
                  <a:ext cx="18707" cy="20174"/>
                </a:xfrm>
                <a:custGeom>
                  <a:rect b="b" l="l" r="r" t="t"/>
                  <a:pathLst>
                    <a:path extrusionOk="0" h="20326" w="18660">
                      <a:moveTo>
                        <a:pt x="0" y="7449"/>
                      </a:moveTo>
                      <a:cubicBezTo>
                        <a:pt x="1344" y="4953"/>
                        <a:pt x="2715" y="2457"/>
                        <a:pt x="4096" y="0"/>
                      </a:cubicBezTo>
                      <a:cubicBezTo>
                        <a:pt x="8382" y="5334"/>
                        <a:pt x="13268" y="10163"/>
                        <a:pt x="18660" y="14373"/>
                      </a:cubicBezTo>
                      <a:cubicBezTo>
                        <a:pt x="17317" y="15754"/>
                        <a:pt x="16050" y="17126"/>
                        <a:pt x="14936" y="18431"/>
                      </a:cubicBezTo>
                      <a:cubicBezTo>
                        <a:pt x="14411" y="19031"/>
                        <a:pt x="14002" y="19698"/>
                        <a:pt x="13516" y="20326"/>
                      </a:cubicBezTo>
                      <a:cubicBezTo>
                        <a:pt x="8592" y="16488"/>
                        <a:pt x="4067" y="12173"/>
                        <a:pt x="0" y="7439"/>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8"/>
                <p:cNvSpPr/>
                <p:nvPr/>
              </p:nvSpPr>
              <p:spPr>
                <a:xfrm>
                  <a:off x="5665320" y="1144080"/>
                  <a:ext cx="21940" cy="23769"/>
                </a:xfrm>
                <a:custGeom>
                  <a:rect b="b" l="l" r="r" t="t"/>
                  <a:pathLst>
                    <a:path extrusionOk="0" h="23651" w="21831">
                      <a:moveTo>
                        <a:pt x="0" y="6858"/>
                      </a:moveTo>
                      <a:cubicBezTo>
                        <a:pt x="1267" y="4924"/>
                        <a:pt x="2495" y="3134"/>
                        <a:pt x="3724" y="1343"/>
                      </a:cubicBezTo>
                      <a:lnTo>
                        <a:pt x="4696" y="0"/>
                      </a:lnTo>
                      <a:cubicBezTo>
                        <a:pt x="9658" y="6763"/>
                        <a:pt x="15411" y="12897"/>
                        <a:pt x="21831" y="18288"/>
                      </a:cubicBezTo>
                      <a:lnTo>
                        <a:pt x="15907" y="23651"/>
                      </a:lnTo>
                      <a:cubicBezTo>
                        <a:pt x="10030" y="18621"/>
                        <a:pt x="4696" y="12992"/>
                        <a:pt x="0" y="685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8"/>
                <p:cNvSpPr/>
                <p:nvPr/>
              </p:nvSpPr>
              <p:spPr>
                <a:xfrm>
                  <a:off x="5693760" y="826200"/>
                  <a:ext cx="68700" cy="295199"/>
                </a:xfrm>
                <a:custGeom>
                  <a:rect b="b" l="l" r="r" t="t"/>
                  <a:pathLst>
                    <a:path extrusionOk="0" h="295199" w="69570">
                      <a:moveTo>
                        <a:pt x="29080" y="295189"/>
                      </a:moveTo>
                      <a:cubicBezTo>
                        <a:pt x="29080" y="294408"/>
                        <a:pt x="28413" y="275711"/>
                        <a:pt x="29337" y="260966"/>
                      </a:cubicBezTo>
                      <a:cubicBezTo>
                        <a:pt x="30042" y="249460"/>
                        <a:pt x="25279" y="210350"/>
                        <a:pt x="18726" y="156277"/>
                      </a:cubicBezTo>
                      <a:lnTo>
                        <a:pt x="17650" y="147409"/>
                      </a:lnTo>
                      <a:cubicBezTo>
                        <a:pt x="10201" y="84992"/>
                        <a:pt x="105" y="5696"/>
                        <a:pt x="0" y="4915"/>
                      </a:cubicBezTo>
                      <a:lnTo>
                        <a:pt x="39071" y="0"/>
                      </a:lnTo>
                      <a:cubicBezTo>
                        <a:pt x="39071" y="781"/>
                        <a:pt x="49130" y="80153"/>
                        <a:pt x="56721" y="142685"/>
                      </a:cubicBezTo>
                      <a:lnTo>
                        <a:pt x="57798" y="151552"/>
                      </a:lnTo>
                      <a:cubicBezTo>
                        <a:pt x="65246" y="213931"/>
                        <a:pt x="69570" y="248383"/>
                        <a:pt x="68599" y="263281"/>
                      </a:cubicBezTo>
                      <a:cubicBezTo>
                        <a:pt x="67818" y="276168"/>
                        <a:pt x="68599" y="293522"/>
                        <a:pt x="68599" y="293675"/>
                      </a:cubicBezTo>
                      <a:lnTo>
                        <a:pt x="29080" y="295199"/>
                      </a:lnTo>
                      <a:close/>
                    </a:path>
                  </a:pathLst>
                </a:custGeom>
                <a:solidFill>
                  <a:schemeClr val="accen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8"/>
                <p:cNvSpPr/>
                <p:nvPr/>
              </p:nvSpPr>
              <p:spPr>
                <a:xfrm>
                  <a:off x="5671440" y="748800"/>
                  <a:ext cx="81413" cy="91098"/>
                </a:xfrm>
                <a:custGeom>
                  <a:rect b="b" l="l" r="r" t="t"/>
                  <a:pathLst>
                    <a:path extrusionOk="0" h="95641" w="85249">
                      <a:moveTo>
                        <a:pt x="4323" y="14412"/>
                      </a:moveTo>
                      <a:cubicBezTo>
                        <a:pt x="4323" y="14412"/>
                        <a:pt x="-3126" y="49607"/>
                        <a:pt x="1532" y="57951"/>
                      </a:cubicBezTo>
                      <a:cubicBezTo>
                        <a:pt x="3999" y="62656"/>
                        <a:pt x="9428" y="64970"/>
                        <a:pt x="14534" y="63504"/>
                      </a:cubicBezTo>
                      <a:cubicBezTo>
                        <a:pt x="14534" y="63504"/>
                        <a:pt x="5256" y="77391"/>
                        <a:pt x="9876" y="82125"/>
                      </a:cubicBezTo>
                      <a:cubicBezTo>
                        <a:pt x="14495" y="86859"/>
                        <a:pt x="33974" y="93298"/>
                        <a:pt x="36765" y="90469"/>
                      </a:cubicBezTo>
                      <a:lnTo>
                        <a:pt x="39518" y="87678"/>
                      </a:lnTo>
                      <a:cubicBezTo>
                        <a:pt x="39518" y="87678"/>
                        <a:pt x="48795" y="91402"/>
                        <a:pt x="53405" y="90469"/>
                      </a:cubicBezTo>
                      <a:cubicBezTo>
                        <a:pt x="58015" y="89535"/>
                        <a:pt x="68302" y="84878"/>
                        <a:pt x="70093" y="77467"/>
                      </a:cubicBezTo>
                      <a:cubicBezTo>
                        <a:pt x="71388" y="72609"/>
                        <a:pt x="72017" y="67599"/>
                        <a:pt x="71960" y="62570"/>
                      </a:cubicBezTo>
                      <a:cubicBezTo>
                        <a:pt x="71960" y="59779"/>
                        <a:pt x="82123" y="56055"/>
                        <a:pt x="81199" y="44958"/>
                      </a:cubicBezTo>
                      <a:cubicBezTo>
                        <a:pt x="79666" y="33871"/>
                        <a:pt x="76865" y="23003"/>
                        <a:pt x="72855" y="12554"/>
                      </a:cubicBezTo>
                      <a:cubicBezTo>
                        <a:pt x="71027" y="7897"/>
                        <a:pt x="70102" y="-2343"/>
                        <a:pt x="46004" y="486"/>
                      </a:cubicBezTo>
                      <a:cubicBezTo>
                        <a:pt x="21906" y="3315"/>
                        <a:pt x="8943" y="7001"/>
                        <a:pt x="4333" y="14412"/>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8"/>
                <p:cNvSpPr/>
                <p:nvPr/>
              </p:nvSpPr>
              <p:spPr>
                <a:xfrm>
                  <a:off x="5685840" y="806760"/>
                  <a:ext cx="15115" cy="5398"/>
                </a:xfrm>
                <a:custGeom>
                  <a:rect b="b" l="l" r="r" t="t"/>
                  <a:pathLst>
                    <a:path extrusionOk="0" h="5439" w="15268">
                      <a:moveTo>
                        <a:pt x="0" y="5439"/>
                      </a:moveTo>
                      <a:cubicBezTo>
                        <a:pt x="4686" y="2638"/>
                        <a:pt x="9867" y="791"/>
                        <a:pt x="15268" y="0"/>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8"/>
                <p:cNvSpPr/>
                <p:nvPr/>
              </p:nvSpPr>
              <p:spPr>
                <a:xfrm>
                  <a:off x="5726520" y="805320"/>
                  <a:ext cx="16915" cy="6127"/>
                </a:xfrm>
                <a:custGeom>
                  <a:rect b="b" l="l" r="r" t="t"/>
                  <a:pathLst>
                    <a:path extrusionOk="0" h="6535" w="16831">
                      <a:moveTo>
                        <a:pt x="16831" y="6188"/>
                      </a:moveTo>
                      <a:cubicBezTo>
                        <a:pt x="12325" y="1882"/>
                        <a:pt x="6220" y="-347"/>
                        <a:pt x="0" y="44"/>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8"/>
                <p:cNvSpPr/>
                <p:nvPr/>
              </p:nvSpPr>
              <p:spPr>
                <a:xfrm>
                  <a:off x="5692320" y="849960"/>
                  <a:ext cx="48229" cy="29124"/>
                </a:xfrm>
                <a:custGeom>
                  <a:rect b="b" l="l" r="r" t="t"/>
                  <a:pathLst>
                    <a:path extrusionOk="0" h="29718" w="49721">
                      <a:moveTo>
                        <a:pt x="3709" y="3868"/>
                      </a:moveTo>
                      <a:cubicBezTo>
                        <a:pt x="3709" y="3868"/>
                        <a:pt x="-1206" y="7592"/>
                        <a:pt x="280" y="11879"/>
                      </a:cubicBezTo>
                      <a:cubicBezTo>
                        <a:pt x="1766" y="16165"/>
                        <a:pt x="1099" y="22642"/>
                        <a:pt x="3185" y="25918"/>
                      </a:cubicBezTo>
                      <a:cubicBezTo>
                        <a:pt x="5271" y="29195"/>
                        <a:pt x="15510" y="29643"/>
                        <a:pt x="23073" y="28566"/>
                      </a:cubicBezTo>
                      <a:cubicBezTo>
                        <a:pt x="27236" y="28423"/>
                        <a:pt x="31379" y="27976"/>
                        <a:pt x="35475" y="27223"/>
                      </a:cubicBezTo>
                      <a:cubicBezTo>
                        <a:pt x="38714" y="26214"/>
                        <a:pt x="48029" y="19994"/>
                        <a:pt x="48105" y="16241"/>
                      </a:cubicBezTo>
                      <a:cubicBezTo>
                        <a:pt x="48182" y="12488"/>
                        <a:pt x="48515" y="77"/>
                        <a:pt x="45800" y="1"/>
                      </a:cubicBezTo>
                      <a:cubicBezTo>
                        <a:pt x="43085" y="-75"/>
                        <a:pt x="32246" y="4544"/>
                        <a:pt x="24159" y="4878"/>
                      </a:cubicBezTo>
                      <a:cubicBezTo>
                        <a:pt x="17330" y="4963"/>
                        <a:pt x="10500" y="4630"/>
                        <a:pt x="3709" y="386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8"/>
                <p:cNvSpPr/>
                <p:nvPr/>
              </p:nvSpPr>
              <p:spPr>
                <a:xfrm>
                  <a:off x="5697000" y="881280"/>
                  <a:ext cx="48229" cy="29161"/>
                </a:xfrm>
                <a:custGeom>
                  <a:rect b="b" l="l" r="r" t="t"/>
                  <a:pathLst>
                    <a:path extrusionOk="0" h="29680" w="49721">
                      <a:moveTo>
                        <a:pt x="3720" y="4020"/>
                      </a:moveTo>
                      <a:cubicBezTo>
                        <a:pt x="3720" y="4020"/>
                        <a:pt x="-1233" y="7745"/>
                        <a:pt x="291" y="11993"/>
                      </a:cubicBezTo>
                      <a:cubicBezTo>
                        <a:pt x="1815" y="16241"/>
                        <a:pt x="1110" y="22794"/>
                        <a:pt x="3196" y="26071"/>
                      </a:cubicBezTo>
                      <a:cubicBezTo>
                        <a:pt x="5282" y="29347"/>
                        <a:pt x="15483" y="29605"/>
                        <a:pt x="23046" y="28681"/>
                      </a:cubicBezTo>
                      <a:cubicBezTo>
                        <a:pt x="27218" y="28547"/>
                        <a:pt x="31371" y="28109"/>
                        <a:pt x="35486" y="27376"/>
                      </a:cubicBezTo>
                      <a:cubicBezTo>
                        <a:pt x="38724" y="26366"/>
                        <a:pt x="48040" y="19927"/>
                        <a:pt x="48116" y="16203"/>
                      </a:cubicBezTo>
                      <a:cubicBezTo>
                        <a:pt x="48193" y="12479"/>
                        <a:pt x="48488" y="77"/>
                        <a:pt x="45811" y="1"/>
                      </a:cubicBezTo>
                      <a:cubicBezTo>
                        <a:pt x="43135" y="-75"/>
                        <a:pt x="32257" y="4544"/>
                        <a:pt x="24170" y="4878"/>
                      </a:cubicBezTo>
                      <a:cubicBezTo>
                        <a:pt x="17341" y="4992"/>
                        <a:pt x="10521" y="4706"/>
                        <a:pt x="3720" y="4020"/>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8"/>
                <p:cNvSpPr/>
                <p:nvPr/>
              </p:nvSpPr>
              <p:spPr>
                <a:xfrm>
                  <a:off x="5701680" y="912960"/>
                  <a:ext cx="48229" cy="28798"/>
                </a:xfrm>
                <a:custGeom>
                  <a:rect b="b" l="l" r="r" t="t"/>
                  <a:pathLst>
                    <a:path extrusionOk="0" h="29461" w="49721">
                      <a:moveTo>
                        <a:pt x="3720" y="3829"/>
                      </a:moveTo>
                      <a:cubicBezTo>
                        <a:pt x="3720" y="3829"/>
                        <a:pt x="-1233" y="7554"/>
                        <a:pt x="291" y="11840"/>
                      </a:cubicBezTo>
                      <a:cubicBezTo>
                        <a:pt x="1815" y="16126"/>
                        <a:pt x="1110" y="22641"/>
                        <a:pt x="3196" y="25918"/>
                      </a:cubicBezTo>
                      <a:cubicBezTo>
                        <a:pt x="5282" y="29194"/>
                        <a:pt x="15483" y="29423"/>
                        <a:pt x="23046" y="28528"/>
                      </a:cubicBezTo>
                      <a:cubicBezTo>
                        <a:pt x="27218" y="28385"/>
                        <a:pt x="31381" y="27937"/>
                        <a:pt x="35486" y="27185"/>
                      </a:cubicBezTo>
                      <a:cubicBezTo>
                        <a:pt x="38724" y="26213"/>
                        <a:pt x="48040" y="19955"/>
                        <a:pt x="48116" y="16202"/>
                      </a:cubicBezTo>
                      <a:cubicBezTo>
                        <a:pt x="48193" y="12449"/>
                        <a:pt x="48488" y="38"/>
                        <a:pt x="45811" y="0"/>
                      </a:cubicBezTo>
                      <a:cubicBezTo>
                        <a:pt x="43135" y="-38"/>
                        <a:pt x="32257" y="4506"/>
                        <a:pt x="24170" y="4839"/>
                      </a:cubicBezTo>
                      <a:cubicBezTo>
                        <a:pt x="17341" y="4925"/>
                        <a:pt x="10512" y="4591"/>
                        <a:pt x="3720" y="3829"/>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8"/>
                <p:cNvSpPr/>
                <p:nvPr/>
              </p:nvSpPr>
              <p:spPr>
                <a:xfrm>
                  <a:off x="5706360" y="943920"/>
                  <a:ext cx="48229" cy="29123"/>
                </a:xfrm>
                <a:custGeom>
                  <a:rect b="b" l="l" r="r" t="t"/>
                  <a:pathLst>
                    <a:path extrusionOk="0" h="29870" w="49721">
                      <a:moveTo>
                        <a:pt x="3721" y="4021"/>
                      </a:moveTo>
                      <a:cubicBezTo>
                        <a:pt x="3721" y="4021"/>
                        <a:pt x="-1233" y="7745"/>
                        <a:pt x="291" y="12031"/>
                      </a:cubicBezTo>
                      <a:cubicBezTo>
                        <a:pt x="1815" y="16317"/>
                        <a:pt x="1110" y="22794"/>
                        <a:pt x="3196" y="26071"/>
                      </a:cubicBezTo>
                      <a:cubicBezTo>
                        <a:pt x="5283" y="29347"/>
                        <a:pt x="15484" y="29795"/>
                        <a:pt x="23047" y="28719"/>
                      </a:cubicBezTo>
                      <a:cubicBezTo>
                        <a:pt x="27219" y="28557"/>
                        <a:pt x="31371" y="28109"/>
                        <a:pt x="35486" y="27376"/>
                      </a:cubicBezTo>
                      <a:cubicBezTo>
                        <a:pt x="38725" y="26366"/>
                        <a:pt x="48040" y="20146"/>
                        <a:pt x="48116" y="16203"/>
                      </a:cubicBezTo>
                      <a:cubicBezTo>
                        <a:pt x="48192" y="12260"/>
                        <a:pt x="48488" y="77"/>
                        <a:pt x="45811" y="1"/>
                      </a:cubicBezTo>
                      <a:cubicBezTo>
                        <a:pt x="43135" y="-75"/>
                        <a:pt x="32257" y="4544"/>
                        <a:pt x="24132" y="4878"/>
                      </a:cubicBezTo>
                      <a:cubicBezTo>
                        <a:pt x="17322" y="4992"/>
                        <a:pt x="10502" y="4706"/>
                        <a:pt x="3721" y="4021"/>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8"/>
                <p:cNvSpPr/>
                <p:nvPr/>
              </p:nvSpPr>
              <p:spPr>
                <a:xfrm>
                  <a:off x="5708520" y="977040"/>
                  <a:ext cx="48229" cy="29169"/>
                </a:xfrm>
                <a:custGeom>
                  <a:rect b="b" l="l" r="r" t="t"/>
                  <a:pathLst>
                    <a:path extrusionOk="0" h="29613" w="49721">
                      <a:moveTo>
                        <a:pt x="3721" y="3982"/>
                      </a:moveTo>
                      <a:cubicBezTo>
                        <a:pt x="3721" y="3982"/>
                        <a:pt x="-1233" y="7706"/>
                        <a:pt x="291" y="11992"/>
                      </a:cubicBezTo>
                      <a:cubicBezTo>
                        <a:pt x="1815" y="16278"/>
                        <a:pt x="1110" y="22794"/>
                        <a:pt x="3197" y="26070"/>
                      </a:cubicBezTo>
                      <a:cubicBezTo>
                        <a:pt x="5283" y="29347"/>
                        <a:pt x="15484" y="29575"/>
                        <a:pt x="23047" y="28680"/>
                      </a:cubicBezTo>
                      <a:cubicBezTo>
                        <a:pt x="27219" y="28547"/>
                        <a:pt x="31371" y="28109"/>
                        <a:pt x="35486" y="27375"/>
                      </a:cubicBezTo>
                      <a:cubicBezTo>
                        <a:pt x="38725" y="26365"/>
                        <a:pt x="48040" y="20117"/>
                        <a:pt x="48116" y="16202"/>
                      </a:cubicBezTo>
                      <a:cubicBezTo>
                        <a:pt x="48193" y="12287"/>
                        <a:pt x="48488" y="38"/>
                        <a:pt x="45812" y="0"/>
                      </a:cubicBezTo>
                      <a:cubicBezTo>
                        <a:pt x="43135" y="-38"/>
                        <a:pt x="32257" y="4506"/>
                        <a:pt x="24171" y="4877"/>
                      </a:cubicBezTo>
                      <a:cubicBezTo>
                        <a:pt x="17341" y="4991"/>
                        <a:pt x="10511" y="4687"/>
                        <a:pt x="3721" y="3982"/>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8"/>
                <p:cNvSpPr/>
                <p:nvPr/>
              </p:nvSpPr>
              <p:spPr>
                <a:xfrm>
                  <a:off x="5713200" y="1010880"/>
                  <a:ext cx="48229" cy="29169"/>
                </a:xfrm>
                <a:custGeom>
                  <a:rect b="b" l="l" r="r" t="t"/>
                  <a:pathLst>
                    <a:path extrusionOk="0" h="29613" w="49721">
                      <a:moveTo>
                        <a:pt x="3720" y="3982"/>
                      </a:moveTo>
                      <a:cubicBezTo>
                        <a:pt x="3720" y="3982"/>
                        <a:pt x="-1233" y="7706"/>
                        <a:pt x="291" y="11992"/>
                      </a:cubicBezTo>
                      <a:cubicBezTo>
                        <a:pt x="1816" y="16278"/>
                        <a:pt x="1110" y="22794"/>
                        <a:pt x="3196" y="26070"/>
                      </a:cubicBezTo>
                      <a:cubicBezTo>
                        <a:pt x="5282" y="29347"/>
                        <a:pt x="15484" y="29575"/>
                        <a:pt x="23046" y="28680"/>
                      </a:cubicBezTo>
                      <a:cubicBezTo>
                        <a:pt x="27219" y="28518"/>
                        <a:pt x="31371" y="28089"/>
                        <a:pt x="35486" y="27375"/>
                      </a:cubicBezTo>
                      <a:cubicBezTo>
                        <a:pt x="38725" y="26365"/>
                        <a:pt x="48040" y="19926"/>
                        <a:pt x="48116" y="16202"/>
                      </a:cubicBezTo>
                      <a:cubicBezTo>
                        <a:pt x="48192" y="12478"/>
                        <a:pt x="48488" y="38"/>
                        <a:pt x="45811" y="0"/>
                      </a:cubicBezTo>
                      <a:cubicBezTo>
                        <a:pt x="43135" y="-38"/>
                        <a:pt x="32257" y="4506"/>
                        <a:pt x="24171" y="4877"/>
                      </a:cubicBezTo>
                      <a:cubicBezTo>
                        <a:pt x="17341" y="4991"/>
                        <a:pt x="10511" y="4687"/>
                        <a:pt x="3720" y="3982"/>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8"/>
                <p:cNvSpPr/>
                <p:nvPr/>
              </p:nvSpPr>
              <p:spPr>
                <a:xfrm>
                  <a:off x="5709960" y="1054800"/>
                  <a:ext cx="61605" cy="77683"/>
                </a:xfrm>
                <a:custGeom>
                  <a:rect b="b" l="l" r="r" t="t"/>
                  <a:pathLst>
                    <a:path extrusionOk="0" h="79067" w="62227">
                      <a:moveTo>
                        <a:pt x="9868" y="982"/>
                      </a:moveTo>
                      <a:cubicBezTo>
                        <a:pt x="9868" y="982"/>
                        <a:pt x="5582" y="982"/>
                        <a:pt x="15716" y="4335"/>
                      </a:cubicBezTo>
                      <a:cubicBezTo>
                        <a:pt x="21698" y="6354"/>
                        <a:pt x="27280" y="9402"/>
                        <a:pt x="32214" y="13345"/>
                      </a:cubicBezTo>
                      <a:cubicBezTo>
                        <a:pt x="32214" y="13345"/>
                        <a:pt x="37691" y="9621"/>
                        <a:pt x="42043" y="6564"/>
                      </a:cubicBezTo>
                      <a:cubicBezTo>
                        <a:pt x="46396" y="3506"/>
                        <a:pt x="49235" y="-1333"/>
                        <a:pt x="52435" y="344"/>
                      </a:cubicBezTo>
                      <a:cubicBezTo>
                        <a:pt x="55636" y="2020"/>
                        <a:pt x="60513" y="23699"/>
                        <a:pt x="61370" y="32338"/>
                      </a:cubicBezTo>
                      <a:cubicBezTo>
                        <a:pt x="62227" y="40977"/>
                        <a:pt x="45768" y="77734"/>
                        <a:pt x="45768" y="77734"/>
                      </a:cubicBezTo>
                      <a:cubicBezTo>
                        <a:pt x="41510" y="75849"/>
                        <a:pt x="37014" y="74601"/>
                        <a:pt x="32395" y="74010"/>
                      </a:cubicBezTo>
                      <a:cubicBezTo>
                        <a:pt x="26994" y="74010"/>
                        <a:pt x="25318" y="76544"/>
                        <a:pt x="22641" y="76468"/>
                      </a:cubicBezTo>
                      <a:cubicBezTo>
                        <a:pt x="19964" y="76391"/>
                        <a:pt x="15754" y="72743"/>
                        <a:pt x="9087" y="57846"/>
                      </a:cubicBezTo>
                      <a:cubicBezTo>
                        <a:pt x="5267" y="49645"/>
                        <a:pt x="2229" y="41101"/>
                        <a:pt x="0" y="32338"/>
                      </a:cubicBezTo>
                      <a:cubicBezTo>
                        <a:pt x="0" y="32338"/>
                        <a:pt x="6553" y="4668"/>
                        <a:pt x="9868" y="982"/>
                      </a:cubicBezTo>
                      <a:close/>
                    </a:path>
                  </a:pathLst>
                </a:custGeom>
                <a:solidFill>
                  <a:schemeClr val="accen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8"/>
                <p:cNvSpPr/>
                <p:nvPr/>
              </p:nvSpPr>
              <p:spPr>
                <a:xfrm>
                  <a:off x="5436000" y="535680"/>
                  <a:ext cx="304413" cy="232469"/>
                </a:xfrm>
                <a:custGeom>
                  <a:rect b="b" l="l" r="r" t="t"/>
                  <a:pathLst>
                    <a:path extrusionOk="0" h="236610" w="311420">
                      <a:moveTo>
                        <a:pt x="249856" y="232077"/>
                      </a:moveTo>
                      <a:cubicBezTo>
                        <a:pt x="249666" y="226419"/>
                        <a:pt x="248723" y="220809"/>
                        <a:pt x="247065" y="215389"/>
                      </a:cubicBezTo>
                      <a:cubicBezTo>
                        <a:pt x="244712" y="205931"/>
                        <a:pt x="240941" y="196873"/>
                        <a:pt x="235893" y="188538"/>
                      </a:cubicBezTo>
                      <a:cubicBezTo>
                        <a:pt x="228444" y="175575"/>
                        <a:pt x="219205" y="158744"/>
                        <a:pt x="231235" y="158744"/>
                      </a:cubicBezTo>
                      <a:cubicBezTo>
                        <a:pt x="243265" y="158744"/>
                        <a:pt x="262743" y="186529"/>
                        <a:pt x="268297" y="174498"/>
                      </a:cubicBezTo>
                      <a:cubicBezTo>
                        <a:pt x="273850" y="162468"/>
                        <a:pt x="264572" y="142990"/>
                        <a:pt x="247923" y="130026"/>
                      </a:cubicBezTo>
                      <a:cubicBezTo>
                        <a:pt x="231273" y="117063"/>
                        <a:pt x="217347" y="103175"/>
                        <a:pt x="184943" y="103175"/>
                      </a:cubicBezTo>
                      <a:cubicBezTo>
                        <a:pt x="152539" y="103175"/>
                        <a:pt x="111762" y="102242"/>
                        <a:pt x="93246" y="102242"/>
                      </a:cubicBezTo>
                      <a:cubicBezTo>
                        <a:pt x="74729" y="102242"/>
                        <a:pt x="47850" y="97584"/>
                        <a:pt x="35820" y="99451"/>
                      </a:cubicBezTo>
                      <a:cubicBezTo>
                        <a:pt x="23790" y="101318"/>
                        <a:pt x="7102" y="105004"/>
                        <a:pt x="1520" y="94831"/>
                      </a:cubicBezTo>
                      <a:cubicBezTo>
                        <a:pt x="-4061" y="84659"/>
                        <a:pt x="7111" y="67047"/>
                        <a:pt x="12693" y="61313"/>
                      </a:cubicBezTo>
                      <a:cubicBezTo>
                        <a:pt x="18275" y="55579"/>
                        <a:pt x="42488" y="29842"/>
                        <a:pt x="47888" y="17812"/>
                      </a:cubicBezTo>
                      <a:cubicBezTo>
                        <a:pt x="53289" y="5782"/>
                        <a:pt x="96047" y="-4533"/>
                        <a:pt x="136785" y="2058"/>
                      </a:cubicBezTo>
                      <a:cubicBezTo>
                        <a:pt x="177524" y="8649"/>
                        <a:pt x="187734" y="15021"/>
                        <a:pt x="194211" y="28128"/>
                      </a:cubicBezTo>
                      <a:cubicBezTo>
                        <a:pt x="200688" y="41234"/>
                        <a:pt x="210899" y="60570"/>
                        <a:pt x="228511" y="67047"/>
                      </a:cubicBezTo>
                      <a:cubicBezTo>
                        <a:pt x="246122" y="73524"/>
                        <a:pt x="253504" y="74495"/>
                        <a:pt x="257229" y="81944"/>
                      </a:cubicBezTo>
                      <a:lnTo>
                        <a:pt x="260953" y="89393"/>
                      </a:lnTo>
                      <a:cubicBezTo>
                        <a:pt x="260953" y="89393"/>
                        <a:pt x="270230" y="83801"/>
                        <a:pt x="272125" y="90288"/>
                      </a:cubicBezTo>
                      <a:lnTo>
                        <a:pt x="273840" y="96765"/>
                      </a:lnTo>
                      <a:cubicBezTo>
                        <a:pt x="273840" y="96765"/>
                        <a:pt x="283118" y="99518"/>
                        <a:pt x="282184" y="103242"/>
                      </a:cubicBezTo>
                      <a:lnTo>
                        <a:pt x="281250" y="106966"/>
                      </a:lnTo>
                      <a:cubicBezTo>
                        <a:pt x="281250" y="106966"/>
                        <a:pt x="291452" y="113443"/>
                        <a:pt x="287727" y="118139"/>
                      </a:cubicBezTo>
                      <a:cubicBezTo>
                        <a:pt x="284003" y="122835"/>
                        <a:pt x="283108" y="124616"/>
                        <a:pt x="284975" y="127378"/>
                      </a:cubicBezTo>
                      <a:cubicBezTo>
                        <a:pt x="286842" y="130141"/>
                        <a:pt x="291452" y="126445"/>
                        <a:pt x="293319" y="135722"/>
                      </a:cubicBezTo>
                      <a:cubicBezTo>
                        <a:pt x="295186" y="145000"/>
                        <a:pt x="299910" y="141456"/>
                        <a:pt x="303634" y="170917"/>
                      </a:cubicBezTo>
                      <a:cubicBezTo>
                        <a:pt x="307359" y="200378"/>
                        <a:pt x="299910" y="199635"/>
                        <a:pt x="301767" y="214456"/>
                      </a:cubicBezTo>
                      <a:cubicBezTo>
                        <a:pt x="303625" y="229277"/>
                        <a:pt x="302701" y="230210"/>
                        <a:pt x="302701" y="230210"/>
                      </a:cubicBezTo>
                      <a:cubicBezTo>
                        <a:pt x="302701" y="230210"/>
                        <a:pt x="273840" y="216323"/>
                        <a:pt x="249856" y="232077"/>
                      </a:cubicBezTo>
                      <a:close/>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8"/>
                <p:cNvSpPr/>
                <p:nvPr/>
              </p:nvSpPr>
              <p:spPr>
                <a:xfrm>
                  <a:off x="5415120" y="988920"/>
                  <a:ext cx="307442" cy="561379"/>
                </a:xfrm>
                <a:custGeom>
                  <a:rect b="b" l="l" r="r" t="t"/>
                  <a:pathLst>
                    <a:path extrusionOk="0" h="574301" w="315325">
                      <a:moveTo>
                        <a:pt x="253079" y="22550"/>
                      </a:moveTo>
                      <a:cubicBezTo>
                        <a:pt x="253079" y="22550"/>
                        <a:pt x="245631" y="6195"/>
                        <a:pt x="217141" y="499"/>
                      </a:cubicBezTo>
                      <a:cubicBezTo>
                        <a:pt x="188652" y="-5197"/>
                        <a:pt x="135465" y="38894"/>
                        <a:pt x="102765" y="79757"/>
                      </a:cubicBezTo>
                      <a:cubicBezTo>
                        <a:pt x="70066" y="120619"/>
                        <a:pt x="49654" y="201467"/>
                        <a:pt x="47235" y="204744"/>
                      </a:cubicBezTo>
                      <a:cubicBezTo>
                        <a:pt x="44815" y="208020"/>
                        <a:pt x="30880" y="220279"/>
                        <a:pt x="20270" y="269285"/>
                      </a:cubicBezTo>
                      <a:cubicBezTo>
                        <a:pt x="9659" y="318301"/>
                        <a:pt x="12078" y="401616"/>
                        <a:pt x="9659" y="408988"/>
                      </a:cubicBezTo>
                      <a:cubicBezTo>
                        <a:pt x="7239" y="416361"/>
                        <a:pt x="-2591" y="462100"/>
                        <a:pt x="648" y="484150"/>
                      </a:cubicBezTo>
                      <a:cubicBezTo>
                        <a:pt x="3886" y="506200"/>
                        <a:pt x="12078" y="530708"/>
                        <a:pt x="37405" y="538862"/>
                      </a:cubicBezTo>
                      <a:cubicBezTo>
                        <a:pt x="62731" y="547015"/>
                        <a:pt x="87239" y="544596"/>
                        <a:pt x="107680" y="548691"/>
                      </a:cubicBezTo>
                      <a:cubicBezTo>
                        <a:pt x="128121" y="552787"/>
                        <a:pt x="176279" y="569104"/>
                        <a:pt x="205702" y="556140"/>
                      </a:cubicBezTo>
                      <a:cubicBezTo>
                        <a:pt x="235124" y="543177"/>
                        <a:pt x="283322" y="487541"/>
                        <a:pt x="298028" y="440945"/>
                      </a:cubicBezTo>
                      <a:cubicBezTo>
                        <a:pt x="312734" y="394348"/>
                        <a:pt x="308639" y="330664"/>
                        <a:pt x="299666" y="299603"/>
                      </a:cubicBezTo>
                      <a:cubicBezTo>
                        <a:pt x="290694" y="268542"/>
                        <a:pt x="290655" y="219565"/>
                        <a:pt x="280035" y="154347"/>
                      </a:cubicBezTo>
                      <a:cubicBezTo>
                        <a:pt x="269424" y="89129"/>
                        <a:pt x="272253" y="78185"/>
                        <a:pt x="271882" y="64402"/>
                      </a:cubicBezTo>
                      <a:cubicBezTo>
                        <a:pt x="271062" y="24997"/>
                        <a:pt x="253070" y="22540"/>
                        <a:pt x="253070" y="22540"/>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8"/>
                <p:cNvSpPr/>
                <p:nvPr/>
              </p:nvSpPr>
              <p:spPr>
                <a:xfrm>
                  <a:off x="5684040" y="1344240"/>
                  <a:ext cx="20183" cy="11147"/>
                </a:xfrm>
                <a:custGeom>
                  <a:rect b="b" l="l" r="r" t="t"/>
                  <a:pathLst>
                    <a:path extrusionOk="0" h="10982" w="20336">
                      <a:moveTo>
                        <a:pt x="0" y="10982"/>
                      </a:moveTo>
                      <a:cubicBezTo>
                        <a:pt x="7411" y="8639"/>
                        <a:pt x="14307" y="4905"/>
                        <a:pt x="20336" y="0"/>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8"/>
                <p:cNvSpPr/>
                <p:nvPr/>
              </p:nvSpPr>
              <p:spPr>
                <a:xfrm>
                  <a:off x="5463360" y="1206720"/>
                  <a:ext cx="198653" cy="153891"/>
                </a:xfrm>
                <a:custGeom>
                  <a:rect b="b" l="l" r="r" t="t"/>
                  <a:pathLst>
                    <a:path extrusionOk="0" h="159887" w="198653">
                      <a:moveTo>
                        <a:pt x="0" y="0"/>
                      </a:moveTo>
                      <a:cubicBezTo>
                        <a:pt x="0" y="0"/>
                        <a:pt x="781" y="86592"/>
                        <a:pt x="36757" y="115195"/>
                      </a:cubicBezTo>
                      <a:cubicBezTo>
                        <a:pt x="64170" y="136979"/>
                        <a:pt x="143389" y="159887"/>
                        <a:pt x="198653" y="153000"/>
                      </a:cubicBezTo>
                    </a:path>
                  </a:pathLst>
                </a:custGeom>
                <a:no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8"/>
                <p:cNvSpPr/>
                <p:nvPr/>
              </p:nvSpPr>
              <p:spPr>
                <a:xfrm>
                  <a:off x="5469480" y="1497600"/>
                  <a:ext cx="25558" cy="27388"/>
                </a:xfrm>
                <a:custGeom>
                  <a:rect b="b" l="l" r="r" t="t"/>
                  <a:pathLst>
                    <a:path extrusionOk="0" h="27184" w="25622">
                      <a:moveTo>
                        <a:pt x="0" y="0"/>
                      </a:moveTo>
                      <a:cubicBezTo>
                        <a:pt x="7973" y="11773"/>
                        <a:pt x="16650" y="21679"/>
                        <a:pt x="25622" y="27184"/>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8"/>
                <p:cNvSpPr/>
                <p:nvPr/>
              </p:nvSpPr>
              <p:spPr>
                <a:xfrm>
                  <a:off x="5428080" y="1410120"/>
                  <a:ext cx="36744" cy="79886"/>
                </a:xfrm>
                <a:custGeom>
                  <a:rect b="b" l="l" r="r" t="t"/>
                  <a:pathLst>
                    <a:path extrusionOk="0" h="79886" w="36652">
                      <a:moveTo>
                        <a:pt x="0" y="0"/>
                      </a:moveTo>
                      <a:cubicBezTo>
                        <a:pt x="0" y="0"/>
                        <a:pt x="15230" y="45215"/>
                        <a:pt x="36652" y="79886"/>
                      </a:cubicBezTo>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0" name="Google Shape;910;p38"/>
            <p:cNvSpPr/>
            <p:nvPr/>
          </p:nvSpPr>
          <p:spPr>
            <a:xfrm>
              <a:off x="2875450" y="3156400"/>
              <a:ext cx="174000" cy="174000"/>
            </a:xfrm>
            <a:prstGeom prst="rect">
              <a:avLst/>
            </a:prstGeom>
            <a:solidFill>
              <a:srgbClr val="F0F6F0">
                <a:alpha val="4188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967" name="Google Shape;967;p38"/>
            <p:cNvGrpSpPr/>
            <p:nvPr/>
          </p:nvGrpSpPr>
          <p:grpSpPr>
            <a:xfrm>
              <a:off x="3561795" y="1466569"/>
              <a:ext cx="962700" cy="962700"/>
              <a:chOff x="3561795" y="1466569"/>
              <a:chExt cx="962700" cy="962700"/>
            </a:xfrm>
          </p:grpSpPr>
          <p:grpSp>
            <p:nvGrpSpPr>
              <p:cNvPr id="968" name="Google Shape;968;p38"/>
              <p:cNvGrpSpPr/>
              <p:nvPr/>
            </p:nvGrpSpPr>
            <p:grpSpPr>
              <a:xfrm>
                <a:off x="3709977" y="1469163"/>
                <a:ext cx="654082" cy="807201"/>
                <a:chOff x="6152400" y="705240"/>
                <a:chExt cx="319704" cy="394545"/>
              </a:xfrm>
            </p:grpSpPr>
            <p:sp>
              <p:nvSpPr>
                <p:cNvPr id="969" name="Google Shape;969;p38"/>
                <p:cNvSpPr/>
                <p:nvPr/>
              </p:nvSpPr>
              <p:spPr>
                <a:xfrm>
                  <a:off x="6214680" y="705240"/>
                  <a:ext cx="198663" cy="329194"/>
                </a:xfrm>
                <a:custGeom>
                  <a:rect b="b" l="l" r="r" t="t"/>
                  <a:pathLst>
                    <a:path extrusionOk="0" h="329194" w="198663">
                      <a:moveTo>
                        <a:pt x="198644" y="320773"/>
                      </a:moveTo>
                      <a:lnTo>
                        <a:pt x="170040" y="329194"/>
                      </a:lnTo>
                      <a:cubicBezTo>
                        <a:pt x="158496" y="312249"/>
                        <a:pt x="146542" y="272282"/>
                        <a:pt x="137046" y="234077"/>
                      </a:cubicBezTo>
                      <a:cubicBezTo>
                        <a:pt x="136446" y="231696"/>
                        <a:pt x="135893" y="229314"/>
                        <a:pt x="135293" y="226924"/>
                      </a:cubicBezTo>
                      <a:cubicBezTo>
                        <a:pt x="133835" y="220961"/>
                        <a:pt x="132464" y="215113"/>
                        <a:pt x="131159" y="209455"/>
                      </a:cubicBezTo>
                      <a:cubicBezTo>
                        <a:pt x="130597" y="207073"/>
                        <a:pt x="130083" y="204692"/>
                        <a:pt x="129559" y="202340"/>
                      </a:cubicBezTo>
                      <a:cubicBezTo>
                        <a:pt x="128073" y="195748"/>
                        <a:pt x="126692" y="189452"/>
                        <a:pt x="125463" y="183718"/>
                      </a:cubicBezTo>
                      <a:cubicBezTo>
                        <a:pt x="124939" y="181261"/>
                        <a:pt x="124453" y="178841"/>
                        <a:pt x="123977" y="176603"/>
                      </a:cubicBezTo>
                      <a:lnTo>
                        <a:pt x="123977" y="176603"/>
                      </a:lnTo>
                      <a:cubicBezTo>
                        <a:pt x="120253" y="158163"/>
                        <a:pt x="117910" y="145875"/>
                        <a:pt x="117910" y="145875"/>
                      </a:cubicBezTo>
                      <a:cubicBezTo>
                        <a:pt x="110461" y="158020"/>
                        <a:pt x="102679" y="169859"/>
                        <a:pt x="95231" y="181185"/>
                      </a:cubicBezTo>
                      <a:cubicBezTo>
                        <a:pt x="93926" y="183232"/>
                        <a:pt x="92545" y="185280"/>
                        <a:pt x="91211" y="187290"/>
                      </a:cubicBezTo>
                      <a:cubicBezTo>
                        <a:pt x="87935" y="192253"/>
                        <a:pt x="84706" y="197082"/>
                        <a:pt x="81525" y="201778"/>
                      </a:cubicBezTo>
                      <a:lnTo>
                        <a:pt x="77391" y="207883"/>
                      </a:lnTo>
                      <a:cubicBezTo>
                        <a:pt x="74895" y="211607"/>
                        <a:pt x="72437" y="215332"/>
                        <a:pt x="69942" y="218684"/>
                      </a:cubicBezTo>
                      <a:lnTo>
                        <a:pt x="65770" y="224685"/>
                      </a:lnTo>
                      <a:cubicBezTo>
                        <a:pt x="37614" y="265205"/>
                        <a:pt x="16793" y="292170"/>
                        <a:pt x="16793" y="292170"/>
                      </a:cubicBezTo>
                      <a:lnTo>
                        <a:pt x="0" y="278692"/>
                      </a:lnTo>
                      <a:cubicBezTo>
                        <a:pt x="0" y="278692"/>
                        <a:pt x="15421" y="258880"/>
                        <a:pt x="46187" y="211245"/>
                      </a:cubicBezTo>
                      <a:cubicBezTo>
                        <a:pt x="47492" y="209274"/>
                        <a:pt x="48796" y="207226"/>
                        <a:pt x="50130" y="205140"/>
                      </a:cubicBezTo>
                      <a:cubicBezTo>
                        <a:pt x="52844" y="200930"/>
                        <a:pt x="55645" y="196539"/>
                        <a:pt x="58550" y="191957"/>
                      </a:cubicBezTo>
                      <a:lnTo>
                        <a:pt x="62493" y="185738"/>
                      </a:lnTo>
                      <a:cubicBezTo>
                        <a:pt x="65104" y="181566"/>
                        <a:pt x="67818" y="177213"/>
                        <a:pt x="70647" y="172736"/>
                      </a:cubicBezTo>
                      <a:lnTo>
                        <a:pt x="70647" y="172736"/>
                      </a:lnTo>
                      <a:cubicBezTo>
                        <a:pt x="71914" y="170688"/>
                        <a:pt x="73143" y="168602"/>
                        <a:pt x="74371" y="166478"/>
                      </a:cubicBezTo>
                      <a:cubicBezTo>
                        <a:pt x="78467" y="159325"/>
                        <a:pt x="82191" y="151962"/>
                        <a:pt x="85544" y="144428"/>
                      </a:cubicBezTo>
                      <a:cubicBezTo>
                        <a:pt x="86620" y="142008"/>
                        <a:pt x="87706" y="139551"/>
                        <a:pt x="88706" y="136979"/>
                      </a:cubicBezTo>
                      <a:cubicBezTo>
                        <a:pt x="92993" y="126778"/>
                        <a:pt x="96793" y="116196"/>
                        <a:pt x="100108" y="105623"/>
                      </a:cubicBezTo>
                      <a:cubicBezTo>
                        <a:pt x="100889" y="103165"/>
                        <a:pt x="101594" y="100708"/>
                        <a:pt x="102346" y="98174"/>
                      </a:cubicBezTo>
                      <a:cubicBezTo>
                        <a:pt x="106518" y="84058"/>
                        <a:pt x="109794" y="70018"/>
                        <a:pt x="112662" y="56683"/>
                      </a:cubicBezTo>
                      <a:cubicBezTo>
                        <a:pt x="113186" y="54302"/>
                        <a:pt x="113672" y="51883"/>
                        <a:pt x="114119" y="49530"/>
                      </a:cubicBezTo>
                      <a:lnTo>
                        <a:pt x="114119" y="49530"/>
                      </a:lnTo>
                      <a:cubicBezTo>
                        <a:pt x="117843" y="30537"/>
                        <a:pt x="120262" y="13325"/>
                        <a:pt x="121825" y="0"/>
                      </a:cubicBezTo>
                      <a:cubicBezTo>
                        <a:pt x="132626" y="286"/>
                        <a:pt x="143390" y="1324"/>
                        <a:pt x="154038" y="3124"/>
                      </a:cubicBezTo>
                      <a:cubicBezTo>
                        <a:pt x="151466" y="16755"/>
                        <a:pt x="148600" y="34223"/>
                        <a:pt x="146590" y="52654"/>
                      </a:cubicBezTo>
                      <a:cubicBezTo>
                        <a:pt x="146295" y="55035"/>
                        <a:pt x="146066" y="57455"/>
                        <a:pt x="145809" y="59912"/>
                      </a:cubicBezTo>
                      <a:cubicBezTo>
                        <a:pt x="144580" y="72647"/>
                        <a:pt x="143799" y="85725"/>
                        <a:pt x="143837" y="98165"/>
                      </a:cubicBezTo>
                      <a:lnTo>
                        <a:pt x="143837" y="105613"/>
                      </a:lnTo>
                      <a:cubicBezTo>
                        <a:pt x="143837" y="109338"/>
                        <a:pt x="144170" y="113357"/>
                        <a:pt x="144504" y="117081"/>
                      </a:cubicBezTo>
                      <a:cubicBezTo>
                        <a:pt x="145028" y="122892"/>
                        <a:pt x="145961" y="129597"/>
                        <a:pt x="147257" y="136970"/>
                      </a:cubicBezTo>
                      <a:cubicBezTo>
                        <a:pt x="147704" y="139351"/>
                        <a:pt x="148152" y="141808"/>
                        <a:pt x="148676" y="144418"/>
                      </a:cubicBezTo>
                      <a:cubicBezTo>
                        <a:pt x="150057" y="151457"/>
                        <a:pt x="151695" y="158982"/>
                        <a:pt x="153514" y="166764"/>
                      </a:cubicBezTo>
                      <a:cubicBezTo>
                        <a:pt x="154076" y="169107"/>
                        <a:pt x="154667" y="171460"/>
                        <a:pt x="155229" y="173879"/>
                      </a:cubicBezTo>
                      <a:cubicBezTo>
                        <a:pt x="156829" y="180470"/>
                        <a:pt x="158582" y="187176"/>
                        <a:pt x="160372" y="193986"/>
                      </a:cubicBezTo>
                      <a:cubicBezTo>
                        <a:pt x="160972" y="196329"/>
                        <a:pt x="161601" y="198682"/>
                        <a:pt x="162240" y="201063"/>
                      </a:cubicBezTo>
                      <a:lnTo>
                        <a:pt x="162240" y="201063"/>
                      </a:lnTo>
                      <a:cubicBezTo>
                        <a:pt x="164068" y="207845"/>
                        <a:pt x="165964" y="214732"/>
                        <a:pt x="167859" y="221475"/>
                      </a:cubicBezTo>
                      <a:cubicBezTo>
                        <a:pt x="168478" y="223961"/>
                        <a:pt x="169154" y="226305"/>
                        <a:pt x="169869" y="228514"/>
                      </a:cubicBezTo>
                      <a:cubicBezTo>
                        <a:pt x="184166" y="277263"/>
                        <a:pt x="198663" y="320764"/>
                        <a:pt x="198663" y="3207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8"/>
                <p:cNvSpPr/>
                <p:nvPr/>
              </p:nvSpPr>
              <p:spPr>
                <a:xfrm>
                  <a:off x="6327360" y="755280"/>
                  <a:ext cx="33852" cy="10444"/>
                </a:xfrm>
                <a:custGeom>
                  <a:rect b="b" l="l" r="r" t="t"/>
                  <a:pathLst>
                    <a:path extrusionOk="0" h="10392" w="33937">
                      <a:moveTo>
                        <a:pt x="33928" y="3134"/>
                      </a:moveTo>
                      <a:cubicBezTo>
                        <a:pt x="33633" y="5515"/>
                        <a:pt x="33404" y="7934"/>
                        <a:pt x="33147" y="10392"/>
                      </a:cubicBezTo>
                      <a:lnTo>
                        <a:pt x="0" y="7153"/>
                      </a:lnTo>
                      <a:cubicBezTo>
                        <a:pt x="524" y="4772"/>
                        <a:pt x="1010" y="2353"/>
                        <a:pt x="1457" y="0"/>
                      </a:cubicBezTo>
                      <a:lnTo>
                        <a:pt x="1457" y="0"/>
                      </a:lnTo>
                      <a:lnTo>
                        <a:pt x="33937" y="3124"/>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8"/>
                <p:cNvSpPr/>
                <p:nvPr/>
              </p:nvSpPr>
              <p:spPr>
                <a:xfrm>
                  <a:off x="6314760" y="803520"/>
                  <a:ext cx="43882" cy="7561"/>
                </a:xfrm>
                <a:custGeom>
                  <a:rect b="b" l="l" r="r" t="t"/>
                  <a:pathLst>
                    <a:path extrusionOk="0" h="7449" w="43882">
                      <a:moveTo>
                        <a:pt x="43872" y="7449"/>
                      </a:moveTo>
                      <a:lnTo>
                        <a:pt x="0" y="7449"/>
                      </a:lnTo>
                      <a:cubicBezTo>
                        <a:pt x="781" y="4991"/>
                        <a:pt x="1486" y="2534"/>
                        <a:pt x="2239" y="0"/>
                      </a:cubicBezTo>
                      <a:lnTo>
                        <a:pt x="43729" y="0"/>
                      </a:lnTo>
                      <a:cubicBezTo>
                        <a:pt x="43729" y="2610"/>
                        <a:pt x="43805" y="5067"/>
                        <a:pt x="43882" y="744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8"/>
                <p:cNvSpPr/>
                <p:nvPr/>
              </p:nvSpPr>
              <p:spPr>
                <a:xfrm>
                  <a:off x="6300360" y="842400"/>
                  <a:ext cx="63312" cy="7561"/>
                </a:xfrm>
                <a:custGeom>
                  <a:rect b="b" l="l" r="r" t="t"/>
                  <a:pathLst>
                    <a:path extrusionOk="0" h="7449" w="63312">
                      <a:moveTo>
                        <a:pt x="63312" y="7449"/>
                      </a:moveTo>
                      <a:lnTo>
                        <a:pt x="0" y="7449"/>
                      </a:lnTo>
                      <a:cubicBezTo>
                        <a:pt x="1076" y="5029"/>
                        <a:pt x="2162" y="2572"/>
                        <a:pt x="3162" y="0"/>
                      </a:cubicBezTo>
                      <a:lnTo>
                        <a:pt x="61856" y="0"/>
                      </a:lnTo>
                      <a:cubicBezTo>
                        <a:pt x="62341" y="2534"/>
                        <a:pt x="62789" y="4953"/>
                        <a:pt x="63303" y="744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8"/>
                <p:cNvSpPr/>
                <p:nvPr/>
              </p:nvSpPr>
              <p:spPr>
                <a:xfrm>
                  <a:off x="6260760" y="910440"/>
                  <a:ext cx="23731" cy="19441"/>
                </a:xfrm>
                <a:custGeom>
                  <a:rect b="b" l="l" r="r" t="t"/>
                  <a:pathLst>
                    <a:path extrusionOk="0" h="19441" w="23613">
                      <a:moveTo>
                        <a:pt x="0" y="6144"/>
                      </a:moveTo>
                      <a:lnTo>
                        <a:pt x="19479" y="19441"/>
                      </a:lnTo>
                      <a:lnTo>
                        <a:pt x="23613" y="13411"/>
                      </a:lnTo>
                      <a:lnTo>
                        <a:pt x="3906" y="0"/>
                      </a:lnTo>
                      <a:lnTo>
                        <a:pt x="0" y="6144"/>
                      </a:lnTo>
                      <a:close/>
                    </a:path>
                  </a:pathLst>
                </a:custGeom>
                <a:solidFill>
                  <a:schemeClr val="lt1"/>
                </a:solidFill>
                <a:ln cap="flat" cmpd="sng" w="9525">
                  <a:solidFill>
                    <a:schemeClr val="dk1"/>
                  </a:solidFill>
                  <a:prstDash val="solid"/>
                  <a:round/>
                  <a:headEnd len="sm" w="sm" type="none"/>
                  <a:tailEnd len="sm" w="sm" type="none"/>
                </a:ln>
              </p:spPr>
            </p:sp>
            <p:sp>
              <p:nvSpPr>
                <p:cNvPr id="974" name="Google Shape;974;p38"/>
                <p:cNvSpPr/>
                <p:nvPr/>
              </p:nvSpPr>
              <p:spPr>
                <a:xfrm>
                  <a:off x="6273360" y="891000"/>
                  <a:ext cx="22679" cy="21957"/>
                </a:xfrm>
                <a:custGeom>
                  <a:rect b="b" l="l" r="r" t="t"/>
                  <a:pathLst>
                    <a:path extrusionOk="0" h="22012" w="22793">
                      <a:moveTo>
                        <a:pt x="3915" y="0"/>
                      </a:moveTo>
                      <a:lnTo>
                        <a:pt x="22793" y="15945"/>
                      </a:lnTo>
                      <a:lnTo>
                        <a:pt x="18622" y="22012"/>
                      </a:lnTo>
                      <a:lnTo>
                        <a:pt x="0" y="6220"/>
                      </a:lnTo>
                      <a:lnTo>
                        <a:pt x="3915" y="0"/>
                      </a:lnTo>
                      <a:close/>
                    </a:path>
                  </a:pathLst>
                </a:custGeom>
                <a:solidFill>
                  <a:schemeClr val="lt1"/>
                </a:solidFill>
                <a:ln cap="flat" cmpd="sng" w="9525">
                  <a:solidFill>
                    <a:schemeClr val="dk1"/>
                  </a:solidFill>
                  <a:prstDash val="solid"/>
                  <a:round/>
                  <a:headEnd len="sm" w="sm" type="none"/>
                  <a:tailEnd len="sm" w="sm" type="none"/>
                </a:ln>
              </p:spPr>
            </p:sp>
            <p:sp>
              <p:nvSpPr>
                <p:cNvPr id="975" name="Google Shape;975;p38"/>
                <p:cNvSpPr/>
                <p:nvPr/>
              </p:nvSpPr>
              <p:spPr>
                <a:xfrm>
                  <a:off x="6285240" y="871920"/>
                  <a:ext cx="24493" cy="20862"/>
                </a:xfrm>
                <a:custGeom>
                  <a:rect b="b" l="l" r="r" t="t"/>
                  <a:pathLst>
                    <a:path extrusionOk="0" h="20707" w="24432">
                      <a:moveTo>
                        <a:pt x="24432" y="14602"/>
                      </a:moveTo>
                      <a:cubicBezTo>
                        <a:pt x="23127" y="16650"/>
                        <a:pt x="21746" y="18698"/>
                        <a:pt x="20412" y="20707"/>
                      </a:cubicBezTo>
                      <a:lnTo>
                        <a:pt x="0" y="6258"/>
                      </a:lnTo>
                      <a:lnTo>
                        <a:pt x="0" y="6258"/>
                      </a:lnTo>
                      <a:cubicBezTo>
                        <a:pt x="1267" y="4210"/>
                        <a:pt x="2496" y="2124"/>
                        <a:pt x="3724" y="0"/>
                      </a:cubicBezTo>
                      <a:lnTo>
                        <a:pt x="24432" y="14602"/>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6284520" y="912960"/>
                  <a:ext cx="7559" cy="10812"/>
                </a:xfrm>
                <a:custGeom>
                  <a:rect b="b" l="l" r="r" t="t"/>
                  <a:pathLst>
                    <a:path extrusionOk="0" h="10839" w="7411">
                      <a:moveTo>
                        <a:pt x="38" y="10839"/>
                      </a:moveTo>
                      <a:lnTo>
                        <a:pt x="0" y="10801"/>
                      </a:lnTo>
                      <a:lnTo>
                        <a:pt x="7372" y="0"/>
                      </a:lnTo>
                      <a:lnTo>
                        <a:pt x="7411" y="38"/>
                      </a:lnTo>
                    </a:path>
                  </a:pathLst>
                </a:custGeom>
                <a:solidFill>
                  <a:schemeClr val="lt1"/>
                </a:solidFill>
                <a:ln cap="flat" cmpd="sng" w="9525">
                  <a:solidFill>
                    <a:schemeClr val="dk1"/>
                  </a:solidFill>
                  <a:prstDash val="solid"/>
                  <a:round/>
                  <a:headEnd len="sm" w="sm" type="none"/>
                  <a:tailEnd len="sm" w="sm" type="none"/>
                </a:ln>
              </p:spPr>
            </p:sp>
            <p:sp>
              <p:nvSpPr>
                <p:cNvPr id="977" name="Google Shape;977;p38"/>
                <p:cNvSpPr/>
                <p:nvPr/>
              </p:nvSpPr>
              <p:spPr>
                <a:xfrm>
                  <a:off x="6338520" y="872280"/>
                  <a:ext cx="31705" cy="16924"/>
                </a:xfrm>
                <a:custGeom>
                  <a:rect b="b" l="l" r="r" t="t"/>
                  <a:pathLst>
                    <a:path extrusionOk="0" h="16840" w="31547">
                      <a:moveTo>
                        <a:pt x="31537" y="7115"/>
                      </a:moveTo>
                      <a:lnTo>
                        <a:pt x="1486" y="16840"/>
                      </a:lnTo>
                      <a:cubicBezTo>
                        <a:pt x="962" y="14383"/>
                        <a:pt x="476" y="11963"/>
                        <a:pt x="0" y="9725"/>
                      </a:cubicBezTo>
                      <a:lnTo>
                        <a:pt x="29794" y="0"/>
                      </a:lnTo>
                      <a:cubicBezTo>
                        <a:pt x="30394" y="2496"/>
                        <a:pt x="30985" y="4696"/>
                        <a:pt x="31547" y="7115"/>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6343920" y="899280"/>
                  <a:ext cx="33131" cy="15498"/>
                </a:xfrm>
                <a:custGeom>
                  <a:rect b="b" l="l" r="r" t="t"/>
                  <a:pathLst>
                    <a:path extrusionOk="0" h="15459" w="32966">
                      <a:moveTo>
                        <a:pt x="32957" y="7077"/>
                      </a:moveTo>
                      <a:lnTo>
                        <a:pt x="1600" y="15459"/>
                      </a:lnTo>
                      <a:cubicBezTo>
                        <a:pt x="1038" y="13078"/>
                        <a:pt x="524" y="10697"/>
                        <a:pt x="0" y="8344"/>
                      </a:cubicBezTo>
                      <a:lnTo>
                        <a:pt x="31099" y="0"/>
                      </a:lnTo>
                      <a:cubicBezTo>
                        <a:pt x="31699" y="2343"/>
                        <a:pt x="32480" y="4696"/>
                        <a:pt x="32966" y="7077"/>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6349680" y="927000"/>
                  <a:ext cx="34900" cy="12592"/>
                </a:xfrm>
                <a:custGeom>
                  <a:rect b="b" l="l" r="r" t="t"/>
                  <a:pathLst>
                    <a:path extrusionOk="0" h="12592" w="34900">
                      <a:moveTo>
                        <a:pt x="34900" y="7039"/>
                      </a:moveTo>
                      <a:lnTo>
                        <a:pt x="1753" y="12592"/>
                      </a:lnTo>
                      <a:cubicBezTo>
                        <a:pt x="1153" y="10211"/>
                        <a:pt x="600" y="7830"/>
                        <a:pt x="0" y="5439"/>
                      </a:cubicBezTo>
                      <a:lnTo>
                        <a:pt x="32890" y="0"/>
                      </a:lnTo>
                      <a:cubicBezTo>
                        <a:pt x="33537" y="2429"/>
                        <a:pt x="34204" y="4782"/>
                        <a:pt x="34900" y="703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6226200" y="96408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6192720" y="938520"/>
                  <a:ext cx="43944" cy="43925"/>
                </a:xfrm>
                <a:custGeom>
                  <a:rect b="b" l="l" r="r" t="t"/>
                  <a:pathLst>
                    <a:path extrusionOk="0" h="43815" w="43834">
                      <a:moveTo>
                        <a:pt x="43796" y="21936"/>
                      </a:moveTo>
                      <a:cubicBezTo>
                        <a:pt x="43815" y="9839"/>
                        <a:pt x="34033" y="19"/>
                        <a:pt x="21936" y="0"/>
                      </a:cubicBezTo>
                      <a:cubicBezTo>
                        <a:pt x="9840" y="-19"/>
                        <a:pt x="19" y="9763"/>
                        <a:pt x="0" y="21860"/>
                      </a:cubicBezTo>
                      <a:cubicBezTo>
                        <a:pt x="-19" y="33957"/>
                        <a:pt x="9763" y="43777"/>
                        <a:pt x="21860" y="43796"/>
                      </a:cubicBezTo>
                      <a:cubicBezTo>
                        <a:pt x="21870" y="43796"/>
                        <a:pt x="21888" y="43796"/>
                        <a:pt x="21898" y="43796"/>
                      </a:cubicBezTo>
                      <a:cubicBezTo>
                        <a:pt x="33976" y="43796"/>
                        <a:pt x="43777" y="34014"/>
                        <a:pt x="43796" y="21936"/>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6226200" y="918720"/>
                  <a:ext cx="43905" cy="43925"/>
                </a:xfrm>
                <a:custGeom>
                  <a:rect b="b" l="l" r="r" t="t"/>
                  <a:pathLst>
                    <a:path extrusionOk="0" h="43815" w="43796">
                      <a:moveTo>
                        <a:pt x="43796" y="21898"/>
                      </a:moveTo>
                      <a:cubicBezTo>
                        <a:pt x="43796" y="9801"/>
                        <a:pt x="33994" y="0"/>
                        <a:pt x="21898" y="0"/>
                      </a:cubicBezTo>
                      <a:cubicBezTo>
                        <a:pt x="9801" y="0"/>
                        <a:pt x="0" y="9801"/>
                        <a:pt x="0" y="21898"/>
                      </a:cubicBezTo>
                      <a:cubicBezTo>
                        <a:pt x="0" y="33995"/>
                        <a:pt x="9801" y="43796"/>
                        <a:pt x="21898" y="43796"/>
                      </a:cubicBezTo>
                      <a:cubicBezTo>
                        <a:pt x="33975" y="43815"/>
                        <a:pt x="43777" y="34042"/>
                        <a:pt x="43796" y="21974"/>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6239880" y="937800"/>
                  <a:ext cx="43905" cy="43905"/>
                </a:xfrm>
                <a:custGeom>
                  <a:rect b="b" l="l" r="r" t="t"/>
                  <a:pathLst>
                    <a:path extrusionOk="0" h="43796" w="43796">
                      <a:moveTo>
                        <a:pt x="43796" y="21898"/>
                      </a:moveTo>
                      <a:cubicBezTo>
                        <a:pt x="43796" y="9801"/>
                        <a:pt x="33995" y="0"/>
                        <a:pt x="21898" y="0"/>
                      </a:cubicBezTo>
                      <a:cubicBezTo>
                        <a:pt x="9801" y="0"/>
                        <a:pt x="0" y="9801"/>
                        <a:pt x="0" y="21898"/>
                      </a:cubicBezTo>
                      <a:cubicBezTo>
                        <a:pt x="0" y="33995"/>
                        <a:pt x="9801" y="43796"/>
                        <a:pt x="21898" y="43796"/>
                      </a:cubicBezTo>
                      <a:cubicBezTo>
                        <a:pt x="33985" y="43777"/>
                        <a:pt x="43777" y="33985"/>
                        <a:pt x="43796" y="2189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6174360" y="92268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6152400" y="96624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6174360" y="966240"/>
                  <a:ext cx="43905" cy="43905"/>
                </a:xfrm>
                <a:custGeom>
                  <a:rect b="b" l="l" r="r" t="t"/>
                  <a:pathLst>
                    <a:path extrusionOk="0" h="43796" w="43796">
                      <a:moveTo>
                        <a:pt x="43796" y="21898"/>
                      </a:moveTo>
                      <a:cubicBezTo>
                        <a:pt x="43796" y="9801"/>
                        <a:pt x="33995" y="0"/>
                        <a:pt x="21898" y="0"/>
                      </a:cubicBezTo>
                      <a:cubicBezTo>
                        <a:pt x="9801" y="0"/>
                        <a:pt x="0" y="9801"/>
                        <a:pt x="0" y="21898"/>
                      </a:cubicBezTo>
                      <a:cubicBezTo>
                        <a:pt x="0" y="33995"/>
                        <a:pt x="9801" y="43796"/>
                        <a:pt x="21898" y="43796"/>
                      </a:cubicBezTo>
                      <a:cubicBezTo>
                        <a:pt x="33995"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6197760" y="99000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6243480" y="1003680"/>
                  <a:ext cx="43905" cy="43925"/>
                </a:xfrm>
                <a:custGeom>
                  <a:rect b="b" l="l" r="r" t="t"/>
                  <a:pathLst>
                    <a:path extrusionOk="0" h="43815" w="43796">
                      <a:moveTo>
                        <a:pt x="43796" y="21898"/>
                      </a:moveTo>
                      <a:cubicBezTo>
                        <a:pt x="43796" y="9801"/>
                        <a:pt x="33995" y="0"/>
                        <a:pt x="21898" y="0"/>
                      </a:cubicBezTo>
                      <a:cubicBezTo>
                        <a:pt x="9802" y="0"/>
                        <a:pt x="0" y="9801"/>
                        <a:pt x="0" y="21898"/>
                      </a:cubicBezTo>
                      <a:cubicBezTo>
                        <a:pt x="0" y="33995"/>
                        <a:pt x="9802" y="43796"/>
                        <a:pt x="21898" y="43796"/>
                      </a:cubicBezTo>
                      <a:cubicBezTo>
                        <a:pt x="33976" y="43815"/>
                        <a:pt x="43777" y="34042"/>
                        <a:pt x="43796" y="21974"/>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6264000" y="965520"/>
                  <a:ext cx="43944" cy="43925"/>
                </a:xfrm>
                <a:custGeom>
                  <a:rect b="b" l="l" r="r" t="t"/>
                  <a:pathLst>
                    <a:path extrusionOk="0" h="43815" w="43834">
                      <a:moveTo>
                        <a:pt x="43796" y="21936"/>
                      </a:moveTo>
                      <a:cubicBezTo>
                        <a:pt x="43815" y="9839"/>
                        <a:pt x="34033" y="19"/>
                        <a:pt x="21936" y="0"/>
                      </a:cubicBezTo>
                      <a:cubicBezTo>
                        <a:pt x="9840" y="-19"/>
                        <a:pt x="19" y="9763"/>
                        <a:pt x="0" y="21860"/>
                      </a:cubicBezTo>
                      <a:cubicBezTo>
                        <a:pt x="-19" y="33957"/>
                        <a:pt x="9763" y="43777"/>
                        <a:pt x="21860" y="43796"/>
                      </a:cubicBezTo>
                      <a:cubicBezTo>
                        <a:pt x="21870" y="43796"/>
                        <a:pt x="21889" y="43796"/>
                        <a:pt x="21898" y="43796"/>
                      </a:cubicBezTo>
                      <a:cubicBezTo>
                        <a:pt x="33976" y="43796"/>
                        <a:pt x="43777" y="34014"/>
                        <a:pt x="43796" y="21936"/>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6214680" y="96228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21907" y="43796"/>
                        <a:pt x="21927" y="43796"/>
                        <a:pt x="21936" y="43796"/>
                      </a:cubicBezTo>
                      <a:cubicBezTo>
                        <a:pt x="34014" y="43796"/>
                        <a:pt x="43796" y="34004"/>
                        <a:pt x="43796" y="21936"/>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6203520" y="90864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6215040" y="1017360"/>
                  <a:ext cx="43905" cy="43905"/>
                </a:xfrm>
                <a:custGeom>
                  <a:rect b="b" l="l" r="r" t="t"/>
                  <a:pathLst>
                    <a:path extrusionOk="0" h="43796" w="43796">
                      <a:moveTo>
                        <a:pt x="43796" y="21898"/>
                      </a:moveTo>
                      <a:cubicBezTo>
                        <a:pt x="43796" y="9801"/>
                        <a:pt x="33995" y="0"/>
                        <a:pt x="21898" y="0"/>
                      </a:cubicBezTo>
                      <a:cubicBezTo>
                        <a:pt x="9801" y="0"/>
                        <a:pt x="0" y="9801"/>
                        <a:pt x="0" y="21898"/>
                      </a:cubicBezTo>
                      <a:cubicBezTo>
                        <a:pt x="0" y="33995"/>
                        <a:pt x="9801" y="43796"/>
                        <a:pt x="21898" y="43796"/>
                      </a:cubicBezTo>
                      <a:cubicBezTo>
                        <a:pt x="33995"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6166440" y="1004760"/>
                  <a:ext cx="43905" cy="43905"/>
                </a:xfrm>
                <a:custGeom>
                  <a:rect b="b" l="l" r="r" t="t"/>
                  <a:pathLst>
                    <a:path extrusionOk="0" h="43796" w="43796">
                      <a:moveTo>
                        <a:pt x="43796" y="21898"/>
                      </a:moveTo>
                      <a:cubicBezTo>
                        <a:pt x="43796" y="33992"/>
                        <a:pt x="33992" y="43796"/>
                        <a:pt x="21898" y="43796"/>
                      </a:cubicBezTo>
                      <a:cubicBezTo>
                        <a:pt x="9804" y="43796"/>
                        <a:pt x="0" y="33992"/>
                        <a:pt x="0" y="21898"/>
                      </a:cubicBezTo>
                      <a:cubicBezTo>
                        <a:pt x="0" y="9804"/>
                        <a:pt x="9804" y="0"/>
                        <a:pt x="21898" y="0"/>
                      </a:cubicBezTo>
                      <a:cubicBezTo>
                        <a:pt x="33992" y="0"/>
                        <a:pt x="43796" y="9804"/>
                        <a:pt x="43796" y="2189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6187680" y="1029960"/>
                  <a:ext cx="43905" cy="43905"/>
                </a:xfrm>
                <a:custGeom>
                  <a:rect b="b" l="l" r="r" t="t"/>
                  <a:pathLst>
                    <a:path extrusionOk="0" h="43796" w="43796">
                      <a:moveTo>
                        <a:pt x="43796" y="21898"/>
                      </a:moveTo>
                      <a:cubicBezTo>
                        <a:pt x="43796" y="9801"/>
                        <a:pt x="33994" y="0"/>
                        <a:pt x="21898" y="0"/>
                      </a:cubicBezTo>
                      <a:cubicBezTo>
                        <a:pt x="9801" y="0"/>
                        <a:pt x="0" y="9801"/>
                        <a:pt x="0" y="21898"/>
                      </a:cubicBezTo>
                      <a:cubicBezTo>
                        <a:pt x="0" y="33995"/>
                        <a:pt x="9801" y="43796"/>
                        <a:pt x="21898" y="43796"/>
                      </a:cubicBezTo>
                      <a:cubicBezTo>
                        <a:pt x="33994" y="43796"/>
                        <a:pt x="43796" y="33995"/>
                        <a:pt x="43796" y="21898"/>
                      </a:cubicBezTo>
                      <a:lnTo>
                        <a:pt x="43796"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6354360" y="990000"/>
                  <a:ext cx="43905" cy="43925"/>
                </a:xfrm>
                <a:custGeom>
                  <a:rect b="b" l="l" r="r" t="t"/>
                  <a:pathLst>
                    <a:path extrusionOk="0" h="43815" w="43796">
                      <a:moveTo>
                        <a:pt x="0" y="21898"/>
                      </a:moveTo>
                      <a:cubicBezTo>
                        <a:pt x="0" y="9801"/>
                        <a:pt x="9801" y="0"/>
                        <a:pt x="21898" y="0"/>
                      </a:cubicBezTo>
                      <a:cubicBezTo>
                        <a:pt x="33995" y="0"/>
                        <a:pt x="43796" y="9801"/>
                        <a:pt x="43796" y="21898"/>
                      </a:cubicBezTo>
                      <a:cubicBezTo>
                        <a:pt x="43796" y="33995"/>
                        <a:pt x="33995" y="43796"/>
                        <a:pt x="21898" y="43796"/>
                      </a:cubicBezTo>
                      <a:cubicBezTo>
                        <a:pt x="9820" y="43815"/>
                        <a:pt x="19" y="34042"/>
                        <a:pt x="0" y="21974"/>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6387840" y="964440"/>
                  <a:ext cx="43905" cy="43905"/>
                </a:xfrm>
                <a:custGeom>
                  <a:rect b="b" l="l" r="r" t="t"/>
                  <a:pathLst>
                    <a:path extrusionOk="0" h="43796" w="43796">
                      <a:moveTo>
                        <a:pt x="0" y="21898"/>
                      </a:moveTo>
                      <a:cubicBezTo>
                        <a:pt x="0" y="9801"/>
                        <a:pt x="9801" y="0"/>
                        <a:pt x="21898" y="0"/>
                      </a:cubicBezTo>
                      <a:cubicBezTo>
                        <a:pt x="33994" y="0"/>
                        <a:pt x="43796" y="9801"/>
                        <a:pt x="43796" y="21898"/>
                      </a:cubicBezTo>
                      <a:cubicBezTo>
                        <a:pt x="43796" y="33995"/>
                        <a:pt x="33994" y="43796"/>
                        <a:pt x="21898" y="43796"/>
                      </a:cubicBezTo>
                      <a:cubicBezTo>
                        <a:pt x="9801"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6354360" y="944640"/>
                  <a:ext cx="43905" cy="43905"/>
                </a:xfrm>
                <a:custGeom>
                  <a:rect b="b" l="l" r="r" t="t"/>
                  <a:pathLst>
                    <a:path extrusionOk="0" h="43796" w="43796">
                      <a:moveTo>
                        <a:pt x="0" y="21898"/>
                      </a:moveTo>
                      <a:cubicBezTo>
                        <a:pt x="0" y="9801"/>
                        <a:pt x="9801" y="0"/>
                        <a:pt x="21898" y="0"/>
                      </a:cubicBezTo>
                      <a:cubicBezTo>
                        <a:pt x="33995" y="0"/>
                        <a:pt x="43796" y="9801"/>
                        <a:pt x="43796" y="21898"/>
                      </a:cubicBezTo>
                      <a:cubicBezTo>
                        <a:pt x="43796" y="33995"/>
                        <a:pt x="33995" y="43796"/>
                        <a:pt x="21898" y="43796"/>
                      </a:cubicBezTo>
                      <a:cubicBezTo>
                        <a:pt x="9801"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6340680" y="964080"/>
                  <a:ext cx="43905" cy="43905"/>
                </a:xfrm>
                <a:custGeom>
                  <a:rect b="b" l="l" r="r" t="t"/>
                  <a:pathLst>
                    <a:path extrusionOk="0" h="43796" w="43796">
                      <a:moveTo>
                        <a:pt x="0" y="21898"/>
                      </a:moveTo>
                      <a:cubicBezTo>
                        <a:pt x="0" y="9801"/>
                        <a:pt x="9801" y="0"/>
                        <a:pt x="21898" y="0"/>
                      </a:cubicBezTo>
                      <a:cubicBezTo>
                        <a:pt x="33994" y="0"/>
                        <a:pt x="43796" y="9801"/>
                        <a:pt x="43796" y="21898"/>
                      </a:cubicBezTo>
                      <a:cubicBezTo>
                        <a:pt x="43796" y="33995"/>
                        <a:pt x="33994" y="43796"/>
                        <a:pt x="21898" y="43796"/>
                      </a:cubicBezTo>
                      <a:cubicBezTo>
                        <a:pt x="21888" y="43796"/>
                        <a:pt x="21869" y="43796"/>
                        <a:pt x="21860" y="43796"/>
                      </a:cubicBezTo>
                      <a:cubicBezTo>
                        <a:pt x="9782" y="43796"/>
                        <a:pt x="0" y="34004"/>
                        <a:pt x="0" y="21936"/>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6406200" y="948600"/>
                  <a:ext cx="43905" cy="43905"/>
                </a:xfrm>
                <a:custGeom>
                  <a:rect b="b" l="l" r="r" t="t"/>
                  <a:pathLst>
                    <a:path extrusionOk="0" h="43796" w="43796">
                      <a:moveTo>
                        <a:pt x="0" y="21898"/>
                      </a:moveTo>
                      <a:cubicBezTo>
                        <a:pt x="0" y="9801"/>
                        <a:pt x="9801" y="0"/>
                        <a:pt x="21898" y="0"/>
                      </a:cubicBezTo>
                      <a:cubicBezTo>
                        <a:pt x="33994" y="0"/>
                        <a:pt x="43796" y="9801"/>
                        <a:pt x="43796" y="21898"/>
                      </a:cubicBezTo>
                      <a:cubicBezTo>
                        <a:pt x="43796" y="33995"/>
                        <a:pt x="33994" y="43796"/>
                        <a:pt x="21898" y="43796"/>
                      </a:cubicBezTo>
                      <a:cubicBezTo>
                        <a:pt x="9801"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6428160" y="992160"/>
                  <a:ext cx="43944" cy="43925"/>
                </a:xfrm>
                <a:custGeom>
                  <a:rect b="b" l="l" r="r" t="t"/>
                  <a:pathLst>
                    <a:path extrusionOk="0" h="43815" w="43834">
                      <a:moveTo>
                        <a:pt x="0" y="21936"/>
                      </a:moveTo>
                      <a:cubicBezTo>
                        <a:pt x="-19" y="9839"/>
                        <a:pt x="9763" y="19"/>
                        <a:pt x="21860" y="0"/>
                      </a:cubicBezTo>
                      <a:cubicBezTo>
                        <a:pt x="33957" y="-19"/>
                        <a:pt x="43777" y="9763"/>
                        <a:pt x="43796" y="21860"/>
                      </a:cubicBezTo>
                      <a:cubicBezTo>
                        <a:pt x="43815" y="33957"/>
                        <a:pt x="34033" y="43777"/>
                        <a:pt x="21936" y="43796"/>
                      </a:cubicBezTo>
                      <a:cubicBezTo>
                        <a:pt x="21927" y="43796"/>
                        <a:pt x="21908" y="43796"/>
                        <a:pt x="21898" y="43796"/>
                      </a:cubicBezTo>
                      <a:cubicBezTo>
                        <a:pt x="9820" y="43796"/>
                        <a:pt x="19" y="34014"/>
                        <a:pt x="0" y="21936"/>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6406200" y="992160"/>
                  <a:ext cx="43944" cy="43925"/>
                </a:xfrm>
                <a:custGeom>
                  <a:rect b="b" l="l" r="r" t="t"/>
                  <a:pathLst>
                    <a:path extrusionOk="0" h="43815" w="43834">
                      <a:moveTo>
                        <a:pt x="0" y="21936"/>
                      </a:moveTo>
                      <a:cubicBezTo>
                        <a:pt x="-19" y="9839"/>
                        <a:pt x="9763" y="19"/>
                        <a:pt x="21860" y="0"/>
                      </a:cubicBezTo>
                      <a:cubicBezTo>
                        <a:pt x="33957" y="-19"/>
                        <a:pt x="43777" y="9763"/>
                        <a:pt x="43796" y="21860"/>
                      </a:cubicBezTo>
                      <a:cubicBezTo>
                        <a:pt x="43815" y="33957"/>
                        <a:pt x="34033" y="43777"/>
                        <a:pt x="21936" y="43796"/>
                      </a:cubicBezTo>
                      <a:cubicBezTo>
                        <a:pt x="21927" y="43796"/>
                        <a:pt x="21907" y="43796"/>
                        <a:pt x="21898" y="43796"/>
                      </a:cubicBezTo>
                      <a:cubicBezTo>
                        <a:pt x="9820" y="43796"/>
                        <a:pt x="19" y="34014"/>
                        <a:pt x="0" y="21936"/>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a:off x="6382800" y="1015920"/>
                  <a:ext cx="43905" cy="43925"/>
                </a:xfrm>
                <a:custGeom>
                  <a:rect b="b" l="l" r="r" t="t"/>
                  <a:pathLst>
                    <a:path extrusionOk="0" h="43815" w="43796">
                      <a:moveTo>
                        <a:pt x="0" y="21898"/>
                      </a:moveTo>
                      <a:cubicBezTo>
                        <a:pt x="0" y="9801"/>
                        <a:pt x="9801" y="0"/>
                        <a:pt x="21898" y="0"/>
                      </a:cubicBezTo>
                      <a:cubicBezTo>
                        <a:pt x="33994" y="0"/>
                        <a:pt x="43796" y="9801"/>
                        <a:pt x="43796" y="21898"/>
                      </a:cubicBezTo>
                      <a:cubicBezTo>
                        <a:pt x="43796" y="33995"/>
                        <a:pt x="33994" y="43796"/>
                        <a:pt x="21898" y="43796"/>
                      </a:cubicBezTo>
                      <a:cubicBezTo>
                        <a:pt x="9820" y="43815"/>
                        <a:pt x="19" y="34042"/>
                        <a:pt x="0" y="21974"/>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6337080" y="1029600"/>
                  <a:ext cx="43905" cy="43905"/>
                </a:xfrm>
                <a:custGeom>
                  <a:rect b="b" l="l" r="r" t="t"/>
                  <a:pathLst>
                    <a:path extrusionOk="0" h="43796" w="43796">
                      <a:moveTo>
                        <a:pt x="0" y="21898"/>
                      </a:moveTo>
                      <a:cubicBezTo>
                        <a:pt x="0" y="9801"/>
                        <a:pt x="9801" y="0"/>
                        <a:pt x="21898" y="0"/>
                      </a:cubicBezTo>
                      <a:cubicBezTo>
                        <a:pt x="33995" y="0"/>
                        <a:pt x="43796" y="9801"/>
                        <a:pt x="43796" y="21898"/>
                      </a:cubicBezTo>
                      <a:cubicBezTo>
                        <a:pt x="43796" y="33995"/>
                        <a:pt x="33995" y="43796"/>
                        <a:pt x="21898" y="43796"/>
                      </a:cubicBezTo>
                      <a:cubicBezTo>
                        <a:pt x="9801"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6316560" y="991440"/>
                  <a:ext cx="43905" cy="43905"/>
                </a:xfrm>
                <a:custGeom>
                  <a:rect b="b" l="l" r="r" t="t"/>
                  <a:pathLst>
                    <a:path extrusionOk="0" h="43796" w="43796">
                      <a:moveTo>
                        <a:pt x="0" y="21898"/>
                      </a:moveTo>
                      <a:cubicBezTo>
                        <a:pt x="0" y="9801"/>
                        <a:pt x="9801" y="0"/>
                        <a:pt x="21898" y="0"/>
                      </a:cubicBezTo>
                      <a:cubicBezTo>
                        <a:pt x="33994" y="0"/>
                        <a:pt x="43796" y="9801"/>
                        <a:pt x="43796" y="21898"/>
                      </a:cubicBezTo>
                      <a:cubicBezTo>
                        <a:pt x="43796" y="33995"/>
                        <a:pt x="33994" y="43796"/>
                        <a:pt x="21898" y="43796"/>
                      </a:cubicBezTo>
                      <a:cubicBezTo>
                        <a:pt x="21888" y="43796"/>
                        <a:pt x="21870" y="43796"/>
                        <a:pt x="21860" y="43796"/>
                      </a:cubicBezTo>
                      <a:cubicBezTo>
                        <a:pt x="9782" y="43777"/>
                        <a:pt x="0" y="33976"/>
                        <a:pt x="0" y="2189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6365880" y="988200"/>
                  <a:ext cx="43905" cy="43905"/>
                </a:xfrm>
                <a:custGeom>
                  <a:rect b="b" l="l" r="r" t="t"/>
                  <a:pathLst>
                    <a:path extrusionOk="0" h="43796" w="43796">
                      <a:moveTo>
                        <a:pt x="0" y="21898"/>
                      </a:moveTo>
                      <a:cubicBezTo>
                        <a:pt x="0" y="9801"/>
                        <a:pt x="9802" y="0"/>
                        <a:pt x="21898" y="0"/>
                      </a:cubicBezTo>
                      <a:cubicBezTo>
                        <a:pt x="33995" y="0"/>
                        <a:pt x="43796" y="9801"/>
                        <a:pt x="43796" y="21898"/>
                      </a:cubicBezTo>
                      <a:cubicBezTo>
                        <a:pt x="43796" y="33995"/>
                        <a:pt x="33995" y="43796"/>
                        <a:pt x="21898" y="43796"/>
                      </a:cubicBezTo>
                      <a:cubicBezTo>
                        <a:pt x="9802"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6377040" y="934560"/>
                  <a:ext cx="43944" cy="43925"/>
                </a:xfrm>
                <a:custGeom>
                  <a:rect b="b" l="l" r="r" t="t"/>
                  <a:pathLst>
                    <a:path extrusionOk="0" h="43815" w="43834">
                      <a:moveTo>
                        <a:pt x="0" y="21936"/>
                      </a:moveTo>
                      <a:cubicBezTo>
                        <a:pt x="-19" y="9839"/>
                        <a:pt x="9763" y="19"/>
                        <a:pt x="21860" y="0"/>
                      </a:cubicBezTo>
                      <a:cubicBezTo>
                        <a:pt x="33957" y="-19"/>
                        <a:pt x="43777" y="9763"/>
                        <a:pt x="43796" y="21860"/>
                      </a:cubicBezTo>
                      <a:cubicBezTo>
                        <a:pt x="43815" y="33957"/>
                        <a:pt x="34033" y="43777"/>
                        <a:pt x="21936" y="43796"/>
                      </a:cubicBezTo>
                      <a:cubicBezTo>
                        <a:pt x="21927" y="43796"/>
                        <a:pt x="21908" y="43796"/>
                        <a:pt x="21898" y="43796"/>
                      </a:cubicBezTo>
                      <a:cubicBezTo>
                        <a:pt x="9820" y="43796"/>
                        <a:pt x="19" y="34014"/>
                        <a:pt x="0" y="21936"/>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6365520" y="1043280"/>
                  <a:ext cx="43905" cy="43905"/>
                </a:xfrm>
                <a:custGeom>
                  <a:rect b="b" l="l" r="r" t="t"/>
                  <a:pathLst>
                    <a:path extrusionOk="0" h="43796" w="43796">
                      <a:moveTo>
                        <a:pt x="0" y="21898"/>
                      </a:moveTo>
                      <a:cubicBezTo>
                        <a:pt x="0" y="9801"/>
                        <a:pt x="9801" y="0"/>
                        <a:pt x="21898" y="0"/>
                      </a:cubicBezTo>
                      <a:cubicBezTo>
                        <a:pt x="33994" y="0"/>
                        <a:pt x="43796" y="9801"/>
                        <a:pt x="43796" y="21898"/>
                      </a:cubicBezTo>
                      <a:cubicBezTo>
                        <a:pt x="43796" y="33995"/>
                        <a:pt x="33994" y="43796"/>
                        <a:pt x="21898" y="43796"/>
                      </a:cubicBezTo>
                      <a:cubicBezTo>
                        <a:pt x="9801"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6414120" y="1030680"/>
                  <a:ext cx="43905" cy="43905"/>
                </a:xfrm>
                <a:custGeom>
                  <a:rect b="b" l="l" r="r" t="t"/>
                  <a:pathLst>
                    <a:path extrusionOk="0" h="43796" w="43796">
                      <a:moveTo>
                        <a:pt x="0" y="21898"/>
                      </a:moveTo>
                      <a:cubicBezTo>
                        <a:pt x="0" y="9801"/>
                        <a:pt x="9802" y="0"/>
                        <a:pt x="21898" y="0"/>
                      </a:cubicBezTo>
                      <a:cubicBezTo>
                        <a:pt x="33995" y="0"/>
                        <a:pt x="43796" y="9801"/>
                        <a:pt x="43796" y="21898"/>
                      </a:cubicBezTo>
                      <a:cubicBezTo>
                        <a:pt x="43796" y="33995"/>
                        <a:pt x="33995" y="43796"/>
                        <a:pt x="21898" y="43796"/>
                      </a:cubicBezTo>
                      <a:cubicBezTo>
                        <a:pt x="9802" y="43796"/>
                        <a:pt x="0" y="33995"/>
                        <a:pt x="0" y="21898"/>
                      </a:cubicBezTo>
                      <a:lnTo>
                        <a:pt x="0" y="21898"/>
                      </a:ln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6393240" y="1055880"/>
                  <a:ext cx="43905" cy="43905"/>
                </a:xfrm>
                <a:custGeom>
                  <a:rect b="b" l="l" r="r" t="t"/>
                  <a:pathLst>
                    <a:path extrusionOk="0" h="43796" w="43796">
                      <a:moveTo>
                        <a:pt x="43796" y="21898"/>
                      </a:moveTo>
                      <a:cubicBezTo>
                        <a:pt x="43796" y="33992"/>
                        <a:pt x="33992" y="43796"/>
                        <a:pt x="21898" y="43796"/>
                      </a:cubicBezTo>
                      <a:cubicBezTo>
                        <a:pt x="9804" y="43796"/>
                        <a:pt x="0" y="33992"/>
                        <a:pt x="0" y="21898"/>
                      </a:cubicBezTo>
                      <a:cubicBezTo>
                        <a:pt x="0" y="9804"/>
                        <a:pt x="9804" y="0"/>
                        <a:pt x="21898" y="0"/>
                      </a:cubicBezTo>
                      <a:cubicBezTo>
                        <a:pt x="33992" y="0"/>
                        <a:pt x="43796" y="9804"/>
                        <a:pt x="43796" y="21898"/>
                      </a:cubicBezTo>
                      <a:close/>
                    </a:path>
                  </a:pathLst>
                </a:cu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 name="Google Shape;911;p38"/>
              <p:cNvSpPr/>
              <p:nvPr/>
            </p:nvSpPr>
            <p:spPr>
              <a:xfrm>
                <a:off x="3561795" y="1466569"/>
                <a:ext cx="962700" cy="962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 name="Shape 1013"/>
        <p:cNvGrpSpPr/>
        <p:nvPr/>
      </p:nvGrpSpPr>
      <p:grpSpPr>
        <a:xfrm>
          <a:off x="0" y="0"/>
          <a:ext cx="0" cy="0"/>
          <a:chOff x="0" y="0"/>
          <a:chExt cx="0" cy="0"/>
        </a:xfrm>
      </p:grpSpPr>
      <p:sp>
        <p:nvSpPr>
          <p:cNvPr id="1014" name="Google Shape;1014;p39"/>
          <p:cNvSpPr txBox="1"/>
          <p:nvPr>
            <p:ph type="title"/>
          </p:nvPr>
        </p:nvSpPr>
        <p:spPr>
          <a:xfrm>
            <a:off x="717487" y="841750"/>
            <a:ext cx="3492900" cy="111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pic>
        <p:nvPicPr>
          <p:cNvPr id="1015" name="Google Shape;1015;p39"/>
          <p:cNvPicPr preferRelativeResize="0"/>
          <p:nvPr>
            <p:ph idx="2" type="pic"/>
          </p:nvPr>
        </p:nvPicPr>
        <p:blipFill rotWithShape="1">
          <a:blip r:embed="rId3">
            <a:alphaModFix/>
          </a:blip>
          <a:srcRect b="0" l="30184" r="18612" t="0"/>
          <a:stretch/>
        </p:blipFill>
        <p:spPr>
          <a:xfrm>
            <a:off x="5060512" y="535000"/>
            <a:ext cx="3366001" cy="4073398"/>
          </a:xfrm>
          <a:prstGeom prst="rect">
            <a:avLst/>
          </a:prstGeom>
        </p:spPr>
      </p:pic>
      <p:sp>
        <p:nvSpPr>
          <p:cNvPr id="1016" name="Google Shape;1016;p39"/>
          <p:cNvSpPr txBox="1"/>
          <p:nvPr>
            <p:ph idx="1" type="subTitle"/>
          </p:nvPr>
        </p:nvSpPr>
        <p:spPr>
          <a:xfrm>
            <a:off x="717487" y="3387350"/>
            <a:ext cx="34929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Using an image in your case report enhances visual representation and provides a concise and impactful way to present key findings or illustrate important aspects of the case</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 name="Shape 1020"/>
        <p:cNvGrpSpPr/>
        <p:nvPr/>
      </p:nvGrpSpPr>
      <p:grpSpPr>
        <a:xfrm>
          <a:off x="0" y="0"/>
          <a:ext cx="0" cy="0"/>
          <a:chOff x="0" y="0"/>
          <a:chExt cx="0" cy="0"/>
        </a:xfrm>
      </p:grpSpPr>
      <p:sp>
        <p:nvSpPr>
          <p:cNvPr id="1021" name="Google Shape;1021;p4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1022" name="Google Shape;1022;p40"/>
          <p:cNvSpPr txBox="1"/>
          <p:nvPr/>
        </p:nvSpPr>
        <p:spPr>
          <a:xfrm>
            <a:off x="715100" y="4328900"/>
            <a:ext cx="7704000" cy="27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Chivo"/>
                <a:ea typeface="Chivo"/>
                <a:cs typeface="Chivo"/>
                <a:sym typeface="Chivo"/>
              </a:rPr>
              <a:t>Follow the link in the graph to modify its data and then paste the new one here. </a:t>
            </a:r>
            <a:r>
              <a:rPr b="1" lang="en" sz="1000" u="sng">
                <a:solidFill>
                  <a:schemeClr val="dk1"/>
                </a:solidFill>
                <a:latin typeface="Chivo"/>
                <a:ea typeface="Chivo"/>
                <a:cs typeface="Chivo"/>
                <a:sym typeface="Chivo"/>
                <a:hlinkClick r:id="rId3">
                  <a:extLst>
                    <a:ext uri="{A12FA001-AC4F-418D-AE19-62706E023703}">
                      <ahyp:hlinkClr val="tx"/>
                    </a:ext>
                  </a:extLst>
                </a:hlinkClick>
              </a:rPr>
              <a:t>For more info, click here</a:t>
            </a:r>
            <a:endParaRPr b="1" sz="1000" u="sng">
              <a:solidFill>
                <a:schemeClr val="dk1"/>
              </a:solidFill>
              <a:latin typeface="Chivo"/>
              <a:ea typeface="Chivo"/>
              <a:cs typeface="Chivo"/>
              <a:sym typeface="Chivo"/>
            </a:endParaRPr>
          </a:p>
        </p:txBody>
      </p:sp>
      <p:sp>
        <p:nvSpPr>
          <p:cNvPr id="1023" name="Google Shape;1023;p40"/>
          <p:cNvSpPr txBox="1"/>
          <p:nvPr/>
        </p:nvSpPr>
        <p:spPr>
          <a:xfrm>
            <a:off x="1697550" y="3034350"/>
            <a:ext cx="5748900" cy="402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Frank Ruhl Libre"/>
                <a:ea typeface="Frank Ruhl Libre"/>
                <a:cs typeface="Frank Ruhl Libre"/>
                <a:sym typeface="Frank Ruhl Libre"/>
              </a:rPr>
              <a:t>Understanding the numbers</a:t>
            </a:r>
            <a:endParaRPr sz="1800">
              <a:solidFill>
                <a:schemeClr val="dk1"/>
              </a:solidFill>
              <a:latin typeface="Frank Ruhl Libre"/>
              <a:ea typeface="Frank Ruhl Libre"/>
              <a:cs typeface="Frank Ruhl Libre"/>
              <a:sym typeface="Frank Ruhl Libre"/>
            </a:endParaRPr>
          </a:p>
        </p:txBody>
      </p:sp>
      <p:sp>
        <p:nvSpPr>
          <p:cNvPr id="1024" name="Google Shape;1024;p40"/>
          <p:cNvSpPr txBox="1"/>
          <p:nvPr/>
        </p:nvSpPr>
        <p:spPr>
          <a:xfrm>
            <a:off x="1697550" y="3317146"/>
            <a:ext cx="5748900" cy="9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Incorporating a graph in your case report offers several advantages. It allows for the clear visualization and concise representation of data trends, comparisons, or correlations. By presenting information in a visual format, graphs enable readers to quickly grasp and interpret complex findings</a:t>
            </a:r>
            <a:endParaRPr sz="1200">
              <a:solidFill>
                <a:schemeClr val="dk1"/>
              </a:solidFill>
              <a:latin typeface="Chivo"/>
              <a:ea typeface="Chivo"/>
              <a:cs typeface="Chivo"/>
              <a:sym typeface="Chivo"/>
            </a:endParaRPr>
          </a:p>
        </p:txBody>
      </p:sp>
      <p:pic>
        <p:nvPicPr>
          <p:cNvPr id="1025" name="Google Shape;1025;p40" title="Chart">
            <a:hlinkClick r:id="rId4"/>
          </p:cNvPr>
          <p:cNvPicPr preferRelativeResize="0"/>
          <p:nvPr/>
        </p:nvPicPr>
        <p:blipFill>
          <a:blip r:embed="rId5">
            <a:alphaModFix/>
          </a:blip>
          <a:stretch>
            <a:fillRect/>
          </a:stretch>
        </p:blipFill>
        <p:spPr>
          <a:xfrm>
            <a:off x="1697550" y="1336891"/>
            <a:ext cx="5748900" cy="1600109"/>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 name="Shape 1029"/>
        <p:cNvGrpSpPr/>
        <p:nvPr/>
      </p:nvGrpSpPr>
      <p:grpSpPr>
        <a:xfrm>
          <a:off x="0" y="0"/>
          <a:ext cx="0" cy="0"/>
          <a:chOff x="0" y="0"/>
          <a:chExt cx="0" cy="0"/>
        </a:xfrm>
      </p:grpSpPr>
      <p:sp>
        <p:nvSpPr>
          <p:cNvPr id="1030" name="Google Shape;1030;p4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031" name="Google Shape;1031;p41"/>
          <p:cNvGraphicFramePr/>
          <p:nvPr/>
        </p:nvGraphicFramePr>
        <p:xfrm>
          <a:off x="719963" y="1575110"/>
          <a:ext cx="3000000" cy="3000000"/>
        </p:xfrm>
        <a:graphic>
          <a:graphicData uri="http://schemas.openxmlformats.org/drawingml/2006/table">
            <a:tbl>
              <a:tblPr>
                <a:noFill/>
                <a:tableStyleId>{B320256E-47B7-4436-BFD6-F601235C38E9}</a:tableStyleId>
              </a:tblPr>
              <a:tblGrid>
                <a:gridCol w="1508700"/>
                <a:gridCol w="884750"/>
                <a:gridCol w="1318575"/>
                <a:gridCol w="1318575"/>
                <a:gridCol w="1318575"/>
                <a:gridCol w="1318575"/>
              </a:tblGrid>
              <a:tr h="331425">
                <a:tc>
                  <a:txBody>
                    <a:bodyPr/>
                    <a:lstStyle/>
                    <a:p>
                      <a:pPr indent="0" lvl="0" marL="0" rtl="0" algn="l">
                        <a:spcBef>
                          <a:spcPts val="0"/>
                        </a:spcBef>
                        <a:spcAft>
                          <a:spcPts val="0"/>
                        </a:spcAft>
                        <a:buNone/>
                      </a:pPr>
                      <a:r>
                        <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Frank Ruhl Libre"/>
                          <a:ea typeface="Frank Ruhl Libre"/>
                          <a:cs typeface="Frank Ruhl Libre"/>
                          <a:sym typeface="Frank Ruhl Libre"/>
                        </a:rPr>
                        <a:t>Age</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800">
                          <a:solidFill>
                            <a:schemeClr val="dk1"/>
                          </a:solidFill>
                          <a:latin typeface="Frank Ruhl Libre"/>
                          <a:ea typeface="Frank Ruhl Libre"/>
                          <a:cs typeface="Frank Ruhl Libre"/>
                          <a:sym typeface="Frank Ruhl Libre"/>
                        </a:rPr>
                        <a:t>Gender</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lang="en" sz="1800">
                          <a:solidFill>
                            <a:schemeClr val="dk1"/>
                          </a:solidFill>
                          <a:latin typeface="Frank Ruhl Libre"/>
                          <a:ea typeface="Frank Ruhl Libre"/>
                          <a:cs typeface="Frank Ruhl Libre"/>
                          <a:sym typeface="Frank Ruhl Libre"/>
                        </a:rPr>
                        <a:t>M. history</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800">
                          <a:solidFill>
                            <a:schemeClr val="dk1"/>
                          </a:solidFill>
                          <a:latin typeface="Frank Ruhl Libre"/>
                          <a:ea typeface="Frank Ruhl Libre"/>
                          <a:cs typeface="Frank Ruhl Libre"/>
                          <a:sym typeface="Frank Ruhl Libre"/>
                        </a:rPr>
                        <a:t>Symptoms</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800">
                          <a:solidFill>
                            <a:schemeClr val="dk1"/>
                          </a:solidFill>
                          <a:latin typeface="Frank Ruhl Libre"/>
                          <a:ea typeface="Frank Ruhl Libre"/>
                          <a:cs typeface="Frank Ruhl Libre"/>
                          <a:sym typeface="Frank Ruhl Libre"/>
                        </a:rPr>
                        <a:t>Diagnosis</a:t>
                      </a:r>
                      <a:endParaRPr sz="1800">
                        <a:solidFill>
                          <a:schemeClr val="dk1"/>
                        </a:solidFill>
                        <a:latin typeface="Frank Ruhl Libre"/>
                        <a:ea typeface="Frank Ruhl Libre"/>
                        <a:cs typeface="Frank Ruhl Libre"/>
                        <a:sym typeface="Frank Ruhl Lib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1</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45</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Hypertension</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1</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2</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32</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Female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Asthma</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2</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3</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60</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Diabetes</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3</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4</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50</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Female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None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4</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5</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28</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None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5</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314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 6</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70</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Female</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Osteoarthritis</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Symptom</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hivo"/>
                          <a:ea typeface="Chivo"/>
                          <a:cs typeface="Chivo"/>
                          <a:sym typeface="Chivo"/>
                        </a:rPr>
                        <a:t>Diagnosis 6</a:t>
                      </a:r>
                      <a:endParaRPr sz="1200">
                        <a:solidFill>
                          <a:schemeClr val="dk1"/>
                        </a:solidFill>
                        <a:latin typeface="Chivo"/>
                        <a:ea typeface="Chivo"/>
                        <a:cs typeface="Chivo"/>
                        <a:sym typeface="Chiv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 name="Shape 1035"/>
        <p:cNvGrpSpPr/>
        <p:nvPr/>
      </p:nvGrpSpPr>
      <p:grpSpPr>
        <a:xfrm>
          <a:off x="0" y="0"/>
          <a:ext cx="0" cy="0"/>
          <a:chOff x="0" y="0"/>
          <a:chExt cx="0" cy="0"/>
        </a:xfrm>
      </p:grpSpPr>
      <p:sp>
        <p:nvSpPr>
          <p:cNvPr id="1036" name="Google Shape;1036;p4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Milestones reached</a:t>
            </a:r>
            <a:endParaRPr/>
          </a:p>
        </p:txBody>
      </p:sp>
      <p:sp>
        <p:nvSpPr>
          <p:cNvPr id="1037" name="Google Shape;1037;p42"/>
          <p:cNvSpPr txBox="1"/>
          <p:nvPr/>
        </p:nvSpPr>
        <p:spPr>
          <a:xfrm flipH="1">
            <a:off x="870181" y="2091628"/>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Initial presentation with chief complaint</a:t>
            </a:r>
            <a:endParaRPr sz="1200">
              <a:solidFill>
                <a:schemeClr val="dk1"/>
              </a:solidFill>
              <a:latin typeface="Chivo"/>
              <a:ea typeface="Chivo"/>
              <a:cs typeface="Chivo"/>
              <a:sym typeface="Chivo"/>
            </a:endParaRPr>
          </a:p>
        </p:txBody>
      </p:sp>
      <p:sp>
        <p:nvSpPr>
          <p:cNvPr id="1038" name="Google Shape;1038;p42"/>
          <p:cNvSpPr txBox="1"/>
          <p:nvPr/>
        </p:nvSpPr>
        <p:spPr>
          <a:xfrm flipH="1">
            <a:off x="2847860" y="2091628"/>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Diagnostic evaluation and investigations</a:t>
            </a:r>
            <a:endParaRPr sz="1200">
              <a:solidFill>
                <a:schemeClr val="dk1"/>
              </a:solidFill>
              <a:latin typeface="Chivo"/>
              <a:ea typeface="Chivo"/>
              <a:cs typeface="Chivo"/>
              <a:sym typeface="Chivo"/>
            </a:endParaRPr>
          </a:p>
        </p:txBody>
      </p:sp>
      <p:sp>
        <p:nvSpPr>
          <p:cNvPr id="1039" name="Google Shape;1039;p42"/>
          <p:cNvSpPr txBox="1"/>
          <p:nvPr/>
        </p:nvSpPr>
        <p:spPr>
          <a:xfrm flipH="1">
            <a:off x="4825540" y="2091628"/>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Confirmation of</a:t>
            </a:r>
            <a:endParaRPr sz="1200">
              <a:solidFill>
                <a:schemeClr val="dk1"/>
              </a:solidFill>
              <a:latin typeface="Chivo"/>
              <a:ea typeface="Chivo"/>
              <a:cs typeface="Chivo"/>
              <a:sym typeface="Chivo"/>
            </a:endParaRPr>
          </a:p>
          <a:p>
            <a:pPr indent="0" lvl="0" marL="0" rtl="0" algn="l">
              <a:spcBef>
                <a:spcPts val="0"/>
              </a:spcBef>
              <a:spcAft>
                <a:spcPts val="0"/>
              </a:spcAft>
              <a:buNone/>
            </a:pPr>
            <a:r>
              <a:rPr lang="en" sz="1200">
                <a:solidFill>
                  <a:schemeClr val="dk1"/>
                </a:solidFill>
                <a:latin typeface="Chivo"/>
                <a:ea typeface="Chivo"/>
                <a:cs typeface="Chivo"/>
                <a:sym typeface="Chivo"/>
              </a:rPr>
              <a:t>the diagnosis</a:t>
            </a:r>
            <a:endParaRPr sz="1200">
              <a:solidFill>
                <a:schemeClr val="dk1"/>
              </a:solidFill>
              <a:latin typeface="Chivo"/>
              <a:ea typeface="Chivo"/>
              <a:cs typeface="Chivo"/>
              <a:sym typeface="Chivo"/>
            </a:endParaRPr>
          </a:p>
        </p:txBody>
      </p:sp>
      <p:sp>
        <p:nvSpPr>
          <p:cNvPr id="1040" name="Google Shape;1040;p42"/>
          <p:cNvSpPr txBox="1"/>
          <p:nvPr/>
        </p:nvSpPr>
        <p:spPr>
          <a:xfrm flipH="1">
            <a:off x="6803219" y="2091628"/>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Initiation of appropriate treatment</a:t>
            </a:r>
            <a:endParaRPr sz="1200">
              <a:solidFill>
                <a:schemeClr val="dk1"/>
              </a:solidFill>
              <a:latin typeface="Chivo"/>
              <a:ea typeface="Chivo"/>
              <a:cs typeface="Chivo"/>
              <a:sym typeface="Chivo"/>
            </a:endParaRPr>
          </a:p>
        </p:txBody>
      </p:sp>
      <p:sp>
        <p:nvSpPr>
          <p:cNvPr id="1041" name="Google Shape;1041;p42"/>
          <p:cNvSpPr txBox="1"/>
          <p:nvPr/>
        </p:nvSpPr>
        <p:spPr>
          <a:xfrm>
            <a:off x="6803219" y="3744902"/>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Monitoring response to treatment</a:t>
            </a:r>
            <a:endParaRPr sz="1200">
              <a:solidFill>
                <a:schemeClr val="dk1"/>
              </a:solidFill>
              <a:latin typeface="Chivo"/>
              <a:ea typeface="Chivo"/>
              <a:cs typeface="Chivo"/>
              <a:sym typeface="Chivo"/>
            </a:endParaRPr>
          </a:p>
        </p:txBody>
      </p:sp>
      <p:sp>
        <p:nvSpPr>
          <p:cNvPr id="1042" name="Google Shape;1042;p42"/>
          <p:cNvSpPr txBox="1"/>
          <p:nvPr/>
        </p:nvSpPr>
        <p:spPr>
          <a:xfrm>
            <a:off x="4825540" y="3744902"/>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Resolution of presenting symptoms</a:t>
            </a:r>
            <a:endParaRPr sz="1200">
              <a:solidFill>
                <a:schemeClr val="dk1"/>
              </a:solidFill>
              <a:latin typeface="Chivo"/>
              <a:ea typeface="Chivo"/>
              <a:cs typeface="Chivo"/>
              <a:sym typeface="Chivo"/>
            </a:endParaRPr>
          </a:p>
        </p:txBody>
      </p:sp>
      <p:sp>
        <p:nvSpPr>
          <p:cNvPr id="1043" name="Google Shape;1043;p42"/>
          <p:cNvSpPr txBox="1"/>
          <p:nvPr/>
        </p:nvSpPr>
        <p:spPr>
          <a:xfrm>
            <a:off x="2847860" y="3744902"/>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Follow-up assessment for outcomes</a:t>
            </a:r>
            <a:endParaRPr sz="1200">
              <a:solidFill>
                <a:schemeClr val="dk1"/>
              </a:solidFill>
              <a:latin typeface="Chivo"/>
              <a:ea typeface="Chivo"/>
              <a:cs typeface="Chivo"/>
              <a:sym typeface="Chivo"/>
            </a:endParaRPr>
          </a:p>
        </p:txBody>
      </p:sp>
      <p:sp>
        <p:nvSpPr>
          <p:cNvPr id="1044" name="Google Shape;1044;p42"/>
          <p:cNvSpPr txBox="1"/>
          <p:nvPr/>
        </p:nvSpPr>
        <p:spPr>
          <a:xfrm>
            <a:off x="870181" y="3744902"/>
            <a:ext cx="1470600" cy="71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hivo"/>
                <a:ea typeface="Chivo"/>
                <a:cs typeface="Chivo"/>
                <a:sym typeface="Chivo"/>
              </a:rPr>
              <a:t>Case discussion and lessons learned</a:t>
            </a:r>
            <a:endParaRPr sz="1200">
              <a:solidFill>
                <a:schemeClr val="dk1"/>
              </a:solidFill>
              <a:latin typeface="Chivo"/>
              <a:ea typeface="Chivo"/>
              <a:cs typeface="Chivo"/>
              <a:sym typeface="Chivo"/>
            </a:endParaRPr>
          </a:p>
        </p:txBody>
      </p:sp>
      <p:sp>
        <p:nvSpPr>
          <p:cNvPr id="1045" name="Google Shape;1045;p42"/>
          <p:cNvSpPr/>
          <p:nvPr/>
        </p:nvSpPr>
        <p:spPr>
          <a:xfrm>
            <a:off x="946381" y="15189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46" name="Google Shape;1046;p42"/>
          <p:cNvSpPr/>
          <p:nvPr/>
        </p:nvSpPr>
        <p:spPr>
          <a:xfrm>
            <a:off x="2924060" y="15189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47" name="Google Shape;1047;p42"/>
          <p:cNvSpPr/>
          <p:nvPr/>
        </p:nvSpPr>
        <p:spPr>
          <a:xfrm>
            <a:off x="4901740" y="15189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48" name="Google Shape;1048;p42"/>
          <p:cNvSpPr/>
          <p:nvPr/>
        </p:nvSpPr>
        <p:spPr>
          <a:xfrm>
            <a:off x="6879419" y="15189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49" name="Google Shape;1049;p42"/>
          <p:cNvSpPr/>
          <p:nvPr/>
        </p:nvSpPr>
        <p:spPr>
          <a:xfrm>
            <a:off x="946381" y="31675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50" name="Google Shape;1050;p42"/>
          <p:cNvSpPr/>
          <p:nvPr/>
        </p:nvSpPr>
        <p:spPr>
          <a:xfrm>
            <a:off x="2924060" y="31675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51" name="Google Shape;1051;p42"/>
          <p:cNvSpPr/>
          <p:nvPr/>
        </p:nvSpPr>
        <p:spPr>
          <a:xfrm>
            <a:off x="4901740" y="31675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052" name="Google Shape;1052;p42"/>
          <p:cNvSpPr/>
          <p:nvPr/>
        </p:nvSpPr>
        <p:spPr>
          <a:xfrm>
            <a:off x="6879419" y="316751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cxnSp>
        <p:nvCxnSpPr>
          <p:cNvPr id="1053" name="Google Shape;1053;p42"/>
          <p:cNvCxnSpPr>
            <a:stCxn id="1045" idx="3"/>
            <a:endCxn id="1046" idx="1"/>
          </p:cNvCxnSpPr>
          <p:nvPr/>
        </p:nvCxnSpPr>
        <p:spPr>
          <a:xfrm>
            <a:off x="1519081" y="1805263"/>
            <a:ext cx="1404900" cy="600"/>
          </a:xfrm>
          <a:prstGeom prst="bentConnector3">
            <a:avLst>
              <a:gd fmla="val 50003" name="adj1"/>
            </a:avLst>
          </a:prstGeom>
          <a:noFill/>
          <a:ln cap="flat" cmpd="sng" w="9525">
            <a:solidFill>
              <a:schemeClr val="dk2"/>
            </a:solidFill>
            <a:prstDash val="solid"/>
            <a:round/>
            <a:headEnd len="med" w="med" type="none"/>
            <a:tailEnd len="med" w="med" type="none"/>
          </a:ln>
        </p:spPr>
      </p:cxnSp>
      <p:cxnSp>
        <p:nvCxnSpPr>
          <p:cNvPr id="1054" name="Google Shape;1054;p42"/>
          <p:cNvCxnSpPr>
            <a:endCxn id="1047" idx="1"/>
          </p:cNvCxnSpPr>
          <p:nvPr/>
        </p:nvCxnSpPr>
        <p:spPr>
          <a:xfrm>
            <a:off x="3496840" y="1804663"/>
            <a:ext cx="1404900" cy="600"/>
          </a:xfrm>
          <a:prstGeom prst="bentConnector3">
            <a:avLst>
              <a:gd fmla="val 50000" name="adj1"/>
            </a:avLst>
          </a:prstGeom>
          <a:noFill/>
          <a:ln cap="flat" cmpd="sng" w="9525">
            <a:solidFill>
              <a:schemeClr val="dk2"/>
            </a:solidFill>
            <a:prstDash val="solid"/>
            <a:round/>
            <a:headEnd len="med" w="med" type="none"/>
            <a:tailEnd len="med" w="med" type="none"/>
          </a:ln>
        </p:spPr>
      </p:cxnSp>
      <p:cxnSp>
        <p:nvCxnSpPr>
          <p:cNvPr id="1055" name="Google Shape;1055;p42"/>
          <p:cNvCxnSpPr>
            <a:stCxn id="1047" idx="3"/>
            <a:endCxn id="1048" idx="1"/>
          </p:cNvCxnSpPr>
          <p:nvPr/>
        </p:nvCxnSpPr>
        <p:spPr>
          <a:xfrm>
            <a:off x="5474440" y="1805263"/>
            <a:ext cx="1404900" cy="600"/>
          </a:xfrm>
          <a:prstGeom prst="bentConnector3">
            <a:avLst>
              <a:gd fmla="val 50003" name="adj1"/>
            </a:avLst>
          </a:prstGeom>
          <a:noFill/>
          <a:ln cap="flat" cmpd="sng" w="9525">
            <a:solidFill>
              <a:schemeClr val="dk1"/>
            </a:solidFill>
            <a:prstDash val="solid"/>
            <a:round/>
            <a:headEnd len="med" w="med" type="none"/>
            <a:tailEnd len="med" w="med" type="none"/>
          </a:ln>
        </p:spPr>
      </p:cxnSp>
      <p:cxnSp>
        <p:nvCxnSpPr>
          <p:cNvPr id="1056" name="Google Shape;1056;p42"/>
          <p:cNvCxnSpPr>
            <a:stCxn id="1048" idx="3"/>
            <a:endCxn id="1052" idx="3"/>
          </p:cNvCxnSpPr>
          <p:nvPr/>
        </p:nvCxnSpPr>
        <p:spPr>
          <a:xfrm>
            <a:off x="7452119" y="1805263"/>
            <a:ext cx="600" cy="1648500"/>
          </a:xfrm>
          <a:prstGeom prst="bentConnector3">
            <a:avLst>
              <a:gd fmla="val 152988459" name="adj1"/>
            </a:avLst>
          </a:prstGeom>
          <a:noFill/>
          <a:ln cap="flat" cmpd="sng" w="9525">
            <a:solidFill>
              <a:schemeClr val="dk1"/>
            </a:solidFill>
            <a:prstDash val="solid"/>
            <a:round/>
            <a:headEnd len="med" w="med" type="none"/>
            <a:tailEnd len="med" w="med" type="none"/>
          </a:ln>
        </p:spPr>
      </p:cxnSp>
      <p:cxnSp>
        <p:nvCxnSpPr>
          <p:cNvPr id="1057" name="Google Shape;1057;p42"/>
          <p:cNvCxnSpPr>
            <a:stCxn id="1052" idx="1"/>
            <a:endCxn id="1051" idx="3"/>
          </p:cNvCxnSpPr>
          <p:nvPr/>
        </p:nvCxnSpPr>
        <p:spPr>
          <a:xfrm flipH="1">
            <a:off x="5474519" y="3453863"/>
            <a:ext cx="1404900" cy="600"/>
          </a:xfrm>
          <a:prstGeom prst="bentConnector3">
            <a:avLst>
              <a:gd fmla="val 50003" name="adj1"/>
            </a:avLst>
          </a:prstGeom>
          <a:noFill/>
          <a:ln cap="flat" cmpd="sng" w="9525">
            <a:solidFill>
              <a:schemeClr val="dk1"/>
            </a:solidFill>
            <a:prstDash val="solid"/>
            <a:round/>
            <a:headEnd len="med" w="med" type="none"/>
            <a:tailEnd len="med" w="med" type="none"/>
          </a:ln>
        </p:spPr>
      </p:cxnSp>
      <p:cxnSp>
        <p:nvCxnSpPr>
          <p:cNvPr id="1058" name="Google Shape;1058;p42"/>
          <p:cNvCxnSpPr>
            <a:stCxn id="1051" idx="1"/>
            <a:endCxn id="1050" idx="3"/>
          </p:cNvCxnSpPr>
          <p:nvPr/>
        </p:nvCxnSpPr>
        <p:spPr>
          <a:xfrm flipH="1">
            <a:off x="3496840" y="3453863"/>
            <a:ext cx="1404900" cy="600"/>
          </a:xfrm>
          <a:prstGeom prst="bentConnector3">
            <a:avLst>
              <a:gd fmla="val 50003" name="adj1"/>
            </a:avLst>
          </a:prstGeom>
          <a:noFill/>
          <a:ln cap="flat" cmpd="sng" w="9525">
            <a:solidFill>
              <a:schemeClr val="dk1"/>
            </a:solidFill>
            <a:prstDash val="solid"/>
            <a:round/>
            <a:headEnd len="med" w="med" type="none"/>
            <a:tailEnd len="med" w="med" type="none"/>
          </a:ln>
        </p:spPr>
      </p:cxnSp>
      <p:cxnSp>
        <p:nvCxnSpPr>
          <p:cNvPr id="1059" name="Google Shape;1059;p42"/>
          <p:cNvCxnSpPr>
            <a:stCxn id="1050" idx="1"/>
            <a:endCxn id="1049" idx="3"/>
          </p:cNvCxnSpPr>
          <p:nvPr/>
        </p:nvCxnSpPr>
        <p:spPr>
          <a:xfrm flipH="1">
            <a:off x="1519160" y="3453863"/>
            <a:ext cx="1404900" cy="600"/>
          </a:xfrm>
          <a:prstGeom prst="bentConnector3">
            <a:avLst>
              <a:gd fmla="val 50003" name="adj1"/>
            </a:avLst>
          </a:prstGeom>
          <a:noFill/>
          <a:ln cap="flat" cmpd="sng" w="9525">
            <a:solidFill>
              <a:schemeClr val="dk1"/>
            </a:solidFill>
            <a:prstDash val="solid"/>
            <a:round/>
            <a:headEnd len="med" w="med" type="none"/>
            <a:tailEnd len="med" w="med" type="none"/>
          </a:ln>
        </p:spPr>
      </p:cxnSp>
      <p:grpSp>
        <p:nvGrpSpPr>
          <p:cNvPr id="1060" name="Google Shape;1060;p42"/>
          <p:cNvGrpSpPr/>
          <p:nvPr/>
        </p:nvGrpSpPr>
        <p:grpSpPr>
          <a:xfrm>
            <a:off x="3037084" y="1632424"/>
            <a:ext cx="353757" cy="352833"/>
            <a:chOff x="-28461325" y="3545475"/>
            <a:chExt cx="296950" cy="296175"/>
          </a:xfrm>
        </p:grpSpPr>
        <p:sp>
          <p:nvSpPr>
            <p:cNvPr id="1061" name="Google Shape;1061;p4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42"/>
          <p:cNvGrpSpPr/>
          <p:nvPr/>
        </p:nvGrpSpPr>
        <p:grpSpPr>
          <a:xfrm>
            <a:off x="3054130" y="3268434"/>
            <a:ext cx="310602" cy="352803"/>
            <a:chOff x="-28069875" y="3175300"/>
            <a:chExt cx="260725" cy="296150"/>
          </a:xfrm>
        </p:grpSpPr>
        <p:sp>
          <p:nvSpPr>
            <p:cNvPr id="1068" name="Google Shape;1068;p4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2"/>
          <p:cNvGrpSpPr/>
          <p:nvPr/>
        </p:nvGrpSpPr>
        <p:grpSpPr>
          <a:xfrm>
            <a:off x="5018569" y="3268420"/>
            <a:ext cx="345328" cy="352833"/>
            <a:chOff x="-24353875" y="3147725"/>
            <a:chExt cx="289875" cy="296175"/>
          </a:xfrm>
        </p:grpSpPr>
        <p:sp>
          <p:nvSpPr>
            <p:cNvPr id="1078" name="Google Shape;1078;p4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42"/>
          <p:cNvGrpSpPr/>
          <p:nvPr/>
        </p:nvGrpSpPr>
        <p:grpSpPr>
          <a:xfrm>
            <a:off x="6979101" y="1631963"/>
            <a:ext cx="353757" cy="353757"/>
            <a:chOff x="-25834600" y="3176875"/>
            <a:chExt cx="296950" cy="296950"/>
          </a:xfrm>
        </p:grpSpPr>
        <p:sp>
          <p:nvSpPr>
            <p:cNvPr id="1081" name="Google Shape;1081;p4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42"/>
          <p:cNvGrpSpPr/>
          <p:nvPr/>
        </p:nvGrpSpPr>
        <p:grpSpPr>
          <a:xfrm>
            <a:off x="1058933" y="3268434"/>
            <a:ext cx="354710" cy="352803"/>
            <a:chOff x="-27351575" y="3175300"/>
            <a:chExt cx="297750" cy="296150"/>
          </a:xfrm>
        </p:grpSpPr>
        <p:sp>
          <p:nvSpPr>
            <p:cNvPr id="1087" name="Google Shape;1087;p4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42"/>
          <p:cNvGrpSpPr/>
          <p:nvPr/>
        </p:nvGrpSpPr>
        <p:grpSpPr>
          <a:xfrm>
            <a:off x="1053665" y="1632439"/>
            <a:ext cx="351880" cy="352803"/>
            <a:chOff x="-23615075" y="3148525"/>
            <a:chExt cx="295375" cy="296150"/>
          </a:xfrm>
        </p:grpSpPr>
        <p:sp>
          <p:nvSpPr>
            <p:cNvPr id="1092" name="Google Shape;1092;p4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 name="Google Shape;1096;p42"/>
          <p:cNvSpPr/>
          <p:nvPr/>
        </p:nvSpPr>
        <p:spPr>
          <a:xfrm>
            <a:off x="6991036" y="3267898"/>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 name="Google Shape;1097;p42"/>
          <p:cNvGrpSpPr/>
          <p:nvPr/>
        </p:nvGrpSpPr>
        <p:grpSpPr>
          <a:xfrm>
            <a:off x="5015705" y="1632439"/>
            <a:ext cx="351880" cy="352803"/>
            <a:chOff x="-23244900" y="3888100"/>
            <a:chExt cx="295375" cy="296150"/>
          </a:xfrm>
        </p:grpSpPr>
        <p:sp>
          <p:nvSpPr>
            <p:cNvPr id="1098" name="Google Shape;1098;p4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 name="Shape 1112"/>
        <p:cNvGrpSpPr/>
        <p:nvPr/>
      </p:nvGrpSpPr>
      <p:grpSpPr>
        <a:xfrm>
          <a:off x="0" y="0"/>
          <a:ext cx="0" cy="0"/>
          <a:chOff x="0" y="0"/>
          <a:chExt cx="0" cy="0"/>
        </a:xfrm>
      </p:grpSpPr>
      <p:sp>
        <p:nvSpPr>
          <p:cNvPr id="1113" name="Google Shape;1113;p4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presentation: medical history</a:t>
            </a:r>
            <a:endParaRPr/>
          </a:p>
        </p:txBody>
      </p:sp>
      <p:graphicFrame>
        <p:nvGraphicFramePr>
          <p:cNvPr id="1114" name="Google Shape;1114;p43"/>
          <p:cNvGraphicFramePr/>
          <p:nvPr/>
        </p:nvGraphicFramePr>
        <p:xfrm>
          <a:off x="802800" y="1328145"/>
          <a:ext cx="3000000" cy="3000000"/>
        </p:xfrm>
        <a:graphic>
          <a:graphicData uri="http://schemas.openxmlformats.org/drawingml/2006/table">
            <a:tbl>
              <a:tblPr>
                <a:noFill/>
                <a:tableStyleId>{36489EBC-20A0-49D9-801C-75504C25FA00}</a:tableStyleId>
              </a:tblPr>
              <a:tblGrid>
                <a:gridCol w="1323200"/>
                <a:gridCol w="2388750"/>
              </a:tblGrid>
              <a:tr h="234275">
                <a:tc gridSpan="2">
                  <a:txBody>
                    <a:bodyPr/>
                    <a:lstStyle/>
                    <a:p>
                      <a:pPr indent="0" lvl="0" marL="0" rtl="0" algn="l">
                        <a:spcBef>
                          <a:spcPts val="0"/>
                        </a:spcBef>
                        <a:spcAft>
                          <a:spcPts val="0"/>
                        </a:spcAft>
                        <a:buNone/>
                      </a:pPr>
                      <a:r>
                        <a:rPr lang="en" sz="1800">
                          <a:solidFill>
                            <a:schemeClr val="dk1"/>
                          </a:solidFill>
                          <a:latin typeface="Frank Ruhl Libre"/>
                          <a:ea typeface="Frank Ruhl Libre"/>
                          <a:cs typeface="Frank Ruhl Libre"/>
                          <a:sym typeface="Frank Ruhl Libre"/>
                        </a:rPr>
                        <a:t>About the patient</a:t>
                      </a:r>
                      <a:endParaRPr sz="1800">
                        <a:solidFill>
                          <a:schemeClr val="dk1"/>
                        </a:solidFill>
                        <a:latin typeface="Frank Ruhl Libre"/>
                        <a:ea typeface="Frank Ruhl Libre"/>
                        <a:cs typeface="Frank Ruhl Libre"/>
                        <a:sym typeface="Frank Ruhl Libre"/>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hMerge="1"/>
              </a:tr>
              <a:tr h="2648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Patient’s age</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hivo"/>
                          <a:ea typeface="Chivo"/>
                          <a:cs typeface="Chivo"/>
                          <a:sym typeface="Chivo"/>
                        </a:rPr>
                        <a:t>42 years old</a:t>
                      </a:r>
                      <a:endParaRPr sz="1200">
                        <a:solidFill>
                          <a:schemeClr val="dk1"/>
                        </a:solidFill>
                        <a:latin typeface="Chivo"/>
                        <a:ea typeface="Chivo"/>
                        <a:cs typeface="Chivo"/>
                        <a:sym typeface="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64725">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Gender</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hivo"/>
                          <a:ea typeface="Chivo"/>
                          <a:cs typeface="Chivo"/>
                          <a:sym typeface="Chivo"/>
                        </a:rPr>
                        <a:t>Female</a:t>
                      </a:r>
                      <a:endParaRPr sz="1200">
                        <a:solidFill>
                          <a:schemeClr val="dk1"/>
                        </a:solidFill>
                        <a:latin typeface="Chivo"/>
                        <a:ea typeface="Chivo"/>
                        <a:cs typeface="Chivo"/>
                        <a:sym typeface="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4600">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Medical conditions</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hivo"/>
                          <a:ea typeface="Chivo"/>
                          <a:cs typeface="Chivo"/>
                          <a:sym typeface="Chivo"/>
                        </a:rPr>
                        <a:t>Chest pain, shortness of breath</a:t>
                      </a:r>
                      <a:endParaRPr sz="1200">
                        <a:solidFill>
                          <a:schemeClr val="dk1"/>
                        </a:solidFill>
                        <a:latin typeface="Chivo"/>
                        <a:ea typeface="Chivo"/>
                        <a:cs typeface="Chivo"/>
                        <a:sym typeface="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4600">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Previous treatments</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hivo"/>
                          <a:ea typeface="Chivo"/>
                          <a:cs typeface="Chivo"/>
                          <a:sym typeface="Chivo"/>
                        </a:rPr>
                        <a:t>None reported</a:t>
                      </a:r>
                      <a:endParaRPr sz="1200">
                        <a:solidFill>
                          <a:schemeClr val="dk1"/>
                        </a:solidFill>
                        <a:latin typeface="Chivo"/>
                        <a:ea typeface="Chivo"/>
                        <a:cs typeface="Chivo"/>
                        <a:sym typeface="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27200">
                <a:tc>
                  <a:txBody>
                    <a:bodyPr/>
                    <a:lstStyle/>
                    <a:p>
                      <a:pPr indent="0" lvl="0" marL="0" rtl="0" algn="l">
                        <a:spcBef>
                          <a:spcPts val="0"/>
                        </a:spcBef>
                        <a:spcAft>
                          <a:spcPts val="0"/>
                        </a:spcAft>
                        <a:buNone/>
                      </a:pPr>
                      <a:r>
                        <a:rPr b="1" lang="en" sz="1200">
                          <a:solidFill>
                            <a:schemeClr val="dk1"/>
                          </a:solidFill>
                          <a:latin typeface="Chivo"/>
                          <a:ea typeface="Chivo"/>
                          <a:cs typeface="Chivo"/>
                          <a:sym typeface="Chivo"/>
                        </a:rPr>
                        <a:t>Introduction</a:t>
                      </a:r>
                      <a:endParaRPr b="1" sz="1200">
                        <a:solidFill>
                          <a:schemeClr val="dk1"/>
                        </a:solidFill>
                        <a:latin typeface="Chivo"/>
                        <a:ea typeface="Chivo"/>
                        <a:cs typeface="Chivo"/>
                        <a:sym typeface="Chivo"/>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Chivo"/>
                          <a:ea typeface="Chivo"/>
                          <a:cs typeface="Chivo"/>
                          <a:sym typeface="Chivo"/>
                        </a:rPr>
                        <a:t>She has been experiencing these symptoms for the past 2 days, with the pain increasing in intensity and frequency</a:t>
                      </a:r>
                      <a:endParaRPr sz="1200">
                        <a:solidFill>
                          <a:schemeClr val="dk1"/>
                        </a:solidFill>
                        <a:latin typeface="Chivo"/>
                        <a:ea typeface="Chivo"/>
                        <a:cs typeface="Chivo"/>
                        <a:sym typeface="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115" name="Google Shape;1115;p43"/>
          <p:cNvSpPr txBox="1"/>
          <p:nvPr>
            <p:ph idx="4294967295" type="subTitle"/>
          </p:nvPr>
        </p:nvSpPr>
        <p:spPr>
          <a:xfrm>
            <a:off x="4588350" y="1422218"/>
            <a:ext cx="3840600" cy="36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Frank Ruhl Libre"/>
                <a:ea typeface="Frank Ruhl Libre"/>
                <a:cs typeface="Frank Ruhl Libre"/>
                <a:sym typeface="Frank Ruhl Libre"/>
              </a:rPr>
              <a:t>Key findings</a:t>
            </a:r>
            <a:endParaRPr sz="1800">
              <a:latin typeface="Frank Ruhl Libre"/>
              <a:ea typeface="Frank Ruhl Libre"/>
              <a:cs typeface="Frank Ruhl Libre"/>
              <a:sym typeface="Frank Ruhl Libre"/>
            </a:endParaRPr>
          </a:p>
        </p:txBody>
      </p:sp>
      <p:sp>
        <p:nvSpPr>
          <p:cNvPr id="1116" name="Google Shape;1116;p43"/>
          <p:cNvSpPr txBox="1"/>
          <p:nvPr>
            <p:ph idx="4294967295" type="subTitle"/>
          </p:nvPr>
        </p:nvSpPr>
        <p:spPr>
          <a:xfrm>
            <a:off x="4588350" y="1701644"/>
            <a:ext cx="3840600" cy="10059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Clr>
                <a:schemeClr val="lt2"/>
              </a:buClr>
              <a:buSzPts val="1200"/>
              <a:buChar char="●"/>
            </a:pPr>
            <a:r>
              <a:rPr lang="en"/>
              <a:t>Summarize the most important or relevant aspects of the patient's medical history</a:t>
            </a:r>
            <a:endParaRPr/>
          </a:p>
          <a:p>
            <a:pPr indent="-304800" lvl="0" marL="342900" rtl="0" algn="l">
              <a:spcBef>
                <a:spcPts val="1000"/>
              </a:spcBef>
              <a:spcAft>
                <a:spcPts val="1000"/>
              </a:spcAft>
              <a:buClr>
                <a:schemeClr val="lt2"/>
              </a:buClr>
              <a:buSzPts val="1200"/>
              <a:buChar char="●"/>
            </a:pPr>
            <a:r>
              <a:rPr lang="en"/>
              <a:t>Use bullet points to present the key findings in a clear and organized manner</a:t>
            </a:r>
            <a:endParaRPr/>
          </a:p>
        </p:txBody>
      </p:sp>
      <p:sp>
        <p:nvSpPr>
          <p:cNvPr id="1117" name="Google Shape;1117;p43"/>
          <p:cNvSpPr txBox="1"/>
          <p:nvPr>
            <p:ph idx="4294967295" type="subTitle"/>
          </p:nvPr>
        </p:nvSpPr>
        <p:spPr>
          <a:xfrm>
            <a:off x="4588350" y="3106430"/>
            <a:ext cx="3840600" cy="36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Frank Ruhl Libre"/>
                <a:ea typeface="Frank Ruhl Libre"/>
                <a:cs typeface="Frank Ruhl Libre"/>
                <a:sym typeface="Frank Ruhl Libre"/>
              </a:rPr>
              <a:t>Conclusions</a:t>
            </a:r>
            <a:endParaRPr sz="1800">
              <a:latin typeface="Frank Ruhl Libre"/>
              <a:ea typeface="Frank Ruhl Libre"/>
              <a:cs typeface="Frank Ruhl Libre"/>
              <a:sym typeface="Frank Ruhl Libre"/>
            </a:endParaRPr>
          </a:p>
        </p:txBody>
      </p:sp>
      <p:sp>
        <p:nvSpPr>
          <p:cNvPr id="1118" name="Google Shape;1118;p43"/>
          <p:cNvSpPr txBox="1"/>
          <p:nvPr>
            <p:ph idx="4294967295" type="subTitle"/>
          </p:nvPr>
        </p:nvSpPr>
        <p:spPr>
          <a:xfrm>
            <a:off x="5136450" y="3407830"/>
            <a:ext cx="3292500" cy="5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summarize the key findings from the medical history</a:t>
            </a:r>
            <a:endParaRPr/>
          </a:p>
        </p:txBody>
      </p:sp>
      <p:sp>
        <p:nvSpPr>
          <p:cNvPr id="1119" name="Google Shape;1119;p43"/>
          <p:cNvSpPr txBox="1"/>
          <p:nvPr>
            <p:ph idx="4294967295" type="subTitle"/>
          </p:nvPr>
        </p:nvSpPr>
        <p:spPr>
          <a:xfrm>
            <a:off x="5136450" y="3989528"/>
            <a:ext cx="3292500" cy="5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an overview of the implications for the current diagnosis and treatment plan</a:t>
            </a:r>
            <a:endParaRPr/>
          </a:p>
        </p:txBody>
      </p:sp>
      <p:sp>
        <p:nvSpPr>
          <p:cNvPr id="1120" name="Google Shape;1120;p43"/>
          <p:cNvSpPr/>
          <p:nvPr/>
        </p:nvSpPr>
        <p:spPr>
          <a:xfrm>
            <a:off x="4677825" y="3407830"/>
            <a:ext cx="362400" cy="5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Frank Ruhl Libre"/>
                <a:ea typeface="Frank Ruhl Libre"/>
                <a:cs typeface="Frank Ruhl Libre"/>
                <a:sym typeface="Frank Ruhl Libre"/>
              </a:rPr>
              <a:t>1</a:t>
            </a:r>
            <a:endParaRPr b="1" sz="2000">
              <a:solidFill>
                <a:schemeClr val="dk1"/>
              </a:solidFill>
              <a:latin typeface="Frank Ruhl Libre"/>
              <a:ea typeface="Frank Ruhl Libre"/>
              <a:cs typeface="Frank Ruhl Libre"/>
              <a:sym typeface="Frank Ruhl Libre"/>
            </a:endParaRPr>
          </a:p>
        </p:txBody>
      </p:sp>
      <p:sp>
        <p:nvSpPr>
          <p:cNvPr id="1121" name="Google Shape;1121;p43"/>
          <p:cNvSpPr/>
          <p:nvPr/>
        </p:nvSpPr>
        <p:spPr>
          <a:xfrm>
            <a:off x="4677825" y="3989529"/>
            <a:ext cx="362400" cy="5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Frank Ruhl Libre"/>
                <a:ea typeface="Frank Ruhl Libre"/>
                <a:cs typeface="Frank Ruhl Libre"/>
                <a:sym typeface="Frank Ruhl Libre"/>
              </a:rPr>
              <a:t>2</a:t>
            </a:r>
            <a:endParaRPr b="1" sz="2000">
              <a:solidFill>
                <a:schemeClr val="dk1"/>
              </a:solidFill>
              <a:latin typeface="Frank Ruhl Libre"/>
              <a:ea typeface="Frank Ruhl Libre"/>
              <a:cs typeface="Frank Ruhl Libre"/>
              <a:sym typeface="Frank Ruhl Libre"/>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 name="Shape 1125"/>
        <p:cNvGrpSpPr/>
        <p:nvPr/>
      </p:nvGrpSpPr>
      <p:grpSpPr>
        <a:xfrm>
          <a:off x="0" y="0"/>
          <a:ext cx="0" cy="0"/>
          <a:chOff x="0" y="0"/>
          <a:chExt cx="0" cy="0"/>
        </a:xfrm>
      </p:grpSpPr>
      <p:sp>
        <p:nvSpPr>
          <p:cNvPr id="1126" name="Google Shape;1126;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1127" name="Google Shape;1127;p44"/>
          <p:cNvSpPr txBox="1"/>
          <p:nvPr>
            <p:ph idx="1" type="subTitle"/>
          </p:nvPr>
        </p:nvSpPr>
        <p:spPr>
          <a:xfrm>
            <a:off x="715100" y="1289950"/>
            <a:ext cx="7704000" cy="77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Introduction:</a:t>
            </a:r>
            <a:endParaRPr b="1"/>
          </a:p>
          <a:p>
            <a:pPr indent="-304800" lvl="0" marL="457200" rtl="0" algn="l">
              <a:spcBef>
                <a:spcPts val="1000"/>
              </a:spcBef>
              <a:spcAft>
                <a:spcPts val="0"/>
              </a:spcAft>
              <a:buSzPts val="1200"/>
              <a:buChar char="●"/>
            </a:pPr>
            <a:r>
              <a:rPr lang="en"/>
              <a:t>Briefly summarize the main findings and results of the case report</a:t>
            </a:r>
            <a:endParaRPr/>
          </a:p>
          <a:p>
            <a:pPr indent="-304800" lvl="0" marL="457200" rtl="0" algn="l">
              <a:spcBef>
                <a:spcPts val="0"/>
              </a:spcBef>
              <a:spcAft>
                <a:spcPts val="0"/>
              </a:spcAft>
              <a:buSzPts val="1200"/>
              <a:buChar char="●"/>
            </a:pPr>
            <a:r>
              <a:rPr lang="en"/>
              <a:t>Mention the purpose of the discussion and what will be covered</a:t>
            </a:r>
            <a:endParaRPr/>
          </a:p>
        </p:txBody>
      </p:sp>
      <p:sp>
        <p:nvSpPr>
          <p:cNvPr id="1128" name="Google Shape;1128;p44"/>
          <p:cNvSpPr txBox="1"/>
          <p:nvPr>
            <p:ph idx="2" type="subTitle"/>
          </p:nvPr>
        </p:nvSpPr>
        <p:spPr>
          <a:xfrm>
            <a:off x="715100" y="2179650"/>
            <a:ext cx="7704000" cy="13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Main discussion:</a:t>
            </a:r>
            <a:endParaRPr/>
          </a:p>
          <a:p>
            <a:pPr indent="-304800" lvl="0" marL="457200" rtl="0" algn="l">
              <a:spcBef>
                <a:spcPts val="1000"/>
              </a:spcBef>
              <a:spcAft>
                <a:spcPts val="0"/>
              </a:spcAft>
              <a:buSzPts val="1200"/>
              <a:buChar char="●"/>
            </a:pPr>
            <a:r>
              <a:rPr lang="en"/>
              <a:t>Present different perspectives and opinions on the findings, based on the literature and other relevant sources</a:t>
            </a:r>
            <a:endParaRPr/>
          </a:p>
          <a:p>
            <a:pPr indent="-304800" lvl="0" marL="457200" rtl="0" algn="l">
              <a:spcBef>
                <a:spcPts val="0"/>
              </a:spcBef>
              <a:spcAft>
                <a:spcPts val="0"/>
              </a:spcAft>
              <a:buSzPts val="1200"/>
              <a:buChar char="●"/>
            </a:pPr>
            <a:r>
              <a:rPr lang="en"/>
              <a:t>Use bullet points to highlight key arguments and counterarguments</a:t>
            </a:r>
            <a:endParaRPr/>
          </a:p>
          <a:p>
            <a:pPr indent="-304800" lvl="0" marL="457200" rtl="0" algn="l">
              <a:spcBef>
                <a:spcPts val="0"/>
              </a:spcBef>
              <a:spcAft>
                <a:spcPts val="0"/>
              </a:spcAft>
              <a:buSzPts val="1200"/>
              <a:buChar char="●"/>
            </a:pPr>
            <a:r>
              <a:rPr lang="en"/>
              <a:t>Address any limitations or weaknesses of the study and suggest potential solutions or areas for further research</a:t>
            </a:r>
            <a:endParaRPr/>
          </a:p>
        </p:txBody>
      </p:sp>
      <p:sp>
        <p:nvSpPr>
          <p:cNvPr id="1129" name="Google Shape;1129;p44"/>
          <p:cNvSpPr txBox="1"/>
          <p:nvPr>
            <p:ph idx="3" type="subTitle"/>
          </p:nvPr>
        </p:nvSpPr>
        <p:spPr>
          <a:xfrm>
            <a:off x="715100" y="3611150"/>
            <a:ext cx="7704000" cy="9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Conclusions:</a:t>
            </a:r>
            <a:endParaRPr/>
          </a:p>
          <a:p>
            <a:pPr indent="-304800" lvl="0" marL="457200" rtl="0" algn="l">
              <a:spcBef>
                <a:spcPts val="1000"/>
              </a:spcBef>
              <a:spcAft>
                <a:spcPts val="0"/>
              </a:spcAft>
              <a:buSzPts val="1200"/>
              <a:buChar char="●"/>
            </a:pPr>
            <a:r>
              <a:rPr lang="en"/>
              <a:t>Summarize the key points of the discussion and their implications for clinical practice or future research</a:t>
            </a:r>
            <a:endParaRPr/>
          </a:p>
          <a:p>
            <a:pPr indent="-304800" lvl="0" marL="457200" rtl="0" algn="l">
              <a:spcBef>
                <a:spcPts val="0"/>
              </a:spcBef>
              <a:spcAft>
                <a:spcPts val="0"/>
              </a:spcAft>
              <a:buSzPts val="1200"/>
              <a:buChar char="●"/>
            </a:pPr>
            <a:r>
              <a:rPr lang="en"/>
              <a:t>Offer any final recommendations or take-home messages for the audience</a:t>
            </a:r>
            <a:endParaRPr/>
          </a:p>
        </p:txBody>
      </p:sp>
      <p:grpSp>
        <p:nvGrpSpPr>
          <p:cNvPr id="1130" name="Google Shape;1130;p44"/>
          <p:cNvGrpSpPr/>
          <p:nvPr/>
        </p:nvGrpSpPr>
        <p:grpSpPr>
          <a:xfrm>
            <a:off x="7105525" y="704931"/>
            <a:ext cx="969509" cy="1474716"/>
            <a:chOff x="7222025" y="680231"/>
            <a:chExt cx="969509" cy="1474716"/>
          </a:xfrm>
        </p:grpSpPr>
        <p:sp>
          <p:nvSpPr>
            <p:cNvPr id="1131" name="Google Shape;1131;p44"/>
            <p:cNvSpPr/>
            <p:nvPr/>
          </p:nvSpPr>
          <p:spPr>
            <a:xfrm>
              <a:off x="7245346" y="1270220"/>
              <a:ext cx="946188" cy="884728"/>
            </a:xfrm>
            <a:custGeom>
              <a:rect b="b" l="l" r="r" t="t"/>
              <a:pathLst>
                <a:path extrusionOk="0" h="821093" w="894740">
                  <a:moveTo>
                    <a:pt x="9" y="451761"/>
                  </a:moveTo>
                  <a:cubicBezTo>
                    <a:pt x="9" y="451761"/>
                    <a:pt x="37976" y="565623"/>
                    <a:pt x="144885" y="638061"/>
                  </a:cubicBezTo>
                  <a:cubicBezTo>
                    <a:pt x="266852" y="719414"/>
                    <a:pt x="404879" y="773592"/>
                    <a:pt x="549621" y="796928"/>
                  </a:cubicBezTo>
                  <a:cubicBezTo>
                    <a:pt x="703688" y="821093"/>
                    <a:pt x="773754" y="811902"/>
                    <a:pt x="808358" y="763581"/>
                  </a:cubicBezTo>
                  <a:cubicBezTo>
                    <a:pt x="842963" y="715261"/>
                    <a:pt x="894607" y="610638"/>
                    <a:pt x="833638" y="386410"/>
                  </a:cubicBezTo>
                  <a:cubicBezTo>
                    <a:pt x="772678" y="162192"/>
                    <a:pt x="752008" y="177117"/>
                    <a:pt x="752008" y="177117"/>
                  </a:cubicBezTo>
                  <a:cubicBezTo>
                    <a:pt x="744198" y="138589"/>
                    <a:pt x="724948" y="103318"/>
                    <a:pt x="696783" y="75895"/>
                  </a:cubicBezTo>
                  <a:cubicBezTo>
                    <a:pt x="649672" y="29899"/>
                    <a:pt x="565709" y="0"/>
                    <a:pt x="565709" y="0"/>
                  </a:cubicBezTo>
                  <a:cubicBezTo>
                    <a:pt x="565709" y="0"/>
                    <a:pt x="530076" y="42539"/>
                    <a:pt x="455305" y="42539"/>
                  </a:cubicBezTo>
                  <a:cubicBezTo>
                    <a:pt x="380533" y="42539"/>
                    <a:pt x="293170" y="11478"/>
                    <a:pt x="237944" y="13802"/>
                  </a:cubicBezTo>
                  <a:cubicBezTo>
                    <a:pt x="182718" y="16135"/>
                    <a:pt x="110319" y="89697"/>
                    <a:pt x="55093" y="265633"/>
                  </a:cubicBezTo>
                  <a:cubicBezTo>
                    <a:pt x="-133" y="441579"/>
                    <a:pt x="0" y="451752"/>
                    <a:pt x="0" y="4517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4"/>
            <p:cNvSpPr/>
            <p:nvPr/>
          </p:nvSpPr>
          <p:spPr>
            <a:xfrm>
              <a:off x="7580090" y="1296875"/>
              <a:ext cx="488334" cy="852875"/>
            </a:xfrm>
            <a:custGeom>
              <a:rect b="b" l="l" r="r" t="t"/>
              <a:pathLst>
                <a:path extrusionOk="0" h="786060" w="444951">
                  <a:moveTo>
                    <a:pt x="370770" y="628431"/>
                  </a:moveTo>
                  <a:cubicBezTo>
                    <a:pt x="376466" y="614219"/>
                    <a:pt x="379286" y="602875"/>
                    <a:pt x="362255" y="574643"/>
                  </a:cubicBezTo>
                  <a:cubicBezTo>
                    <a:pt x="345224" y="546401"/>
                    <a:pt x="288474" y="497986"/>
                    <a:pt x="282778" y="452580"/>
                  </a:cubicBezTo>
                  <a:cubicBezTo>
                    <a:pt x="277082" y="407174"/>
                    <a:pt x="274263" y="373104"/>
                    <a:pt x="294161" y="398792"/>
                  </a:cubicBezTo>
                  <a:cubicBezTo>
                    <a:pt x="314058" y="424481"/>
                    <a:pt x="382152" y="543534"/>
                    <a:pt x="390668" y="469754"/>
                  </a:cubicBezTo>
                  <a:cubicBezTo>
                    <a:pt x="399183" y="395973"/>
                    <a:pt x="322536" y="322145"/>
                    <a:pt x="316839" y="305105"/>
                  </a:cubicBezTo>
                  <a:cubicBezTo>
                    <a:pt x="311143" y="288074"/>
                    <a:pt x="419042" y="305105"/>
                    <a:pt x="404832" y="259699"/>
                  </a:cubicBezTo>
                  <a:cubicBezTo>
                    <a:pt x="390620" y="214293"/>
                    <a:pt x="325355" y="211464"/>
                    <a:pt x="308324" y="171707"/>
                  </a:cubicBezTo>
                  <a:cubicBezTo>
                    <a:pt x="291293" y="131950"/>
                    <a:pt x="291293" y="112090"/>
                    <a:pt x="274253" y="100746"/>
                  </a:cubicBezTo>
                  <a:cubicBezTo>
                    <a:pt x="261480" y="92230"/>
                    <a:pt x="134978" y="27594"/>
                    <a:pt x="56483" y="6610"/>
                  </a:cubicBezTo>
                  <a:cubicBezTo>
                    <a:pt x="44339" y="4724"/>
                    <a:pt x="32147" y="2533"/>
                    <a:pt x="20126" y="247"/>
                  </a:cubicBezTo>
                  <a:cubicBezTo>
                    <a:pt x="13192" y="-591"/>
                    <a:pt x="6172" y="714"/>
                    <a:pt x="0" y="3972"/>
                  </a:cubicBezTo>
                  <a:cubicBezTo>
                    <a:pt x="0" y="3972"/>
                    <a:pt x="32994" y="72333"/>
                    <a:pt x="55721" y="92192"/>
                  </a:cubicBezTo>
                  <a:cubicBezTo>
                    <a:pt x="78448" y="112052"/>
                    <a:pt x="143713" y="112052"/>
                    <a:pt x="138026" y="143294"/>
                  </a:cubicBezTo>
                  <a:cubicBezTo>
                    <a:pt x="132340" y="174536"/>
                    <a:pt x="135207" y="251145"/>
                    <a:pt x="163582" y="288036"/>
                  </a:cubicBezTo>
                  <a:cubicBezTo>
                    <a:pt x="191957" y="324926"/>
                    <a:pt x="226028" y="282387"/>
                    <a:pt x="200473" y="426996"/>
                  </a:cubicBezTo>
                  <a:cubicBezTo>
                    <a:pt x="174917" y="571605"/>
                    <a:pt x="200473" y="620020"/>
                    <a:pt x="208988" y="639880"/>
                  </a:cubicBezTo>
                  <a:cubicBezTo>
                    <a:pt x="217503" y="659739"/>
                    <a:pt x="228848" y="708012"/>
                    <a:pt x="160754" y="713660"/>
                  </a:cubicBezTo>
                  <a:cubicBezTo>
                    <a:pt x="118529" y="717204"/>
                    <a:pt x="114452" y="733787"/>
                    <a:pt x="121529" y="747236"/>
                  </a:cubicBezTo>
                  <a:cubicBezTo>
                    <a:pt x="151876" y="755123"/>
                    <a:pt x="182899" y="761666"/>
                    <a:pt x="214360" y="766600"/>
                  </a:cubicBezTo>
                  <a:cubicBezTo>
                    <a:pt x="334670" y="785469"/>
                    <a:pt x="403793" y="783993"/>
                    <a:pt x="444770" y="759476"/>
                  </a:cubicBezTo>
                  <a:cubicBezTo>
                    <a:pt x="444951" y="752275"/>
                    <a:pt x="442893" y="745198"/>
                    <a:pt x="438893" y="739216"/>
                  </a:cubicBezTo>
                  <a:cubicBezTo>
                    <a:pt x="416166" y="702230"/>
                    <a:pt x="365112" y="642613"/>
                    <a:pt x="370761" y="628450"/>
                  </a:cubicBezTo>
                  <a:close/>
                </a:path>
              </a:pathLst>
            </a:custGeom>
            <a:solidFill>
              <a:srgbClr val="A46E5E">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4"/>
            <p:cNvSpPr/>
            <p:nvPr/>
          </p:nvSpPr>
          <p:spPr>
            <a:xfrm>
              <a:off x="7245346" y="1275594"/>
              <a:ext cx="369808" cy="791006"/>
            </a:xfrm>
            <a:custGeom>
              <a:rect b="b" l="l" r="r" t="t"/>
              <a:pathLst>
                <a:path extrusionOk="0" h="724033" w="341624">
                  <a:moveTo>
                    <a:pt x="175222" y="122900"/>
                  </a:moveTo>
                  <a:cubicBezTo>
                    <a:pt x="171593" y="155761"/>
                    <a:pt x="97403" y="233304"/>
                    <a:pt x="44958" y="284273"/>
                  </a:cubicBezTo>
                  <a:cubicBezTo>
                    <a:pt x="0" y="429329"/>
                    <a:pt x="0" y="438292"/>
                    <a:pt x="0" y="438292"/>
                  </a:cubicBezTo>
                  <a:cubicBezTo>
                    <a:pt x="0" y="438292"/>
                    <a:pt x="37967" y="552154"/>
                    <a:pt x="144875" y="624591"/>
                  </a:cubicBezTo>
                  <a:cubicBezTo>
                    <a:pt x="203778" y="664053"/>
                    <a:pt x="266729" y="697115"/>
                    <a:pt x="332651" y="723213"/>
                  </a:cubicBezTo>
                  <a:cubicBezTo>
                    <a:pt x="326374" y="705868"/>
                    <a:pt x="314944" y="685199"/>
                    <a:pt x="294551" y="673550"/>
                  </a:cubicBezTo>
                  <a:cubicBezTo>
                    <a:pt x="254794" y="650823"/>
                    <a:pt x="229238" y="611104"/>
                    <a:pt x="200863" y="577042"/>
                  </a:cubicBezTo>
                  <a:cubicBezTo>
                    <a:pt x="172488" y="542972"/>
                    <a:pt x="155458" y="551487"/>
                    <a:pt x="132731" y="525941"/>
                  </a:cubicBezTo>
                  <a:cubicBezTo>
                    <a:pt x="110004" y="500395"/>
                    <a:pt x="132731" y="423785"/>
                    <a:pt x="169669" y="412393"/>
                  </a:cubicBezTo>
                  <a:cubicBezTo>
                    <a:pt x="206607" y="401001"/>
                    <a:pt x="203692" y="366988"/>
                    <a:pt x="209388" y="330088"/>
                  </a:cubicBezTo>
                  <a:cubicBezTo>
                    <a:pt x="215085" y="293198"/>
                    <a:pt x="257842" y="202557"/>
                    <a:pt x="288865" y="182479"/>
                  </a:cubicBezTo>
                  <a:cubicBezTo>
                    <a:pt x="319888" y="162400"/>
                    <a:pt x="331451" y="91658"/>
                    <a:pt x="331451" y="91658"/>
                  </a:cubicBezTo>
                  <a:cubicBezTo>
                    <a:pt x="341624" y="58625"/>
                    <a:pt x="336699" y="27736"/>
                    <a:pt x="318497" y="9581"/>
                  </a:cubicBezTo>
                  <a:cubicBezTo>
                    <a:pt x="288370" y="3799"/>
                    <a:pt x="260538" y="-820"/>
                    <a:pt x="238030" y="123"/>
                  </a:cubicBezTo>
                  <a:cubicBezTo>
                    <a:pt x="198492" y="2228"/>
                    <a:pt x="180918" y="71798"/>
                    <a:pt x="175232" y="122900"/>
                  </a:cubicBezTo>
                  <a:close/>
                </a:path>
              </a:pathLst>
            </a:custGeom>
            <a:solidFill>
              <a:srgbClr val="A46E5E">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4"/>
            <p:cNvSpPr/>
            <p:nvPr/>
          </p:nvSpPr>
          <p:spPr>
            <a:xfrm>
              <a:off x="7760396" y="1391051"/>
              <a:ext cx="264065" cy="743985"/>
            </a:xfrm>
            <a:custGeom>
              <a:rect b="b" l="l" r="r" t="t"/>
              <a:pathLst>
                <a:path extrusionOk="0" h="680495" w="240496">
                  <a:moveTo>
                    <a:pt x="0" y="0"/>
                  </a:moveTo>
                  <a:cubicBezTo>
                    <a:pt x="0" y="0"/>
                    <a:pt x="36623" y="42272"/>
                    <a:pt x="75038" y="81848"/>
                  </a:cubicBezTo>
                  <a:cubicBezTo>
                    <a:pt x="95841" y="103279"/>
                    <a:pt x="131340" y="196110"/>
                    <a:pt x="117672" y="260928"/>
                  </a:cubicBezTo>
                  <a:cubicBezTo>
                    <a:pt x="104004" y="325746"/>
                    <a:pt x="93783" y="416166"/>
                    <a:pt x="121082" y="465601"/>
                  </a:cubicBezTo>
                  <a:cubicBezTo>
                    <a:pt x="148380" y="515036"/>
                    <a:pt x="143275" y="571347"/>
                    <a:pt x="172269" y="607162"/>
                  </a:cubicBezTo>
                  <a:cubicBezTo>
                    <a:pt x="201263" y="642976"/>
                    <a:pt x="237087" y="646386"/>
                    <a:pt x="240496" y="68049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4"/>
            <p:cNvSpPr/>
            <p:nvPr/>
          </p:nvSpPr>
          <p:spPr>
            <a:xfrm>
              <a:off x="7856054" y="1494565"/>
              <a:ext cx="216417" cy="157913"/>
            </a:xfrm>
            <a:custGeom>
              <a:rect b="b" l="l" r="r" t="t"/>
              <a:pathLst>
                <a:path extrusionOk="0" h="144437" w="197101">
                  <a:moveTo>
                    <a:pt x="0" y="0"/>
                  </a:moveTo>
                  <a:cubicBezTo>
                    <a:pt x="0" y="0"/>
                    <a:pt x="34700" y="16811"/>
                    <a:pt x="50387" y="35861"/>
                  </a:cubicBezTo>
                  <a:cubicBezTo>
                    <a:pt x="69437" y="59464"/>
                    <a:pt x="95831" y="76019"/>
                    <a:pt x="125377" y="82887"/>
                  </a:cubicBezTo>
                  <a:cubicBezTo>
                    <a:pt x="160077" y="90735"/>
                    <a:pt x="189166" y="118748"/>
                    <a:pt x="197101" y="14443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4"/>
            <p:cNvSpPr/>
            <p:nvPr/>
          </p:nvSpPr>
          <p:spPr>
            <a:xfrm>
              <a:off x="7892815" y="1652393"/>
              <a:ext cx="127834" cy="154185"/>
            </a:xfrm>
            <a:custGeom>
              <a:rect b="b" l="l" r="r" t="t"/>
              <a:pathLst>
                <a:path extrusionOk="0" h="141027" w="116424">
                  <a:moveTo>
                    <a:pt x="116424" y="141027"/>
                  </a:moveTo>
                  <a:cubicBezTo>
                    <a:pt x="115300" y="130940"/>
                    <a:pt x="98498" y="96203"/>
                    <a:pt x="72761" y="76114"/>
                  </a:cubicBezTo>
                  <a:cubicBezTo>
                    <a:pt x="47025" y="56026"/>
                    <a:pt x="43672" y="31290"/>
                    <a:pt x="34700" y="16811"/>
                  </a:cubicBezTo>
                  <a:cubicBezTo>
                    <a:pt x="25727" y="2334"/>
                    <a:pt x="0" y="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4"/>
            <p:cNvSpPr/>
            <p:nvPr/>
          </p:nvSpPr>
          <p:spPr>
            <a:xfrm>
              <a:off x="7874237" y="1799202"/>
              <a:ext cx="115513" cy="130952"/>
            </a:xfrm>
            <a:custGeom>
              <a:rect b="b" l="l" r="r" t="t"/>
              <a:pathLst>
                <a:path extrusionOk="0" h="119777" w="105203">
                  <a:moveTo>
                    <a:pt x="0" y="0"/>
                  </a:moveTo>
                  <a:cubicBezTo>
                    <a:pt x="0" y="0"/>
                    <a:pt x="3362" y="15688"/>
                    <a:pt x="45901" y="41424"/>
                  </a:cubicBezTo>
                  <a:cubicBezTo>
                    <a:pt x="88439" y="67161"/>
                    <a:pt x="95212" y="100727"/>
                    <a:pt x="105203" y="11977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4"/>
            <p:cNvSpPr/>
            <p:nvPr/>
          </p:nvSpPr>
          <p:spPr>
            <a:xfrm>
              <a:off x="7954083" y="1870441"/>
              <a:ext cx="13448" cy="56307"/>
            </a:xfrm>
            <a:custGeom>
              <a:rect b="b" l="l" r="r" t="t"/>
              <a:pathLst>
                <a:path extrusionOk="0" h="51502" w="12278">
                  <a:moveTo>
                    <a:pt x="0" y="0"/>
                  </a:moveTo>
                  <a:cubicBezTo>
                    <a:pt x="0" y="0"/>
                    <a:pt x="5600" y="35861"/>
                    <a:pt x="12278" y="5150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4"/>
            <p:cNvSpPr/>
            <p:nvPr/>
          </p:nvSpPr>
          <p:spPr>
            <a:xfrm>
              <a:off x="7880166" y="1899960"/>
              <a:ext cx="32056" cy="216282"/>
            </a:xfrm>
            <a:custGeom>
              <a:rect b="b" l="l" r="r" t="t"/>
              <a:pathLst>
                <a:path extrusionOk="0" h="197825" w="30651">
                  <a:moveTo>
                    <a:pt x="11855" y="0"/>
                  </a:moveTo>
                  <a:cubicBezTo>
                    <a:pt x="11855" y="0"/>
                    <a:pt x="2396" y="5286"/>
                    <a:pt x="158" y="71323"/>
                  </a:cubicBezTo>
                  <a:cubicBezTo>
                    <a:pt x="-1404" y="115310"/>
                    <a:pt x="8626" y="158934"/>
                    <a:pt x="29247" y="19782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4"/>
            <p:cNvSpPr/>
            <p:nvPr/>
          </p:nvSpPr>
          <p:spPr>
            <a:xfrm>
              <a:off x="7911393" y="1941287"/>
              <a:ext cx="117134" cy="96933"/>
            </a:xfrm>
            <a:custGeom>
              <a:rect b="b" l="l" r="r" t="t"/>
              <a:pathLst>
                <a:path extrusionOk="0" h="88440" w="106413">
                  <a:moveTo>
                    <a:pt x="0" y="0"/>
                  </a:moveTo>
                  <a:cubicBezTo>
                    <a:pt x="6582" y="15297"/>
                    <a:pt x="15240" y="29604"/>
                    <a:pt x="25727" y="42539"/>
                  </a:cubicBezTo>
                  <a:cubicBezTo>
                    <a:pt x="43653" y="64951"/>
                    <a:pt x="96241" y="83963"/>
                    <a:pt x="106413" y="8844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7812573" y="1461503"/>
              <a:ext cx="15417" cy="121153"/>
            </a:xfrm>
            <a:custGeom>
              <a:rect b="b" l="l" r="r" t="t"/>
              <a:pathLst>
                <a:path extrusionOk="0" h="110814" w="16765">
                  <a:moveTo>
                    <a:pt x="10473" y="0"/>
                  </a:moveTo>
                  <a:cubicBezTo>
                    <a:pt x="10473" y="0"/>
                    <a:pt x="3749" y="16812"/>
                    <a:pt x="434" y="55988"/>
                  </a:cubicBezTo>
                  <a:cubicBezTo>
                    <a:pt x="-2881" y="95164"/>
                    <a:pt x="13884" y="110814"/>
                    <a:pt x="13884" y="11081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4"/>
            <p:cNvSpPr/>
            <p:nvPr/>
          </p:nvSpPr>
          <p:spPr>
            <a:xfrm>
              <a:off x="7324798" y="1296984"/>
              <a:ext cx="237153" cy="685241"/>
            </a:xfrm>
            <a:custGeom>
              <a:rect b="b" l="l" r="r" t="t"/>
              <a:pathLst>
                <a:path extrusionOk="0" h="626764" w="238659">
                  <a:moveTo>
                    <a:pt x="210198" y="0"/>
                  </a:moveTo>
                  <a:cubicBezTo>
                    <a:pt x="210198" y="0"/>
                    <a:pt x="227590" y="62169"/>
                    <a:pt x="202711" y="146713"/>
                  </a:cubicBezTo>
                  <a:cubicBezTo>
                    <a:pt x="177832" y="231257"/>
                    <a:pt x="88363" y="303333"/>
                    <a:pt x="48596" y="348072"/>
                  </a:cubicBezTo>
                  <a:cubicBezTo>
                    <a:pt x="8839" y="392811"/>
                    <a:pt x="-11069" y="452514"/>
                    <a:pt x="6324" y="492280"/>
                  </a:cubicBezTo>
                  <a:cubicBezTo>
                    <a:pt x="23717" y="532038"/>
                    <a:pt x="53568" y="596722"/>
                    <a:pt x="155505" y="62676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4"/>
            <p:cNvSpPr/>
            <p:nvPr/>
          </p:nvSpPr>
          <p:spPr>
            <a:xfrm>
              <a:off x="7517159" y="1473097"/>
              <a:ext cx="19757" cy="206415"/>
            </a:xfrm>
            <a:custGeom>
              <a:rect b="b" l="l" r="r" t="t"/>
              <a:pathLst>
                <a:path extrusionOk="0" h="188938" w="27346">
                  <a:moveTo>
                    <a:pt x="3235" y="0"/>
                  </a:moveTo>
                  <a:cubicBezTo>
                    <a:pt x="3235" y="0"/>
                    <a:pt x="15656" y="14926"/>
                    <a:pt x="3235" y="79562"/>
                  </a:cubicBezTo>
                  <a:cubicBezTo>
                    <a:pt x="-9185" y="144199"/>
                    <a:pt x="18161" y="188938"/>
                    <a:pt x="18161" y="18893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7297919" y="1737408"/>
              <a:ext cx="41898" cy="119779"/>
            </a:xfrm>
            <a:custGeom>
              <a:rect b="b" l="l" r="r" t="t"/>
              <a:pathLst>
                <a:path extrusionOk="0" h="109557" w="42281">
                  <a:moveTo>
                    <a:pt x="38317" y="0"/>
                  </a:moveTo>
                  <a:cubicBezTo>
                    <a:pt x="38317" y="0"/>
                    <a:pt x="5999" y="29813"/>
                    <a:pt x="1017" y="57150"/>
                  </a:cubicBezTo>
                  <a:cubicBezTo>
                    <a:pt x="-3964" y="84487"/>
                    <a:pt x="10971" y="109557"/>
                    <a:pt x="10971" y="10955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4"/>
            <p:cNvSpPr/>
            <p:nvPr/>
          </p:nvSpPr>
          <p:spPr>
            <a:xfrm>
              <a:off x="7410969" y="1941287"/>
              <a:ext cx="73826" cy="65283"/>
            </a:xfrm>
            <a:custGeom>
              <a:rect b="b" l="l" r="r" t="t"/>
              <a:pathLst>
                <a:path extrusionOk="0" h="59712" w="67237">
                  <a:moveTo>
                    <a:pt x="0" y="0"/>
                  </a:moveTo>
                  <a:cubicBezTo>
                    <a:pt x="0" y="0"/>
                    <a:pt x="29851" y="39805"/>
                    <a:pt x="67237" y="5971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4"/>
            <p:cNvSpPr/>
            <p:nvPr/>
          </p:nvSpPr>
          <p:spPr>
            <a:xfrm>
              <a:off x="7700709" y="1269826"/>
              <a:ext cx="370424" cy="204647"/>
            </a:xfrm>
            <a:custGeom>
              <a:rect b="b" l="l" r="r" t="t"/>
              <a:pathLst>
                <a:path extrusionOk="0" h="195491" w="341633">
                  <a:moveTo>
                    <a:pt x="337241" y="177117"/>
                  </a:moveTo>
                  <a:cubicBezTo>
                    <a:pt x="329431" y="138589"/>
                    <a:pt x="310181" y="103318"/>
                    <a:pt x="282015" y="75895"/>
                  </a:cubicBezTo>
                  <a:cubicBezTo>
                    <a:pt x="234905" y="29899"/>
                    <a:pt x="150942" y="0"/>
                    <a:pt x="150942" y="0"/>
                  </a:cubicBezTo>
                  <a:cubicBezTo>
                    <a:pt x="150942" y="0"/>
                    <a:pt x="115308" y="42539"/>
                    <a:pt x="40537" y="42539"/>
                  </a:cubicBezTo>
                  <a:cubicBezTo>
                    <a:pt x="31841" y="42539"/>
                    <a:pt x="22964" y="42091"/>
                    <a:pt x="14048" y="41377"/>
                  </a:cubicBezTo>
                  <a:cubicBezTo>
                    <a:pt x="1457" y="59302"/>
                    <a:pt x="-4373" y="79124"/>
                    <a:pt x="3743" y="98888"/>
                  </a:cubicBezTo>
                  <a:cubicBezTo>
                    <a:pt x="3743" y="98888"/>
                    <a:pt x="8229" y="113862"/>
                    <a:pt x="30193" y="121882"/>
                  </a:cubicBezTo>
                  <a:cubicBezTo>
                    <a:pt x="52158" y="129902"/>
                    <a:pt x="69284" y="110404"/>
                    <a:pt x="94611" y="119596"/>
                  </a:cubicBezTo>
                  <a:cubicBezTo>
                    <a:pt x="119938" y="128787"/>
                    <a:pt x="129082" y="151781"/>
                    <a:pt x="188746" y="155457"/>
                  </a:cubicBezTo>
                  <a:cubicBezTo>
                    <a:pt x="248411" y="159134"/>
                    <a:pt x="248592" y="157791"/>
                    <a:pt x="263518" y="171555"/>
                  </a:cubicBezTo>
                  <a:cubicBezTo>
                    <a:pt x="278443" y="185318"/>
                    <a:pt x="315381" y="195491"/>
                    <a:pt x="337260" y="17711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7222025" y="1256444"/>
              <a:ext cx="329537" cy="514484"/>
            </a:xfrm>
            <a:custGeom>
              <a:rect b="b" l="l" r="r" t="t"/>
              <a:pathLst>
                <a:path extrusionOk="0" h="497967" w="311010">
                  <a:moveTo>
                    <a:pt x="43940" y="71045"/>
                  </a:moveTo>
                  <a:cubicBezTo>
                    <a:pt x="43940" y="71045"/>
                    <a:pt x="9421" y="158503"/>
                    <a:pt x="9421" y="194136"/>
                  </a:cubicBezTo>
                  <a:cubicBezTo>
                    <a:pt x="9421" y="229769"/>
                    <a:pt x="-4342" y="387341"/>
                    <a:pt x="1402" y="439110"/>
                  </a:cubicBezTo>
                  <a:cubicBezTo>
                    <a:pt x="7145" y="490878"/>
                    <a:pt x="53132" y="469009"/>
                    <a:pt x="82088" y="436776"/>
                  </a:cubicBezTo>
                  <a:cubicBezTo>
                    <a:pt x="111044" y="404544"/>
                    <a:pt x="118893" y="370073"/>
                    <a:pt x="172909" y="319514"/>
                  </a:cubicBezTo>
                  <a:cubicBezTo>
                    <a:pt x="226925" y="268955"/>
                    <a:pt x="248661" y="249267"/>
                    <a:pt x="270492" y="202204"/>
                  </a:cubicBezTo>
                  <a:cubicBezTo>
                    <a:pt x="292324" y="155141"/>
                    <a:pt x="306668" y="118156"/>
                    <a:pt x="296629" y="91171"/>
                  </a:cubicBezTo>
                  <a:cubicBezTo>
                    <a:pt x="286589" y="64187"/>
                    <a:pt x="229078" y="11295"/>
                    <a:pt x="175061" y="2103"/>
                  </a:cubicBezTo>
                  <a:cubicBezTo>
                    <a:pt x="121045" y="-7089"/>
                    <a:pt x="60038" y="13485"/>
                    <a:pt x="43940" y="7104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4"/>
            <p:cNvSpPr/>
            <p:nvPr/>
          </p:nvSpPr>
          <p:spPr>
            <a:xfrm>
              <a:off x="7387647" y="680231"/>
              <a:ext cx="435255" cy="677694"/>
            </a:xfrm>
            <a:custGeom>
              <a:rect b="b" l="l" r="r" t="t"/>
              <a:pathLst>
                <a:path extrusionOk="0" h="627707" w="422834">
                  <a:moveTo>
                    <a:pt x="145873" y="618189"/>
                  </a:moveTo>
                  <a:cubicBezTo>
                    <a:pt x="145873" y="618189"/>
                    <a:pt x="95667" y="627562"/>
                    <a:pt x="71235" y="608236"/>
                  </a:cubicBezTo>
                  <a:cubicBezTo>
                    <a:pt x="46804" y="588909"/>
                    <a:pt x="13229" y="573631"/>
                    <a:pt x="6103" y="528844"/>
                  </a:cubicBezTo>
                  <a:cubicBezTo>
                    <a:pt x="-1021" y="484058"/>
                    <a:pt x="-8108" y="364014"/>
                    <a:pt x="23411" y="307045"/>
                  </a:cubicBezTo>
                  <a:cubicBezTo>
                    <a:pt x="54929" y="250076"/>
                    <a:pt x="95667" y="225645"/>
                    <a:pt x="95667" y="225645"/>
                  </a:cubicBezTo>
                  <a:lnTo>
                    <a:pt x="35641" y="157912"/>
                  </a:lnTo>
                  <a:cubicBezTo>
                    <a:pt x="24839" y="145959"/>
                    <a:pt x="25773" y="127499"/>
                    <a:pt x="37726" y="116698"/>
                  </a:cubicBezTo>
                  <a:cubicBezTo>
                    <a:pt x="40118" y="114536"/>
                    <a:pt x="42851" y="112783"/>
                    <a:pt x="45813" y="111516"/>
                  </a:cubicBezTo>
                  <a:lnTo>
                    <a:pt x="46708" y="111154"/>
                  </a:lnTo>
                  <a:cubicBezTo>
                    <a:pt x="57491" y="107211"/>
                    <a:pt x="69588" y="109964"/>
                    <a:pt x="77598" y="118193"/>
                  </a:cubicBezTo>
                  <a:lnTo>
                    <a:pt x="130271" y="171581"/>
                  </a:lnTo>
                  <a:cubicBezTo>
                    <a:pt x="136653" y="178048"/>
                    <a:pt x="147074" y="178115"/>
                    <a:pt x="153541" y="171733"/>
                  </a:cubicBezTo>
                  <a:cubicBezTo>
                    <a:pt x="153741" y="171533"/>
                    <a:pt x="153932" y="171333"/>
                    <a:pt x="154122" y="171124"/>
                  </a:cubicBezTo>
                  <a:lnTo>
                    <a:pt x="154122" y="171124"/>
                  </a:lnTo>
                  <a:cubicBezTo>
                    <a:pt x="159646" y="165047"/>
                    <a:pt x="159837" y="155817"/>
                    <a:pt x="154570" y="149521"/>
                  </a:cubicBezTo>
                  <a:lnTo>
                    <a:pt x="105259" y="90752"/>
                  </a:lnTo>
                  <a:cubicBezTo>
                    <a:pt x="96191" y="79998"/>
                    <a:pt x="97553" y="63939"/>
                    <a:pt x="108307" y="54871"/>
                  </a:cubicBezTo>
                  <a:cubicBezTo>
                    <a:pt x="111412" y="52252"/>
                    <a:pt x="115098" y="50413"/>
                    <a:pt x="119060" y="49508"/>
                  </a:cubicBezTo>
                  <a:lnTo>
                    <a:pt x="120051" y="49508"/>
                  </a:lnTo>
                  <a:cubicBezTo>
                    <a:pt x="130805" y="47575"/>
                    <a:pt x="141759" y="51547"/>
                    <a:pt x="148788" y="59910"/>
                  </a:cubicBezTo>
                  <a:lnTo>
                    <a:pt x="209748" y="130557"/>
                  </a:lnTo>
                  <a:cubicBezTo>
                    <a:pt x="213672" y="135081"/>
                    <a:pt x="220235" y="136205"/>
                    <a:pt x="225436" y="133243"/>
                  </a:cubicBezTo>
                  <a:lnTo>
                    <a:pt x="225436" y="133243"/>
                  </a:lnTo>
                  <a:cubicBezTo>
                    <a:pt x="229875" y="130776"/>
                    <a:pt x="232389" y="125870"/>
                    <a:pt x="231798" y="120822"/>
                  </a:cubicBezTo>
                  <a:lnTo>
                    <a:pt x="221311" y="29687"/>
                  </a:lnTo>
                  <a:cubicBezTo>
                    <a:pt x="219521" y="15190"/>
                    <a:pt x="229827" y="1988"/>
                    <a:pt x="244324" y="197"/>
                  </a:cubicBezTo>
                  <a:cubicBezTo>
                    <a:pt x="247115" y="-145"/>
                    <a:pt x="249934" y="-41"/>
                    <a:pt x="252687" y="502"/>
                  </a:cubicBezTo>
                  <a:lnTo>
                    <a:pt x="253716" y="502"/>
                  </a:lnTo>
                  <a:cubicBezTo>
                    <a:pt x="263498" y="3150"/>
                    <a:pt x="270918" y="11132"/>
                    <a:pt x="272861" y="21076"/>
                  </a:cubicBezTo>
                  <a:lnTo>
                    <a:pt x="294645" y="130947"/>
                  </a:lnTo>
                  <a:cubicBezTo>
                    <a:pt x="294645" y="130947"/>
                    <a:pt x="343460" y="131976"/>
                    <a:pt x="379093" y="254086"/>
                  </a:cubicBezTo>
                  <a:cubicBezTo>
                    <a:pt x="414726" y="376197"/>
                    <a:pt x="386218" y="446396"/>
                    <a:pt x="382141" y="465713"/>
                  </a:cubicBezTo>
                  <a:cubicBezTo>
                    <a:pt x="378064" y="485030"/>
                    <a:pt x="247658" y="544066"/>
                    <a:pt x="205081" y="573564"/>
                  </a:cubicBezTo>
                  <a:cubicBezTo>
                    <a:pt x="184564" y="587376"/>
                    <a:pt x="164800" y="602263"/>
                    <a:pt x="145864" y="6181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4"/>
            <p:cNvSpPr/>
            <p:nvPr/>
          </p:nvSpPr>
          <p:spPr>
            <a:xfrm>
              <a:off x="7265506" y="895130"/>
              <a:ext cx="303234" cy="439229"/>
            </a:xfrm>
            <a:custGeom>
              <a:rect b="b" l="l" r="r" t="t"/>
              <a:pathLst>
                <a:path extrusionOk="0" h="401746" w="284711">
                  <a:moveTo>
                    <a:pt x="52013" y="9956"/>
                  </a:moveTo>
                  <a:cubicBezTo>
                    <a:pt x="41097" y="15871"/>
                    <a:pt x="34239" y="27225"/>
                    <a:pt x="34087" y="39627"/>
                  </a:cubicBezTo>
                  <a:cubicBezTo>
                    <a:pt x="32525" y="80003"/>
                    <a:pt x="26648" y="120094"/>
                    <a:pt x="16561" y="159223"/>
                  </a:cubicBezTo>
                  <a:cubicBezTo>
                    <a:pt x="2445" y="218135"/>
                    <a:pt x="-2689" y="278847"/>
                    <a:pt x="1321" y="339293"/>
                  </a:cubicBezTo>
                  <a:cubicBezTo>
                    <a:pt x="2349" y="361705"/>
                    <a:pt x="4369" y="401377"/>
                    <a:pt x="4369" y="401377"/>
                  </a:cubicBezTo>
                  <a:cubicBezTo>
                    <a:pt x="4369" y="401377"/>
                    <a:pt x="45069" y="366772"/>
                    <a:pt x="68472" y="351533"/>
                  </a:cubicBezTo>
                  <a:cubicBezTo>
                    <a:pt x="91875" y="336292"/>
                    <a:pt x="122936" y="357857"/>
                    <a:pt x="122936" y="357857"/>
                  </a:cubicBezTo>
                  <a:cubicBezTo>
                    <a:pt x="122936" y="357857"/>
                    <a:pt x="113116" y="284391"/>
                    <a:pt x="128355" y="247900"/>
                  </a:cubicBezTo>
                  <a:cubicBezTo>
                    <a:pt x="143596" y="211410"/>
                    <a:pt x="213843" y="169586"/>
                    <a:pt x="241322" y="160404"/>
                  </a:cubicBezTo>
                  <a:cubicBezTo>
                    <a:pt x="268802" y="151222"/>
                    <a:pt x="282022" y="136020"/>
                    <a:pt x="273869" y="105492"/>
                  </a:cubicBezTo>
                  <a:cubicBezTo>
                    <a:pt x="265716" y="74965"/>
                    <a:pt x="246390" y="69631"/>
                    <a:pt x="234197" y="72907"/>
                  </a:cubicBezTo>
                  <a:cubicBezTo>
                    <a:pt x="222006" y="76184"/>
                    <a:pt x="199593" y="81070"/>
                    <a:pt x="166018" y="86356"/>
                  </a:cubicBezTo>
                  <a:cubicBezTo>
                    <a:pt x="132442" y="91643"/>
                    <a:pt x="129394" y="76184"/>
                    <a:pt x="127336" y="51800"/>
                  </a:cubicBezTo>
                  <a:cubicBezTo>
                    <a:pt x="126803" y="45161"/>
                    <a:pt x="126489" y="39065"/>
                    <a:pt x="126308" y="33874"/>
                  </a:cubicBezTo>
                  <a:cubicBezTo>
                    <a:pt x="126041" y="15652"/>
                    <a:pt x="111611" y="812"/>
                    <a:pt x="93408" y="31"/>
                  </a:cubicBezTo>
                  <a:cubicBezTo>
                    <a:pt x="78978" y="-369"/>
                    <a:pt x="64700" y="3070"/>
                    <a:pt x="52032" y="9985"/>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rot="-645554">
              <a:off x="7516896" y="978958"/>
              <a:ext cx="44704" cy="77862"/>
            </a:xfrm>
            <a:custGeom>
              <a:rect b="b" l="l" r="r" t="t"/>
              <a:pathLst>
                <a:path extrusionOk="0" h="71190" w="40711">
                  <a:moveTo>
                    <a:pt x="40710" y="35595"/>
                  </a:moveTo>
                  <a:cubicBezTo>
                    <a:pt x="40710" y="55253"/>
                    <a:pt x="31596" y="71190"/>
                    <a:pt x="20355" y="71190"/>
                  </a:cubicBezTo>
                  <a:cubicBezTo>
                    <a:pt x="9113" y="71190"/>
                    <a:pt x="-1" y="55253"/>
                    <a:pt x="-1" y="35595"/>
                  </a:cubicBezTo>
                  <a:cubicBezTo>
                    <a:pt x="-1" y="15936"/>
                    <a:pt x="9113" y="0"/>
                    <a:pt x="20355" y="0"/>
                  </a:cubicBezTo>
                  <a:cubicBezTo>
                    <a:pt x="31596" y="0"/>
                    <a:pt x="40710" y="15936"/>
                    <a:pt x="40710" y="3559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4"/>
            <p:cNvSpPr/>
            <p:nvPr/>
          </p:nvSpPr>
          <p:spPr>
            <a:xfrm>
              <a:off x="7530739" y="867973"/>
              <a:ext cx="36364" cy="36182"/>
            </a:xfrm>
            <a:custGeom>
              <a:rect b="b" l="l" r="r" t="t"/>
              <a:pathLst>
                <a:path extrusionOk="0" h="33261" w="33118">
                  <a:moveTo>
                    <a:pt x="0" y="0"/>
                  </a:moveTo>
                  <a:lnTo>
                    <a:pt x="33118" y="33261"/>
                  </a:lnTo>
                </a:path>
              </a:pathLst>
            </a:custGeom>
            <a:noFill/>
            <a:ln cap="flat" cmpd="sng" w="9525">
              <a:solidFill>
                <a:schemeClr val="dk1"/>
              </a:solidFill>
              <a:prstDash val="solid"/>
              <a:round/>
              <a:headEnd len="sm" w="sm" type="none"/>
              <a:tailEnd len="sm" w="sm" type="none"/>
            </a:ln>
          </p:spPr>
        </p:sp>
        <p:sp>
          <p:nvSpPr>
            <p:cNvPr id="1152" name="Google Shape;1152;p44"/>
            <p:cNvSpPr/>
            <p:nvPr/>
          </p:nvSpPr>
          <p:spPr>
            <a:xfrm>
              <a:off x="7618095" y="822710"/>
              <a:ext cx="26089" cy="31075"/>
            </a:xfrm>
            <a:custGeom>
              <a:rect b="b" l="l" r="r" t="t"/>
              <a:pathLst>
                <a:path extrusionOk="0" h="28423" w="23584">
                  <a:moveTo>
                    <a:pt x="0" y="0"/>
                  </a:moveTo>
                  <a:lnTo>
                    <a:pt x="23584" y="28423"/>
                  </a:lnTo>
                </a:path>
              </a:pathLst>
            </a:custGeom>
            <a:noFill/>
            <a:ln cap="flat" cmpd="sng" w="9525">
              <a:solidFill>
                <a:schemeClr val="dk1"/>
              </a:solidFill>
              <a:prstDash val="solid"/>
              <a:round/>
              <a:headEnd len="sm" w="sm" type="none"/>
              <a:tailEnd len="sm" w="sm" type="none"/>
            </a:ln>
          </p:spPr>
        </p:sp>
        <p:sp>
          <p:nvSpPr>
            <p:cNvPr id="1153" name="Google Shape;1153;p44"/>
            <p:cNvSpPr/>
            <p:nvPr/>
          </p:nvSpPr>
          <p:spPr>
            <a:xfrm>
              <a:off x="7547736" y="992740"/>
              <a:ext cx="438185" cy="383601"/>
            </a:xfrm>
            <a:custGeom>
              <a:rect b="b" l="l" r="r" t="t"/>
              <a:pathLst>
                <a:path extrusionOk="0" h="358026" w="409308">
                  <a:moveTo>
                    <a:pt x="0" y="332203"/>
                  </a:moveTo>
                  <a:cubicBezTo>
                    <a:pt x="0" y="332203"/>
                    <a:pt x="11297" y="183471"/>
                    <a:pt x="99736" y="104804"/>
                  </a:cubicBezTo>
                  <a:cubicBezTo>
                    <a:pt x="188176" y="26137"/>
                    <a:pt x="347491" y="314"/>
                    <a:pt x="367170" y="0"/>
                  </a:cubicBezTo>
                  <a:cubicBezTo>
                    <a:pt x="373713" y="0"/>
                    <a:pt x="384163" y="19812"/>
                    <a:pt x="384163" y="50883"/>
                  </a:cubicBezTo>
                  <a:cubicBezTo>
                    <a:pt x="384163" y="81953"/>
                    <a:pt x="409308" y="121349"/>
                    <a:pt x="394611" y="127892"/>
                  </a:cubicBezTo>
                  <a:cubicBezTo>
                    <a:pt x="379914" y="134436"/>
                    <a:pt x="302447" y="144028"/>
                    <a:pt x="278063" y="160392"/>
                  </a:cubicBezTo>
                  <a:cubicBezTo>
                    <a:pt x="253679" y="176755"/>
                    <a:pt x="271519" y="176755"/>
                    <a:pt x="286226" y="214179"/>
                  </a:cubicBezTo>
                  <a:cubicBezTo>
                    <a:pt x="300933" y="251603"/>
                    <a:pt x="302590" y="261557"/>
                    <a:pt x="279683" y="289351"/>
                  </a:cubicBezTo>
                  <a:cubicBezTo>
                    <a:pt x="256775" y="317144"/>
                    <a:pt x="179947" y="358026"/>
                    <a:pt x="122787" y="349863"/>
                  </a:cubicBezTo>
                  <a:cubicBezTo>
                    <a:pt x="65637" y="341700"/>
                    <a:pt x="57388" y="308982"/>
                    <a:pt x="37615" y="317135"/>
                  </a:cubicBezTo>
                  <a:cubicBezTo>
                    <a:pt x="17840" y="325288"/>
                    <a:pt x="10" y="332194"/>
                    <a:pt x="10" y="33219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4"/>
            <p:cNvSpPr/>
            <p:nvPr/>
          </p:nvSpPr>
          <p:spPr>
            <a:xfrm>
              <a:off x="7938667" y="992740"/>
              <a:ext cx="54476" cy="140137"/>
            </a:xfrm>
            <a:custGeom>
              <a:rect b="b" l="l" r="r" t="t"/>
              <a:pathLst>
                <a:path extrusionOk="0" h="132827" w="56702">
                  <a:moveTo>
                    <a:pt x="45698" y="59642"/>
                  </a:moveTo>
                  <a:cubicBezTo>
                    <a:pt x="53270" y="94961"/>
                    <a:pt x="50184" y="125584"/>
                    <a:pt x="38611" y="128051"/>
                  </a:cubicBezTo>
                  <a:cubicBezTo>
                    <a:pt x="27038" y="130518"/>
                    <a:pt x="11712" y="103886"/>
                    <a:pt x="4140" y="68567"/>
                  </a:cubicBezTo>
                  <a:cubicBezTo>
                    <a:pt x="-3432" y="33248"/>
                    <a:pt x="-346" y="2625"/>
                    <a:pt x="11179" y="158"/>
                  </a:cubicBezTo>
                  <a:cubicBezTo>
                    <a:pt x="22704" y="-2309"/>
                    <a:pt x="38116" y="24323"/>
                    <a:pt x="45698" y="59642"/>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4"/>
            <p:cNvSpPr/>
            <p:nvPr/>
          </p:nvSpPr>
          <p:spPr>
            <a:xfrm>
              <a:off x="7776603" y="1257625"/>
              <a:ext cx="7901" cy="25959"/>
            </a:xfrm>
            <a:custGeom>
              <a:rect b="b" l="l" r="r" t="t"/>
              <a:pathLst>
                <a:path extrusionOk="0" h="23803" w="7305">
                  <a:moveTo>
                    <a:pt x="7305" y="0"/>
                  </a:moveTo>
                  <a:cubicBezTo>
                    <a:pt x="4257" y="7734"/>
                    <a:pt x="1810" y="15688"/>
                    <a:pt x="0" y="2380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4"/>
            <p:cNvSpPr/>
            <p:nvPr/>
          </p:nvSpPr>
          <p:spPr>
            <a:xfrm>
              <a:off x="7795576" y="1168280"/>
              <a:ext cx="57345" cy="66158"/>
            </a:xfrm>
            <a:custGeom>
              <a:rect b="b" l="l" r="r" t="t"/>
              <a:pathLst>
                <a:path extrusionOk="0" h="60512" w="52358">
                  <a:moveTo>
                    <a:pt x="52358" y="0"/>
                  </a:moveTo>
                  <a:cubicBezTo>
                    <a:pt x="30927" y="16354"/>
                    <a:pt x="13106" y="36957"/>
                    <a:pt x="0" y="6051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4"/>
            <p:cNvSpPr/>
            <p:nvPr/>
          </p:nvSpPr>
          <p:spPr>
            <a:xfrm>
              <a:off x="7693989" y="1014387"/>
              <a:ext cx="14620" cy="16912"/>
            </a:xfrm>
            <a:custGeom>
              <a:rect b="b" l="l" r="r" t="t"/>
              <a:pathLst>
                <a:path extrusionOk="0" h="15469" w="13183">
                  <a:moveTo>
                    <a:pt x="0" y="15469"/>
                  </a:moveTo>
                  <a:cubicBezTo>
                    <a:pt x="4039" y="10020"/>
                    <a:pt x="8440" y="4858"/>
                    <a:pt x="1318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4"/>
            <p:cNvSpPr/>
            <p:nvPr/>
          </p:nvSpPr>
          <p:spPr>
            <a:xfrm>
              <a:off x="7631930" y="1054927"/>
              <a:ext cx="45511" cy="76405"/>
            </a:xfrm>
            <a:custGeom>
              <a:rect b="b" l="l" r="r" t="t"/>
              <a:pathLst>
                <a:path extrusionOk="0" h="69885" w="41243">
                  <a:moveTo>
                    <a:pt x="0" y="69885"/>
                  </a:moveTo>
                  <a:cubicBezTo>
                    <a:pt x="0" y="69885"/>
                    <a:pt x="19908" y="32366"/>
                    <a:pt x="4124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 name="Shape 1162"/>
        <p:cNvGrpSpPr/>
        <p:nvPr/>
      </p:nvGrpSpPr>
      <p:grpSpPr>
        <a:xfrm>
          <a:off x="0" y="0"/>
          <a:ext cx="0" cy="0"/>
          <a:chOff x="0" y="0"/>
          <a:chExt cx="0" cy="0"/>
        </a:xfrm>
      </p:grpSpPr>
      <p:sp>
        <p:nvSpPr>
          <p:cNvPr id="1163" name="Google Shape;1163;p4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Outcomes and recommendations</a:t>
            </a:r>
            <a:endParaRPr/>
          </a:p>
        </p:txBody>
      </p:sp>
      <p:sp>
        <p:nvSpPr>
          <p:cNvPr id="1164" name="Google Shape;1164;p45"/>
          <p:cNvSpPr/>
          <p:nvPr/>
        </p:nvSpPr>
        <p:spPr>
          <a:xfrm>
            <a:off x="956775" y="1322525"/>
            <a:ext cx="1049400" cy="411600"/>
          </a:xfrm>
          <a:prstGeom prst="rect">
            <a:avLst/>
          </a:prstGeom>
          <a:no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Frank Ruhl Libre"/>
                <a:ea typeface="Frank Ruhl Libre"/>
                <a:cs typeface="Frank Ruhl Libre"/>
                <a:sym typeface="Frank Ruhl Libre"/>
              </a:rPr>
              <a:t>Start</a:t>
            </a:r>
            <a:endParaRPr sz="1800">
              <a:solidFill>
                <a:schemeClr val="dk1"/>
              </a:solidFill>
              <a:latin typeface="Frank Ruhl Libre"/>
              <a:ea typeface="Frank Ruhl Libre"/>
              <a:cs typeface="Frank Ruhl Libre"/>
              <a:sym typeface="Frank Ruhl Libre"/>
            </a:endParaRPr>
          </a:p>
        </p:txBody>
      </p:sp>
      <p:sp>
        <p:nvSpPr>
          <p:cNvPr id="1165" name="Google Shape;1165;p45"/>
          <p:cNvSpPr/>
          <p:nvPr/>
        </p:nvSpPr>
        <p:spPr>
          <a:xfrm>
            <a:off x="3616650" y="2550976"/>
            <a:ext cx="1910700" cy="411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Frank Ruhl Libre"/>
                <a:ea typeface="Frank Ruhl Libre"/>
                <a:cs typeface="Frank Ruhl Libre"/>
                <a:sym typeface="Frank Ruhl Libre"/>
              </a:rPr>
              <a:t>Outcome </a:t>
            </a:r>
            <a:endParaRPr sz="1800">
              <a:solidFill>
                <a:schemeClr val="dk1"/>
              </a:solidFill>
              <a:latin typeface="Frank Ruhl Libre"/>
              <a:ea typeface="Frank Ruhl Libre"/>
              <a:cs typeface="Frank Ruhl Libre"/>
              <a:sym typeface="Frank Ruhl Libre"/>
            </a:endParaRPr>
          </a:p>
        </p:txBody>
      </p:sp>
      <p:sp>
        <p:nvSpPr>
          <p:cNvPr id="1166" name="Google Shape;1166;p45"/>
          <p:cNvSpPr/>
          <p:nvPr/>
        </p:nvSpPr>
        <p:spPr>
          <a:xfrm>
            <a:off x="956775" y="2550976"/>
            <a:ext cx="1910700" cy="411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Frank Ruhl Libre"/>
                <a:ea typeface="Frank Ruhl Libre"/>
                <a:cs typeface="Frank Ruhl Libre"/>
                <a:sym typeface="Frank Ruhl Libre"/>
              </a:rPr>
              <a:t>Outcome </a:t>
            </a:r>
            <a:endParaRPr sz="1800">
              <a:solidFill>
                <a:schemeClr val="dk1"/>
              </a:solidFill>
              <a:latin typeface="Frank Ruhl Libre"/>
              <a:ea typeface="Frank Ruhl Libre"/>
              <a:cs typeface="Frank Ruhl Libre"/>
              <a:sym typeface="Frank Ruhl Libre"/>
            </a:endParaRPr>
          </a:p>
        </p:txBody>
      </p:sp>
      <p:sp>
        <p:nvSpPr>
          <p:cNvPr id="1167" name="Google Shape;1167;p45"/>
          <p:cNvSpPr/>
          <p:nvPr/>
        </p:nvSpPr>
        <p:spPr>
          <a:xfrm>
            <a:off x="6276525" y="2550976"/>
            <a:ext cx="1910700" cy="411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Frank Ruhl Libre"/>
                <a:ea typeface="Frank Ruhl Libre"/>
                <a:cs typeface="Frank Ruhl Libre"/>
                <a:sym typeface="Frank Ruhl Libre"/>
              </a:rPr>
              <a:t>Outcome </a:t>
            </a:r>
            <a:endParaRPr sz="1800">
              <a:solidFill>
                <a:schemeClr val="dk1"/>
              </a:solidFill>
              <a:latin typeface="Frank Ruhl Libre"/>
              <a:ea typeface="Frank Ruhl Libre"/>
              <a:cs typeface="Frank Ruhl Libre"/>
              <a:sym typeface="Frank Ruhl Libre"/>
            </a:endParaRPr>
          </a:p>
        </p:txBody>
      </p:sp>
      <p:sp>
        <p:nvSpPr>
          <p:cNvPr id="1168" name="Google Shape;1168;p45"/>
          <p:cNvSpPr/>
          <p:nvPr/>
        </p:nvSpPr>
        <p:spPr>
          <a:xfrm>
            <a:off x="956775" y="2113700"/>
            <a:ext cx="351900" cy="351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Frank Ruhl Libre"/>
                <a:ea typeface="Frank Ruhl Libre"/>
                <a:cs typeface="Frank Ruhl Libre"/>
                <a:sym typeface="Frank Ruhl Libre"/>
              </a:rPr>
              <a:t>1</a:t>
            </a:r>
            <a:endParaRPr b="1" sz="1800">
              <a:solidFill>
                <a:schemeClr val="dk1"/>
              </a:solidFill>
              <a:latin typeface="Frank Ruhl Libre"/>
              <a:ea typeface="Frank Ruhl Libre"/>
              <a:cs typeface="Frank Ruhl Libre"/>
              <a:sym typeface="Frank Ruhl Libre"/>
            </a:endParaRPr>
          </a:p>
        </p:txBody>
      </p:sp>
      <p:sp>
        <p:nvSpPr>
          <p:cNvPr id="1169" name="Google Shape;1169;p45"/>
          <p:cNvSpPr/>
          <p:nvPr/>
        </p:nvSpPr>
        <p:spPr>
          <a:xfrm>
            <a:off x="3597463" y="2113700"/>
            <a:ext cx="351900" cy="351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Frank Ruhl Libre"/>
                <a:ea typeface="Frank Ruhl Libre"/>
                <a:cs typeface="Frank Ruhl Libre"/>
                <a:sym typeface="Frank Ruhl Libre"/>
              </a:rPr>
              <a:t>2</a:t>
            </a:r>
            <a:endParaRPr b="1" sz="1800">
              <a:solidFill>
                <a:schemeClr val="dk1"/>
              </a:solidFill>
              <a:latin typeface="Frank Ruhl Libre"/>
              <a:ea typeface="Frank Ruhl Libre"/>
              <a:cs typeface="Frank Ruhl Libre"/>
              <a:sym typeface="Frank Ruhl Libre"/>
            </a:endParaRPr>
          </a:p>
        </p:txBody>
      </p:sp>
      <p:sp>
        <p:nvSpPr>
          <p:cNvPr id="1170" name="Google Shape;1170;p45"/>
          <p:cNvSpPr/>
          <p:nvPr/>
        </p:nvSpPr>
        <p:spPr>
          <a:xfrm>
            <a:off x="6238150" y="2113700"/>
            <a:ext cx="351900" cy="351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Frank Ruhl Libre"/>
                <a:ea typeface="Frank Ruhl Libre"/>
                <a:cs typeface="Frank Ruhl Libre"/>
                <a:sym typeface="Frank Ruhl Libre"/>
              </a:rPr>
              <a:t>3</a:t>
            </a:r>
            <a:endParaRPr b="1" sz="1800">
              <a:solidFill>
                <a:schemeClr val="dk1"/>
              </a:solidFill>
              <a:latin typeface="Frank Ruhl Libre"/>
              <a:ea typeface="Frank Ruhl Libre"/>
              <a:cs typeface="Frank Ruhl Libre"/>
              <a:sym typeface="Frank Ruhl Libre"/>
            </a:endParaRPr>
          </a:p>
        </p:txBody>
      </p:sp>
      <p:sp>
        <p:nvSpPr>
          <p:cNvPr id="1171" name="Google Shape;1171;p45"/>
          <p:cNvSpPr/>
          <p:nvPr/>
        </p:nvSpPr>
        <p:spPr>
          <a:xfrm>
            <a:off x="956775" y="2889951"/>
            <a:ext cx="1910700" cy="1596000"/>
          </a:xfrm>
          <a:prstGeom prst="rect">
            <a:avLst/>
          </a:prstGeom>
          <a:noFill/>
          <a:ln>
            <a:noFill/>
          </a:ln>
        </p:spPr>
        <p:txBody>
          <a:bodyPr anchorCtr="0" anchor="t" bIns="91425" lIns="91425" spcFirstLastPara="1" rIns="91425" wrap="square" tIns="91425">
            <a:noAutofit/>
          </a:bodyPr>
          <a:lstStyle/>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p:txBody>
      </p:sp>
      <p:cxnSp>
        <p:nvCxnSpPr>
          <p:cNvPr id="1172" name="Google Shape;1172;p45"/>
          <p:cNvCxnSpPr>
            <a:stCxn id="1164" idx="1"/>
            <a:endCxn id="1168" idx="1"/>
          </p:cNvCxnSpPr>
          <p:nvPr/>
        </p:nvCxnSpPr>
        <p:spPr>
          <a:xfrm>
            <a:off x="956775" y="1528325"/>
            <a:ext cx="600" cy="761400"/>
          </a:xfrm>
          <a:prstGeom prst="bentConnector3">
            <a:avLst>
              <a:gd fmla="val -39687500" name="adj1"/>
            </a:avLst>
          </a:prstGeom>
          <a:noFill/>
          <a:ln cap="flat" cmpd="sng" w="9525">
            <a:solidFill>
              <a:schemeClr val="dk1"/>
            </a:solidFill>
            <a:prstDash val="solid"/>
            <a:round/>
            <a:headEnd len="med" w="med" type="none"/>
            <a:tailEnd len="med" w="med" type="none"/>
          </a:ln>
        </p:spPr>
      </p:cxnSp>
      <p:sp>
        <p:nvSpPr>
          <p:cNvPr id="1173" name="Google Shape;1173;p45"/>
          <p:cNvSpPr/>
          <p:nvPr/>
        </p:nvSpPr>
        <p:spPr>
          <a:xfrm>
            <a:off x="3616650" y="2889951"/>
            <a:ext cx="1910700" cy="1596000"/>
          </a:xfrm>
          <a:prstGeom prst="rect">
            <a:avLst/>
          </a:prstGeom>
          <a:noFill/>
          <a:ln>
            <a:noFill/>
          </a:ln>
        </p:spPr>
        <p:txBody>
          <a:bodyPr anchorCtr="0" anchor="t" bIns="91425" lIns="91425" spcFirstLastPara="1" rIns="91425" wrap="square" tIns="91425">
            <a:noAutofit/>
          </a:bodyPr>
          <a:lstStyle/>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p:txBody>
      </p:sp>
      <p:sp>
        <p:nvSpPr>
          <p:cNvPr id="1174" name="Google Shape;1174;p45"/>
          <p:cNvSpPr/>
          <p:nvPr/>
        </p:nvSpPr>
        <p:spPr>
          <a:xfrm>
            <a:off x="6276525" y="2889951"/>
            <a:ext cx="1910700" cy="1596000"/>
          </a:xfrm>
          <a:prstGeom prst="rect">
            <a:avLst/>
          </a:prstGeom>
          <a:noFill/>
          <a:ln>
            <a:noFill/>
          </a:ln>
        </p:spPr>
        <p:txBody>
          <a:bodyPr anchorCtr="0" anchor="t" bIns="91425" lIns="91425" spcFirstLastPara="1" rIns="91425" wrap="square" tIns="91425">
            <a:noAutofit/>
          </a:bodyPr>
          <a:lstStyle/>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a:p>
            <a:pPr indent="-195072" lvl="0" marL="347472" rtl="0" algn="l">
              <a:spcBef>
                <a:spcPts val="0"/>
              </a:spcBef>
              <a:spcAft>
                <a:spcPts val="0"/>
              </a:spcAft>
              <a:buClr>
                <a:schemeClr val="dk1"/>
              </a:buClr>
              <a:buSzPts val="1200"/>
              <a:buFont typeface="Chivo"/>
              <a:buAutoNum type="alphaUcPeriod"/>
            </a:pPr>
            <a:r>
              <a:rPr lang="en" sz="1200">
                <a:solidFill>
                  <a:schemeClr val="dk1"/>
                </a:solidFill>
                <a:latin typeface="Chivo"/>
                <a:ea typeface="Chivo"/>
                <a:cs typeface="Chivo"/>
                <a:sym typeface="Chivo"/>
              </a:rPr>
              <a:t>Write your recommendation</a:t>
            </a:r>
            <a:endParaRPr sz="1200">
              <a:solidFill>
                <a:schemeClr val="dk1"/>
              </a:solidFill>
              <a:latin typeface="Chivo"/>
              <a:ea typeface="Chivo"/>
              <a:cs typeface="Chivo"/>
              <a:sym typeface="Chivo"/>
            </a:endParaRPr>
          </a:p>
        </p:txBody>
      </p:sp>
      <p:cxnSp>
        <p:nvCxnSpPr>
          <p:cNvPr id="1175" name="Google Shape;1175;p45"/>
          <p:cNvCxnSpPr>
            <a:stCxn id="1168" idx="3"/>
            <a:endCxn id="1169" idx="1"/>
          </p:cNvCxnSpPr>
          <p:nvPr/>
        </p:nvCxnSpPr>
        <p:spPr>
          <a:xfrm>
            <a:off x="1308675" y="2289650"/>
            <a:ext cx="2288700" cy="600"/>
          </a:xfrm>
          <a:prstGeom prst="bentConnector3">
            <a:avLst>
              <a:gd fmla="val 50002" name="adj1"/>
            </a:avLst>
          </a:prstGeom>
          <a:noFill/>
          <a:ln cap="flat" cmpd="sng" w="9525">
            <a:solidFill>
              <a:schemeClr val="dk1"/>
            </a:solidFill>
            <a:prstDash val="solid"/>
            <a:round/>
            <a:headEnd len="med" w="med" type="none"/>
            <a:tailEnd len="med" w="med" type="none"/>
          </a:ln>
        </p:spPr>
      </p:cxnSp>
      <p:cxnSp>
        <p:nvCxnSpPr>
          <p:cNvPr id="1176" name="Google Shape;1176;p45"/>
          <p:cNvCxnSpPr>
            <a:stCxn id="1169" idx="3"/>
            <a:endCxn id="1170" idx="1"/>
          </p:cNvCxnSpPr>
          <p:nvPr/>
        </p:nvCxnSpPr>
        <p:spPr>
          <a:xfrm>
            <a:off x="3949363" y="2289650"/>
            <a:ext cx="2288700" cy="600"/>
          </a:xfrm>
          <a:prstGeom prst="bentConnector3">
            <a:avLst>
              <a:gd fmla="val 50002"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 name="Shape 1180"/>
        <p:cNvGrpSpPr/>
        <p:nvPr/>
      </p:nvGrpSpPr>
      <p:grpSpPr>
        <a:xfrm>
          <a:off x="0" y="0"/>
          <a:ext cx="0" cy="0"/>
          <a:chOff x="0" y="0"/>
          <a:chExt cx="0" cy="0"/>
        </a:xfrm>
      </p:grpSpPr>
      <p:sp>
        <p:nvSpPr>
          <p:cNvPr id="1181" name="Google Shape;1181;p46"/>
          <p:cNvSpPr txBox="1"/>
          <p:nvPr>
            <p:ph type="title"/>
          </p:nvPr>
        </p:nvSpPr>
        <p:spPr>
          <a:xfrm>
            <a:off x="720000" y="2991988"/>
            <a:ext cx="3218700" cy="59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1182" name="Google Shape;1182;p46"/>
          <p:cNvSpPr txBox="1"/>
          <p:nvPr>
            <p:ph idx="1" type="subTitle"/>
          </p:nvPr>
        </p:nvSpPr>
        <p:spPr>
          <a:xfrm>
            <a:off x="720000" y="3490063"/>
            <a:ext cx="3218700" cy="7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any of them and select “Replace image”</a:t>
            </a:r>
            <a:endParaRPr/>
          </a:p>
        </p:txBody>
      </p:sp>
      <p:pic>
        <p:nvPicPr>
          <p:cNvPr id="1183" name="Google Shape;1183;p46"/>
          <p:cNvPicPr preferRelativeResize="0"/>
          <p:nvPr>
            <p:ph idx="2" type="pic"/>
          </p:nvPr>
        </p:nvPicPr>
        <p:blipFill rotWithShape="1">
          <a:blip r:embed="rId3">
            <a:alphaModFix/>
          </a:blip>
          <a:srcRect b="0" l="0" r="3484" t="10634"/>
          <a:stretch/>
        </p:blipFill>
        <p:spPr>
          <a:xfrm>
            <a:off x="5474800" y="519750"/>
            <a:ext cx="2954099" cy="4104003"/>
          </a:xfrm>
          <a:prstGeom prst="rect">
            <a:avLst/>
          </a:prstGeom>
        </p:spPr>
      </p:pic>
      <p:pic>
        <p:nvPicPr>
          <p:cNvPr id="1184" name="Google Shape;1184;p46"/>
          <p:cNvPicPr preferRelativeResize="0"/>
          <p:nvPr>
            <p:ph idx="3" type="pic"/>
          </p:nvPr>
        </p:nvPicPr>
        <p:blipFill rotWithShape="1">
          <a:blip r:embed="rId4">
            <a:alphaModFix/>
          </a:blip>
          <a:srcRect b="0" l="11531" r="1040" t="0"/>
          <a:stretch/>
        </p:blipFill>
        <p:spPr>
          <a:xfrm>
            <a:off x="715100" y="535000"/>
            <a:ext cx="2541000" cy="1937099"/>
          </a:xfrm>
          <a:prstGeom prst="rect">
            <a:avLst/>
          </a:prstGeom>
        </p:spPr>
      </p:pic>
      <p:pic>
        <p:nvPicPr>
          <p:cNvPr id="1185" name="Google Shape;1185;p46"/>
          <p:cNvPicPr preferRelativeResize="0"/>
          <p:nvPr>
            <p:ph idx="4" type="pic"/>
          </p:nvPr>
        </p:nvPicPr>
        <p:blipFill rotWithShape="1">
          <a:blip r:embed="rId5">
            <a:alphaModFix/>
          </a:blip>
          <a:srcRect b="0" l="17986" r="11862" t="0"/>
          <a:stretch/>
        </p:blipFill>
        <p:spPr>
          <a:xfrm>
            <a:off x="3346050" y="535000"/>
            <a:ext cx="2038799" cy="1937099"/>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 name="Shape 1189"/>
        <p:cNvGrpSpPr/>
        <p:nvPr/>
      </p:nvGrpSpPr>
      <p:grpSpPr>
        <a:xfrm>
          <a:off x="0" y="0"/>
          <a:ext cx="0" cy="0"/>
          <a:chOff x="0" y="0"/>
          <a:chExt cx="0" cy="0"/>
        </a:xfrm>
      </p:grpSpPr>
      <p:sp>
        <p:nvSpPr>
          <p:cNvPr id="1190" name="Google Shape;1190;p47"/>
          <p:cNvSpPr/>
          <p:nvPr/>
        </p:nvSpPr>
        <p:spPr>
          <a:xfrm>
            <a:off x="809150" y="3028925"/>
            <a:ext cx="667500" cy="667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191" name="Google Shape;1191;p47"/>
          <p:cNvSpPr/>
          <p:nvPr/>
        </p:nvSpPr>
        <p:spPr>
          <a:xfrm>
            <a:off x="1863725" y="3028925"/>
            <a:ext cx="667500" cy="667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192" name="Google Shape;1192;p47"/>
          <p:cNvSpPr/>
          <p:nvPr/>
        </p:nvSpPr>
        <p:spPr>
          <a:xfrm>
            <a:off x="2918300" y="3028925"/>
            <a:ext cx="667500" cy="667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sp>
        <p:nvSpPr>
          <p:cNvPr id="1193" name="Google Shape;1193;p47"/>
          <p:cNvSpPr txBox="1"/>
          <p:nvPr>
            <p:ph idx="1" type="subTitle"/>
          </p:nvPr>
        </p:nvSpPr>
        <p:spPr>
          <a:xfrm>
            <a:off x="715100" y="1475950"/>
            <a:ext cx="33192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100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yourwebsite.com</a:t>
            </a:r>
            <a:endParaRPr/>
          </a:p>
        </p:txBody>
      </p:sp>
      <p:sp>
        <p:nvSpPr>
          <p:cNvPr id="1194" name="Google Shape;1194;p47"/>
          <p:cNvSpPr txBox="1"/>
          <p:nvPr>
            <p:ph type="ctrTitle"/>
          </p:nvPr>
        </p:nvSpPr>
        <p:spPr>
          <a:xfrm>
            <a:off x="715100" y="517425"/>
            <a:ext cx="3319200" cy="9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1195" name="Google Shape;1195;p47"/>
          <p:cNvSpPr txBox="1"/>
          <p:nvPr/>
        </p:nvSpPr>
        <p:spPr>
          <a:xfrm>
            <a:off x="6847000" y="4062111"/>
            <a:ext cx="1581900" cy="5487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1100">
                <a:solidFill>
                  <a:schemeClr val="dk1"/>
                </a:solidFill>
                <a:latin typeface="Chivo"/>
                <a:ea typeface="Chivo"/>
                <a:cs typeface="Chivo"/>
                <a:sym typeface="Chivo"/>
              </a:rPr>
              <a:t>Please keep this slide for attribution</a:t>
            </a:r>
            <a:endParaRPr sz="1100">
              <a:solidFill>
                <a:schemeClr val="dk1"/>
              </a:solidFill>
              <a:latin typeface="Chivo"/>
              <a:ea typeface="Chivo"/>
              <a:cs typeface="Chivo"/>
              <a:sym typeface="Chivo"/>
            </a:endParaRPr>
          </a:p>
        </p:txBody>
      </p:sp>
      <p:grpSp>
        <p:nvGrpSpPr>
          <p:cNvPr id="1196" name="Google Shape;1196;p47"/>
          <p:cNvGrpSpPr/>
          <p:nvPr/>
        </p:nvGrpSpPr>
        <p:grpSpPr>
          <a:xfrm>
            <a:off x="949061" y="3168850"/>
            <a:ext cx="387681" cy="387661"/>
            <a:chOff x="266768" y="1721375"/>
            <a:chExt cx="397907" cy="397887"/>
          </a:xfrm>
        </p:grpSpPr>
        <p:sp>
          <p:nvSpPr>
            <p:cNvPr id="1197" name="Google Shape;1197;p4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47"/>
          <p:cNvGrpSpPr/>
          <p:nvPr/>
        </p:nvGrpSpPr>
        <p:grpSpPr>
          <a:xfrm>
            <a:off x="3058207" y="3168850"/>
            <a:ext cx="387661" cy="387661"/>
            <a:chOff x="1379798" y="1723250"/>
            <a:chExt cx="397887" cy="397887"/>
          </a:xfrm>
        </p:grpSpPr>
        <p:sp>
          <p:nvSpPr>
            <p:cNvPr id="1200" name="Google Shape;1200;p4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47"/>
          <p:cNvGrpSpPr/>
          <p:nvPr/>
        </p:nvGrpSpPr>
        <p:grpSpPr>
          <a:xfrm>
            <a:off x="2003655" y="3168850"/>
            <a:ext cx="387641" cy="387661"/>
            <a:chOff x="864491" y="1723250"/>
            <a:chExt cx="397866" cy="397887"/>
          </a:xfrm>
        </p:grpSpPr>
        <p:sp>
          <p:nvSpPr>
            <p:cNvPr id="1205" name="Google Shape;1205;p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47"/>
          <p:cNvGrpSpPr/>
          <p:nvPr/>
        </p:nvGrpSpPr>
        <p:grpSpPr>
          <a:xfrm>
            <a:off x="4807761" y="535000"/>
            <a:ext cx="3662414" cy="3907774"/>
            <a:chOff x="4807761" y="535000"/>
            <a:chExt cx="3662414" cy="3907774"/>
          </a:xfrm>
        </p:grpSpPr>
        <p:sp>
          <p:nvSpPr>
            <p:cNvPr id="1209" name="Google Shape;1209;p47"/>
            <p:cNvSpPr/>
            <p:nvPr/>
          </p:nvSpPr>
          <p:spPr>
            <a:xfrm>
              <a:off x="6956975" y="535000"/>
              <a:ext cx="1513200" cy="15132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1210" name="Google Shape;1210;p47"/>
            <p:cNvGrpSpPr/>
            <p:nvPr/>
          </p:nvGrpSpPr>
          <p:grpSpPr>
            <a:xfrm>
              <a:off x="4807761" y="706834"/>
              <a:ext cx="1555780" cy="3735940"/>
              <a:chOff x="5654086" y="706834"/>
              <a:chExt cx="1555780" cy="3735940"/>
            </a:xfrm>
          </p:grpSpPr>
          <p:sp>
            <p:nvSpPr>
              <p:cNvPr id="1211" name="Google Shape;1211;p47"/>
              <p:cNvSpPr/>
              <p:nvPr/>
            </p:nvSpPr>
            <p:spPr>
              <a:xfrm>
                <a:off x="5654086" y="706834"/>
                <a:ext cx="1555780" cy="3735940"/>
              </a:xfrm>
              <a:custGeom>
                <a:rect b="b" l="l" r="r" t="t"/>
                <a:pathLst>
                  <a:path extrusionOk="0" h="6469161" w="2717520">
                    <a:moveTo>
                      <a:pt x="1670277" y="390174"/>
                    </a:moveTo>
                    <a:cubicBezTo>
                      <a:pt x="1670277" y="390174"/>
                      <a:pt x="1683327" y="207656"/>
                      <a:pt x="1598554" y="97062"/>
                    </a:cubicBezTo>
                    <a:cubicBezTo>
                      <a:pt x="1513876" y="-13543"/>
                      <a:pt x="1318234" y="-13752"/>
                      <a:pt x="1233747" y="18842"/>
                    </a:cubicBezTo>
                    <a:cubicBezTo>
                      <a:pt x="1149222" y="51437"/>
                      <a:pt x="1064268" y="110101"/>
                      <a:pt x="1044504" y="208085"/>
                    </a:cubicBezTo>
                    <a:cubicBezTo>
                      <a:pt x="1032474" y="279113"/>
                      <a:pt x="1028102" y="351227"/>
                      <a:pt x="1031465" y="423188"/>
                    </a:cubicBezTo>
                    <a:cubicBezTo>
                      <a:pt x="997413" y="430541"/>
                      <a:pt x="975771" y="464117"/>
                      <a:pt x="983125" y="498169"/>
                    </a:cubicBezTo>
                    <a:cubicBezTo>
                      <a:pt x="983792" y="501274"/>
                      <a:pt x="984696" y="504322"/>
                      <a:pt x="985830" y="507294"/>
                    </a:cubicBezTo>
                    <a:cubicBezTo>
                      <a:pt x="996241" y="548328"/>
                      <a:pt x="1016357" y="586266"/>
                      <a:pt x="1044495" y="617898"/>
                    </a:cubicBezTo>
                    <a:cubicBezTo>
                      <a:pt x="1044495" y="617898"/>
                      <a:pt x="1064049" y="709157"/>
                      <a:pt x="1077089" y="748267"/>
                    </a:cubicBezTo>
                    <a:cubicBezTo>
                      <a:pt x="1090129" y="787376"/>
                      <a:pt x="1161195" y="872120"/>
                      <a:pt x="1161195" y="872120"/>
                    </a:cubicBezTo>
                    <a:cubicBezTo>
                      <a:pt x="1161195" y="872120"/>
                      <a:pt x="1174234" y="969894"/>
                      <a:pt x="1128601" y="1002489"/>
                    </a:cubicBezTo>
                    <a:cubicBezTo>
                      <a:pt x="1082966" y="1035084"/>
                      <a:pt x="972162" y="1061154"/>
                      <a:pt x="815932" y="1113093"/>
                    </a:cubicBezTo>
                    <a:cubicBezTo>
                      <a:pt x="659704" y="1165033"/>
                      <a:pt x="516086" y="1302336"/>
                      <a:pt x="483500" y="1478120"/>
                    </a:cubicBezTo>
                    <a:cubicBezTo>
                      <a:pt x="463850" y="1583343"/>
                      <a:pt x="459459" y="1690842"/>
                      <a:pt x="470461" y="1797312"/>
                    </a:cubicBezTo>
                    <a:lnTo>
                      <a:pt x="411797" y="2168644"/>
                    </a:lnTo>
                    <a:cubicBezTo>
                      <a:pt x="372582" y="2270695"/>
                      <a:pt x="350627" y="2378566"/>
                      <a:pt x="346826" y="2487837"/>
                    </a:cubicBezTo>
                    <a:cubicBezTo>
                      <a:pt x="340311" y="2670355"/>
                      <a:pt x="307717" y="3034543"/>
                      <a:pt x="307717" y="3034543"/>
                    </a:cubicBezTo>
                    <a:cubicBezTo>
                      <a:pt x="307717" y="3034543"/>
                      <a:pt x="346826" y="3060613"/>
                      <a:pt x="255567" y="3106247"/>
                    </a:cubicBezTo>
                    <a:cubicBezTo>
                      <a:pt x="164308" y="3151872"/>
                      <a:pt x="157793" y="3184467"/>
                      <a:pt x="144754" y="3217061"/>
                    </a:cubicBezTo>
                    <a:cubicBezTo>
                      <a:pt x="131714" y="3249656"/>
                      <a:pt x="125198" y="3314835"/>
                      <a:pt x="99128" y="3334390"/>
                    </a:cubicBezTo>
                    <a:cubicBezTo>
                      <a:pt x="73059" y="3353945"/>
                      <a:pt x="-11685" y="3334390"/>
                      <a:pt x="1355" y="3399360"/>
                    </a:cubicBezTo>
                    <a:cubicBezTo>
                      <a:pt x="14394" y="3464330"/>
                      <a:pt x="106491" y="3425430"/>
                      <a:pt x="106491" y="3425430"/>
                    </a:cubicBezTo>
                    <a:lnTo>
                      <a:pt x="165156" y="3412390"/>
                    </a:lnTo>
                    <a:lnTo>
                      <a:pt x="165156" y="3744822"/>
                    </a:lnTo>
                    <a:cubicBezTo>
                      <a:pt x="165156" y="3777417"/>
                      <a:pt x="184711" y="3823042"/>
                      <a:pt x="217306" y="3783932"/>
                    </a:cubicBezTo>
                    <a:cubicBezTo>
                      <a:pt x="217306" y="3783932"/>
                      <a:pt x="249900" y="3829557"/>
                      <a:pt x="269455" y="3810002"/>
                    </a:cubicBezTo>
                    <a:lnTo>
                      <a:pt x="301202" y="3791495"/>
                    </a:lnTo>
                    <a:cubicBezTo>
                      <a:pt x="301202" y="3791495"/>
                      <a:pt x="339682" y="3807478"/>
                      <a:pt x="357761" y="3800744"/>
                    </a:cubicBezTo>
                    <a:cubicBezTo>
                      <a:pt x="375839" y="3794019"/>
                      <a:pt x="412015" y="3743975"/>
                      <a:pt x="412015" y="3743975"/>
                    </a:cubicBezTo>
                    <a:cubicBezTo>
                      <a:pt x="412015" y="3743975"/>
                      <a:pt x="421264" y="3771102"/>
                      <a:pt x="454068" y="3730516"/>
                    </a:cubicBezTo>
                    <a:cubicBezTo>
                      <a:pt x="486872" y="3689930"/>
                      <a:pt x="492549" y="3639886"/>
                      <a:pt x="501589" y="3605824"/>
                    </a:cubicBezTo>
                    <a:cubicBezTo>
                      <a:pt x="510628" y="3571763"/>
                      <a:pt x="540070" y="3386092"/>
                      <a:pt x="549109" y="3353497"/>
                    </a:cubicBezTo>
                    <a:cubicBezTo>
                      <a:pt x="558148" y="3320903"/>
                      <a:pt x="549109" y="3154158"/>
                      <a:pt x="549109" y="3154158"/>
                    </a:cubicBezTo>
                    <a:lnTo>
                      <a:pt x="542384" y="3081616"/>
                    </a:lnTo>
                    <a:cubicBezTo>
                      <a:pt x="542384" y="3081616"/>
                      <a:pt x="689574" y="2680842"/>
                      <a:pt x="714596" y="2585592"/>
                    </a:cubicBezTo>
                    <a:cubicBezTo>
                      <a:pt x="740981" y="2494923"/>
                      <a:pt x="761421" y="2402626"/>
                      <a:pt x="775785" y="2309300"/>
                    </a:cubicBezTo>
                    <a:cubicBezTo>
                      <a:pt x="784824" y="2227928"/>
                      <a:pt x="823305" y="2067070"/>
                      <a:pt x="823305" y="2067070"/>
                    </a:cubicBezTo>
                    <a:lnTo>
                      <a:pt x="839078" y="2060345"/>
                    </a:lnTo>
                    <a:cubicBezTo>
                      <a:pt x="839078" y="2060345"/>
                      <a:pt x="841393" y="2443041"/>
                      <a:pt x="832353" y="2492866"/>
                    </a:cubicBezTo>
                    <a:cubicBezTo>
                      <a:pt x="823314" y="2542701"/>
                      <a:pt x="755392" y="2635427"/>
                      <a:pt x="762126" y="2753184"/>
                    </a:cubicBezTo>
                    <a:cubicBezTo>
                      <a:pt x="768850" y="2870932"/>
                      <a:pt x="728064" y="3070272"/>
                      <a:pt x="716920" y="3138185"/>
                    </a:cubicBezTo>
                    <a:cubicBezTo>
                      <a:pt x="705776" y="3206098"/>
                      <a:pt x="619355" y="3437184"/>
                      <a:pt x="655732" y="3815460"/>
                    </a:cubicBezTo>
                    <a:cubicBezTo>
                      <a:pt x="692107" y="4193736"/>
                      <a:pt x="767803" y="4405686"/>
                      <a:pt x="811751" y="4573907"/>
                    </a:cubicBezTo>
                    <a:cubicBezTo>
                      <a:pt x="855700" y="4742118"/>
                      <a:pt x="843717" y="4850199"/>
                      <a:pt x="823734" y="5010219"/>
                    </a:cubicBezTo>
                    <a:cubicBezTo>
                      <a:pt x="803750" y="5170239"/>
                      <a:pt x="835716" y="5241514"/>
                      <a:pt x="891856" y="5446531"/>
                    </a:cubicBezTo>
                    <a:cubicBezTo>
                      <a:pt x="947997" y="5651547"/>
                      <a:pt x="1047876" y="5867069"/>
                      <a:pt x="1060068" y="5946974"/>
                    </a:cubicBezTo>
                    <a:cubicBezTo>
                      <a:pt x="1072260" y="6026879"/>
                      <a:pt x="1036093" y="6035080"/>
                      <a:pt x="1016120" y="6083229"/>
                    </a:cubicBezTo>
                    <a:cubicBezTo>
                      <a:pt x="996146" y="6131378"/>
                      <a:pt x="888065" y="6255231"/>
                      <a:pt x="884065" y="6307381"/>
                    </a:cubicBezTo>
                    <a:cubicBezTo>
                      <a:pt x="880065" y="6359530"/>
                      <a:pt x="916031" y="6399478"/>
                      <a:pt x="1016120" y="6427443"/>
                    </a:cubicBezTo>
                    <a:cubicBezTo>
                      <a:pt x="1116208" y="6455409"/>
                      <a:pt x="1188332" y="6455409"/>
                      <a:pt x="1236223" y="6391486"/>
                    </a:cubicBezTo>
                    <a:cubicBezTo>
                      <a:pt x="1284229" y="6327564"/>
                      <a:pt x="1288420" y="6287407"/>
                      <a:pt x="1284420" y="6239249"/>
                    </a:cubicBezTo>
                    <a:cubicBezTo>
                      <a:pt x="1280419" y="6191100"/>
                      <a:pt x="1268418" y="6183318"/>
                      <a:pt x="1284420" y="6139160"/>
                    </a:cubicBezTo>
                    <a:cubicBezTo>
                      <a:pt x="1300422" y="6095002"/>
                      <a:pt x="1320329" y="6071247"/>
                      <a:pt x="1308423" y="5995123"/>
                    </a:cubicBezTo>
                    <a:cubicBezTo>
                      <a:pt x="1296421" y="5919009"/>
                      <a:pt x="1304422" y="5987131"/>
                      <a:pt x="1272419" y="5830903"/>
                    </a:cubicBezTo>
                    <a:cubicBezTo>
                      <a:pt x="1240509" y="5674673"/>
                      <a:pt x="1276419" y="5470715"/>
                      <a:pt x="1276419" y="5382608"/>
                    </a:cubicBezTo>
                    <a:cubicBezTo>
                      <a:pt x="1276419" y="5294502"/>
                      <a:pt x="1276419" y="5086343"/>
                      <a:pt x="1255368" y="4983092"/>
                    </a:cubicBezTo>
                    <a:cubicBezTo>
                      <a:pt x="1234319" y="4879850"/>
                      <a:pt x="1231461" y="4926951"/>
                      <a:pt x="1219460" y="4782914"/>
                    </a:cubicBezTo>
                    <a:cubicBezTo>
                      <a:pt x="1207458" y="4638877"/>
                      <a:pt x="1227460" y="4622685"/>
                      <a:pt x="1227460" y="4518605"/>
                    </a:cubicBezTo>
                    <a:cubicBezTo>
                      <a:pt x="1227175" y="4456693"/>
                      <a:pt x="1220126" y="4394989"/>
                      <a:pt x="1206400" y="4334620"/>
                    </a:cubicBezTo>
                    <a:cubicBezTo>
                      <a:pt x="1206400" y="4334620"/>
                      <a:pt x="1286515" y="3918282"/>
                      <a:pt x="1290516" y="3902099"/>
                    </a:cubicBezTo>
                    <a:cubicBezTo>
                      <a:pt x="1294516" y="3885907"/>
                      <a:pt x="1353571" y="3610034"/>
                      <a:pt x="1353571" y="3610034"/>
                    </a:cubicBezTo>
                    <a:cubicBezTo>
                      <a:pt x="1367478" y="3612511"/>
                      <a:pt x="1379384" y="3621388"/>
                      <a:pt x="1385766" y="3634009"/>
                    </a:cubicBezTo>
                    <a:cubicBezTo>
                      <a:pt x="1393767" y="3653982"/>
                      <a:pt x="1497875" y="4330629"/>
                      <a:pt x="1497875" y="4330629"/>
                    </a:cubicBezTo>
                    <a:cubicBezTo>
                      <a:pt x="1497875" y="4330629"/>
                      <a:pt x="1457680" y="4438709"/>
                      <a:pt x="1461680" y="4510623"/>
                    </a:cubicBezTo>
                    <a:cubicBezTo>
                      <a:pt x="1465681" y="4582537"/>
                      <a:pt x="1509781" y="4786915"/>
                      <a:pt x="1509781" y="4786915"/>
                    </a:cubicBezTo>
                    <a:cubicBezTo>
                      <a:pt x="1509781" y="4786915"/>
                      <a:pt x="1481397" y="4916026"/>
                      <a:pt x="1452822" y="5116203"/>
                    </a:cubicBezTo>
                    <a:cubicBezTo>
                      <a:pt x="1424247" y="5316381"/>
                      <a:pt x="1468823" y="5524550"/>
                      <a:pt x="1464824" y="5648603"/>
                    </a:cubicBezTo>
                    <a:cubicBezTo>
                      <a:pt x="1463776" y="5729461"/>
                      <a:pt x="1454345" y="5809995"/>
                      <a:pt x="1436820" y="5888938"/>
                    </a:cubicBezTo>
                    <a:cubicBezTo>
                      <a:pt x="1424913" y="5944869"/>
                      <a:pt x="1404911" y="6024984"/>
                      <a:pt x="1424913" y="6085115"/>
                    </a:cubicBezTo>
                    <a:lnTo>
                      <a:pt x="1444820" y="6145046"/>
                    </a:lnTo>
                    <a:cubicBezTo>
                      <a:pt x="1435677" y="6199291"/>
                      <a:pt x="1431676" y="6254270"/>
                      <a:pt x="1432819" y="6309267"/>
                    </a:cubicBezTo>
                    <a:cubicBezTo>
                      <a:pt x="1436820" y="6381390"/>
                      <a:pt x="1468823" y="6429329"/>
                      <a:pt x="1517020" y="6437321"/>
                    </a:cubicBezTo>
                    <a:cubicBezTo>
                      <a:pt x="1548072" y="6439978"/>
                      <a:pt x="1578361" y="6426386"/>
                      <a:pt x="1597126" y="6401364"/>
                    </a:cubicBezTo>
                    <a:cubicBezTo>
                      <a:pt x="1634654" y="6423052"/>
                      <a:pt x="1679327" y="6428806"/>
                      <a:pt x="1721141" y="6417347"/>
                    </a:cubicBezTo>
                    <a:cubicBezTo>
                      <a:pt x="1789245" y="6397373"/>
                      <a:pt x="1837251" y="6369198"/>
                      <a:pt x="1821248" y="6313267"/>
                    </a:cubicBezTo>
                    <a:cubicBezTo>
                      <a:pt x="1808390" y="6256727"/>
                      <a:pt x="1783816" y="6203511"/>
                      <a:pt x="1749145" y="6157038"/>
                    </a:cubicBezTo>
                    <a:cubicBezTo>
                      <a:pt x="1705139" y="6097107"/>
                      <a:pt x="1676946" y="6089125"/>
                      <a:pt x="1665039" y="6017002"/>
                    </a:cubicBezTo>
                    <a:cubicBezTo>
                      <a:pt x="1651989" y="5943411"/>
                      <a:pt x="1657610" y="5867745"/>
                      <a:pt x="1681231" y="5796851"/>
                    </a:cubicBezTo>
                    <a:cubicBezTo>
                      <a:pt x="1705139" y="5732718"/>
                      <a:pt x="1809247" y="5536532"/>
                      <a:pt x="1857158" y="5276433"/>
                    </a:cubicBezTo>
                    <a:cubicBezTo>
                      <a:pt x="1905164" y="5016334"/>
                      <a:pt x="1897353" y="5000141"/>
                      <a:pt x="1885351" y="4908044"/>
                    </a:cubicBezTo>
                    <a:cubicBezTo>
                      <a:pt x="1874683" y="4778428"/>
                      <a:pt x="1880018" y="4647974"/>
                      <a:pt x="1901354" y="4519672"/>
                    </a:cubicBezTo>
                    <a:cubicBezTo>
                      <a:pt x="1921356" y="4419583"/>
                      <a:pt x="2061374" y="4059395"/>
                      <a:pt x="2061374" y="3767111"/>
                    </a:cubicBezTo>
                    <a:cubicBezTo>
                      <a:pt x="2057183" y="3526462"/>
                      <a:pt x="2031752" y="3286660"/>
                      <a:pt x="1985270" y="3050507"/>
                    </a:cubicBezTo>
                    <a:cubicBezTo>
                      <a:pt x="1972505" y="2988328"/>
                      <a:pt x="1963171" y="2925501"/>
                      <a:pt x="1957266" y="2862312"/>
                    </a:cubicBezTo>
                    <a:cubicBezTo>
                      <a:pt x="1970887" y="2803086"/>
                      <a:pt x="1970887" y="2741544"/>
                      <a:pt x="1957266" y="2682318"/>
                    </a:cubicBezTo>
                    <a:cubicBezTo>
                      <a:pt x="1933262" y="2598213"/>
                      <a:pt x="1917356" y="2566037"/>
                      <a:pt x="1897353" y="2474149"/>
                    </a:cubicBezTo>
                    <a:cubicBezTo>
                      <a:pt x="1880970" y="2393406"/>
                      <a:pt x="1868873" y="2311843"/>
                      <a:pt x="1861159" y="2229814"/>
                    </a:cubicBezTo>
                    <a:lnTo>
                      <a:pt x="1861159" y="2073794"/>
                    </a:lnTo>
                    <a:cubicBezTo>
                      <a:pt x="1861159" y="2073794"/>
                      <a:pt x="1937359" y="2257779"/>
                      <a:pt x="1973268" y="2386043"/>
                    </a:cubicBezTo>
                    <a:cubicBezTo>
                      <a:pt x="2009176" y="2514307"/>
                      <a:pt x="2009462" y="2590211"/>
                      <a:pt x="2049373" y="2710284"/>
                    </a:cubicBezTo>
                    <a:cubicBezTo>
                      <a:pt x="2089282" y="2830346"/>
                      <a:pt x="2173483" y="3054498"/>
                      <a:pt x="2189390" y="3102647"/>
                    </a:cubicBezTo>
                    <a:cubicBezTo>
                      <a:pt x="2205392" y="3150796"/>
                      <a:pt x="2169483" y="3234692"/>
                      <a:pt x="2185389" y="3362746"/>
                    </a:cubicBezTo>
                    <a:cubicBezTo>
                      <a:pt x="2201392" y="3490800"/>
                      <a:pt x="2217584" y="3711161"/>
                      <a:pt x="2245588" y="3743127"/>
                    </a:cubicBezTo>
                    <a:cubicBezTo>
                      <a:pt x="2273495" y="3775083"/>
                      <a:pt x="2305690" y="3739136"/>
                      <a:pt x="2305690" y="3739136"/>
                    </a:cubicBezTo>
                    <a:cubicBezTo>
                      <a:pt x="2305690" y="3739136"/>
                      <a:pt x="2317691" y="3802220"/>
                      <a:pt x="2341695" y="3811259"/>
                    </a:cubicBezTo>
                    <a:cubicBezTo>
                      <a:pt x="2365602" y="3820298"/>
                      <a:pt x="2397606" y="3795067"/>
                      <a:pt x="2397606" y="3795067"/>
                    </a:cubicBezTo>
                    <a:cubicBezTo>
                      <a:pt x="2400560" y="3813183"/>
                      <a:pt x="2417514" y="3825499"/>
                      <a:pt x="2435706" y="3822585"/>
                    </a:cubicBezTo>
                    <a:cubicBezTo>
                      <a:pt x="2439230" y="3822022"/>
                      <a:pt x="2442564" y="3820889"/>
                      <a:pt x="2445708" y="3819251"/>
                    </a:cubicBezTo>
                    <a:cubicBezTo>
                      <a:pt x="2467425" y="3812288"/>
                      <a:pt x="2484951" y="3796134"/>
                      <a:pt x="2493714" y="3775093"/>
                    </a:cubicBezTo>
                    <a:cubicBezTo>
                      <a:pt x="2493714" y="3775093"/>
                      <a:pt x="2553817" y="3799067"/>
                      <a:pt x="2545816" y="3719162"/>
                    </a:cubicBezTo>
                    <a:cubicBezTo>
                      <a:pt x="2537814" y="3639257"/>
                      <a:pt x="2517907" y="3530967"/>
                      <a:pt x="2517907" y="3507002"/>
                    </a:cubicBezTo>
                    <a:cubicBezTo>
                      <a:pt x="2517907" y="3483037"/>
                      <a:pt x="2521908" y="3406913"/>
                      <a:pt x="2521908" y="3406913"/>
                    </a:cubicBezTo>
                    <a:cubicBezTo>
                      <a:pt x="2542958" y="3423963"/>
                      <a:pt x="2567438" y="3436231"/>
                      <a:pt x="2593727" y="3442870"/>
                    </a:cubicBezTo>
                    <a:cubicBezTo>
                      <a:pt x="2625920" y="3446861"/>
                      <a:pt x="2657925" y="3478827"/>
                      <a:pt x="2681833" y="3442870"/>
                    </a:cubicBezTo>
                    <a:cubicBezTo>
                      <a:pt x="2705835" y="3406913"/>
                      <a:pt x="2685833" y="3394931"/>
                      <a:pt x="2641923" y="3366756"/>
                    </a:cubicBezTo>
                    <a:cubicBezTo>
                      <a:pt x="2598013" y="3338581"/>
                      <a:pt x="2593821" y="3330799"/>
                      <a:pt x="2561817" y="3282650"/>
                    </a:cubicBezTo>
                    <a:cubicBezTo>
                      <a:pt x="2529813" y="3234501"/>
                      <a:pt x="2557817" y="3222719"/>
                      <a:pt x="2489713" y="3162588"/>
                    </a:cubicBezTo>
                    <a:cubicBezTo>
                      <a:pt x="2421609" y="3102447"/>
                      <a:pt x="2378081" y="3074481"/>
                      <a:pt x="2378081" y="3023599"/>
                    </a:cubicBezTo>
                    <a:cubicBezTo>
                      <a:pt x="2378081" y="2972716"/>
                      <a:pt x="2430182" y="2647219"/>
                      <a:pt x="2381985" y="2415075"/>
                    </a:cubicBezTo>
                    <a:cubicBezTo>
                      <a:pt x="2333885" y="2182941"/>
                      <a:pt x="2310167" y="2122801"/>
                      <a:pt x="2302166" y="2086844"/>
                    </a:cubicBezTo>
                    <a:cubicBezTo>
                      <a:pt x="2294165" y="2050887"/>
                      <a:pt x="2222061" y="1778586"/>
                      <a:pt x="2222061" y="1778586"/>
                    </a:cubicBezTo>
                    <a:cubicBezTo>
                      <a:pt x="2222061" y="1778586"/>
                      <a:pt x="2285117" y="1526259"/>
                      <a:pt x="2173864" y="1314099"/>
                    </a:cubicBezTo>
                    <a:cubicBezTo>
                      <a:pt x="2062613" y="1101940"/>
                      <a:pt x="1909736" y="1117913"/>
                      <a:pt x="1793721" y="1065983"/>
                    </a:cubicBezTo>
                    <a:cubicBezTo>
                      <a:pt x="1677612" y="1014043"/>
                      <a:pt x="1585505" y="1002899"/>
                      <a:pt x="1569313" y="969885"/>
                    </a:cubicBezTo>
                    <a:cubicBezTo>
                      <a:pt x="1557692" y="941643"/>
                      <a:pt x="1549595" y="912040"/>
                      <a:pt x="1545309" y="881779"/>
                    </a:cubicBezTo>
                    <a:cubicBezTo>
                      <a:pt x="1545309" y="881779"/>
                      <a:pt x="1650466" y="737742"/>
                      <a:pt x="1653418" y="689593"/>
                    </a:cubicBezTo>
                    <a:lnTo>
                      <a:pt x="1657419" y="641653"/>
                    </a:lnTo>
                    <a:cubicBezTo>
                      <a:pt x="1657419" y="641653"/>
                      <a:pt x="1720474" y="617679"/>
                      <a:pt x="1737524" y="494464"/>
                    </a:cubicBezTo>
                    <a:cubicBezTo>
                      <a:pt x="1754573" y="371248"/>
                      <a:pt x="1670277" y="390174"/>
                      <a:pt x="1670277" y="390174"/>
                    </a:cubicBezTo>
                    <a:close/>
                  </a:path>
                </a:pathLst>
              </a:custGeom>
              <a:solidFill>
                <a:srgbClr val="AF8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6355524" y="1321918"/>
                <a:ext cx="153514" cy="157091"/>
              </a:xfrm>
              <a:custGeom>
                <a:rect b="b" l="l" r="r" t="t"/>
                <a:pathLst>
                  <a:path extrusionOk="0" h="281778" w="270510">
                    <a:moveTo>
                      <a:pt x="61660" y="20317"/>
                    </a:moveTo>
                    <a:cubicBezTo>
                      <a:pt x="49944" y="23451"/>
                      <a:pt x="39942" y="30985"/>
                      <a:pt x="33656" y="41348"/>
                    </a:cubicBezTo>
                    <a:cubicBezTo>
                      <a:pt x="27275" y="53102"/>
                      <a:pt x="23750" y="66218"/>
                      <a:pt x="23369" y="79620"/>
                    </a:cubicBezTo>
                    <a:cubicBezTo>
                      <a:pt x="14606" y="89221"/>
                      <a:pt x="9082" y="101365"/>
                      <a:pt x="7653" y="114310"/>
                    </a:cubicBezTo>
                    <a:cubicBezTo>
                      <a:pt x="5939" y="135341"/>
                      <a:pt x="4224" y="123139"/>
                      <a:pt x="5939" y="135341"/>
                    </a:cubicBezTo>
                    <a:cubicBezTo>
                      <a:pt x="7653" y="147533"/>
                      <a:pt x="-2729" y="163306"/>
                      <a:pt x="699" y="180546"/>
                    </a:cubicBezTo>
                    <a:cubicBezTo>
                      <a:pt x="2795" y="191043"/>
                      <a:pt x="6986" y="201035"/>
                      <a:pt x="12892" y="209988"/>
                    </a:cubicBezTo>
                    <a:cubicBezTo>
                      <a:pt x="15749" y="221475"/>
                      <a:pt x="21083" y="232172"/>
                      <a:pt x="28608" y="241316"/>
                    </a:cubicBezTo>
                    <a:cubicBezTo>
                      <a:pt x="34799" y="247584"/>
                      <a:pt x="41848" y="252832"/>
                      <a:pt x="49658" y="256880"/>
                    </a:cubicBezTo>
                    <a:cubicBezTo>
                      <a:pt x="49658" y="256880"/>
                      <a:pt x="52992" y="263814"/>
                      <a:pt x="70709" y="267395"/>
                    </a:cubicBezTo>
                    <a:lnTo>
                      <a:pt x="87949" y="270967"/>
                    </a:lnTo>
                    <a:lnTo>
                      <a:pt x="91473" y="198006"/>
                    </a:lnTo>
                    <a:cubicBezTo>
                      <a:pt x="99664" y="201778"/>
                      <a:pt x="108618" y="203511"/>
                      <a:pt x="117571" y="203054"/>
                    </a:cubicBezTo>
                    <a:lnTo>
                      <a:pt x="134145" y="203054"/>
                    </a:lnTo>
                    <a:cubicBezTo>
                      <a:pt x="140241" y="205502"/>
                      <a:pt x="146909" y="206150"/>
                      <a:pt x="153290" y="204949"/>
                    </a:cubicBezTo>
                    <a:cubicBezTo>
                      <a:pt x="161196" y="203635"/>
                      <a:pt x="168816" y="201301"/>
                      <a:pt x="176055" y="198015"/>
                    </a:cubicBezTo>
                    <a:lnTo>
                      <a:pt x="177674" y="270977"/>
                    </a:lnTo>
                    <a:cubicBezTo>
                      <a:pt x="191295" y="266091"/>
                      <a:pt x="203677" y="258347"/>
                      <a:pt x="214060" y="248269"/>
                    </a:cubicBezTo>
                    <a:lnTo>
                      <a:pt x="222918" y="236077"/>
                    </a:lnTo>
                    <a:cubicBezTo>
                      <a:pt x="232824" y="234553"/>
                      <a:pt x="241587" y="228895"/>
                      <a:pt x="247111" y="220513"/>
                    </a:cubicBezTo>
                    <a:cubicBezTo>
                      <a:pt x="252350" y="211560"/>
                      <a:pt x="255303" y="201444"/>
                      <a:pt x="255684" y="191072"/>
                    </a:cubicBezTo>
                    <a:cubicBezTo>
                      <a:pt x="264352" y="182442"/>
                      <a:pt x="267781" y="169850"/>
                      <a:pt x="264543" y="158058"/>
                    </a:cubicBezTo>
                    <a:lnTo>
                      <a:pt x="259303" y="137027"/>
                    </a:lnTo>
                    <a:cubicBezTo>
                      <a:pt x="259399" y="120987"/>
                      <a:pt x="256541" y="105080"/>
                      <a:pt x="250635" y="90135"/>
                    </a:cubicBezTo>
                    <a:cubicBezTo>
                      <a:pt x="241873" y="74362"/>
                      <a:pt x="247111" y="84877"/>
                      <a:pt x="241873" y="74362"/>
                    </a:cubicBezTo>
                    <a:cubicBezTo>
                      <a:pt x="234729" y="61122"/>
                      <a:pt x="226632" y="48406"/>
                      <a:pt x="217679" y="36300"/>
                    </a:cubicBezTo>
                    <a:cubicBezTo>
                      <a:pt x="209964" y="24927"/>
                      <a:pt x="199868" y="15431"/>
                      <a:pt x="188057" y="8544"/>
                    </a:cubicBezTo>
                    <a:cubicBezTo>
                      <a:pt x="176245" y="1181"/>
                      <a:pt x="101379" y="-10801"/>
                      <a:pt x="61660" y="2031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6372587" y="1250755"/>
                <a:ext cx="125552" cy="143166"/>
              </a:xfrm>
              <a:custGeom>
                <a:rect b="b" l="l" r="r" t="t"/>
                <a:pathLst>
                  <a:path extrusionOk="0" h="263900" w="226219">
                    <a:moveTo>
                      <a:pt x="106801" y="79023"/>
                    </a:moveTo>
                    <a:cubicBezTo>
                      <a:pt x="106801" y="79023"/>
                      <a:pt x="85751" y="18882"/>
                      <a:pt x="69749" y="22463"/>
                    </a:cubicBezTo>
                    <a:cubicBezTo>
                      <a:pt x="51937" y="31103"/>
                      <a:pt x="35649" y="42609"/>
                      <a:pt x="21648" y="56525"/>
                    </a:cubicBezTo>
                    <a:cubicBezTo>
                      <a:pt x="21648" y="56525"/>
                      <a:pt x="12980" y="-14551"/>
                      <a:pt x="4122" y="2699"/>
                    </a:cubicBezTo>
                    <a:cubicBezTo>
                      <a:pt x="-4641" y="19939"/>
                      <a:pt x="2503" y="49591"/>
                      <a:pt x="7741" y="73984"/>
                    </a:cubicBezTo>
                    <a:cubicBezTo>
                      <a:pt x="12980" y="98378"/>
                      <a:pt x="18028" y="95015"/>
                      <a:pt x="21648" y="105312"/>
                    </a:cubicBezTo>
                    <a:cubicBezTo>
                      <a:pt x="25172" y="115618"/>
                      <a:pt x="32125" y="143374"/>
                      <a:pt x="32125" y="143374"/>
                    </a:cubicBezTo>
                    <a:lnTo>
                      <a:pt x="47651" y="150308"/>
                    </a:lnTo>
                    <a:cubicBezTo>
                      <a:pt x="47651" y="150308"/>
                      <a:pt x="54604" y="178273"/>
                      <a:pt x="61557" y="202457"/>
                    </a:cubicBezTo>
                    <a:cubicBezTo>
                      <a:pt x="68511" y="226641"/>
                      <a:pt x="85751" y="249349"/>
                      <a:pt x="110135" y="247663"/>
                    </a:cubicBezTo>
                    <a:cubicBezTo>
                      <a:pt x="129852" y="248139"/>
                      <a:pt x="146806" y="234071"/>
                      <a:pt x="150045" y="214649"/>
                    </a:cubicBezTo>
                    <a:cubicBezTo>
                      <a:pt x="153664" y="197200"/>
                      <a:pt x="171095" y="150308"/>
                      <a:pt x="171095" y="150308"/>
                    </a:cubicBezTo>
                    <a:lnTo>
                      <a:pt x="188526" y="159138"/>
                    </a:lnTo>
                    <a:cubicBezTo>
                      <a:pt x="188526" y="159138"/>
                      <a:pt x="185001" y="105312"/>
                      <a:pt x="191954" y="94796"/>
                    </a:cubicBezTo>
                    <a:cubicBezTo>
                      <a:pt x="198908" y="84281"/>
                      <a:pt x="214625" y="68726"/>
                      <a:pt x="214625" y="52743"/>
                    </a:cubicBezTo>
                    <a:cubicBezTo>
                      <a:pt x="214625" y="36760"/>
                      <a:pt x="221578" y="-4664"/>
                      <a:pt x="212719" y="4175"/>
                    </a:cubicBezTo>
                    <a:cubicBezTo>
                      <a:pt x="203385" y="21120"/>
                      <a:pt x="196336" y="39218"/>
                      <a:pt x="191669" y="58001"/>
                    </a:cubicBezTo>
                    <a:cubicBezTo>
                      <a:pt x="191669" y="58001"/>
                      <a:pt x="169380" y="8585"/>
                      <a:pt x="146711" y="20787"/>
                    </a:cubicBezTo>
                    <a:cubicBezTo>
                      <a:pt x="124042" y="32979"/>
                      <a:pt x="106801" y="79032"/>
                      <a:pt x="106801" y="79032"/>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6403591" y="1352090"/>
                <a:ext cx="62103" cy="13102"/>
              </a:xfrm>
              <a:custGeom>
                <a:rect b="b" l="l" r="r" t="t"/>
                <a:pathLst>
                  <a:path extrusionOk="0" h="50883" w="107538">
                    <a:moveTo>
                      <a:pt x="0" y="0"/>
                    </a:moveTo>
                    <a:cubicBezTo>
                      <a:pt x="0" y="0"/>
                      <a:pt x="56579" y="50883"/>
                      <a:pt x="107538"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6400053" y="1329825"/>
                <a:ext cx="71069" cy="9995"/>
              </a:xfrm>
              <a:custGeom>
                <a:rect b="b" l="l" r="r" t="t"/>
                <a:pathLst>
                  <a:path extrusionOk="0" h="22717" w="123063">
                    <a:moveTo>
                      <a:pt x="0" y="13678"/>
                    </a:moveTo>
                    <a:cubicBezTo>
                      <a:pt x="0" y="13678"/>
                      <a:pt x="6286" y="22717"/>
                      <a:pt x="21050" y="11363"/>
                    </a:cubicBezTo>
                    <a:cubicBezTo>
                      <a:pt x="35814" y="10"/>
                      <a:pt x="42100" y="1267"/>
                      <a:pt x="42100" y="1267"/>
                    </a:cubicBezTo>
                    <a:cubicBezTo>
                      <a:pt x="48101" y="5839"/>
                      <a:pt x="55531" y="8211"/>
                      <a:pt x="63151" y="7992"/>
                    </a:cubicBezTo>
                    <a:cubicBezTo>
                      <a:pt x="70580" y="6906"/>
                      <a:pt x="77819" y="4172"/>
                      <a:pt x="84106" y="0"/>
                    </a:cubicBezTo>
                    <a:cubicBezTo>
                      <a:pt x="84106" y="0"/>
                      <a:pt x="102203" y="19345"/>
                      <a:pt x="107918" y="17031"/>
                    </a:cubicBezTo>
                    <a:cubicBezTo>
                      <a:pt x="112871" y="15364"/>
                      <a:pt x="117920" y="14240"/>
                      <a:pt x="123063" y="13668"/>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6412122" y="1336484"/>
                <a:ext cx="45766" cy="17222"/>
              </a:xfrm>
              <a:custGeom>
                <a:rect b="b" l="l" r="r" t="t"/>
                <a:pathLst>
                  <a:path extrusionOk="0" h="32804" w="79248">
                    <a:moveTo>
                      <a:pt x="0" y="0"/>
                    </a:moveTo>
                    <a:cubicBezTo>
                      <a:pt x="0" y="0"/>
                      <a:pt x="13431" y="26070"/>
                      <a:pt x="33814" y="29442"/>
                    </a:cubicBezTo>
                    <a:cubicBezTo>
                      <a:pt x="54197" y="32804"/>
                      <a:pt x="79248" y="3372"/>
                      <a:pt x="79248" y="3372"/>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6380077" y="1467990"/>
                <a:ext cx="103468" cy="330046"/>
              </a:xfrm>
              <a:custGeom>
                <a:rect b="b" l="l" r="r" t="t"/>
                <a:pathLst>
                  <a:path extrusionOk="0" h="571509" w="179165">
                    <a:moveTo>
                      <a:pt x="122396" y="0"/>
                    </a:moveTo>
                    <a:lnTo>
                      <a:pt x="54007" y="0"/>
                    </a:lnTo>
                    <a:lnTo>
                      <a:pt x="54007" y="415071"/>
                    </a:lnTo>
                    <a:lnTo>
                      <a:pt x="0" y="474783"/>
                    </a:lnTo>
                    <a:lnTo>
                      <a:pt x="44768" y="564775"/>
                    </a:lnTo>
                    <a:lnTo>
                      <a:pt x="88106" y="520198"/>
                    </a:lnTo>
                    <a:lnTo>
                      <a:pt x="162116" y="571509"/>
                    </a:lnTo>
                    <a:lnTo>
                      <a:pt x="179165" y="452075"/>
                    </a:lnTo>
                    <a:lnTo>
                      <a:pt x="122396" y="406451"/>
                    </a:lnTo>
                    <a:lnTo>
                      <a:pt x="122396" y="0"/>
                    </a:lnTo>
                    <a:close/>
                  </a:path>
                </a:pathLst>
              </a:custGeom>
              <a:solidFill>
                <a:schemeClr val="lt1"/>
              </a:solidFill>
              <a:ln cap="flat" cmpd="sng" w="9525">
                <a:solidFill>
                  <a:schemeClr val="dk1"/>
                </a:solidFill>
                <a:prstDash val="solid"/>
                <a:round/>
                <a:headEnd len="sm" w="sm" type="none"/>
                <a:tailEnd len="sm" w="sm" type="none"/>
              </a:ln>
            </p:spPr>
          </p:sp>
          <p:sp>
            <p:nvSpPr>
              <p:cNvPr id="1218" name="Google Shape;1218;p47"/>
              <p:cNvSpPr/>
              <p:nvPr/>
            </p:nvSpPr>
            <p:spPr>
              <a:xfrm>
                <a:off x="6172622" y="1617600"/>
                <a:ext cx="233193" cy="408240"/>
              </a:xfrm>
              <a:custGeom>
                <a:rect b="b" l="l" r="r" t="t"/>
                <a:pathLst>
                  <a:path extrusionOk="0" h="742255" w="435874">
                    <a:moveTo>
                      <a:pt x="390849" y="189158"/>
                    </a:moveTo>
                    <a:cubicBezTo>
                      <a:pt x="377799" y="175261"/>
                      <a:pt x="371513" y="156364"/>
                      <a:pt x="373608" y="137428"/>
                    </a:cubicBezTo>
                    <a:cubicBezTo>
                      <a:pt x="377799" y="107148"/>
                      <a:pt x="408089" y="72668"/>
                      <a:pt x="369132" y="25357"/>
                    </a:cubicBezTo>
                    <a:cubicBezTo>
                      <a:pt x="330270" y="-21954"/>
                      <a:pt x="179908" y="-13543"/>
                      <a:pt x="84449" y="141848"/>
                    </a:cubicBezTo>
                    <a:cubicBezTo>
                      <a:pt x="-11011" y="297239"/>
                      <a:pt x="-19212" y="685392"/>
                      <a:pt x="28309" y="702851"/>
                    </a:cubicBezTo>
                    <a:cubicBezTo>
                      <a:pt x="75828" y="720301"/>
                      <a:pt x="338842" y="655331"/>
                      <a:pt x="377799" y="607811"/>
                    </a:cubicBezTo>
                    <a:cubicBezTo>
                      <a:pt x="416662" y="560290"/>
                      <a:pt x="398850" y="344549"/>
                      <a:pt x="403612" y="305859"/>
                    </a:cubicBezTo>
                    <a:cubicBezTo>
                      <a:pt x="403898" y="266587"/>
                      <a:pt x="399612" y="227420"/>
                      <a:pt x="390849" y="189158"/>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6458940" y="1617600"/>
                <a:ext cx="233187" cy="408240"/>
              </a:xfrm>
              <a:custGeom>
                <a:rect b="b" l="l" r="r" t="t"/>
                <a:pathLst>
                  <a:path extrusionOk="0" h="742255" w="435864">
                    <a:moveTo>
                      <a:pt x="13127" y="189158"/>
                    </a:moveTo>
                    <a:cubicBezTo>
                      <a:pt x="25985" y="175204"/>
                      <a:pt x="32272" y="156354"/>
                      <a:pt x="30367" y="137428"/>
                    </a:cubicBezTo>
                    <a:cubicBezTo>
                      <a:pt x="25890" y="107148"/>
                      <a:pt x="-4113" y="72668"/>
                      <a:pt x="34558" y="25357"/>
                    </a:cubicBezTo>
                    <a:cubicBezTo>
                      <a:pt x="73229" y="-21954"/>
                      <a:pt x="223819" y="-13543"/>
                      <a:pt x="319451" y="141848"/>
                    </a:cubicBezTo>
                    <a:cubicBezTo>
                      <a:pt x="415082" y="297239"/>
                      <a:pt x="422892" y="685392"/>
                      <a:pt x="375553" y="702851"/>
                    </a:cubicBezTo>
                    <a:cubicBezTo>
                      <a:pt x="328309" y="720301"/>
                      <a:pt x="64847" y="655331"/>
                      <a:pt x="25890" y="607811"/>
                    </a:cubicBezTo>
                    <a:cubicBezTo>
                      <a:pt x="-12972" y="560290"/>
                      <a:pt x="4840" y="344549"/>
                      <a:pt x="78" y="305859"/>
                    </a:cubicBezTo>
                    <a:cubicBezTo>
                      <a:pt x="-113" y="266587"/>
                      <a:pt x="4269" y="227430"/>
                      <a:pt x="13127" y="189158"/>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6414619" y="1530414"/>
                <a:ext cx="32894" cy="5400"/>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1221" name="Google Shape;1221;p47"/>
              <p:cNvSpPr/>
              <p:nvPr/>
            </p:nvSpPr>
            <p:spPr>
              <a:xfrm>
                <a:off x="6414619" y="1591174"/>
                <a:ext cx="32894" cy="5400"/>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1222" name="Google Shape;1222;p47"/>
              <p:cNvSpPr/>
              <p:nvPr/>
            </p:nvSpPr>
            <p:spPr>
              <a:xfrm>
                <a:off x="6414619" y="1651933"/>
                <a:ext cx="32894" cy="5400"/>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1223" name="Google Shape;1223;p47"/>
              <p:cNvSpPr/>
              <p:nvPr/>
            </p:nvSpPr>
            <p:spPr>
              <a:xfrm>
                <a:off x="6414619" y="1712900"/>
                <a:ext cx="32894" cy="5400"/>
              </a:xfrm>
              <a:custGeom>
                <a:rect b="b" l="l" r="r" t="t"/>
                <a:pathLst>
                  <a:path extrusionOk="0" h="120000" w="56959">
                    <a:moveTo>
                      <a:pt x="0" y="0"/>
                    </a:moveTo>
                    <a:lnTo>
                      <a:pt x="56959" y="0"/>
                    </a:lnTo>
                  </a:path>
                </a:pathLst>
              </a:custGeom>
              <a:solidFill>
                <a:schemeClr val="lt2"/>
              </a:solidFill>
              <a:ln cap="flat" cmpd="sng" w="9525">
                <a:solidFill>
                  <a:schemeClr val="dk1"/>
                </a:solidFill>
                <a:prstDash val="solid"/>
                <a:round/>
                <a:headEnd len="sm" w="sm" type="none"/>
                <a:tailEnd len="sm" w="sm" type="none"/>
              </a:ln>
            </p:spPr>
          </p:sp>
          <p:sp>
            <p:nvSpPr>
              <p:cNvPr id="1224" name="Google Shape;1224;p47"/>
              <p:cNvSpPr/>
              <p:nvPr/>
            </p:nvSpPr>
            <p:spPr>
              <a:xfrm>
                <a:off x="6278118" y="2225609"/>
                <a:ext cx="130557" cy="66790"/>
              </a:xfrm>
              <a:custGeom>
                <a:rect b="b" l="l" r="r" t="t"/>
                <a:pathLst>
                  <a:path extrusionOk="0" h="115653" w="228047">
                    <a:moveTo>
                      <a:pt x="9" y="46691"/>
                    </a:moveTo>
                    <a:cubicBezTo>
                      <a:pt x="4067" y="73085"/>
                      <a:pt x="24726" y="93831"/>
                      <a:pt x="51102" y="97993"/>
                    </a:cubicBezTo>
                    <a:cubicBezTo>
                      <a:pt x="97784" y="106823"/>
                      <a:pt x="114185" y="66875"/>
                      <a:pt x="160039" y="51102"/>
                    </a:cubicBezTo>
                    <a:cubicBezTo>
                      <a:pt x="205854" y="35328"/>
                      <a:pt x="199949" y="115653"/>
                      <a:pt x="199949" y="115653"/>
                    </a:cubicBezTo>
                    <a:lnTo>
                      <a:pt x="224523" y="115653"/>
                    </a:lnTo>
                    <a:cubicBezTo>
                      <a:pt x="228047" y="87744"/>
                      <a:pt x="224237" y="59398"/>
                      <a:pt x="213474" y="33433"/>
                    </a:cubicBezTo>
                    <a:cubicBezTo>
                      <a:pt x="195567" y="0"/>
                      <a:pt x="135655" y="0"/>
                      <a:pt x="135655" y="0"/>
                    </a:cubicBezTo>
                    <a:cubicBezTo>
                      <a:pt x="135655" y="0"/>
                      <a:pt x="31118" y="19974"/>
                      <a:pt x="0" y="46682"/>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6175951" y="1968631"/>
                <a:ext cx="505690" cy="342835"/>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6175951" y="1968631"/>
                <a:ext cx="505690" cy="342835"/>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6479748" y="2002132"/>
                <a:ext cx="23146" cy="165752"/>
              </a:xfrm>
              <a:custGeom>
                <a:rect b="b" l="l" r="r" t="t"/>
                <a:pathLst>
                  <a:path extrusionOk="0" h="287017" w="42863">
                    <a:moveTo>
                      <a:pt x="3429" y="0"/>
                    </a:moveTo>
                    <a:cubicBezTo>
                      <a:pt x="3429" y="0"/>
                      <a:pt x="42863" y="112071"/>
                      <a:pt x="39720" y="165059"/>
                    </a:cubicBezTo>
                    <a:cubicBezTo>
                      <a:pt x="33433" y="207654"/>
                      <a:pt x="20002" y="248888"/>
                      <a:pt x="0" y="287017"/>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6175951" y="1968631"/>
                <a:ext cx="505690" cy="342835"/>
              </a:xfrm>
              <a:custGeom>
                <a:rect b="b" l="l" r="r" t="t"/>
                <a:pathLst>
                  <a:path extrusionOk="0" h="620516" w="891083">
                    <a:moveTo>
                      <a:pt x="872701" y="116978"/>
                    </a:moveTo>
                    <a:cubicBezTo>
                      <a:pt x="872701" y="116978"/>
                      <a:pt x="876225" y="163451"/>
                      <a:pt x="839839" y="176691"/>
                    </a:cubicBezTo>
                    <a:cubicBezTo>
                      <a:pt x="803549" y="189931"/>
                      <a:pt x="790500" y="186578"/>
                      <a:pt x="783737" y="206342"/>
                    </a:cubicBezTo>
                    <a:cubicBezTo>
                      <a:pt x="777070" y="226106"/>
                      <a:pt x="757448" y="354789"/>
                      <a:pt x="661817" y="368039"/>
                    </a:cubicBezTo>
                    <a:cubicBezTo>
                      <a:pt x="566091" y="381288"/>
                      <a:pt x="526372" y="344912"/>
                      <a:pt x="526372" y="344912"/>
                    </a:cubicBezTo>
                    <a:cubicBezTo>
                      <a:pt x="526372" y="344912"/>
                      <a:pt x="434074" y="430703"/>
                      <a:pt x="381306" y="443953"/>
                    </a:cubicBezTo>
                    <a:cubicBezTo>
                      <a:pt x="328537" y="457202"/>
                      <a:pt x="276150" y="463717"/>
                      <a:pt x="235992" y="490216"/>
                    </a:cubicBezTo>
                    <a:cubicBezTo>
                      <a:pt x="195540" y="516695"/>
                      <a:pt x="152411" y="538822"/>
                      <a:pt x="107310" y="556243"/>
                    </a:cubicBezTo>
                    <a:cubicBezTo>
                      <a:pt x="71144" y="569283"/>
                      <a:pt x="77658" y="609021"/>
                      <a:pt x="31405" y="585894"/>
                    </a:cubicBezTo>
                    <a:cubicBezTo>
                      <a:pt x="-14858" y="562768"/>
                      <a:pt x="1754" y="516505"/>
                      <a:pt x="8488" y="486853"/>
                    </a:cubicBezTo>
                    <a:cubicBezTo>
                      <a:pt x="15213" y="457202"/>
                      <a:pt x="38139" y="427351"/>
                      <a:pt x="21527" y="348284"/>
                    </a:cubicBezTo>
                    <a:cubicBezTo>
                      <a:pt x="4916" y="269226"/>
                      <a:pt x="1763" y="219601"/>
                      <a:pt x="21527" y="153574"/>
                    </a:cubicBezTo>
                    <a:cubicBezTo>
                      <a:pt x="49865" y="68325"/>
                      <a:pt x="126655" y="8451"/>
                      <a:pt x="216238" y="1755"/>
                    </a:cubicBezTo>
                    <a:cubicBezTo>
                      <a:pt x="328537" y="-11495"/>
                      <a:pt x="519895" y="54533"/>
                      <a:pt x="529705" y="57895"/>
                    </a:cubicBezTo>
                    <a:cubicBezTo>
                      <a:pt x="539611" y="61257"/>
                      <a:pt x="549517" y="15842"/>
                      <a:pt x="618955" y="24881"/>
                    </a:cubicBezTo>
                    <a:cubicBezTo>
                      <a:pt x="688297" y="33920"/>
                      <a:pt x="750781" y="64410"/>
                      <a:pt x="780594" y="66934"/>
                    </a:cubicBezTo>
                    <a:cubicBezTo>
                      <a:pt x="810503" y="69458"/>
                      <a:pt x="865367" y="63991"/>
                      <a:pt x="872701" y="116978"/>
                    </a:cubicBezTo>
                    <a:close/>
                  </a:path>
                </a:pathLst>
              </a:custGeom>
              <a:solidFill>
                <a:schemeClr val="dk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6181569" y="1768666"/>
                <a:ext cx="504414" cy="596111"/>
              </a:xfrm>
              <a:custGeom>
                <a:rect b="b" l="l" r="r" t="t"/>
                <a:pathLst>
                  <a:path extrusionOk="0" h="1059752" w="892769">
                    <a:moveTo>
                      <a:pt x="481765" y="185452"/>
                    </a:moveTo>
                    <a:cubicBezTo>
                      <a:pt x="481765" y="232134"/>
                      <a:pt x="508054" y="322336"/>
                      <a:pt x="534344" y="351568"/>
                    </a:cubicBezTo>
                    <a:cubicBezTo>
                      <a:pt x="560537" y="380800"/>
                      <a:pt x="572158" y="313715"/>
                      <a:pt x="679980" y="298999"/>
                    </a:cubicBezTo>
                    <a:cubicBezTo>
                      <a:pt x="787899" y="284283"/>
                      <a:pt x="892769" y="398250"/>
                      <a:pt x="869242" y="552793"/>
                    </a:cubicBezTo>
                    <a:cubicBezTo>
                      <a:pt x="845715" y="707346"/>
                      <a:pt x="609972" y="1001716"/>
                      <a:pt x="414042" y="1030738"/>
                    </a:cubicBezTo>
                    <a:cubicBezTo>
                      <a:pt x="218047" y="1059752"/>
                      <a:pt x="177879" y="823836"/>
                      <a:pt x="154543" y="806377"/>
                    </a:cubicBezTo>
                    <a:cubicBezTo>
                      <a:pt x="131207" y="788927"/>
                      <a:pt x="87469" y="992886"/>
                      <a:pt x="87469" y="992886"/>
                    </a:cubicBezTo>
                    <a:lnTo>
                      <a:pt x="0" y="957977"/>
                    </a:lnTo>
                    <a:cubicBezTo>
                      <a:pt x="0" y="957977"/>
                      <a:pt x="61189" y="730463"/>
                      <a:pt x="93364" y="686733"/>
                    </a:cubicBezTo>
                    <a:cubicBezTo>
                      <a:pt x="125539" y="642995"/>
                      <a:pt x="201026" y="657720"/>
                      <a:pt x="221628" y="718909"/>
                    </a:cubicBezTo>
                    <a:cubicBezTo>
                      <a:pt x="242231" y="780097"/>
                      <a:pt x="294380" y="788927"/>
                      <a:pt x="355559" y="724795"/>
                    </a:cubicBezTo>
                    <a:cubicBezTo>
                      <a:pt x="416805" y="660663"/>
                      <a:pt x="463477" y="493500"/>
                      <a:pt x="434426" y="453552"/>
                    </a:cubicBezTo>
                    <a:cubicBezTo>
                      <a:pt x="405375" y="413604"/>
                      <a:pt x="393659" y="170736"/>
                      <a:pt x="393659" y="170736"/>
                    </a:cubicBezTo>
                    <a:lnTo>
                      <a:pt x="387277" y="44577"/>
                    </a:lnTo>
                    <a:lnTo>
                      <a:pt x="430616" y="0"/>
                    </a:lnTo>
                    <a:lnTo>
                      <a:pt x="479003" y="44577"/>
                    </a:lnTo>
                    <a:lnTo>
                      <a:pt x="481765" y="18546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6232133" y="2212917"/>
                <a:ext cx="414964" cy="377982"/>
              </a:xfrm>
              <a:custGeom>
                <a:rect b="b" l="l" r="r" t="t"/>
                <a:pathLst>
                  <a:path extrusionOk="0" h="706508" w="741007">
                    <a:moveTo>
                      <a:pt x="58458" y="495169"/>
                    </a:moveTo>
                    <a:cubicBezTo>
                      <a:pt x="91976" y="499313"/>
                      <a:pt x="121027" y="520344"/>
                      <a:pt x="135419" y="550891"/>
                    </a:cubicBezTo>
                    <a:cubicBezTo>
                      <a:pt x="156451" y="601354"/>
                      <a:pt x="191350" y="630796"/>
                      <a:pt x="244548" y="617337"/>
                    </a:cubicBezTo>
                    <a:cubicBezTo>
                      <a:pt x="276932" y="608841"/>
                      <a:pt x="305126" y="589086"/>
                      <a:pt x="324272" y="561616"/>
                    </a:cubicBezTo>
                    <a:cubicBezTo>
                      <a:pt x="324272" y="561616"/>
                      <a:pt x="337512" y="566873"/>
                      <a:pt x="396185" y="588114"/>
                    </a:cubicBezTo>
                    <a:cubicBezTo>
                      <a:pt x="454860" y="609355"/>
                      <a:pt x="462574" y="649303"/>
                      <a:pt x="462574" y="649303"/>
                    </a:cubicBezTo>
                    <a:cubicBezTo>
                      <a:pt x="462574" y="649303"/>
                      <a:pt x="470576" y="676011"/>
                      <a:pt x="587542" y="609355"/>
                    </a:cubicBezTo>
                    <a:cubicBezTo>
                      <a:pt x="704414" y="542699"/>
                      <a:pt x="734704" y="372801"/>
                      <a:pt x="709844" y="239909"/>
                    </a:cubicBezTo>
                    <a:cubicBezTo>
                      <a:pt x="685078" y="107016"/>
                      <a:pt x="680602" y="19129"/>
                      <a:pt x="611450" y="13871"/>
                    </a:cubicBezTo>
                    <a:cubicBezTo>
                      <a:pt x="542299" y="8613"/>
                      <a:pt x="419903" y="51933"/>
                      <a:pt x="257787" y="40789"/>
                    </a:cubicBezTo>
                    <a:cubicBezTo>
                      <a:pt x="95691" y="29644"/>
                      <a:pt x="89595" y="-30497"/>
                      <a:pt x="41646" y="19757"/>
                    </a:cubicBezTo>
                    <a:cubicBezTo>
                      <a:pt x="-6303" y="70011"/>
                      <a:pt x="-5455" y="133724"/>
                      <a:pt x="7794" y="244957"/>
                    </a:cubicBezTo>
                    <a:cubicBezTo>
                      <a:pt x="21043" y="356190"/>
                      <a:pt x="5270" y="503170"/>
                      <a:pt x="58467" y="49517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6301215" y="2417667"/>
                <a:ext cx="122620" cy="119854"/>
              </a:xfrm>
              <a:custGeom>
                <a:rect b="b" l="l" r="r" t="t"/>
                <a:pathLst>
                  <a:path extrusionOk="0" h="207540" w="217027">
                    <a:moveTo>
                      <a:pt x="204835" y="207540"/>
                    </a:moveTo>
                    <a:cubicBezTo>
                      <a:pt x="217027" y="183328"/>
                      <a:pt x="213979" y="154162"/>
                      <a:pt x="196834" y="133102"/>
                    </a:cubicBezTo>
                    <a:cubicBezTo>
                      <a:pt x="167592" y="95888"/>
                      <a:pt x="66656" y="71914"/>
                      <a:pt x="34700" y="47940"/>
                    </a:cubicBezTo>
                    <a:cubicBezTo>
                      <a:pt x="17364" y="37052"/>
                      <a:pt x="4924" y="19869"/>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6353443" y="2443677"/>
                <a:ext cx="43146" cy="9164"/>
              </a:xfrm>
              <a:custGeom>
                <a:rect b="b" l="l" r="r" t="t"/>
                <a:pathLst>
                  <a:path extrusionOk="0" h="19603" w="74390">
                    <a:moveTo>
                      <a:pt x="0" y="15989"/>
                    </a:moveTo>
                    <a:cubicBezTo>
                      <a:pt x="21812" y="1197"/>
                      <a:pt x="48863" y="-3614"/>
                      <a:pt x="74390" y="274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6281239" y="2469895"/>
                <a:ext cx="89139" cy="58173"/>
              </a:xfrm>
              <a:custGeom>
                <a:rect b="b" l="l" r="r" t="t"/>
                <a:pathLst>
                  <a:path extrusionOk="0" h="100298" w="154353">
                    <a:moveTo>
                      <a:pt x="0" y="0"/>
                    </a:moveTo>
                    <a:cubicBezTo>
                      <a:pt x="10516" y="32671"/>
                      <a:pt x="38148" y="56912"/>
                      <a:pt x="71914" y="63084"/>
                    </a:cubicBezTo>
                    <a:cubicBezTo>
                      <a:pt x="127588" y="71076"/>
                      <a:pt x="143589" y="57826"/>
                      <a:pt x="154353" y="100298"/>
                    </a:cubicBezTo>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6272084" y="2371890"/>
                <a:ext cx="295293" cy="140492"/>
              </a:xfrm>
              <a:custGeom>
                <a:rect b="b" l="l" r="r" t="t"/>
                <a:pathLst>
                  <a:path extrusionOk="0" h="257784" w="511330">
                    <a:moveTo>
                      <a:pt x="0" y="18006"/>
                    </a:moveTo>
                    <a:cubicBezTo>
                      <a:pt x="0" y="18006"/>
                      <a:pt x="2734" y="-13950"/>
                      <a:pt x="45205" y="7281"/>
                    </a:cubicBezTo>
                    <a:cubicBezTo>
                      <a:pt x="87677" y="28512"/>
                      <a:pt x="79905" y="47229"/>
                      <a:pt x="125110" y="55220"/>
                    </a:cubicBezTo>
                    <a:cubicBezTo>
                      <a:pt x="170336" y="63212"/>
                      <a:pt x="265966" y="63212"/>
                      <a:pt x="293303" y="94959"/>
                    </a:cubicBezTo>
                    <a:cubicBezTo>
                      <a:pt x="308924" y="113580"/>
                      <a:pt x="311972" y="139621"/>
                      <a:pt x="301304" y="161405"/>
                    </a:cubicBezTo>
                    <a:cubicBezTo>
                      <a:pt x="301304" y="161405"/>
                      <a:pt x="306543" y="129658"/>
                      <a:pt x="351787" y="177388"/>
                    </a:cubicBezTo>
                    <a:cubicBezTo>
                      <a:pt x="396935" y="225118"/>
                      <a:pt x="402460" y="243834"/>
                      <a:pt x="402460" y="243834"/>
                    </a:cubicBezTo>
                    <a:cubicBezTo>
                      <a:pt x="402460" y="243834"/>
                      <a:pt x="452942" y="190847"/>
                      <a:pt x="495424" y="212088"/>
                    </a:cubicBezTo>
                    <a:cubicBezTo>
                      <a:pt x="501520" y="199096"/>
                      <a:pt x="506853" y="185761"/>
                      <a:pt x="511330" y="17214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6295181" y="2329441"/>
                <a:ext cx="287186" cy="118909"/>
              </a:xfrm>
              <a:custGeom>
                <a:rect b="b" l="l" r="r" t="t"/>
                <a:pathLst>
                  <a:path extrusionOk="0" h="243916" w="497291">
                    <a:moveTo>
                      <a:pt x="0" y="22334"/>
                    </a:moveTo>
                    <a:cubicBezTo>
                      <a:pt x="0" y="22334"/>
                      <a:pt x="39948" y="54290"/>
                      <a:pt x="66447" y="40841"/>
                    </a:cubicBezTo>
                    <a:cubicBezTo>
                      <a:pt x="92936" y="27382"/>
                      <a:pt x="100955" y="-22243"/>
                      <a:pt x="154105" y="11609"/>
                    </a:cubicBezTo>
                    <a:cubicBezTo>
                      <a:pt x="207350" y="45460"/>
                      <a:pt x="234020" y="102029"/>
                      <a:pt x="273739" y="139244"/>
                    </a:cubicBezTo>
                    <a:cubicBezTo>
                      <a:pt x="313554" y="176458"/>
                      <a:pt x="348225" y="221673"/>
                      <a:pt x="385468" y="200432"/>
                    </a:cubicBezTo>
                    <a:cubicBezTo>
                      <a:pt x="422614" y="179192"/>
                      <a:pt x="448523" y="112745"/>
                      <a:pt x="497291" y="17120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6508671" y="2263896"/>
                <a:ext cx="29099" cy="130658"/>
              </a:xfrm>
              <a:custGeom>
                <a:rect b="b" l="l" r="r" t="t"/>
                <a:pathLst>
                  <a:path extrusionOk="0" h="226247" w="50388">
                    <a:moveTo>
                      <a:pt x="8382" y="0"/>
                    </a:moveTo>
                    <a:cubicBezTo>
                      <a:pt x="32956" y="35405"/>
                      <a:pt x="47530" y="76829"/>
                      <a:pt x="50388" y="119853"/>
                    </a:cubicBezTo>
                    <a:cubicBezTo>
                      <a:pt x="47720" y="160430"/>
                      <a:pt x="29623" y="198453"/>
                      <a:pt x="0" y="22624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6533432" y="2340053"/>
                <a:ext cx="53411" cy="23702"/>
              </a:xfrm>
              <a:custGeom>
                <a:rect b="b" l="l" r="r" t="t"/>
                <a:pathLst>
                  <a:path extrusionOk="0" h="70228" w="92487">
                    <a:moveTo>
                      <a:pt x="0" y="41120"/>
                    </a:moveTo>
                    <a:cubicBezTo>
                      <a:pt x="0" y="41120"/>
                      <a:pt x="46863" y="-29108"/>
                      <a:pt x="92487" y="1399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6450409" y="2300726"/>
                <a:ext cx="30977" cy="109046"/>
              </a:xfrm>
              <a:custGeom>
                <a:rect b="b" l="l" r="r" t="t"/>
                <a:pathLst>
                  <a:path extrusionOk="0" h="188824" w="56579">
                    <a:moveTo>
                      <a:pt x="5239" y="188824"/>
                    </a:moveTo>
                    <a:cubicBezTo>
                      <a:pt x="38195" y="167354"/>
                      <a:pt x="56579" y="129550"/>
                      <a:pt x="53244" y="90421"/>
                    </a:cubicBezTo>
                    <a:cubicBezTo>
                      <a:pt x="49435" y="53988"/>
                      <a:pt x="30003" y="2099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6389025" y="2251828"/>
                <a:ext cx="32923" cy="119734"/>
              </a:xfrm>
              <a:custGeom>
                <a:rect b="b" l="l" r="r" t="t"/>
                <a:pathLst>
                  <a:path extrusionOk="0" h="207331" w="84962">
                    <a:moveTo>
                      <a:pt x="50471" y="207331"/>
                    </a:moveTo>
                    <a:cubicBezTo>
                      <a:pt x="50471" y="207331"/>
                      <a:pt x="74283" y="175374"/>
                      <a:pt x="31802" y="116910"/>
                    </a:cubicBezTo>
                    <a:cubicBezTo>
                      <a:pt x="-10679" y="58455"/>
                      <a:pt x="-202" y="29223"/>
                      <a:pt x="522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6285609" y="2251828"/>
                <a:ext cx="80079" cy="49207"/>
              </a:xfrm>
              <a:custGeom>
                <a:rect b="b" l="l" r="r" t="t"/>
                <a:pathLst>
                  <a:path extrusionOk="0" h="100937" w="142999">
                    <a:moveTo>
                      <a:pt x="2799" y="0"/>
                    </a:moveTo>
                    <a:cubicBezTo>
                      <a:pt x="-4793" y="26794"/>
                      <a:pt x="3333" y="55578"/>
                      <a:pt x="23830" y="74438"/>
                    </a:cubicBezTo>
                    <a:cubicBezTo>
                      <a:pt x="58311" y="100937"/>
                      <a:pt x="85019" y="50463"/>
                      <a:pt x="138206" y="849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6560067" y="2241007"/>
                <a:ext cx="33193" cy="66058"/>
              </a:xfrm>
              <a:custGeom>
                <a:rect b="b" l="l" r="r" t="t"/>
                <a:pathLst>
                  <a:path extrusionOk="0" h="114386" w="69152">
                    <a:moveTo>
                      <a:pt x="57452" y="0"/>
                    </a:moveTo>
                    <a:cubicBezTo>
                      <a:pt x="57452" y="0"/>
                      <a:pt x="-11700" y="87897"/>
                      <a:pt x="1731" y="114386"/>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6585661" y="2184202"/>
                <a:ext cx="73587" cy="73588"/>
              </a:xfrm>
              <a:custGeom>
                <a:rect b="b" l="l" r="r" t="t"/>
                <a:pathLst>
                  <a:path extrusionOk="0" h="127425" w="127424">
                    <a:moveTo>
                      <a:pt x="127425" y="63713"/>
                    </a:moveTo>
                    <a:cubicBezTo>
                      <a:pt x="127425" y="98900"/>
                      <a:pt x="98900" y="127425"/>
                      <a:pt x="63713" y="127425"/>
                    </a:cubicBezTo>
                    <a:cubicBezTo>
                      <a:pt x="28526" y="127425"/>
                      <a:pt x="1" y="98900"/>
                      <a:pt x="1" y="63713"/>
                    </a:cubicBezTo>
                    <a:cubicBezTo>
                      <a:pt x="1" y="28525"/>
                      <a:pt x="28526" y="0"/>
                      <a:pt x="63713" y="0"/>
                    </a:cubicBezTo>
                    <a:cubicBezTo>
                      <a:pt x="98900" y="0"/>
                      <a:pt x="127425" y="28525"/>
                      <a:pt x="127425"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6584828" y="2237886"/>
                <a:ext cx="87428" cy="73588"/>
              </a:xfrm>
              <a:custGeom>
                <a:rect b="b" l="l" r="r" t="t"/>
                <a:pathLst>
                  <a:path extrusionOk="0" h="127425" w="151391">
                    <a:moveTo>
                      <a:pt x="151391" y="63713"/>
                    </a:moveTo>
                    <a:cubicBezTo>
                      <a:pt x="151391" y="98900"/>
                      <a:pt x="117501" y="127425"/>
                      <a:pt x="75696" y="127425"/>
                    </a:cubicBezTo>
                    <a:cubicBezTo>
                      <a:pt x="33890" y="127425"/>
                      <a:pt x="0" y="98900"/>
                      <a:pt x="0" y="63713"/>
                    </a:cubicBezTo>
                    <a:cubicBezTo>
                      <a:pt x="0" y="28525"/>
                      <a:pt x="33890" y="0"/>
                      <a:pt x="75696" y="0"/>
                    </a:cubicBezTo>
                    <a:cubicBezTo>
                      <a:pt x="117501" y="0"/>
                      <a:pt x="151391" y="28525"/>
                      <a:pt x="151391"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6586285" y="2301975"/>
                <a:ext cx="87853" cy="74378"/>
              </a:xfrm>
              <a:custGeom>
                <a:rect b="b" l="l" r="r" t="t"/>
                <a:pathLst>
                  <a:path extrusionOk="0" h="142351" w="164212">
                    <a:moveTo>
                      <a:pt x="151031" y="49021"/>
                    </a:moveTo>
                    <a:cubicBezTo>
                      <a:pt x="158175" y="83501"/>
                      <a:pt x="129980" y="118410"/>
                      <a:pt x="89023" y="127030"/>
                    </a:cubicBezTo>
                    <a:cubicBezTo>
                      <a:pt x="48065" y="135650"/>
                      <a:pt x="8250" y="114410"/>
                      <a:pt x="1106" y="79929"/>
                    </a:cubicBezTo>
                    <a:cubicBezTo>
                      <a:pt x="-6037" y="45449"/>
                      <a:pt x="22157" y="10540"/>
                      <a:pt x="64257" y="1920"/>
                    </a:cubicBezTo>
                    <a:cubicBezTo>
                      <a:pt x="106263" y="-6701"/>
                      <a:pt x="143887" y="14540"/>
                      <a:pt x="151031" y="4902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6593776" y="2356908"/>
                <a:ext cx="88120" cy="88873"/>
              </a:xfrm>
              <a:custGeom>
                <a:rect b="b" l="l" r="r" t="t"/>
                <a:pathLst>
                  <a:path extrusionOk="0" h="171735" w="172784">
                    <a:moveTo>
                      <a:pt x="147610" y="50050"/>
                    </a:moveTo>
                    <a:cubicBezTo>
                      <a:pt x="162755" y="89389"/>
                      <a:pt x="143133" y="133566"/>
                      <a:pt x="103794" y="148720"/>
                    </a:cubicBezTo>
                    <a:cubicBezTo>
                      <a:pt x="64456" y="163874"/>
                      <a:pt x="20261" y="144281"/>
                      <a:pt x="5116" y="104943"/>
                    </a:cubicBezTo>
                    <a:cubicBezTo>
                      <a:pt x="-10029" y="65605"/>
                      <a:pt x="9592" y="21428"/>
                      <a:pt x="48930" y="6273"/>
                    </a:cubicBezTo>
                    <a:cubicBezTo>
                      <a:pt x="52836" y="4769"/>
                      <a:pt x="56837" y="3588"/>
                      <a:pt x="60932" y="2740"/>
                    </a:cubicBezTo>
                    <a:cubicBezTo>
                      <a:pt x="97889" y="-7861"/>
                      <a:pt x="136561" y="13227"/>
                      <a:pt x="147610" y="5005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6595648" y="2424534"/>
                <a:ext cx="87429" cy="88238"/>
              </a:xfrm>
              <a:custGeom>
                <a:rect b="b" l="l" r="r" t="t"/>
                <a:pathLst>
                  <a:path extrusionOk="0" h="169688" w="170593">
                    <a:moveTo>
                      <a:pt x="146234" y="50171"/>
                    </a:moveTo>
                    <a:cubicBezTo>
                      <a:pt x="160807" y="89223"/>
                      <a:pt x="140995" y="132715"/>
                      <a:pt x="101942" y="147316"/>
                    </a:cubicBezTo>
                    <a:cubicBezTo>
                      <a:pt x="62890" y="161918"/>
                      <a:pt x="19361" y="142106"/>
                      <a:pt x="4788" y="103054"/>
                    </a:cubicBezTo>
                    <a:cubicBezTo>
                      <a:pt x="-9786" y="64001"/>
                      <a:pt x="10026" y="20510"/>
                      <a:pt x="49079" y="5908"/>
                    </a:cubicBezTo>
                    <a:cubicBezTo>
                      <a:pt x="52699" y="4527"/>
                      <a:pt x="56508" y="3432"/>
                      <a:pt x="60413" y="2651"/>
                    </a:cubicBezTo>
                    <a:cubicBezTo>
                      <a:pt x="97180" y="-7770"/>
                      <a:pt x="135471" y="13452"/>
                      <a:pt x="146234" y="5017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6577129" y="2484461"/>
                <a:ext cx="87428" cy="88094"/>
              </a:xfrm>
              <a:custGeom>
                <a:rect b="b" l="l" r="r" t="t"/>
                <a:pathLst>
                  <a:path extrusionOk="0" h="169412" w="170592">
                    <a:moveTo>
                      <a:pt x="146234" y="50091"/>
                    </a:moveTo>
                    <a:cubicBezTo>
                      <a:pt x="160807" y="89153"/>
                      <a:pt x="140995" y="132635"/>
                      <a:pt x="101943" y="147208"/>
                    </a:cubicBezTo>
                    <a:cubicBezTo>
                      <a:pt x="62891" y="161781"/>
                      <a:pt x="19361" y="141950"/>
                      <a:pt x="4787" y="102888"/>
                    </a:cubicBezTo>
                    <a:cubicBezTo>
                      <a:pt x="-9785" y="63826"/>
                      <a:pt x="10026" y="20344"/>
                      <a:pt x="49079" y="5762"/>
                    </a:cubicBezTo>
                    <a:cubicBezTo>
                      <a:pt x="52698" y="4409"/>
                      <a:pt x="56413" y="3342"/>
                      <a:pt x="60223" y="2561"/>
                    </a:cubicBezTo>
                    <a:cubicBezTo>
                      <a:pt x="97085" y="-7631"/>
                      <a:pt x="135280" y="13486"/>
                      <a:pt x="146234" y="5008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6555697" y="2526077"/>
                <a:ext cx="87429" cy="87980"/>
              </a:xfrm>
              <a:custGeom>
                <a:rect b="b" l="l" r="r" t="t"/>
                <a:pathLst>
                  <a:path extrusionOk="0" h="169193" w="170593">
                    <a:moveTo>
                      <a:pt x="146106" y="49914"/>
                    </a:moveTo>
                    <a:cubicBezTo>
                      <a:pt x="160775" y="88938"/>
                      <a:pt x="141058" y="132468"/>
                      <a:pt x="102005" y="147136"/>
                    </a:cubicBezTo>
                    <a:cubicBezTo>
                      <a:pt x="63048" y="161805"/>
                      <a:pt x="19518" y="142059"/>
                      <a:pt x="4851" y="103035"/>
                    </a:cubicBezTo>
                    <a:cubicBezTo>
                      <a:pt x="-9818" y="64012"/>
                      <a:pt x="9898" y="20482"/>
                      <a:pt x="48951" y="5814"/>
                    </a:cubicBezTo>
                    <a:cubicBezTo>
                      <a:pt x="52856" y="4337"/>
                      <a:pt x="56857" y="3194"/>
                      <a:pt x="60952" y="2394"/>
                    </a:cubicBezTo>
                    <a:cubicBezTo>
                      <a:pt x="97529" y="-7388"/>
                      <a:pt x="135247" y="13662"/>
                      <a:pt x="146106" y="4991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6514081" y="2548966"/>
                <a:ext cx="87429" cy="87799"/>
              </a:xfrm>
              <a:custGeom>
                <a:rect b="b" l="l" r="r" t="t"/>
                <a:pathLst>
                  <a:path extrusionOk="0" h="169660" w="170593">
                    <a:moveTo>
                      <a:pt x="146222" y="50186"/>
                    </a:moveTo>
                    <a:cubicBezTo>
                      <a:pt x="160795" y="89248"/>
                      <a:pt x="140984" y="132729"/>
                      <a:pt x="101931" y="147303"/>
                    </a:cubicBezTo>
                    <a:cubicBezTo>
                      <a:pt x="62878" y="161886"/>
                      <a:pt x="19444" y="142045"/>
                      <a:pt x="4776" y="102983"/>
                    </a:cubicBezTo>
                    <a:cubicBezTo>
                      <a:pt x="-9798" y="63921"/>
                      <a:pt x="10110" y="20439"/>
                      <a:pt x="49162" y="5857"/>
                    </a:cubicBezTo>
                    <a:cubicBezTo>
                      <a:pt x="52782" y="4504"/>
                      <a:pt x="56497" y="3437"/>
                      <a:pt x="60307" y="2656"/>
                    </a:cubicBezTo>
                    <a:cubicBezTo>
                      <a:pt x="97169" y="-7774"/>
                      <a:pt x="135458" y="13429"/>
                      <a:pt x="146222" y="5017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6472673" y="2567485"/>
                <a:ext cx="87429" cy="87794"/>
              </a:xfrm>
              <a:custGeom>
                <a:rect b="b" l="l" r="r" t="t"/>
                <a:pathLst>
                  <a:path extrusionOk="0" h="169650" w="170593">
                    <a:moveTo>
                      <a:pt x="146234" y="50186"/>
                    </a:moveTo>
                    <a:cubicBezTo>
                      <a:pt x="160807" y="89248"/>
                      <a:pt x="140900" y="132730"/>
                      <a:pt x="101848" y="147303"/>
                    </a:cubicBezTo>
                    <a:cubicBezTo>
                      <a:pt x="62795" y="161876"/>
                      <a:pt x="19361" y="142045"/>
                      <a:pt x="4788" y="102983"/>
                    </a:cubicBezTo>
                    <a:cubicBezTo>
                      <a:pt x="-9786" y="63921"/>
                      <a:pt x="10026" y="20439"/>
                      <a:pt x="49079" y="5857"/>
                    </a:cubicBezTo>
                    <a:cubicBezTo>
                      <a:pt x="52698" y="4504"/>
                      <a:pt x="56413" y="3437"/>
                      <a:pt x="60223" y="2656"/>
                    </a:cubicBezTo>
                    <a:cubicBezTo>
                      <a:pt x="97085" y="-7774"/>
                      <a:pt x="135471" y="13429"/>
                      <a:pt x="146234" y="5017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6404839" y="2579970"/>
                <a:ext cx="101636" cy="75340"/>
              </a:xfrm>
              <a:custGeom>
                <a:rect b="b" l="l" r="r" t="t"/>
                <a:pathLst>
                  <a:path extrusionOk="0" h="144885" w="188215">
                    <a:moveTo>
                      <a:pt x="174893" y="47106"/>
                    </a:moveTo>
                    <a:cubicBezTo>
                      <a:pt x="182037" y="81587"/>
                      <a:pt x="148794" y="117753"/>
                      <a:pt x="100883" y="127640"/>
                    </a:cubicBezTo>
                    <a:cubicBezTo>
                      <a:pt x="52973" y="137527"/>
                      <a:pt x="8110" y="117543"/>
                      <a:pt x="966" y="83063"/>
                    </a:cubicBezTo>
                    <a:cubicBezTo>
                      <a:pt x="-6178" y="48583"/>
                      <a:pt x="27065" y="12416"/>
                      <a:pt x="75071" y="2529"/>
                    </a:cubicBezTo>
                    <a:cubicBezTo>
                      <a:pt x="122981" y="-7358"/>
                      <a:pt x="168797" y="12626"/>
                      <a:pt x="174893" y="4710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6531976" y="2185658"/>
                <a:ext cx="73587" cy="73588"/>
              </a:xfrm>
              <a:custGeom>
                <a:rect b="b" l="l" r="r" t="t"/>
                <a:pathLst>
                  <a:path extrusionOk="0" h="127425" w="127424">
                    <a:moveTo>
                      <a:pt x="127425" y="63713"/>
                    </a:moveTo>
                    <a:cubicBezTo>
                      <a:pt x="127425" y="98900"/>
                      <a:pt x="98900" y="127425"/>
                      <a:pt x="63713" y="127425"/>
                    </a:cubicBezTo>
                    <a:cubicBezTo>
                      <a:pt x="28526" y="127425"/>
                      <a:pt x="1" y="98900"/>
                      <a:pt x="1" y="63713"/>
                    </a:cubicBezTo>
                    <a:cubicBezTo>
                      <a:pt x="1" y="28525"/>
                      <a:pt x="28526" y="0"/>
                      <a:pt x="63713" y="0"/>
                    </a:cubicBezTo>
                    <a:cubicBezTo>
                      <a:pt x="98900" y="0"/>
                      <a:pt x="127425" y="28525"/>
                      <a:pt x="127425"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6467679" y="2196478"/>
                <a:ext cx="91564" cy="67565"/>
              </a:xfrm>
              <a:custGeom>
                <a:rect b="b" l="l" r="r" t="t"/>
                <a:pathLst>
                  <a:path extrusionOk="0" h="116491" w="158553">
                    <a:moveTo>
                      <a:pt x="158553" y="58245"/>
                    </a:moveTo>
                    <a:cubicBezTo>
                      <a:pt x="158553" y="90414"/>
                      <a:pt x="123060" y="116491"/>
                      <a:pt x="79276" y="116491"/>
                    </a:cubicBezTo>
                    <a:cubicBezTo>
                      <a:pt x="35493" y="116491"/>
                      <a:pt x="0" y="90413"/>
                      <a:pt x="0" y="58245"/>
                    </a:cubicBezTo>
                    <a:cubicBezTo>
                      <a:pt x="0" y="26077"/>
                      <a:pt x="35493" y="0"/>
                      <a:pt x="79276" y="0"/>
                    </a:cubicBezTo>
                    <a:cubicBezTo>
                      <a:pt x="123060" y="0"/>
                      <a:pt x="158553" y="26078"/>
                      <a:pt x="158553" y="5824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6218607" y="2189195"/>
                <a:ext cx="75230" cy="75283"/>
              </a:xfrm>
              <a:custGeom>
                <a:rect b="b" l="l" r="r" t="t"/>
                <a:pathLst>
                  <a:path extrusionOk="0" h="133836" w="134941">
                    <a:moveTo>
                      <a:pt x="130216" y="60807"/>
                    </a:moveTo>
                    <a:cubicBezTo>
                      <a:pt x="132655" y="96725"/>
                      <a:pt x="105518" y="127815"/>
                      <a:pt x="69599" y="130253"/>
                    </a:cubicBezTo>
                    <a:cubicBezTo>
                      <a:pt x="33680" y="132692"/>
                      <a:pt x="2590" y="105555"/>
                      <a:pt x="152" y="69636"/>
                    </a:cubicBezTo>
                    <a:cubicBezTo>
                      <a:pt x="-2286" y="33717"/>
                      <a:pt x="24851" y="2628"/>
                      <a:pt x="60769" y="189"/>
                    </a:cubicBezTo>
                    <a:cubicBezTo>
                      <a:pt x="62189" y="94"/>
                      <a:pt x="63608" y="47"/>
                      <a:pt x="65037" y="37"/>
                    </a:cubicBezTo>
                    <a:cubicBezTo>
                      <a:pt x="99803" y="-1144"/>
                      <a:pt x="128968" y="26040"/>
                      <a:pt x="130216" y="60807"/>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6200088" y="2229771"/>
                <a:ext cx="69023" cy="64842"/>
              </a:xfrm>
              <a:custGeom>
                <a:rect b="b" l="l" r="r" t="t"/>
                <a:pathLst>
                  <a:path extrusionOk="0" h="112281" w="119005">
                    <a:moveTo>
                      <a:pt x="119005" y="56140"/>
                    </a:moveTo>
                    <a:cubicBezTo>
                      <a:pt x="119005" y="87146"/>
                      <a:pt x="92365" y="112281"/>
                      <a:pt x="59503" y="112281"/>
                    </a:cubicBezTo>
                    <a:cubicBezTo>
                      <a:pt x="26640" y="112281"/>
                      <a:pt x="0" y="87146"/>
                      <a:pt x="0" y="56140"/>
                    </a:cubicBezTo>
                    <a:cubicBezTo>
                      <a:pt x="0" y="25135"/>
                      <a:pt x="26640" y="0"/>
                      <a:pt x="59503" y="0"/>
                    </a:cubicBezTo>
                    <a:cubicBezTo>
                      <a:pt x="92365" y="0"/>
                      <a:pt x="119005" y="25135"/>
                      <a:pt x="119005" y="5614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6200713" y="2276173"/>
                <a:ext cx="68811" cy="68947"/>
              </a:xfrm>
              <a:custGeom>
                <a:rect b="b" l="l" r="r" t="t"/>
                <a:pathLst>
                  <a:path extrusionOk="0" h="121492" w="122330">
                    <a:moveTo>
                      <a:pt x="118929" y="56369"/>
                    </a:moveTo>
                    <a:cubicBezTo>
                      <a:pt x="120672" y="89192"/>
                      <a:pt x="95478" y="117206"/>
                      <a:pt x="62665" y="118948"/>
                    </a:cubicBezTo>
                    <a:cubicBezTo>
                      <a:pt x="29842" y="120692"/>
                      <a:pt x="1828" y="95498"/>
                      <a:pt x="85" y="62684"/>
                    </a:cubicBezTo>
                    <a:cubicBezTo>
                      <a:pt x="-1658" y="29861"/>
                      <a:pt x="23536" y="1848"/>
                      <a:pt x="56349" y="105"/>
                    </a:cubicBezTo>
                    <a:cubicBezTo>
                      <a:pt x="57445" y="48"/>
                      <a:pt x="58540" y="19"/>
                      <a:pt x="59626" y="19"/>
                    </a:cubicBezTo>
                    <a:cubicBezTo>
                      <a:pt x="91554" y="-800"/>
                      <a:pt x="118100" y="24413"/>
                      <a:pt x="118919" y="56331"/>
                    </a:cubicBezTo>
                    <a:cubicBezTo>
                      <a:pt x="118919" y="56341"/>
                      <a:pt x="118919" y="56360"/>
                      <a:pt x="118919" y="5636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6202377" y="2321951"/>
                <a:ext cx="68928" cy="69011"/>
              </a:xfrm>
              <a:custGeom>
                <a:rect b="b" l="l" r="r" t="t"/>
                <a:pathLst>
                  <a:path extrusionOk="0" h="121606" w="122539">
                    <a:moveTo>
                      <a:pt x="118922" y="56160"/>
                    </a:moveTo>
                    <a:cubicBezTo>
                      <a:pt x="120778" y="88974"/>
                      <a:pt x="95690" y="117082"/>
                      <a:pt x="62876" y="118939"/>
                    </a:cubicBezTo>
                    <a:cubicBezTo>
                      <a:pt x="30062" y="120797"/>
                      <a:pt x="1954" y="95708"/>
                      <a:pt x="97" y="62894"/>
                    </a:cubicBezTo>
                    <a:cubicBezTo>
                      <a:pt x="-1761" y="30081"/>
                      <a:pt x="23329" y="1972"/>
                      <a:pt x="56142" y="115"/>
                    </a:cubicBezTo>
                    <a:cubicBezTo>
                      <a:pt x="57228" y="58"/>
                      <a:pt x="58324" y="20"/>
                      <a:pt x="59409" y="20"/>
                    </a:cubicBezTo>
                    <a:cubicBezTo>
                      <a:pt x="91308" y="-809"/>
                      <a:pt x="117883" y="24271"/>
                      <a:pt x="118912" y="5616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6204042" y="2369393"/>
                <a:ext cx="68816" cy="68822"/>
              </a:xfrm>
              <a:custGeom>
                <a:rect b="b" l="l" r="r" t="t"/>
                <a:pathLst>
                  <a:path extrusionOk="0" h="121272" w="122339">
                    <a:moveTo>
                      <a:pt x="118938" y="56370"/>
                    </a:moveTo>
                    <a:cubicBezTo>
                      <a:pt x="120681" y="89193"/>
                      <a:pt x="95488" y="117206"/>
                      <a:pt x="62665" y="118949"/>
                    </a:cubicBezTo>
                    <a:cubicBezTo>
                      <a:pt x="29851" y="120692"/>
                      <a:pt x="1828" y="95498"/>
                      <a:pt x="85" y="62675"/>
                    </a:cubicBezTo>
                    <a:cubicBezTo>
                      <a:pt x="-1658" y="29852"/>
                      <a:pt x="23536" y="1839"/>
                      <a:pt x="56350" y="96"/>
                    </a:cubicBezTo>
                    <a:cubicBezTo>
                      <a:pt x="57511" y="29"/>
                      <a:pt x="58674" y="10"/>
                      <a:pt x="59836" y="10"/>
                    </a:cubicBezTo>
                    <a:cubicBezTo>
                      <a:pt x="91649" y="-580"/>
                      <a:pt x="118005" y="24556"/>
                      <a:pt x="118919" y="5636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6210076" y="2418916"/>
                <a:ext cx="69023" cy="64842"/>
              </a:xfrm>
              <a:custGeom>
                <a:rect b="b" l="l" r="r" t="t"/>
                <a:pathLst>
                  <a:path extrusionOk="0" h="112281" w="119005">
                    <a:moveTo>
                      <a:pt x="119005" y="56140"/>
                    </a:moveTo>
                    <a:cubicBezTo>
                      <a:pt x="119005" y="87146"/>
                      <a:pt x="92365" y="112281"/>
                      <a:pt x="59503" y="112281"/>
                    </a:cubicBezTo>
                    <a:cubicBezTo>
                      <a:pt x="26640" y="112281"/>
                      <a:pt x="0" y="87146"/>
                      <a:pt x="0" y="56140"/>
                    </a:cubicBezTo>
                    <a:cubicBezTo>
                      <a:pt x="0" y="25135"/>
                      <a:pt x="26640" y="0"/>
                      <a:pt x="59503" y="0"/>
                    </a:cubicBezTo>
                    <a:cubicBezTo>
                      <a:pt x="92365" y="0"/>
                      <a:pt x="119005" y="25135"/>
                      <a:pt x="119005" y="5614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6401926" y="2197935"/>
                <a:ext cx="94116" cy="70189"/>
              </a:xfrm>
              <a:custGeom>
                <a:rect b="b" l="l" r="r" t="t"/>
                <a:pathLst>
                  <a:path extrusionOk="0" h="121539" w="162972">
                    <a:moveTo>
                      <a:pt x="162972" y="60770"/>
                    </a:moveTo>
                    <a:cubicBezTo>
                      <a:pt x="162972" y="94412"/>
                      <a:pt x="126396" y="121539"/>
                      <a:pt x="81439" y="121539"/>
                    </a:cubicBezTo>
                    <a:cubicBezTo>
                      <a:pt x="36385" y="121539"/>
                      <a:pt x="0" y="94412"/>
                      <a:pt x="0" y="60770"/>
                    </a:cubicBezTo>
                    <a:cubicBezTo>
                      <a:pt x="0" y="27127"/>
                      <a:pt x="36385" y="0"/>
                      <a:pt x="81439" y="0"/>
                    </a:cubicBezTo>
                    <a:cubicBezTo>
                      <a:pt x="126396" y="0"/>
                      <a:pt x="162972" y="27127"/>
                      <a:pt x="162972" y="6077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6338670" y="2201472"/>
                <a:ext cx="84996" cy="70189"/>
              </a:xfrm>
              <a:custGeom>
                <a:rect b="b" l="l" r="r" t="t"/>
                <a:pathLst>
                  <a:path extrusionOk="0" h="121539" w="147180">
                    <a:moveTo>
                      <a:pt x="147180" y="60770"/>
                    </a:moveTo>
                    <a:cubicBezTo>
                      <a:pt x="147180" y="94332"/>
                      <a:pt x="114233" y="121539"/>
                      <a:pt x="73590" y="121539"/>
                    </a:cubicBezTo>
                    <a:cubicBezTo>
                      <a:pt x="32947" y="121539"/>
                      <a:pt x="0" y="94332"/>
                      <a:pt x="0" y="60770"/>
                    </a:cubicBezTo>
                    <a:cubicBezTo>
                      <a:pt x="0" y="27207"/>
                      <a:pt x="32947" y="0"/>
                      <a:pt x="73590" y="0"/>
                    </a:cubicBezTo>
                    <a:cubicBezTo>
                      <a:pt x="114233" y="0"/>
                      <a:pt x="147180" y="27207"/>
                      <a:pt x="147180" y="6077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6275413" y="2195230"/>
                <a:ext cx="75580" cy="75578"/>
              </a:xfrm>
              <a:custGeom>
                <a:rect b="b" l="l" r="r" t="t"/>
                <a:pathLst>
                  <a:path extrusionOk="0" h="134360" w="135569">
                    <a:moveTo>
                      <a:pt x="130630" y="60806"/>
                    </a:moveTo>
                    <a:cubicBezTo>
                      <a:pt x="133183" y="96830"/>
                      <a:pt x="106056" y="128110"/>
                      <a:pt x="70023" y="130663"/>
                    </a:cubicBezTo>
                    <a:cubicBezTo>
                      <a:pt x="33999" y="133216"/>
                      <a:pt x="2719" y="106088"/>
                      <a:pt x="166" y="70055"/>
                    </a:cubicBezTo>
                    <a:cubicBezTo>
                      <a:pt x="-2386" y="34032"/>
                      <a:pt x="24741" y="2751"/>
                      <a:pt x="60774" y="199"/>
                    </a:cubicBezTo>
                    <a:cubicBezTo>
                      <a:pt x="62327" y="84"/>
                      <a:pt x="63889" y="37"/>
                      <a:pt x="65451" y="37"/>
                    </a:cubicBezTo>
                    <a:cubicBezTo>
                      <a:pt x="100217" y="-1144"/>
                      <a:pt x="129382" y="26040"/>
                      <a:pt x="130630" y="6080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6210700" y="2463861"/>
                <a:ext cx="73589" cy="73588"/>
              </a:xfrm>
              <a:custGeom>
                <a:rect b="b" l="l" r="r" t="t"/>
                <a:pathLst>
                  <a:path extrusionOk="0" h="127425" w="127426">
                    <a:moveTo>
                      <a:pt x="127426" y="63713"/>
                    </a:moveTo>
                    <a:cubicBezTo>
                      <a:pt x="127426" y="98900"/>
                      <a:pt x="98901" y="127425"/>
                      <a:pt x="63713" y="127425"/>
                    </a:cubicBezTo>
                    <a:cubicBezTo>
                      <a:pt x="28525" y="127425"/>
                      <a:pt x="0" y="98900"/>
                      <a:pt x="0" y="63713"/>
                    </a:cubicBezTo>
                    <a:cubicBezTo>
                      <a:pt x="0" y="28525"/>
                      <a:pt x="28525" y="0"/>
                      <a:pt x="63713" y="0"/>
                    </a:cubicBezTo>
                    <a:cubicBezTo>
                      <a:pt x="98900" y="0"/>
                      <a:pt x="127426" y="28525"/>
                      <a:pt x="127426" y="63713"/>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6401302" y="2628036"/>
                <a:ext cx="62481" cy="134235"/>
              </a:xfrm>
              <a:custGeom>
                <a:rect b="b" l="l" r="r" t="t"/>
                <a:pathLst>
                  <a:path extrusionOk="0" h="239706" w="110585">
                    <a:moveTo>
                      <a:pt x="7858" y="0"/>
                    </a:moveTo>
                    <a:cubicBezTo>
                      <a:pt x="-2619" y="24794"/>
                      <a:pt x="-2619" y="52797"/>
                      <a:pt x="7858" y="77591"/>
                    </a:cubicBezTo>
                    <a:cubicBezTo>
                      <a:pt x="23860" y="128054"/>
                      <a:pt x="5382" y="170526"/>
                      <a:pt x="18622" y="202492"/>
                    </a:cubicBezTo>
                    <a:cubicBezTo>
                      <a:pt x="31862" y="234448"/>
                      <a:pt x="63770" y="239706"/>
                      <a:pt x="74533" y="223523"/>
                    </a:cubicBezTo>
                    <a:cubicBezTo>
                      <a:pt x="85297" y="207331"/>
                      <a:pt x="77105" y="162335"/>
                      <a:pt x="82344" y="130588"/>
                    </a:cubicBezTo>
                    <a:cubicBezTo>
                      <a:pt x="88821" y="101289"/>
                      <a:pt x="97393" y="72485"/>
                      <a:pt x="107966" y="44377"/>
                    </a:cubicBezTo>
                    <a:cubicBezTo>
                      <a:pt x="107966" y="44377"/>
                      <a:pt x="26622" y="55312"/>
                      <a:pt x="7858" y="1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6247531" y="2529614"/>
                <a:ext cx="41094" cy="77055"/>
              </a:xfrm>
              <a:custGeom>
                <a:rect b="b" l="l" r="r" t="t"/>
                <a:pathLst>
                  <a:path extrusionOk="0" h="146771" w="77171">
                    <a:moveTo>
                      <a:pt x="0" y="13878"/>
                    </a:moveTo>
                    <a:cubicBezTo>
                      <a:pt x="11163" y="21003"/>
                      <a:pt x="21041" y="29966"/>
                      <a:pt x="29233" y="40377"/>
                    </a:cubicBezTo>
                    <a:cubicBezTo>
                      <a:pt x="47949" y="61408"/>
                      <a:pt x="47949" y="53626"/>
                      <a:pt x="37224" y="85582"/>
                    </a:cubicBezTo>
                    <a:cubicBezTo>
                      <a:pt x="26499" y="117538"/>
                      <a:pt x="23975" y="146771"/>
                      <a:pt x="39957" y="127635"/>
                    </a:cubicBezTo>
                    <a:cubicBezTo>
                      <a:pt x="55941" y="108499"/>
                      <a:pt x="77171" y="76962"/>
                      <a:pt x="69190" y="47730"/>
                    </a:cubicBezTo>
                    <a:cubicBezTo>
                      <a:pt x="63856" y="29509"/>
                      <a:pt x="53769" y="13030"/>
                      <a:pt x="39957" y="0"/>
                    </a:cubicBezTo>
                    <a:lnTo>
                      <a:pt x="10" y="13878"/>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6318278" y="924693"/>
                <a:ext cx="221212" cy="100652"/>
              </a:xfrm>
              <a:custGeom>
                <a:rect b="b" l="l" r="r" t="t"/>
                <a:pathLst>
                  <a:path extrusionOk="0" h="175812" w="389801">
                    <a:moveTo>
                      <a:pt x="0" y="109976"/>
                    </a:moveTo>
                    <a:cubicBezTo>
                      <a:pt x="0" y="109976"/>
                      <a:pt x="64332" y="171164"/>
                      <a:pt x="112909" y="174317"/>
                    </a:cubicBezTo>
                    <a:cubicBezTo>
                      <a:pt x="143866" y="175812"/>
                      <a:pt x="174917" y="171021"/>
                      <a:pt x="203968" y="160230"/>
                    </a:cubicBezTo>
                    <a:cubicBezTo>
                      <a:pt x="245021" y="172041"/>
                      <a:pt x="288455" y="173126"/>
                      <a:pt x="330080" y="163382"/>
                    </a:cubicBezTo>
                    <a:cubicBezTo>
                      <a:pt x="389801" y="146142"/>
                      <a:pt x="382086" y="61398"/>
                      <a:pt x="382086" y="61398"/>
                    </a:cubicBezTo>
                    <a:lnTo>
                      <a:pt x="201396" y="0"/>
                    </a:lnTo>
                    <a:lnTo>
                      <a:pt x="9" y="109976"/>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6349906" y="1005012"/>
                <a:ext cx="43163" cy="8717"/>
              </a:xfrm>
              <a:custGeom>
                <a:rect b="b" l="l" r="r" t="t"/>
                <a:pathLst>
                  <a:path extrusionOk="0" h="17974" w="74419">
                    <a:moveTo>
                      <a:pt x="0" y="13668"/>
                    </a:moveTo>
                    <a:cubicBezTo>
                      <a:pt x="25651" y="17974"/>
                      <a:pt x="52035" y="13135"/>
                      <a:pt x="74419"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6373627" y="1016457"/>
                <a:ext cx="29169" cy="7289"/>
              </a:xfrm>
              <a:custGeom>
                <a:rect b="b" l="l" r="r" t="t"/>
                <a:pathLst>
                  <a:path extrusionOk="0" h="12621" w="50292">
                    <a:moveTo>
                      <a:pt x="0" y="12621"/>
                    </a:moveTo>
                    <a:cubicBezTo>
                      <a:pt x="17050" y="9725"/>
                      <a:pt x="33814" y="5505"/>
                      <a:pt x="50292"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6463309" y="1014584"/>
                <a:ext cx="30144" cy="6670"/>
              </a:xfrm>
              <a:custGeom>
                <a:rect b="b" l="l" r="r" t="t"/>
                <a:pathLst>
                  <a:path extrusionOk="0" h="11354" w="52197">
                    <a:moveTo>
                      <a:pt x="0" y="0"/>
                    </a:moveTo>
                    <a:lnTo>
                      <a:pt x="52197" y="11354"/>
                    </a:lnTo>
                  </a:path>
                </a:pathLst>
              </a:custGeom>
              <a:solidFill>
                <a:schemeClr val="lt2"/>
              </a:solidFill>
              <a:ln cap="flat" cmpd="sng" w="9525">
                <a:solidFill>
                  <a:schemeClr val="dk1"/>
                </a:solidFill>
                <a:prstDash val="solid"/>
                <a:round/>
                <a:headEnd len="sm" w="sm" type="none"/>
                <a:tailEnd len="sm" w="sm" type="none"/>
              </a:ln>
            </p:spPr>
          </p:sp>
          <p:sp>
            <p:nvSpPr>
              <p:cNvPr id="1270" name="Google Shape;1270;p47"/>
              <p:cNvSpPr/>
              <p:nvPr/>
            </p:nvSpPr>
            <p:spPr>
              <a:xfrm>
                <a:off x="6471425" y="1000226"/>
                <a:ext cx="49782" cy="11650"/>
              </a:xfrm>
              <a:custGeom>
                <a:rect b="b" l="l" r="r" t="t"/>
                <a:pathLst>
                  <a:path extrusionOk="0" h="22403" w="86202">
                    <a:moveTo>
                      <a:pt x="0" y="0"/>
                    </a:moveTo>
                    <a:cubicBezTo>
                      <a:pt x="25908" y="15611"/>
                      <a:pt x="56198" y="22403"/>
                      <a:pt x="86202" y="19345"/>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6370714" y="952992"/>
                <a:ext cx="120135" cy="110473"/>
              </a:xfrm>
              <a:custGeom>
                <a:rect b="b" l="l" r="r" t="t"/>
                <a:pathLst>
                  <a:path extrusionOk="0" h="196396" w="208026">
                    <a:moveTo>
                      <a:pt x="11144" y="68878"/>
                    </a:moveTo>
                    <a:cubicBezTo>
                      <a:pt x="11144" y="68878"/>
                      <a:pt x="74200" y="89909"/>
                      <a:pt x="74200" y="191465"/>
                    </a:cubicBezTo>
                    <a:lnTo>
                      <a:pt x="137350" y="191465"/>
                    </a:lnTo>
                    <a:cubicBezTo>
                      <a:pt x="137350" y="191465"/>
                      <a:pt x="146780" y="107359"/>
                      <a:pt x="190785" y="57943"/>
                    </a:cubicBezTo>
                    <a:lnTo>
                      <a:pt x="208026" y="40703"/>
                    </a:lnTo>
                    <a:cubicBezTo>
                      <a:pt x="191738" y="27444"/>
                      <a:pt x="173069" y="17319"/>
                      <a:pt x="153067" y="10842"/>
                    </a:cubicBezTo>
                    <a:cubicBezTo>
                      <a:pt x="112300" y="-4931"/>
                      <a:pt x="118586" y="-1779"/>
                      <a:pt x="68961" y="9366"/>
                    </a:cubicBezTo>
                    <a:cubicBezTo>
                      <a:pt x="32575" y="17567"/>
                      <a:pt x="0" y="61096"/>
                      <a:pt x="0" y="61096"/>
                    </a:cubicBezTo>
                    <a:lnTo>
                      <a:pt x="11144" y="68878"/>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6277910" y="761975"/>
                <a:ext cx="312812" cy="238774"/>
              </a:xfrm>
              <a:custGeom>
                <a:rect b="b" l="l" r="r" t="t"/>
                <a:pathLst>
                  <a:path extrusionOk="0" h="420747" w="558593">
                    <a:moveTo>
                      <a:pt x="268240" y="30599"/>
                    </a:moveTo>
                    <a:cubicBezTo>
                      <a:pt x="268240" y="30599"/>
                      <a:pt x="235474" y="-5567"/>
                      <a:pt x="203946" y="738"/>
                    </a:cubicBezTo>
                    <a:cubicBezTo>
                      <a:pt x="172419" y="7044"/>
                      <a:pt x="53394" y="88635"/>
                      <a:pt x="29839" y="121639"/>
                    </a:cubicBezTo>
                    <a:cubicBezTo>
                      <a:pt x="12256" y="150252"/>
                      <a:pt x="4845" y="183961"/>
                      <a:pt x="8808" y="217308"/>
                    </a:cubicBezTo>
                    <a:cubicBezTo>
                      <a:pt x="11960" y="225300"/>
                      <a:pt x="16590" y="234548"/>
                      <a:pt x="16590" y="234548"/>
                    </a:cubicBezTo>
                    <a:cubicBezTo>
                      <a:pt x="16590" y="234548"/>
                      <a:pt x="-13271" y="261256"/>
                      <a:pt x="7132" y="318654"/>
                    </a:cubicBezTo>
                    <a:cubicBezTo>
                      <a:pt x="27524" y="376061"/>
                      <a:pt x="62014" y="400236"/>
                      <a:pt x="91237" y="406551"/>
                    </a:cubicBezTo>
                    <a:cubicBezTo>
                      <a:pt x="118374" y="413571"/>
                      <a:pt x="147082" y="411351"/>
                      <a:pt x="172799" y="400245"/>
                    </a:cubicBezTo>
                    <a:cubicBezTo>
                      <a:pt x="188516" y="390596"/>
                      <a:pt x="203661" y="380138"/>
                      <a:pt x="218234" y="368918"/>
                    </a:cubicBezTo>
                    <a:cubicBezTo>
                      <a:pt x="236617" y="370280"/>
                      <a:pt x="254810" y="364050"/>
                      <a:pt x="268526" y="351677"/>
                    </a:cubicBezTo>
                    <a:cubicBezTo>
                      <a:pt x="284909" y="369203"/>
                      <a:pt x="309864" y="375890"/>
                      <a:pt x="332820" y="368918"/>
                    </a:cubicBezTo>
                    <a:cubicBezTo>
                      <a:pt x="353394" y="398502"/>
                      <a:pt x="387970" y="415180"/>
                      <a:pt x="423878" y="412866"/>
                    </a:cubicBezTo>
                    <a:cubicBezTo>
                      <a:pt x="479219" y="408818"/>
                      <a:pt x="525510" y="369441"/>
                      <a:pt x="538464" y="315511"/>
                    </a:cubicBezTo>
                    <a:cubicBezTo>
                      <a:pt x="545322" y="285517"/>
                      <a:pt x="542084" y="254094"/>
                      <a:pt x="529225" y="226147"/>
                    </a:cubicBezTo>
                    <a:cubicBezTo>
                      <a:pt x="531511" y="177294"/>
                      <a:pt x="515890" y="129288"/>
                      <a:pt x="485315" y="91149"/>
                    </a:cubicBezTo>
                    <a:cubicBezTo>
                      <a:pt x="433308" y="25122"/>
                      <a:pt x="370634" y="17340"/>
                      <a:pt x="339106" y="7044"/>
                    </a:cubicBezTo>
                    <a:cubicBezTo>
                      <a:pt x="307578" y="-3262"/>
                      <a:pt x="268240" y="30589"/>
                      <a:pt x="268240" y="305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6432514" y="779662"/>
                <a:ext cx="5400" cy="184944"/>
              </a:xfrm>
              <a:custGeom>
                <a:rect b="b" l="l" r="r" t="t"/>
                <a:pathLst>
                  <a:path extrusionOk="0" h="320250" w="120000">
                    <a:moveTo>
                      <a:pt x="0" y="320250"/>
                    </a:moveTo>
                    <a:lnTo>
                      <a:pt x="0" y="0"/>
                    </a:lnTo>
                  </a:path>
                </a:pathLst>
              </a:custGeom>
              <a:noFill/>
              <a:ln cap="flat" cmpd="sng" w="9525">
                <a:solidFill>
                  <a:schemeClr val="dk1"/>
                </a:solidFill>
                <a:prstDash val="solid"/>
                <a:round/>
                <a:headEnd len="sm" w="sm" type="none"/>
                <a:tailEnd len="sm" w="sm" type="none"/>
              </a:ln>
            </p:spPr>
          </p:sp>
          <p:sp>
            <p:nvSpPr>
              <p:cNvPr id="1274" name="Google Shape;1274;p47"/>
              <p:cNvSpPr/>
              <p:nvPr/>
            </p:nvSpPr>
            <p:spPr>
              <a:xfrm>
                <a:off x="6367177" y="789649"/>
                <a:ext cx="63423" cy="48456"/>
              </a:xfrm>
              <a:custGeom>
                <a:rect b="b" l="l" r="r" t="t"/>
                <a:pathLst>
                  <a:path extrusionOk="0" h="83906" w="109824">
                    <a:moveTo>
                      <a:pt x="109824" y="83906"/>
                    </a:moveTo>
                    <a:cubicBezTo>
                      <a:pt x="97155" y="83477"/>
                      <a:pt x="85249" y="77753"/>
                      <a:pt x="76962" y="68132"/>
                    </a:cubicBezTo>
                    <a:cubicBezTo>
                      <a:pt x="64389" y="52359"/>
                      <a:pt x="50292" y="74438"/>
                      <a:pt x="47149" y="47101"/>
                    </a:cubicBezTo>
                    <a:cubicBezTo>
                      <a:pt x="44005" y="19764"/>
                      <a:pt x="45434" y="1476"/>
                      <a:pt x="34480" y="0"/>
                    </a:cubicBezTo>
                    <a:cubicBezTo>
                      <a:pt x="20288" y="933"/>
                      <a:pt x="7334" y="8782"/>
                      <a:pt x="0" y="2103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6395267" y="784239"/>
                <a:ext cx="9170" cy="15424"/>
              </a:xfrm>
              <a:custGeom>
                <a:rect b="b" l="l" r="r" t="t"/>
                <a:pathLst>
                  <a:path extrusionOk="0" h="26708" w="15811">
                    <a:moveTo>
                      <a:pt x="0" y="26708"/>
                    </a:moveTo>
                    <a:cubicBezTo>
                      <a:pt x="8477" y="20145"/>
                      <a:pt x="14097" y="10592"/>
                      <a:pt x="1581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6366344" y="816908"/>
                <a:ext cx="13527" cy="23554"/>
              </a:xfrm>
              <a:custGeom>
                <a:rect b="b" l="l" r="r" t="t"/>
                <a:pathLst>
                  <a:path extrusionOk="0" h="40786" w="23526">
                    <a:moveTo>
                      <a:pt x="23526" y="40786"/>
                    </a:moveTo>
                    <a:lnTo>
                      <a:pt x="0" y="18917"/>
                    </a:lnTo>
                    <a:lnTo>
                      <a:pt x="8001" y="0"/>
                    </a:lnTo>
                  </a:path>
                </a:pathLst>
              </a:custGeom>
              <a:noFill/>
              <a:ln cap="flat" cmpd="sng" w="9525">
                <a:solidFill>
                  <a:schemeClr val="dk1"/>
                </a:solidFill>
                <a:prstDash val="solid"/>
                <a:round/>
                <a:headEnd len="sm" w="sm" type="none"/>
                <a:tailEnd len="sm" w="sm" type="none"/>
              </a:ln>
            </p:spPr>
          </p:sp>
          <p:sp>
            <p:nvSpPr>
              <p:cNvPr id="1277" name="Google Shape;1277;p47"/>
              <p:cNvSpPr/>
              <p:nvPr/>
            </p:nvSpPr>
            <p:spPr>
              <a:xfrm>
                <a:off x="6351779" y="827728"/>
                <a:ext cx="14535" cy="22102"/>
              </a:xfrm>
              <a:custGeom>
                <a:rect b="b" l="l" r="r" t="t"/>
                <a:pathLst>
                  <a:path extrusionOk="0" h="38271" w="25060">
                    <a:moveTo>
                      <a:pt x="25060" y="0"/>
                    </a:moveTo>
                    <a:cubicBezTo>
                      <a:pt x="17536" y="5839"/>
                      <a:pt x="11249" y="12964"/>
                      <a:pt x="6296" y="21031"/>
                    </a:cubicBezTo>
                    <a:cubicBezTo>
                      <a:pt x="3438" y="26480"/>
                      <a:pt x="1352" y="32280"/>
                      <a:pt x="0" y="3827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6323272" y="848952"/>
                <a:ext cx="109623" cy="63200"/>
              </a:xfrm>
              <a:custGeom>
                <a:rect b="b" l="l" r="r" t="t"/>
                <a:pathLst>
                  <a:path extrusionOk="0" h="121539" w="189824">
                    <a:moveTo>
                      <a:pt x="189824" y="79396"/>
                    </a:moveTo>
                    <a:cubicBezTo>
                      <a:pt x="183062" y="90130"/>
                      <a:pt x="173917" y="99236"/>
                      <a:pt x="163154" y="106104"/>
                    </a:cubicBezTo>
                    <a:cubicBezTo>
                      <a:pt x="145914" y="117039"/>
                      <a:pt x="108290" y="98322"/>
                      <a:pt x="97337" y="87178"/>
                    </a:cubicBezTo>
                    <a:cubicBezTo>
                      <a:pt x="86383" y="76033"/>
                      <a:pt x="70666" y="32295"/>
                      <a:pt x="59713" y="16531"/>
                    </a:cubicBezTo>
                    <a:cubicBezTo>
                      <a:pt x="48778" y="757"/>
                      <a:pt x="38681" y="-4500"/>
                      <a:pt x="22079" y="4129"/>
                    </a:cubicBezTo>
                    <a:cubicBezTo>
                      <a:pt x="11706" y="11454"/>
                      <a:pt x="3963" y="21922"/>
                      <a:pt x="0" y="3399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6395059" y="855819"/>
                <a:ext cx="19333" cy="23537"/>
              </a:xfrm>
              <a:custGeom>
                <a:rect b="b" l="l" r="r" t="t"/>
                <a:pathLst>
                  <a:path extrusionOk="0" h="47311" w="33623">
                    <a:moveTo>
                      <a:pt x="33623" y="12611"/>
                    </a:moveTo>
                    <a:cubicBezTo>
                      <a:pt x="33623" y="12611"/>
                      <a:pt x="24098" y="31328"/>
                      <a:pt x="20955" y="39319"/>
                    </a:cubicBezTo>
                    <a:cubicBezTo>
                      <a:pt x="17812" y="47311"/>
                      <a:pt x="14668" y="1577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6354067" y="883077"/>
                <a:ext cx="12051" cy="12040"/>
              </a:xfrm>
              <a:custGeom>
                <a:rect b="b" l="l" r="r" t="t"/>
                <a:pathLst>
                  <a:path extrusionOk="0" h="21031" w="21050">
                    <a:moveTo>
                      <a:pt x="21050" y="0"/>
                    </a:moveTo>
                    <a:cubicBezTo>
                      <a:pt x="21050" y="0"/>
                      <a:pt x="6954" y="18926"/>
                      <a:pt x="0" y="2103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6309330" y="911792"/>
                <a:ext cx="50755" cy="16668"/>
              </a:xfrm>
              <a:custGeom>
                <a:rect b="b" l="l" r="r" t="t"/>
                <a:pathLst>
                  <a:path extrusionOk="0" h="31156" w="87887">
                    <a:moveTo>
                      <a:pt x="87887" y="24184"/>
                    </a:moveTo>
                    <a:cubicBezTo>
                      <a:pt x="79791" y="31156"/>
                      <a:pt x="67580" y="30242"/>
                      <a:pt x="60607" y="22155"/>
                    </a:cubicBezTo>
                    <a:cubicBezTo>
                      <a:pt x="60293" y="21793"/>
                      <a:pt x="59998" y="21422"/>
                      <a:pt x="59712" y="21031"/>
                    </a:cubicBezTo>
                    <a:cubicBezTo>
                      <a:pt x="45625" y="5258"/>
                      <a:pt x="40786" y="0"/>
                      <a:pt x="28175" y="0"/>
                    </a:cubicBezTo>
                    <a:cubicBezTo>
                      <a:pt x="18507" y="619"/>
                      <a:pt x="9001" y="2753"/>
                      <a:pt x="0" y="630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6301423" y="820445"/>
                <a:ext cx="102379" cy="153975"/>
              </a:xfrm>
              <a:custGeom>
                <a:rect b="b" l="l" r="r" t="t"/>
                <a:pathLst>
                  <a:path extrusionOk="0" h="266624" w="180404">
                    <a:moveTo>
                      <a:pt x="46490" y="0"/>
                    </a:moveTo>
                    <a:cubicBezTo>
                      <a:pt x="46490" y="0"/>
                      <a:pt x="7171" y="29861"/>
                      <a:pt x="866" y="59712"/>
                    </a:cubicBezTo>
                    <a:cubicBezTo>
                      <a:pt x="-2021" y="86516"/>
                      <a:pt x="2342" y="113595"/>
                      <a:pt x="13477" y="138141"/>
                    </a:cubicBezTo>
                    <a:cubicBezTo>
                      <a:pt x="18106" y="147599"/>
                      <a:pt x="-3764" y="156858"/>
                      <a:pt x="10324" y="180194"/>
                    </a:cubicBezTo>
                    <a:cubicBezTo>
                      <a:pt x="21544" y="197377"/>
                      <a:pt x="34736" y="213189"/>
                      <a:pt x="49643" y="227295"/>
                    </a:cubicBezTo>
                    <a:cubicBezTo>
                      <a:pt x="72999" y="222314"/>
                      <a:pt x="97201" y="222895"/>
                      <a:pt x="120252" y="228981"/>
                    </a:cubicBezTo>
                    <a:cubicBezTo>
                      <a:pt x="140254" y="239697"/>
                      <a:pt x="159114" y="252298"/>
                      <a:pt x="176640" y="26662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6316197" y="951952"/>
                <a:ext cx="28317" cy="43782"/>
              </a:xfrm>
              <a:custGeom>
                <a:rect b="b" l="l" r="r" t="t"/>
                <a:pathLst>
                  <a:path extrusionOk="0" h="75486" w="51720">
                    <a:moveTo>
                      <a:pt x="23823" y="0"/>
                    </a:moveTo>
                    <a:cubicBezTo>
                      <a:pt x="9659" y="3858"/>
                      <a:pt x="-46" y="16869"/>
                      <a:pt x="277" y="31537"/>
                    </a:cubicBezTo>
                    <a:cubicBezTo>
                      <a:pt x="-2875" y="59712"/>
                      <a:pt x="21309" y="69180"/>
                      <a:pt x="48845" y="7548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6287482" y="895770"/>
                <a:ext cx="21827" cy="4579"/>
              </a:xfrm>
              <a:custGeom>
                <a:rect b="b" l="l" r="r" t="t"/>
                <a:pathLst>
                  <a:path extrusionOk="0" h="14088" w="37633">
                    <a:moveTo>
                      <a:pt x="37633" y="7985"/>
                    </a:moveTo>
                    <a:cubicBezTo>
                      <a:pt x="37633" y="7985"/>
                      <a:pt x="14088" y="-6103"/>
                      <a:pt x="0" y="314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6281031" y="938427"/>
                <a:ext cx="20765" cy="12695"/>
              </a:xfrm>
              <a:custGeom>
                <a:rect b="b" l="l" r="r" t="t"/>
                <a:pathLst>
                  <a:path extrusionOk="0" h="22079" w="35957">
                    <a:moveTo>
                      <a:pt x="0" y="0"/>
                    </a:moveTo>
                    <a:cubicBezTo>
                      <a:pt x="0" y="0"/>
                      <a:pt x="18717" y="22079"/>
                      <a:pt x="35957" y="2207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6343247" y="787777"/>
                <a:ext cx="17256" cy="22954"/>
              </a:xfrm>
              <a:custGeom>
                <a:rect b="b" l="l" r="r" t="t"/>
                <a:pathLst>
                  <a:path extrusionOk="0" h="39748" w="29880">
                    <a:moveTo>
                      <a:pt x="21021" y="0"/>
                    </a:moveTo>
                    <a:cubicBezTo>
                      <a:pt x="21021" y="0"/>
                      <a:pt x="0" y="12621"/>
                      <a:pt x="0" y="21031"/>
                    </a:cubicBezTo>
                    <a:cubicBezTo>
                      <a:pt x="0" y="29442"/>
                      <a:pt x="29880" y="39748"/>
                      <a:pt x="29880" y="3974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6340958" y="809625"/>
                <a:ext cx="9143" cy="15424"/>
              </a:xfrm>
              <a:custGeom>
                <a:rect b="b" l="l" r="r" t="t"/>
                <a:pathLst>
                  <a:path extrusionOk="0" h="26708" w="15764">
                    <a:moveTo>
                      <a:pt x="15764" y="0"/>
                    </a:moveTo>
                    <a:lnTo>
                      <a:pt x="0" y="26708"/>
                    </a:lnTo>
                  </a:path>
                </a:pathLst>
              </a:custGeom>
              <a:noFill/>
              <a:ln cap="flat" cmpd="sng" w="9525">
                <a:solidFill>
                  <a:schemeClr val="dk1"/>
                </a:solidFill>
                <a:prstDash val="solid"/>
                <a:round/>
                <a:headEnd len="sm" w="sm" type="none"/>
                <a:tailEnd len="sm" w="sm" type="none"/>
              </a:ln>
            </p:spPr>
          </p:sp>
          <p:sp>
            <p:nvSpPr>
              <p:cNvPr id="1288" name="Google Shape;1288;p47"/>
              <p:cNvSpPr/>
              <p:nvPr/>
            </p:nvSpPr>
            <p:spPr>
              <a:xfrm>
                <a:off x="6410873" y="784655"/>
                <a:ext cx="41970" cy="20399"/>
              </a:xfrm>
              <a:custGeom>
                <a:rect b="b" l="l" r="r" t="t"/>
                <a:pathLst>
                  <a:path extrusionOk="0" h="48568" w="72676">
                    <a:moveTo>
                      <a:pt x="0" y="35369"/>
                    </a:moveTo>
                    <a:cubicBezTo>
                      <a:pt x="4476" y="23777"/>
                      <a:pt x="10287" y="12709"/>
                      <a:pt x="17240" y="2356"/>
                    </a:cubicBezTo>
                    <a:cubicBezTo>
                      <a:pt x="25146" y="-7103"/>
                      <a:pt x="38195" y="14976"/>
                      <a:pt x="38195" y="14976"/>
                    </a:cubicBezTo>
                    <a:cubicBezTo>
                      <a:pt x="38195" y="14976"/>
                      <a:pt x="64961" y="-13199"/>
                      <a:pt x="72676" y="1497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6414411" y="776124"/>
                <a:ext cx="6244" cy="9999"/>
              </a:xfrm>
              <a:custGeom>
                <a:rect b="b" l="l" r="r" t="t"/>
                <a:pathLst>
                  <a:path extrusionOk="0" h="17240" w="10954">
                    <a:moveTo>
                      <a:pt x="10954" y="17240"/>
                    </a:moveTo>
                    <a:lnTo>
                      <a:pt x="0" y="0"/>
                    </a:lnTo>
                  </a:path>
                </a:pathLst>
              </a:custGeom>
              <a:noFill/>
              <a:ln cap="flat" cmpd="sng" w="9525">
                <a:solidFill>
                  <a:schemeClr val="dk1"/>
                </a:solidFill>
                <a:prstDash val="solid"/>
                <a:round/>
                <a:headEnd len="sm" w="sm" type="none"/>
                <a:tailEnd len="sm" w="sm" type="none"/>
              </a:ln>
            </p:spPr>
          </p:sp>
          <p:sp>
            <p:nvSpPr>
              <p:cNvPr id="1290" name="Google Shape;1290;p47"/>
              <p:cNvSpPr/>
              <p:nvPr/>
            </p:nvSpPr>
            <p:spPr>
              <a:xfrm>
                <a:off x="6434386" y="797765"/>
                <a:ext cx="69804" cy="48176"/>
              </a:xfrm>
              <a:custGeom>
                <a:rect b="b" l="l" r="r" t="t"/>
                <a:pathLst>
                  <a:path extrusionOk="0" h="97326" w="120873">
                    <a:moveTo>
                      <a:pt x="120873" y="15877"/>
                    </a:moveTo>
                    <a:cubicBezTo>
                      <a:pt x="120873" y="15877"/>
                      <a:pt x="84677" y="-12298"/>
                      <a:pt x="72295" y="6418"/>
                    </a:cubicBezTo>
                    <a:cubicBezTo>
                      <a:pt x="59913" y="25135"/>
                      <a:pt x="75438" y="56672"/>
                      <a:pt x="48768" y="72446"/>
                    </a:cubicBezTo>
                    <a:cubicBezTo>
                      <a:pt x="34290" y="81647"/>
                      <a:pt x="16859" y="85028"/>
                      <a:pt x="0" y="8190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6453322" y="854154"/>
                <a:ext cx="24533" cy="22515"/>
              </a:xfrm>
              <a:custGeom>
                <a:rect b="b" l="l" r="r" t="t"/>
                <a:pathLst>
                  <a:path extrusionOk="0" h="42481" w="42481">
                    <a:moveTo>
                      <a:pt x="0" y="37643"/>
                    </a:moveTo>
                    <a:cubicBezTo>
                      <a:pt x="0" y="37643"/>
                      <a:pt x="3143" y="42481"/>
                      <a:pt x="17240" y="33014"/>
                    </a:cubicBezTo>
                    <a:cubicBezTo>
                      <a:pt x="31337" y="23555"/>
                      <a:pt x="28194" y="11982"/>
                      <a:pt x="4248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6431681" y="830433"/>
                <a:ext cx="78433" cy="80620"/>
              </a:xfrm>
              <a:custGeom>
                <a:rect b="b" l="l" r="r" t="t"/>
                <a:pathLst>
                  <a:path extrusionOk="0" h="151400" w="138208">
                    <a:moveTo>
                      <a:pt x="0" y="130369"/>
                    </a:moveTo>
                    <a:cubicBezTo>
                      <a:pt x="0" y="130369"/>
                      <a:pt x="58008" y="151400"/>
                      <a:pt x="80105" y="130369"/>
                    </a:cubicBezTo>
                    <a:cubicBezTo>
                      <a:pt x="102203" y="109337"/>
                      <a:pt x="95727" y="88316"/>
                      <a:pt x="105156" y="76962"/>
                    </a:cubicBezTo>
                    <a:cubicBezTo>
                      <a:pt x="114586" y="65608"/>
                      <a:pt x="138208" y="45634"/>
                      <a:pt x="135065" y="28175"/>
                    </a:cubicBezTo>
                    <a:cubicBezTo>
                      <a:pt x="131730" y="16497"/>
                      <a:pt x="124302" y="6448"/>
                      <a:pt x="114014"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6509711" y="843750"/>
                <a:ext cx="18120" cy="2921"/>
              </a:xfrm>
              <a:custGeom>
                <a:rect b="b" l="l" r="r" t="t"/>
                <a:pathLst>
                  <a:path extrusionOk="0" h="6639" w="31241">
                    <a:moveTo>
                      <a:pt x="0" y="5107"/>
                    </a:moveTo>
                    <a:cubicBezTo>
                      <a:pt x="9430" y="-456"/>
                      <a:pt x="20955" y="-1532"/>
                      <a:pt x="31241" y="216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6492441" y="874546"/>
                <a:ext cx="23542" cy="20795"/>
              </a:xfrm>
              <a:custGeom>
                <a:rect b="b" l="l" r="r" t="t"/>
                <a:pathLst>
                  <a:path extrusionOk="0" h="36166" w="40766">
                    <a:moveTo>
                      <a:pt x="0" y="0"/>
                    </a:moveTo>
                    <a:cubicBezTo>
                      <a:pt x="7810" y="17355"/>
                      <a:pt x="22670" y="30528"/>
                      <a:pt x="40766" y="3616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6464974" y="873089"/>
                <a:ext cx="98755" cy="102736"/>
              </a:xfrm>
              <a:custGeom>
                <a:rect b="b" l="l" r="r" t="t"/>
                <a:pathLst>
                  <a:path extrusionOk="0" h="177898" w="172498">
                    <a:moveTo>
                      <a:pt x="168211" y="0"/>
                    </a:moveTo>
                    <a:cubicBezTo>
                      <a:pt x="172498" y="25594"/>
                      <a:pt x="171449" y="51797"/>
                      <a:pt x="165068" y="76962"/>
                    </a:cubicBezTo>
                    <a:cubicBezTo>
                      <a:pt x="154210" y="106823"/>
                      <a:pt x="146209" y="109766"/>
                      <a:pt x="146209" y="109766"/>
                    </a:cubicBezTo>
                    <a:cubicBezTo>
                      <a:pt x="121634" y="108156"/>
                      <a:pt x="96964" y="111966"/>
                      <a:pt x="74009" y="120910"/>
                    </a:cubicBezTo>
                    <a:cubicBezTo>
                      <a:pt x="45911" y="134998"/>
                      <a:pt x="22288" y="136474"/>
                      <a:pt x="10953" y="156867"/>
                    </a:cubicBezTo>
                    <a:lnTo>
                      <a:pt x="0" y="177898"/>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6549663" y="936554"/>
                <a:ext cx="23287" cy="25612"/>
              </a:xfrm>
              <a:custGeom>
                <a:rect b="b" l="l" r="r" t="t"/>
                <a:pathLst>
                  <a:path extrusionOk="0" h="44158" w="48768">
                    <a:moveTo>
                      <a:pt x="0" y="0"/>
                    </a:moveTo>
                    <a:cubicBezTo>
                      <a:pt x="0" y="0"/>
                      <a:pt x="48768" y="12621"/>
                      <a:pt x="39243" y="4415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6571511" y="923029"/>
                <a:ext cx="8966" cy="23560"/>
              </a:xfrm>
              <a:custGeom>
                <a:rect b="b" l="l" r="r" t="t"/>
                <a:pathLst>
                  <a:path extrusionOk="0" h="40796" w="15526">
                    <a:moveTo>
                      <a:pt x="0" y="40796"/>
                    </a:moveTo>
                    <a:cubicBezTo>
                      <a:pt x="0" y="40796"/>
                      <a:pt x="15526" y="32804"/>
                      <a:pt x="1552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6566725" y="889528"/>
                <a:ext cx="16463" cy="2704"/>
              </a:xfrm>
              <a:custGeom>
                <a:rect b="b" l="l" r="r" t="t"/>
                <a:pathLst>
                  <a:path extrusionOk="0" h="4829" w="28385">
                    <a:moveTo>
                      <a:pt x="28385" y="4829"/>
                    </a:moveTo>
                    <a:lnTo>
                      <a:pt x="0" y="0"/>
                    </a:lnTo>
                  </a:path>
                </a:pathLst>
              </a:custGeom>
              <a:noFill/>
              <a:ln cap="flat" cmpd="sng" w="9525">
                <a:solidFill>
                  <a:schemeClr val="dk1"/>
                </a:solidFill>
                <a:prstDash val="solid"/>
                <a:round/>
                <a:headEnd len="sm" w="sm" type="none"/>
                <a:tailEnd len="sm" w="sm" type="none"/>
              </a:ln>
            </p:spPr>
          </p:sp>
          <p:sp>
            <p:nvSpPr>
              <p:cNvPr id="1299" name="Google Shape;1299;p47"/>
              <p:cNvSpPr/>
              <p:nvPr/>
            </p:nvSpPr>
            <p:spPr>
              <a:xfrm>
                <a:off x="6541339" y="817948"/>
                <a:ext cx="27627" cy="42019"/>
              </a:xfrm>
              <a:custGeom>
                <a:rect b="b" l="l" r="r" t="t"/>
                <a:pathLst>
                  <a:path extrusionOk="0" h="72761" w="55531">
                    <a:moveTo>
                      <a:pt x="0" y="0"/>
                    </a:moveTo>
                    <a:cubicBezTo>
                      <a:pt x="11049" y="1133"/>
                      <a:pt x="19908" y="9916"/>
                      <a:pt x="21051" y="21031"/>
                    </a:cubicBezTo>
                    <a:lnTo>
                      <a:pt x="24194" y="39748"/>
                    </a:lnTo>
                    <a:cubicBezTo>
                      <a:pt x="24194" y="39748"/>
                      <a:pt x="55531" y="49206"/>
                      <a:pt x="46197" y="7276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6518035" y="789441"/>
                <a:ext cx="8520" cy="29147"/>
              </a:xfrm>
              <a:custGeom>
                <a:rect b="b" l="l" r="r" t="t"/>
                <a:pathLst>
                  <a:path extrusionOk="0" h="50254" w="16384">
                    <a:moveTo>
                      <a:pt x="0" y="0"/>
                    </a:moveTo>
                    <a:cubicBezTo>
                      <a:pt x="11335" y="14154"/>
                      <a:pt x="16384" y="32290"/>
                      <a:pt x="14098" y="502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6467887" y="776748"/>
                <a:ext cx="26238" cy="4158"/>
              </a:xfrm>
              <a:custGeom>
                <a:rect b="b" l="l" r="r" t="t"/>
                <a:pathLst>
                  <a:path extrusionOk="0" h="8801" w="45434">
                    <a:moveTo>
                      <a:pt x="0" y="1143"/>
                    </a:moveTo>
                    <a:cubicBezTo>
                      <a:pt x="15430" y="-1562"/>
                      <a:pt x="31338" y="562"/>
                      <a:pt x="45434" y="723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6471425" y="963812"/>
                <a:ext cx="59902" cy="15665"/>
              </a:xfrm>
              <a:custGeom>
                <a:rect b="b" l="l" r="r" t="t"/>
                <a:pathLst>
                  <a:path extrusionOk="0" h="42053" w="103727">
                    <a:moveTo>
                      <a:pt x="0" y="0"/>
                    </a:moveTo>
                    <a:cubicBezTo>
                      <a:pt x="0" y="0"/>
                      <a:pt x="50292" y="42053"/>
                      <a:pt x="103727" y="21031"/>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6525109" y="959443"/>
                <a:ext cx="31684" cy="20762"/>
              </a:xfrm>
              <a:custGeom>
                <a:rect b="b" l="l" r="r" t="t"/>
                <a:pathLst>
                  <a:path extrusionOk="0" h="40910" w="54864">
                    <a:moveTo>
                      <a:pt x="0" y="1582"/>
                    </a:moveTo>
                    <a:cubicBezTo>
                      <a:pt x="23431" y="-4848"/>
                      <a:pt x="47530" y="8906"/>
                      <a:pt x="54007" y="32309"/>
                    </a:cubicBezTo>
                    <a:cubicBezTo>
                      <a:pt x="54387" y="33547"/>
                      <a:pt x="54673" y="34805"/>
                      <a:pt x="54864" y="36062"/>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6452697" y="924901"/>
                <a:ext cx="16637" cy="15424"/>
              </a:xfrm>
              <a:custGeom>
                <a:rect b="b" l="l" r="r" t="t"/>
                <a:pathLst>
                  <a:path extrusionOk="0" h="26708" w="34480">
                    <a:moveTo>
                      <a:pt x="28960" y="0"/>
                    </a:moveTo>
                    <a:cubicBezTo>
                      <a:pt x="28960" y="0"/>
                      <a:pt x="-5520" y="3153"/>
                      <a:pt x="766" y="2670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6526982" y="863102"/>
                <a:ext cx="18097" cy="15424"/>
              </a:xfrm>
              <a:custGeom>
                <a:rect b="b" l="l" r="r" t="t"/>
                <a:pathLst>
                  <a:path extrusionOk="0" h="26708" w="31336">
                    <a:moveTo>
                      <a:pt x="0" y="26708"/>
                    </a:moveTo>
                    <a:cubicBezTo>
                      <a:pt x="0" y="26708"/>
                      <a:pt x="12382" y="25022"/>
                      <a:pt x="3133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6536970" y="873089"/>
                <a:ext cx="1870" cy="12679"/>
              </a:xfrm>
              <a:custGeom>
                <a:rect b="b" l="l" r="r" t="t"/>
                <a:pathLst>
                  <a:path extrusionOk="0" h="21860" w="3143">
                    <a:moveTo>
                      <a:pt x="0" y="0"/>
                    </a:moveTo>
                    <a:lnTo>
                      <a:pt x="3143" y="21860"/>
                    </a:lnTo>
                  </a:path>
                </a:pathLst>
              </a:custGeom>
              <a:noFill/>
              <a:ln cap="flat" cmpd="sng" w="9525">
                <a:solidFill>
                  <a:schemeClr val="dk1"/>
                </a:solidFill>
                <a:prstDash val="solid"/>
                <a:round/>
                <a:headEnd len="sm" w="sm" type="none"/>
                <a:tailEnd len="sm" w="sm" type="none"/>
              </a:ln>
            </p:spPr>
          </p:sp>
          <p:sp>
            <p:nvSpPr>
              <p:cNvPr id="1307" name="Google Shape;1307;p47"/>
              <p:cNvSpPr/>
              <p:nvPr/>
            </p:nvSpPr>
            <p:spPr>
              <a:xfrm>
                <a:off x="6379869" y="935305"/>
                <a:ext cx="43754" cy="12705"/>
              </a:xfrm>
              <a:custGeom>
                <a:rect b="b" l="l" r="r" t="t"/>
                <a:pathLst>
                  <a:path extrusionOk="0" h="23860" w="75438">
                    <a:moveTo>
                      <a:pt x="0" y="0"/>
                    </a:moveTo>
                    <a:cubicBezTo>
                      <a:pt x="8192" y="11459"/>
                      <a:pt x="20765" y="19060"/>
                      <a:pt x="34671" y="21031"/>
                    </a:cubicBezTo>
                    <a:cubicBezTo>
                      <a:pt x="49245" y="23860"/>
                      <a:pt x="64294" y="19831"/>
                      <a:pt x="75438" y="1009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6535097" y="908463"/>
                <a:ext cx="25358" cy="9148"/>
              </a:xfrm>
              <a:custGeom>
                <a:rect b="b" l="l" r="r" t="t"/>
                <a:pathLst>
                  <a:path extrusionOk="0" h="15773" w="43910">
                    <a:moveTo>
                      <a:pt x="43910" y="15773"/>
                    </a:moveTo>
                    <a:cubicBezTo>
                      <a:pt x="31527" y="5629"/>
                      <a:pt x="16001" y="57"/>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6328682" y="873089"/>
                <a:ext cx="12040" cy="17245"/>
              </a:xfrm>
              <a:custGeom>
                <a:rect b="b" l="l" r="r" t="t"/>
                <a:pathLst>
                  <a:path extrusionOk="0" h="29861" w="21031">
                    <a:moveTo>
                      <a:pt x="21031" y="0"/>
                    </a:moveTo>
                    <a:cubicBezTo>
                      <a:pt x="9982" y="6391"/>
                      <a:pt x="2295" y="17307"/>
                      <a:pt x="0" y="2986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6467679" y="2177543"/>
                <a:ext cx="43107" cy="114692"/>
              </a:xfrm>
              <a:custGeom>
                <a:rect b="b" l="l" r="r" t="t"/>
                <a:pathLst>
                  <a:path extrusionOk="0" h="204807" w="80200">
                    <a:moveTo>
                      <a:pt x="58744" y="4983"/>
                    </a:moveTo>
                    <a:cubicBezTo>
                      <a:pt x="58744" y="4983"/>
                      <a:pt x="13310" y="34634"/>
                      <a:pt x="5309" y="70800"/>
                    </a:cubicBezTo>
                    <a:cubicBezTo>
                      <a:pt x="451" y="112663"/>
                      <a:pt x="-1073" y="154849"/>
                      <a:pt x="737" y="196959"/>
                    </a:cubicBezTo>
                    <a:lnTo>
                      <a:pt x="19596" y="198645"/>
                    </a:lnTo>
                    <a:cubicBezTo>
                      <a:pt x="19596" y="198645"/>
                      <a:pt x="13310" y="106129"/>
                      <a:pt x="19596" y="90355"/>
                    </a:cubicBezTo>
                    <a:cubicBezTo>
                      <a:pt x="25883" y="74582"/>
                      <a:pt x="52458" y="74582"/>
                      <a:pt x="52458" y="74582"/>
                    </a:cubicBezTo>
                    <a:cubicBezTo>
                      <a:pt x="63220" y="59751"/>
                      <a:pt x="70364" y="42616"/>
                      <a:pt x="73413" y="24537"/>
                    </a:cubicBezTo>
                    <a:cubicBezTo>
                      <a:pt x="74460" y="1830"/>
                      <a:pt x="79127" y="-6162"/>
                      <a:pt x="58744" y="49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6459980" y="2162145"/>
                <a:ext cx="54962" cy="24573"/>
              </a:xfrm>
              <a:custGeom>
                <a:rect b="b" l="l" r="r" t="t"/>
                <a:pathLst>
                  <a:path extrusionOk="0" h="43110" w="108299">
                    <a:moveTo>
                      <a:pt x="83058" y="0"/>
                    </a:moveTo>
                    <a:cubicBezTo>
                      <a:pt x="73723" y="8620"/>
                      <a:pt x="63151" y="15726"/>
                      <a:pt x="51720" y="21031"/>
                    </a:cubicBezTo>
                    <a:cubicBezTo>
                      <a:pt x="34671" y="24641"/>
                      <a:pt x="17145" y="25213"/>
                      <a:pt x="0" y="22717"/>
                    </a:cubicBezTo>
                    <a:lnTo>
                      <a:pt x="1428" y="39957"/>
                    </a:lnTo>
                    <a:cubicBezTo>
                      <a:pt x="15335" y="42605"/>
                      <a:pt x="29432" y="43110"/>
                      <a:pt x="43529" y="41434"/>
                    </a:cubicBezTo>
                    <a:cubicBezTo>
                      <a:pt x="58484" y="38662"/>
                      <a:pt x="73151" y="34509"/>
                      <a:pt x="87439" y="29032"/>
                    </a:cubicBezTo>
                    <a:cubicBezTo>
                      <a:pt x="87439" y="29032"/>
                      <a:pt x="108299" y="4848"/>
                      <a:pt x="83058"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6463726" y="2192109"/>
                <a:ext cx="48985" cy="12684"/>
              </a:xfrm>
              <a:custGeom>
                <a:rect b="b" l="l" r="r" t="t"/>
                <a:pathLst>
                  <a:path extrusionOk="0" h="21869" w="94202">
                    <a:moveTo>
                      <a:pt x="79914" y="0"/>
                    </a:moveTo>
                    <a:lnTo>
                      <a:pt x="3143" y="6096"/>
                    </a:lnTo>
                    <a:lnTo>
                      <a:pt x="0" y="20393"/>
                    </a:lnTo>
                    <a:cubicBezTo>
                      <a:pt x="11906" y="19431"/>
                      <a:pt x="24003" y="19431"/>
                      <a:pt x="35909" y="20393"/>
                    </a:cubicBezTo>
                    <a:cubicBezTo>
                      <a:pt x="53150" y="21869"/>
                      <a:pt x="72104" y="21869"/>
                      <a:pt x="72104" y="21869"/>
                    </a:cubicBezTo>
                    <a:cubicBezTo>
                      <a:pt x="72104" y="21869"/>
                      <a:pt x="94202" y="20393"/>
                      <a:pt x="799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6478083" y="2077665"/>
                <a:ext cx="124163" cy="2063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6478083" y="2077665"/>
                <a:ext cx="124163" cy="2063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6556529" y="2135095"/>
                <a:ext cx="11228" cy="9999"/>
              </a:xfrm>
              <a:custGeom>
                <a:rect b="b" l="l" r="r" t="t"/>
                <a:pathLst>
                  <a:path extrusionOk="0" h="17240" w="19527">
                    <a:moveTo>
                      <a:pt x="0" y="17240"/>
                    </a:moveTo>
                    <a:cubicBezTo>
                      <a:pt x="6954" y="12087"/>
                      <a:pt x="13526" y="6315"/>
                      <a:pt x="19527"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6522612" y="2149868"/>
                <a:ext cx="25963" cy="8740"/>
              </a:xfrm>
              <a:custGeom>
                <a:rect b="b" l="l" r="r" t="t"/>
                <a:pathLst>
                  <a:path extrusionOk="0" h="15135" w="44958">
                    <a:moveTo>
                      <a:pt x="0" y="15135"/>
                    </a:moveTo>
                    <a:cubicBezTo>
                      <a:pt x="15716" y="12725"/>
                      <a:pt x="30956" y="7601"/>
                      <a:pt x="44958"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6515329" y="2200016"/>
                <a:ext cx="64637" cy="22844"/>
              </a:xfrm>
              <a:custGeom>
                <a:rect b="b" l="l" r="r" t="t"/>
                <a:pathLst>
                  <a:path extrusionOk="0" h="47102" w="111443">
                    <a:moveTo>
                      <a:pt x="0" y="513"/>
                    </a:moveTo>
                    <a:cubicBezTo>
                      <a:pt x="0" y="513"/>
                      <a:pt x="79915" y="-7479"/>
                      <a:pt x="111443" y="3962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6478083" y="2077665"/>
                <a:ext cx="124163" cy="206322"/>
              </a:xfrm>
              <a:custGeom>
                <a:rect b="b" l="l" r="r" t="t"/>
                <a:pathLst>
                  <a:path extrusionOk="0" h="370084" w="218789">
                    <a:moveTo>
                      <a:pt x="177398" y="94510"/>
                    </a:moveTo>
                    <a:cubicBezTo>
                      <a:pt x="177398" y="94510"/>
                      <a:pt x="150633" y="12928"/>
                      <a:pt x="106722" y="1994"/>
                    </a:cubicBezTo>
                    <a:cubicBezTo>
                      <a:pt x="62717" y="-8941"/>
                      <a:pt x="3281" y="27016"/>
                      <a:pt x="138" y="63182"/>
                    </a:cubicBezTo>
                    <a:cubicBezTo>
                      <a:pt x="-3101" y="99349"/>
                      <a:pt x="51858" y="146240"/>
                      <a:pt x="51858" y="146240"/>
                    </a:cubicBezTo>
                    <a:cubicBezTo>
                      <a:pt x="45762" y="155765"/>
                      <a:pt x="42047" y="166567"/>
                      <a:pt x="40904" y="177777"/>
                    </a:cubicBezTo>
                    <a:cubicBezTo>
                      <a:pt x="41190" y="187817"/>
                      <a:pt x="42810" y="197770"/>
                      <a:pt x="45476" y="207429"/>
                    </a:cubicBezTo>
                    <a:cubicBezTo>
                      <a:pt x="29475" y="229413"/>
                      <a:pt x="18235" y="254578"/>
                      <a:pt x="12711" y="281238"/>
                    </a:cubicBezTo>
                    <a:cubicBezTo>
                      <a:pt x="9567" y="314252"/>
                      <a:pt x="45476" y="351885"/>
                      <a:pt x="100626" y="356514"/>
                    </a:cubicBezTo>
                    <a:cubicBezTo>
                      <a:pt x="155681" y="361143"/>
                      <a:pt x="180541" y="328339"/>
                      <a:pt x="184732" y="303108"/>
                    </a:cubicBezTo>
                    <a:cubicBezTo>
                      <a:pt x="186637" y="290163"/>
                      <a:pt x="187113" y="277047"/>
                      <a:pt x="186161" y="263998"/>
                    </a:cubicBezTo>
                    <a:cubicBezTo>
                      <a:pt x="205687" y="238366"/>
                      <a:pt x="215688" y="206800"/>
                      <a:pt x="214545" y="174634"/>
                    </a:cubicBezTo>
                    <a:cubicBezTo>
                      <a:pt x="215022" y="113446"/>
                      <a:pt x="177398" y="94519"/>
                      <a:pt x="177398" y="94519"/>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6383407" y="2177543"/>
                <a:ext cx="42958" cy="114692"/>
              </a:xfrm>
              <a:custGeom>
                <a:rect b="b" l="l" r="r" t="t"/>
                <a:pathLst>
                  <a:path extrusionOk="0" h="204807" w="80295">
                    <a:moveTo>
                      <a:pt x="15870" y="4983"/>
                    </a:moveTo>
                    <a:cubicBezTo>
                      <a:pt x="15870" y="4983"/>
                      <a:pt x="61304" y="34634"/>
                      <a:pt x="69115" y="70800"/>
                    </a:cubicBezTo>
                    <a:cubicBezTo>
                      <a:pt x="74163" y="112653"/>
                      <a:pt x="75782" y="154849"/>
                      <a:pt x="73973" y="196959"/>
                    </a:cubicBezTo>
                    <a:lnTo>
                      <a:pt x="55018" y="198645"/>
                    </a:lnTo>
                    <a:cubicBezTo>
                      <a:pt x="55018" y="198645"/>
                      <a:pt x="61304" y="106129"/>
                      <a:pt x="55018" y="90355"/>
                    </a:cubicBezTo>
                    <a:cubicBezTo>
                      <a:pt x="48732" y="74582"/>
                      <a:pt x="22252" y="74582"/>
                      <a:pt x="22252" y="74582"/>
                    </a:cubicBezTo>
                    <a:cubicBezTo>
                      <a:pt x="11393" y="59751"/>
                      <a:pt x="4250" y="42616"/>
                      <a:pt x="1201" y="24537"/>
                    </a:cubicBezTo>
                    <a:cubicBezTo>
                      <a:pt x="154" y="1830"/>
                      <a:pt x="-4513" y="-6162"/>
                      <a:pt x="15870" y="49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6379245" y="2162145"/>
                <a:ext cx="54966" cy="24584"/>
              </a:xfrm>
              <a:custGeom>
                <a:rect b="b" l="l" r="r" t="t"/>
                <a:pathLst>
                  <a:path extrusionOk="0" h="43129" w="107251">
                    <a:moveTo>
                      <a:pt x="12112" y="0"/>
                    </a:moveTo>
                    <a:cubicBezTo>
                      <a:pt x="21351" y="8620"/>
                      <a:pt x="31924" y="15726"/>
                      <a:pt x="43354" y="21031"/>
                    </a:cubicBezTo>
                    <a:cubicBezTo>
                      <a:pt x="60404" y="24641"/>
                      <a:pt x="77929" y="25213"/>
                      <a:pt x="95170" y="22717"/>
                    </a:cubicBezTo>
                    <a:lnTo>
                      <a:pt x="93455" y="39957"/>
                    </a:lnTo>
                    <a:cubicBezTo>
                      <a:pt x="79549" y="42634"/>
                      <a:pt x="65357" y="43129"/>
                      <a:pt x="51355" y="41434"/>
                    </a:cubicBezTo>
                    <a:cubicBezTo>
                      <a:pt x="36401" y="38662"/>
                      <a:pt x="21732" y="34509"/>
                      <a:pt x="7445" y="29032"/>
                    </a:cubicBezTo>
                    <a:cubicBezTo>
                      <a:pt x="7445" y="29032"/>
                      <a:pt x="-12081" y="4848"/>
                      <a:pt x="12112"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6381534" y="2192109"/>
                <a:ext cx="48985" cy="12684"/>
              </a:xfrm>
              <a:custGeom>
                <a:rect b="b" l="l" r="r" t="t"/>
                <a:pathLst>
                  <a:path extrusionOk="0" h="21869" w="94202">
                    <a:moveTo>
                      <a:pt x="4809" y="0"/>
                    </a:moveTo>
                    <a:lnTo>
                      <a:pt x="81581" y="6096"/>
                    </a:lnTo>
                    <a:lnTo>
                      <a:pt x="84724" y="20393"/>
                    </a:lnTo>
                    <a:cubicBezTo>
                      <a:pt x="72723" y="19421"/>
                      <a:pt x="60626" y="19421"/>
                      <a:pt x="48625" y="20393"/>
                    </a:cubicBezTo>
                    <a:cubicBezTo>
                      <a:pt x="31384" y="21869"/>
                      <a:pt x="12620" y="21869"/>
                      <a:pt x="12620" y="21869"/>
                    </a:cubicBezTo>
                    <a:cubicBezTo>
                      <a:pt x="12620" y="21869"/>
                      <a:pt x="-9478" y="20393"/>
                      <a:pt x="48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6292060" y="2077665"/>
                <a:ext cx="124158" cy="2063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6292060" y="2077665"/>
                <a:ext cx="124158" cy="2063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6326185" y="2135095"/>
                <a:ext cx="11244" cy="9999"/>
              </a:xfrm>
              <a:custGeom>
                <a:rect b="b" l="l" r="r" t="t"/>
                <a:pathLst>
                  <a:path extrusionOk="0" h="17240" w="19555">
                    <a:moveTo>
                      <a:pt x="19555" y="17240"/>
                    </a:moveTo>
                    <a:cubicBezTo>
                      <a:pt x="12488" y="12144"/>
                      <a:pt x="5944" y="6372"/>
                      <a:pt x="0"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6346160" y="2149868"/>
                <a:ext cx="26002" cy="8740"/>
              </a:xfrm>
              <a:custGeom>
                <a:rect b="b" l="l" r="r" t="t"/>
                <a:pathLst>
                  <a:path extrusionOk="0" h="15135" w="45025">
                    <a:moveTo>
                      <a:pt x="45025" y="15135"/>
                    </a:moveTo>
                    <a:cubicBezTo>
                      <a:pt x="29213" y="12725"/>
                      <a:pt x="13974" y="7601"/>
                      <a:pt x="0" y="0"/>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6314532" y="2200016"/>
                <a:ext cx="64631" cy="22844"/>
              </a:xfrm>
              <a:custGeom>
                <a:rect b="b" l="l" r="r" t="t"/>
                <a:pathLst>
                  <a:path extrusionOk="0" h="47102" w="111433">
                    <a:moveTo>
                      <a:pt x="111433" y="513"/>
                    </a:moveTo>
                    <a:cubicBezTo>
                      <a:pt x="111433" y="513"/>
                      <a:pt x="31328" y="-7479"/>
                      <a:pt x="0" y="39623"/>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6292060" y="2077665"/>
                <a:ext cx="124158" cy="206322"/>
              </a:xfrm>
              <a:custGeom>
                <a:rect b="b" l="l" r="r" t="t"/>
                <a:pathLst>
                  <a:path extrusionOk="0" h="370084" w="218780">
                    <a:moveTo>
                      <a:pt x="37318" y="94510"/>
                    </a:moveTo>
                    <a:cubicBezTo>
                      <a:pt x="37318" y="94510"/>
                      <a:pt x="63816" y="12928"/>
                      <a:pt x="107736" y="1994"/>
                    </a:cubicBezTo>
                    <a:cubicBezTo>
                      <a:pt x="151741" y="-8941"/>
                      <a:pt x="211368" y="27016"/>
                      <a:pt x="214606" y="63182"/>
                    </a:cubicBezTo>
                    <a:cubicBezTo>
                      <a:pt x="217750" y="99349"/>
                      <a:pt x="162790" y="146240"/>
                      <a:pt x="162790" y="146240"/>
                    </a:cubicBezTo>
                    <a:cubicBezTo>
                      <a:pt x="168886" y="155765"/>
                      <a:pt x="172601" y="166567"/>
                      <a:pt x="173744" y="177777"/>
                    </a:cubicBezTo>
                    <a:cubicBezTo>
                      <a:pt x="173458" y="187827"/>
                      <a:pt x="171839" y="197790"/>
                      <a:pt x="168982" y="207429"/>
                    </a:cubicBezTo>
                    <a:cubicBezTo>
                      <a:pt x="185079" y="229384"/>
                      <a:pt x="196318" y="254549"/>
                      <a:pt x="201938" y="281238"/>
                    </a:cubicBezTo>
                    <a:cubicBezTo>
                      <a:pt x="205081" y="314252"/>
                      <a:pt x="168982" y="351885"/>
                      <a:pt x="114022" y="356514"/>
                    </a:cubicBezTo>
                    <a:cubicBezTo>
                      <a:pt x="59168" y="361143"/>
                      <a:pt x="34146" y="328339"/>
                      <a:pt x="29945" y="303108"/>
                    </a:cubicBezTo>
                    <a:cubicBezTo>
                      <a:pt x="28030" y="290163"/>
                      <a:pt x="27469" y="277057"/>
                      <a:pt x="28259" y="263998"/>
                    </a:cubicBezTo>
                    <a:cubicBezTo>
                      <a:pt x="8914" y="238309"/>
                      <a:pt x="-1030" y="206772"/>
                      <a:pt x="84" y="174634"/>
                    </a:cubicBezTo>
                    <a:cubicBezTo>
                      <a:pt x="-335" y="113446"/>
                      <a:pt x="37298" y="94519"/>
                      <a:pt x="37298" y="94519"/>
                    </a:cubicBezTo>
                    <a:close/>
                  </a:path>
                </a:pathLst>
              </a:custGeom>
              <a:solidFill>
                <a:schemeClr val="accent3"/>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6312035" y="2563739"/>
                <a:ext cx="249675" cy="109288"/>
              </a:xfrm>
              <a:custGeom>
                <a:rect b="b" l="l" r="r" t="t"/>
                <a:pathLst>
                  <a:path extrusionOk="0" h="189243" w="438026">
                    <a:moveTo>
                      <a:pt x="405937" y="1467"/>
                    </a:moveTo>
                    <a:cubicBezTo>
                      <a:pt x="410128" y="69380"/>
                      <a:pt x="395555" y="131207"/>
                      <a:pt x="370409" y="147180"/>
                    </a:cubicBezTo>
                    <a:cubicBezTo>
                      <a:pt x="345168" y="163163"/>
                      <a:pt x="254299" y="165049"/>
                      <a:pt x="221724" y="163792"/>
                    </a:cubicBezTo>
                    <a:cubicBezTo>
                      <a:pt x="221724" y="163792"/>
                      <a:pt x="133427" y="163792"/>
                      <a:pt x="92184" y="144656"/>
                    </a:cubicBezTo>
                    <a:cubicBezTo>
                      <a:pt x="60437" y="130359"/>
                      <a:pt x="24899" y="100917"/>
                      <a:pt x="26576" y="1467"/>
                    </a:cubicBezTo>
                    <a:lnTo>
                      <a:pt x="77" y="1467"/>
                    </a:lnTo>
                    <a:cubicBezTo>
                      <a:pt x="-1609" y="89364"/>
                      <a:pt x="24261" y="142561"/>
                      <a:pt x="81040" y="168212"/>
                    </a:cubicBezTo>
                    <a:cubicBezTo>
                      <a:pt x="127712" y="189243"/>
                      <a:pt x="218104" y="189243"/>
                      <a:pt x="221247" y="189243"/>
                    </a:cubicBezTo>
                    <a:lnTo>
                      <a:pt x="248013" y="189243"/>
                    </a:lnTo>
                    <a:cubicBezTo>
                      <a:pt x="286875" y="189243"/>
                      <a:pt x="356026" y="186509"/>
                      <a:pt x="384888" y="168212"/>
                    </a:cubicBezTo>
                    <a:cubicBezTo>
                      <a:pt x="423749" y="143608"/>
                      <a:pt x="436417" y="68332"/>
                      <a:pt x="432607" y="0"/>
                    </a:cubicBezTo>
                    <a:lnTo>
                      <a:pt x="405937" y="1476"/>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6359894" y="2606188"/>
                <a:ext cx="162297" cy="166026"/>
              </a:xfrm>
              <a:custGeom>
                <a:rect b="b" l="l" r="r" t="t"/>
                <a:pathLst>
                  <a:path extrusionOk="0" h="316240" w="295085">
                    <a:moveTo>
                      <a:pt x="272161" y="66744"/>
                    </a:moveTo>
                    <a:cubicBezTo>
                      <a:pt x="268446" y="41675"/>
                      <a:pt x="252730" y="19977"/>
                      <a:pt x="230156" y="8499"/>
                    </a:cubicBezTo>
                    <a:cubicBezTo>
                      <a:pt x="188055" y="-17152"/>
                      <a:pt x="168148" y="24692"/>
                      <a:pt x="129191" y="11652"/>
                    </a:cubicBezTo>
                    <a:cubicBezTo>
                      <a:pt x="90329" y="-1388"/>
                      <a:pt x="24035" y="-1178"/>
                      <a:pt x="4985" y="57067"/>
                    </a:cubicBezTo>
                    <a:cubicBezTo>
                      <a:pt x="-9208" y="104664"/>
                      <a:pt x="7557" y="156032"/>
                      <a:pt x="46990" y="186169"/>
                    </a:cubicBezTo>
                    <a:cubicBezTo>
                      <a:pt x="64516" y="201695"/>
                      <a:pt x="85662" y="212734"/>
                      <a:pt x="108426" y="218344"/>
                    </a:cubicBezTo>
                    <a:cubicBezTo>
                      <a:pt x="108426" y="218344"/>
                      <a:pt x="121475" y="299088"/>
                      <a:pt x="137382" y="286258"/>
                    </a:cubicBezTo>
                    <a:cubicBezTo>
                      <a:pt x="153384" y="273427"/>
                      <a:pt x="172910" y="218344"/>
                      <a:pt x="172910" y="218344"/>
                    </a:cubicBezTo>
                    <a:cubicBezTo>
                      <a:pt x="204343" y="201466"/>
                      <a:pt x="233680" y="180930"/>
                      <a:pt x="260255" y="157156"/>
                    </a:cubicBezTo>
                    <a:cubicBezTo>
                      <a:pt x="281305" y="131838"/>
                      <a:pt x="285877" y="96672"/>
                      <a:pt x="272161" y="6673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6406087" y="1602618"/>
                <a:ext cx="276669" cy="281812"/>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6406087" y="1602618"/>
                <a:ext cx="276669" cy="281812"/>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6406087" y="1602618"/>
                <a:ext cx="276669" cy="281812"/>
              </a:xfrm>
              <a:custGeom>
                <a:rect b="b" l="l" r="r" t="t"/>
                <a:pathLst>
                  <a:path extrusionOk="0" h="505492" w="489680">
                    <a:moveTo>
                      <a:pt x="100503" y="20099"/>
                    </a:moveTo>
                    <a:cubicBezTo>
                      <a:pt x="100503" y="20099"/>
                      <a:pt x="4586" y="65095"/>
                      <a:pt x="395" y="150258"/>
                    </a:cubicBezTo>
                    <a:cubicBezTo>
                      <a:pt x="-3796" y="235421"/>
                      <a:pt x="25445" y="347911"/>
                      <a:pt x="85548" y="388068"/>
                    </a:cubicBezTo>
                    <a:cubicBezTo>
                      <a:pt x="145651" y="428226"/>
                      <a:pt x="323197" y="493205"/>
                      <a:pt x="388348" y="485633"/>
                    </a:cubicBezTo>
                    <a:cubicBezTo>
                      <a:pt x="453498" y="478060"/>
                      <a:pt x="465691" y="435588"/>
                      <a:pt x="475788" y="368094"/>
                    </a:cubicBezTo>
                    <a:cubicBezTo>
                      <a:pt x="485884" y="300600"/>
                      <a:pt x="460833" y="225324"/>
                      <a:pt x="448260" y="185367"/>
                    </a:cubicBezTo>
                    <a:cubicBezTo>
                      <a:pt x="435687" y="145419"/>
                      <a:pt x="390634" y="90326"/>
                      <a:pt x="358248" y="60256"/>
                    </a:cubicBezTo>
                    <a:cubicBezTo>
                      <a:pt x="325864" y="30185"/>
                      <a:pt x="308242" y="22613"/>
                      <a:pt x="242996" y="5163"/>
                    </a:cubicBezTo>
                    <a:cubicBezTo>
                      <a:pt x="177845" y="-12287"/>
                      <a:pt x="100503" y="20089"/>
                      <a:pt x="100503" y="20089"/>
                    </a:cubicBezTo>
                    <a:close/>
                  </a:path>
                </a:pathLst>
              </a:custGeom>
              <a:solidFill>
                <a:schemeClr val="lt2"/>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6464142" y="1465285"/>
                <a:ext cx="173353" cy="195021"/>
              </a:xfrm>
              <a:custGeom>
                <a:rect b="b" l="l" r="r" t="t"/>
                <a:pathLst>
                  <a:path extrusionOk="0" h="337699" w="302800">
                    <a:moveTo>
                      <a:pt x="52643" y="337690"/>
                    </a:moveTo>
                    <a:cubicBezTo>
                      <a:pt x="52643" y="337690"/>
                      <a:pt x="2541" y="330327"/>
                      <a:pt x="65" y="257575"/>
                    </a:cubicBezTo>
                    <a:cubicBezTo>
                      <a:pt x="-2507" y="184823"/>
                      <a:pt x="72550" y="102603"/>
                      <a:pt x="72550" y="102603"/>
                    </a:cubicBezTo>
                    <a:cubicBezTo>
                      <a:pt x="65215" y="86268"/>
                      <a:pt x="56833" y="70399"/>
                      <a:pt x="47594" y="55083"/>
                    </a:cubicBezTo>
                    <a:lnTo>
                      <a:pt x="25020" y="14926"/>
                    </a:lnTo>
                    <a:lnTo>
                      <a:pt x="62453" y="0"/>
                    </a:lnTo>
                    <a:cubicBezTo>
                      <a:pt x="73502" y="10744"/>
                      <a:pt x="83599" y="22422"/>
                      <a:pt x="92552" y="34909"/>
                    </a:cubicBezTo>
                    <a:cubicBezTo>
                      <a:pt x="100172" y="47530"/>
                      <a:pt x="115031" y="76962"/>
                      <a:pt x="115031" y="76962"/>
                    </a:cubicBezTo>
                    <a:lnTo>
                      <a:pt x="115031" y="13878"/>
                    </a:lnTo>
                    <a:lnTo>
                      <a:pt x="155226" y="11354"/>
                    </a:lnTo>
                    <a:lnTo>
                      <a:pt x="167609" y="83896"/>
                    </a:lnTo>
                    <a:cubicBezTo>
                      <a:pt x="167609" y="83896"/>
                      <a:pt x="160275" y="66446"/>
                      <a:pt x="217615" y="86420"/>
                    </a:cubicBezTo>
                    <a:cubicBezTo>
                      <a:pt x="275051" y="106394"/>
                      <a:pt x="297816" y="164011"/>
                      <a:pt x="300293" y="209007"/>
                    </a:cubicBezTo>
                    <a:cubicBezTo>
                      <a:pt x="299721" y="246374"/>
                      <a:pt x="293815" y="283464"/>
                      <a:pt x="282861" y="319192"/>
                    </a:cubicBezTo>
                    <a:lnTo>
                      <a:pt x="198756" y="256108"/>
                    </a:lnTo>
                    <a:cubicBezTo>
                      <a:pt x="198756" y="256108"/>
                      <a:pt x="206281" y="161068"/>
                      <a:pt x="168657" y="168640"/>
                    </a:cubicBezTo>
                    <a:cubicBezTo>
                      <a:pt x="131033" y="176213"/>
                      <a:pt x="136271" y="213636"/>
                      <a:pt x="111221" y="268729"/>
                    </a:cubicBezTo>
                    <a:cubicBezTo>
                      <a:pt x="86265" y="323821"/>
                      <a:pt x="52643" y="337699"/>
                      <a:pt x="52643" y="337699"/>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6518035" y="1553095"/>
                <a:ext cx="130036" cy="115225"/>
              </a:xfrm>
              <a:custGeom>
                <a:rect b="b" l="l" r="r" t="t"/>
                <a:pathLst>
                  <a:path extrusionOk="0" h="202149" w="225171">
                    <a:moveTo>
                      <a:pt x="0" y="150980"/>
                    </a:moveTo>
                    <a:cubicBezTo>
                      <a:pt x="0" y="150980"/>
                      <a:pt x="50006" y="33232"/>
                      <a:pt x="100108" y="15773"/>
                    </a:cubicBezTo>
                    <a:cubicBezTo>
                      <a:pt x="131827" y="2942"/>
                      <a:pt x="166117" y="-2182"/>
                      <a:pt x="200120" y="847"/>
                    </a:cubicBezTo>
                    <a:cubicBezTo>
                      <a:pt x="217837" y="3371"/>
                      <a:pt x="225171" y="35756"/>
                      <a:pt x="225171" y="68341"/>
                    </a:cubicBezTo>
                    <a:cubicBezTo>
                      <a:pt x="225171" y="100926"/>
                      <a:pt x="177641" y="85791"/>
                      <a:pt x="150114" y="115861"/>
                    </a:cubicBezTo>
                    <a:cubicBezTo>
                      <a:pt x="122587" y="145932"/>
                      <a:pt x="127635" y="199967"/>
                      <a:pt x="127635" y="199967"/>
                    </a:cubicBezTo>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6595440" y="1670244"/>
                <a:ext cx="75460" cy="177062"/>
              </a:xfrm>
              <a:custGeom>
                <a:rect b="b" l="l" r="r" t="t"/>
                <a:pathLst>
                  <a:path extrusionOk="0" h="306600" w="132969">
                    <a:moveTo>
                      <a:pt x="115121" y="83896"/>
                    </a:moveTo>
                    <a:cubicBezTo>
                      <a:pt x="106835" y="70514"/>
                      <a:pt x="94928" y="59779"/>
                      <a:pt x="80831" y="52987"/>
                    </a:cubicBezTo>
                    <a:lnTo>
                      <a:pt x="70545" y="48997"/>
                    </a:lnTo>
                    <a:cubicBezTo>
                      <a:pt x="67401" y="47520"/>
                      <a:pt x="64353" y="45834"/>
                      <a:pt x="61495" y="43948"/>
                    </a:cubicBezTo>
                    <a:cubicBezTo>
                      <a:pt x="55495" y="40110"/>
                      <a:pt x="49875" y="35824"/>
                      <a:pt x="44636" y="31118"/>
                    </a:cubicBezTo>
                    <a:cubicBezTo>
                      <a:pt x="33874" y="21479"/>
                      <a:pt x="23872" y="11078"/>
                      <a:pt x="14538" y="0"/>
                    </a:cubicBezTo>
                    <a:lnTo>
                      <a:pt x="1298" y="11773"/>
                    </a:lnTo>
                    <a:cubicBezTo>
                      <a:pt x="11966" y="22765"/>
                      <a:pt x="23395" y="32956"/>
                      <a:pt x="35588" y="42262"/>
                    </a:cubicBezTo>
                    <a:lnTo>
                      <a:pt x="39969" y="44996"/>
                    </a:lnTo>
                    <a:lnTo>
                      <a:pt x="39969" y="44996"/>
                    </a:lnTo>
                    <a:cubicBezTo>
                      <a:pt x="26444" y="58083"/>
                      <a:pt x="15681" y="73828"/>
                      <a:pt x="8442" y="91259"/>
                    </a:cubicBezTo>
                    <a:cubicBezTo>
                      <a:pt x="-226" y="113976"/>
                      <a:pt x="-2322" y="138703"/>
                      <a:pt x="2632" y="162544"/>
                    </a:cubicBezTo>
                    <a:cubicBezTo>
                      <a:pt x="5488" y="185671"/>
                      <a:pt x="9775" y="208597"/>
                      <a:pt x="12252" y="231515"/>
                    </a:cubicBezTo>
                    <a:cubicBezTo>
                      <a:pt x="16728" y="254260"/>
                      <a:pt x="13586" y="277844"/>
                      <a:pt x="3202" y="298590"/>
                    </a:cubicBezTo>
                    <a:cubicBezTo>
                      <a:pt x="14918" y="278139"/>
                      <a:pt x="19586" y="254451"/>
                      <a:pt x="16728" y="231095"/>
                    </a:cubicBezTo>
                    <a:cubicBezTo>
                      <a:pt x="16728" y="207759"/>
                      <a:pt x="12918" y="184623"/>
                      <a:pt x="11394" y="161706"/>
                    </a:cubicBezTo>
                    <a:cubicBezTo>
                      <a:pt x="8346" y="139541"/>
                      <a:pt x="11585" y="116957"/>
                      <a:pt x="20729" y="96526"/>
                    </a:cubicBezTo>
                    <a:cubicBezTo>
                      <a:pt x="22539" y="92745"/>
                      <a:pt x="24920" y="88954"/>
                      <a:pt x="27206" y="85173"/>
                    </a:cubicBezTo>
                    <a:cubicBezTo>
                      <a:pt x="35492" y="99041"/>
                      <a:pt x="42065" y="113871"/>
                      <a:pt x="46732" y="129330"/>
                    </a:cubicBezTo>
                    <a:cubicBezTo>
                      <a:pt x="52447" y="148895"/>
                      <a:pt x="55590" y="169097"/>
                      <a:pt x="56257" y="189471"/>
                    </a:cubicBezTo>
                    <a:cubicBezTo>
                      <a:pt x="56924" y="210693"/>
                      <a:pt x="59496" y="231800"/>
                      <a:pt x="63972" y="252555"/>
                    </a:cubicBezTo>
                    <a:cubicBezTo>
                      <a:pt x="66258" y="262852"/>
                      <a:pt x="69593" y="272863"/>
                      <a:pt x="74069" y="282416"/>
                    </a:cubicBezTo>
                    <a:cubicBezTo>
                      <a:pt x="78069" y="292084"/>
                      <a:pt x="84737" y="300457"/>
                      <a:pt x="93214" y="306600"/>
                    </a:cubicBezTo>
                    <a:cubicBezTo>
                      <a:pt x="85308" y="299923"/>
                      <a:pt x="79402" y="291189"/>
                      <a:pt x="76164" y="281368"/>
                    </a:cubicBezTo>
                    <a:cubicBezTo>
                      <a:pt x="72545" y="271796"/>
                      <a:pt x="69973" y="261852"/>
                      <a:pt x="68449" y="251717"/>
                    </a:cubicBezTo>
                    <a:cubicBezTo>
                      <a:pt x="65401" y="231334"/>
                      <a:pt x="64353" y="210702"/>
                      <a:pt x="65210" y="190109"/>
                    </a:cubicBezTo>
                    <a:cubicBezTo>
                      <a:pt x="66067" y="168926"/>
                      <a:pt x="64163" y="147723"/>
                      <a:pt x="59591" y="127025"/>
                    </a:cubicBezTo>
                    <a:cubicBezTo>
                      <a:pt x="55495" y="107613"/>
                      <a:pt x="48351" y="88963"/>
                      <a:pt x="38541" y="71723"/>
                    </a:cubicBezTo>
                    <a:cubicBezTo>
                      <a:pt x="43588" y="65808"/>
                      <a:pt x="49114" y="60379"/>
                      <a:pt x="55210" y="55531"/>
                    </a:cubicBezTo>
                    <a:lnTo>
                      <a:pt x="55210" y="55531"/>
                    </a:lnTo>
                    <a:cubicBezTo>
                      <a:pt x="58734" y="57426"/>
                      <a:pt x="62354" y="59112"/>
                      <a:pt x="66067" y="60579"/>
                    </a:cubicBezTo>
                    <a:lnTo>
                      <a:pt x="77021" y="63522"/>
                    </a:lnTo>
                    <a:cubicBezTo>
                      <a:pt x="90452" y="68094"/>
                      <a:pt x="102167" y="76505"/>
                      <a:pt x="110931" y="87706"/>
                    </a:cubicBezTo>
                    <a:cubicBezTo>
                      <a:pt x="119884" y="99346"/>
                      <a:pt x="126647" y="112624"/>
                      <a:pt x="130647" y="126816"/>
                    </a:cubicBezTo>
                    <a:cubicBezTo>
                      <a:pt x="128456" y="111604"/>
                      <a:pt x="123217" y="97003"/>
                      <a:pt x="115121" y="839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6413578" y="1653181"/>
                <a:ext cx="123985" cy="162353"/>
              </a:xfrm>
              <a:custGeom>
                <a:rect b="b" l="l" r="r" t="t"/>
                <a:pathLst>
                  <a:path extrusionOk="0" h="281130" w="214693">
                    <a:moveTo>
                      <a:pt x="152495" y="132902"/>
                    </a:moveTo>
                    <a:cubicBezTo>
                      <a:pt x="141922" y="128054"/>
                      <a:pt x="132683" y="120863"/>
                      <a:pt x="125349" y="111871"/>
                    </a:cubicBezTo>
                    <a:cubicBezTo>
                      <a:pt x="119919" y="104747"/>
                      <a:pt x="116300" y="96469"/>
                      <a:pt x="114585" y="87687"/>
                    </a:cubicBezTo>
                    <a:cubicBezTo>
                      <a:pt x="121634" y="81382"/>
                      <a:pt x="127921" y="74333"/>
                      <a:pt x="133349" y="66656"/>
                    </a:cubicBezTo>
                    <a:cubicBezTo>
                      <a:pt x="148209" y="47597"/>
                      <a:pt x="156496" y="24194"/>
                      <a:pt x="156877" y="0"/>
                    </a:cubicBezTo>
                    <a:lnTo>
                      <a:pt x="131254" y="14716"/>
                    </a:lnTo>
                    <a:cubicBezTo>
                      <a:pt x="128873" y="28946"/>
                      <a:pt x="123348" y="42463"/>
                      <a:pt x="115062" y="54245"/>
                    </a:cubicBezTo>
                    <a:cubicBezTo>
                      <a:pt x="106203" y="67513"/>
                      <a:pt x="95821" y="79601"/>
                      <a:pt x="83915" y="90202"/>
                    </a:cubicBezTo>
                    <a:cubicBezTo>
                      <a:pt x="67342" y="104194"/>
                      <a:pt x="49530" y="116653"/>
                      <a:pt x="30766" y="127416"/>
                    </a:cubicBezTo>
                    <a:lnTo>
                      <a:pt x="13049" y="136874"/>
                    </a:lnTo>
                    <a:cubicBezTo>
                      <a:pt x="8858" y="139189"/>
                      <a:pt x="4476" y="141294"/>
                      <a:pt x="0" y="143389"/>
                    </a:cubicBezTo>
                    <a:lnTo>
                      <a:pt x="13239" y="140446"/>
                    </a:lnTo>
                    <a:cubicBezTo>
                      <a:pt x="14001" y="151486"/>
                      <a:pt x="15907" y="162411"/>
                      <a:pt x="18955" y="173041"/>
                    </a:cubicBezTo>
                    <a:cubicBezTo>
                      <a:pt x="23336" y="188624"/>
                      <a:pt x="30480" y="203292"/>
                      <a:pt x="40005" y="216360"/>
                    </a:cubicBezTo>
                    <a:cubicBezTo>
                      <a:pt x="49339" y="228943"/>
                      <a:pt x="59626" y="240754"/>
                      <a:pt x="70866" y="251689"/>
                    </a:cubicBezTo>
                    <a:cubicBezTo>
                      <a:pt x="81819" y="262757"/>
                      <a:pt x="94012" y="272625"/>
                      <a:pt x="107061" y="281130"/>
                    </a:cubicBezTo>
                    <a:cubicBezTo>
                      <a:pt x="95059" y="271377"/>
                      <a:pt x="84105" y="260385"/>
                      <a:pt x="74486" y="248326"/>
                    </a:cubicBezTo>
                    <a:cubicBezTo>
                      <a:pt x="64675" y="236563"/>
                      <a:pt x="55816" y="224123"/>
                      <a:pt x="47720" y="211112"/>
                    </a:cubicBezTo>
                    <a:cubicBezTo>
                      <a:pt x="40100" y="198139"/>
                      <a:pt x="34671" y="183899"/>
                      <a:pt x="32004" y="169059"/>
                    </a:cubicBezTo>
                    <a:cubicBezTo>
                      <a:pt x="29623" y="157801"/>
                      <a:pt x="28765" y="146276"/>
                      <a:pt x="29432" y="134788"/>
                    </a:cubicBezTo>
                    <a:cubicBezTo>
                      <a:pt x="36004" y="132683"/>
                      <a:pt x="42291" y="130369"/>
                      <a:pt x="48577" y="127854"/>
                    </a:cubicBezTo>
                    <a:cubicBezTo>
                      <a:pt x="64770" y="121301"/>
                      <a:pt x="80105" y="112976"/>
                      <a:pt x="94392" y="103042"/>
                    </a:cubicBezTo>
                    <a:lnTo>
                      <a:pt x="100489" y="98412"/>
                    </a:lnTo>
                    <a:cubicBezTo>
                      <a:pt x="104108" y="106223"/>
                      <a:pt x="108966" y="113348"/>
                      <a:pt x="115062" y="119444"/>
                    </a:cubicBezTo>
                    <a:cubicBezTo>
                      <a:pt x="124301" y="129054"/>
                      <a:pt x="135826" y="136265"/>
                      <a:pt x="148495" y="140475"/>
                    </a:cubicBezTo>
                    <a:cubicBezTo>
                      <a:pt x="171449" y="149228"/>
                      <a:pt x="193643" y="160001"/>
                      <a:pt x="214693" y="172650"/>
                    </a:cubicBezTo>
                    <a:cubicBezTo>
                      <a:pt x="195167" y="157544"/>
                      <a:pt x="174403" y="144247"/>
                      <a:pt x="152495" y="1329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47"/>
            <p:cNvGrpSpPr/>
            <p:nvPr/>
          </p:nvGrpSpPr>
          <p:grpSpPr>
            <a:xfrm>
              <a:off x="7226008" y="808375"/>
              <a:ext cx="996731" cy="966499"/>
              <a:chOff x="10512000" y="247320"/>
              <a:chExt cx="723527" cy="697934"/>
            </a:xfrm>
          </p:grpSpPr>
          <p:sp>
            <p:nvSpPr>
              <p:cNvPr id="1338" name="Google Shape;1338;p47"/>
              <p:cNvSpPr/>
              <p:nvPr/>
            </p:nvSpPr>
            <p:spPr>
              <a:xfrm>
                <a:off x="10605240" y="623520"/>
                <a:ext cx="510597" cy="233370"/>
              </a:xfrm>
              <a:custGeom>
                <a:rect b="b" l="l" r="r" t="t"/>
                <a:pathLst>
                  <a:path extrusionOk="0" h="235134" w="521017">
                    <a:moveTo>
                      <a:pt x="0" y="147180"/>
                    </a:moveTo>
                    <a:cubicBezTo>
                      <a:pt x="0" y="147180"/>
                      <a:pt x="86201" y="228971"/>
                      <a:pt x="151162" y="233182"/>
                    </a:cubicBezTo>
                    <a:cubicBezTo>
                      <a:pt x="192691" y="235134"/>
                      <a:pt x="234029" y="228695"/>
                      <a:pt x="272986" y="214255"/>
                    </a:cubicBezTo>
                    <a:cubicBezTo>
                      <a:pt x="327754" y="230019"/>
                      <a:pt x="385667" y="231467"/>
                      <a:pt x="441198" y="218465"/>
                    </a:cubicBezTo>
                    <a:cubicBezTo>
                      <a:pt x="521017" y="195339"/>
                      <a:pt x="510540" y="82001"/>
                      <a:pt x="510540" y="82001"/>
                    </a:cubicBezTo>
                    <a:lnTo>
                      <a:pt x="268700" y="0"/>
                    </a:lnTo>
                    <a:lnTo>
                      <a:pt x="0" y="14719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10679040" y="809640"/>
                <a:ext cx="99250" cy="20138"/>
              </a:xfrm>
              <a:custGeom>
                <a:rect b="b" l="l" r="r" t="t"/>
                <a:pathLst>
                  <a:path extrusionOk="0" h="23832" w="99250">
                    <a:moveTo>
                      <a:pt x="0" y="18088"/>
                    </a:moveTo>
                    <a:cubicBezTo>
                      <a:pt x="34194" y="23832"/>
                      <a:pt x="69247" y="17431"/>
                      <a:pt x="9925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10733400" y="835920"/>
                <a:ext cx="67247" cy="16905"/>
              </a:xfrm>
              <a:custGeom>
                <a:rect b="b" l="l" r="r" t="t"/>
                <a:pathLst>
                  <a:path extrusionOk="0" h="16821" w="67247">
                    <a:moveTo>
                      <a:pt x="0" y="16821"/>
                    </a:moveTo>
                    <a:cubicBezTo>
                      <a:pt x="22765" y="12897"/>
                      <a:pt x="45244" y="7268"/>
                      <a:pt x="6724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10941120" y="831960"/>
                <a:ext cx="69818" cy="14777"/>
              </a:xfrm>
              <a:custGeom>
                <a:rect b="b" l="l" r="r" t="t"/>
                <a:pathLst>
                  <a:path extrusionOk="0" h="14926" w="69818">
                    <a:moveTo>
                      <a:pt x="0" y="0"/>
                    </a:moveTo>
                    <a:lnTo>
                      <a:pt x="69818" y="14926"/>
                    </a:lnTo>
                  </a:path>
                </a:pathLst>
              </a:custGeom>
              <a:noFill/>
              <a:ln cap="flat" cmpd="sng" w="9525">
                <a:solidFill>
                  <a:schemeClr val="dk1"/>
                </a:solidFill>
                <a:prstDash val="solid"/>
                <a:round/>
                <a:headEnd len="sm" w="sm" type="none"/>
                <a:tailEnd len="sm" w="sm" type="none"/>
              </a:ln>
            </p:spPr>
          </p:sp>
          <p:sp>
            <p:nvSpPr>
              <p:cNvPr id="1342" name="Google Shape;1342;p47"/>
              <p:cNvSpPr/>
              <p:nvPr/>
            </p:nvSpPr>
            <p:spPr>
              <a:xfrm>
                <a:off x="10960200" y="798120"/>
                <a:ext cx="115252" cy="27029"/>
              </a:xfrm>
              <a:custGeom>
                <a:rect b="b" l="l" r="r" t="t"/>
                <a:pathLst>
                  <a:path extrusionOk="0" h="30032" w="115252">
                    <a:moveTo>
                      <a:pt x="0" y="0"/>
                    </a:moveTo>
                    <a:cubicBezTo>
                      <a:pt x="34576" y="20945"/>
                      <a:pt x="75057" y="30032"/>
                      <a:pt x="115252" y="2586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10727280" y="689400"/>
                <a:ext cx="277082" cy="255854"/>
              </a:xfrm>
              <a:custGeom>
                <a:rect b="b" l="l" r="r" t="t"/>
                <a:pathLst>
                  <a:path extrusionOk="0" h="262414" w="277082">
                    <a:moveTo>
                      <a:pt x="14478" y="92260"/>
                    </a:moveTo>
                    <a:cubicBezTo>
                      <a:pt x="14478" y="92260"/>
                      <a:pt x="98584" y="119387"/>
                      <a:pt x="98584" y="255852"/>
                    </a:cubicBezTo>
                    <a:lnTo>
                      <a:pt x="182690" y="255852"/>
                    </a:lnTo>
                    <a:cubicBezTo>
                      <a:pt x="182690" y="255852"/>
                      <a:pt x="195072" y="142514"/>
                      <a:pt x="253937" y="77544"/>
                    </a:cubicBezTo>
                    <a:lnTo>
                      <a:pt x="277082" y="54417"/>
                    </a:lnTo>
                    <a:cubicBezTo>
                      <a:pt x="255270" y="36644"/>
                      <a:pt x="230315" y="23099"/>
                      <a:pt x="203454" y="14469"/>
                    </a:cubicBezTo>
                    <a:cubicBezTo>
                      <a:pt x="149066" y="-6562"/>
                      <a:pt x="157449" y="-2352"/>
                      <a:pt x="92298" y="12364"/>
                    </a:cubicBezTo>
                    <a:cubicBezTo>
                      <a:pt x="43719" y="23509"/>
                      <a:pt x="0" y="81754"/>
                      <a:pt x="0" y="81754"/>
                    </a:cubicBezTo>
                    <a:lnTo>
                      <a:pt x="14478" y="9227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10512000" y="247320"/>
                <a:ext cx="723527" cy="551561"/>
              </a:xfrm>
              <a:custGeom>
                <a:rect b="b" l="l" r="r" t="t"/>
                <a:pathLst>
                  <a:path extrusionOk="0" h="561385" w="745904">
                    <a:moveTo>
                      <a:pt x="357980" y="40930"/>
                    </a:moveTo>
                    <a:cubicBezTo>
                      <a:pt x="357980" y="40930"/>
                      <a:pt x="313880" y="-7428"/>
                      <a:pt x="272066" y="982"/>
                    </a:cubicBezTo>
                    <a:cubicBezTo>
                      <a:pt x="230155" y="9393"/>
                      <a:pt x="70612" y="118521"/>
                      <a:pt x="38988" y="162679"/>
                    </a:cubicBezTo>
                    <a:cubicBezTo>
                      <a:pt x="15747" y="201065"/>
                      <a:pt x="6127" y="246184"/>
                      <a:pt x="11651" y="290733"/>
                    </a:cubicBezTo>
                    <a:cubicBezTo>
                      <a:pt x="15938" y="301249"/>
                      <a:pt x="22224" y="313860"/>
                      <a:pt x="22224" y="313860"/>
                    </a:cubicBezTo>
                    <a:cubicBezTo>
                      <a:pt x="22224" y="313860"/>
                      <a:pt x="-17781" y="349397"/>
                      <a:pt x="9556" y="425093"/>
                    </a:cubicBezTo>
                    <a:cubicBezTo>
                      <a:pt x="36893" y="500788"/>
                      <a:pt x="82993" y="534220"/>
                      <a:pt x="120808" y="542422"/>
                    </a:cubicBezTo>
                    <a:cubicBezTo>
                      <a:pt x="157098" y="551689"/>
                      <a:pt x="195484" y="548813"/>
                      <a:pt x="229965" y="534220"/>
                    </a:cubicBezTo>
                    <a:cubicBezTo>
                      <a:pt x="255206" y="519504"/>
                      <a:pt x="290925" y="492168"/>
                      <a:pt x="290925" y="492168"/>
                    </a:cubicBezTo>
                    <a:cubicBezTo>
                      <a:pt x="290925" y="492168"/>
                      <a:pt x="318071" y="498473"/>
                      <a:pt x="357980" y="469041"/>
                    </a:cubicBezTo>
                    <a:cubicBezTo>
                      <a:pt x="379888" y="492539"/>
                      <a:pt x="413321" y="501512"/>
                      <a:pt x="443991" y="492168"/>
                    </a:cubicBezTo>
                    <a:cubicBezTo>
                      <a:pt x="471518" y="531687"/>
                      <a:pt x="517714" y="553947"/>
                      <a:pt x="565816" y="550832"/>
                    </a:cubicBezTo>
                    <a:cubicBezTo>
                      <a:pt x="639635" y="545289"/>
                      <a:pt x="701547" y="492834"/>
                      <a:pt x="719073" y="420883"/>
                    </a:cubicBezTo>
                    <a:cubicBezTo>
                      <a:pt x="728123" y="380697"/>
                      <a:pt x="723645" y="338644"/>
                      <a:pt x="706405" y="301239"/>
                    </a:cubicBezTo>
                    <a:cubicBezTo>
                      <a:pt x="709548" y="235859"/>
                      <a:pt x="688594" y="171594"/>
                      <a:pt x="647540" y="120616"/>
                    </a:cubicBezTo>
                    <a:cubicBezTo>
                      <a:pt x="578389" y="32510"/>
                      <a:pt x="494474" y="22004"/>
                      <a:pt x="452468" y="7278"/>
                    </a:cubicBezTo>
                    <a:cubicBezTo>
                      <a:pt x="410368" y="-7438"/>
                      <a:pt x="357980" y="40921"/>
                      <a:pt x="357980" y="40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10869840" y="288360"/>
                <a:ext cx="9300" cy="428111"/>
              </a:xfrm>
              <a:custGeom>
                <a:rect b="b" l="l" r="r" t="t"/>
                <a:pathLst>
                  <a:path extrusionOk="0" h="428111" w="120000">
                    <a:moveTo>
                      <a:pt x="-13" y="428111"/>
                    </a:moveTo>
                    <a:lnTo>
                      <a:pt x="-13" y="0"/>
                    </a:lnTo>
                  </a:path>
                </a:pathLst>
              </a:custGeom>
              <a:noFill/>
              <a:ln cap="flat" cmpd="sng" w="9525">
                <a:solidFill>
                  <a:schemeClr val="dk1"/>
                </a:solidFill>
                <a:prstDash val="solid"/>
                <a:round/>
                <a:headEnd len="sm" w="sm" type="none"/>
                <a:tailEnd len="sm" w="sm" type="none"/>
              </a:ln>
            </p:spPr>
          </p:sp>
          <p:sp>
            <p:nvSpPr>
              <p:cNvPr id="1346" name="Google Shape;1346;p47"/>
              <p:cNvSpPr/>
              <p:nvPr/>
            </p:nvSpPr>
            <p:spPr>
              <a:xfrm>
                <a:off x="10718640" y="308880"/>
                <a:ext cx="146971" cy="113273"/>
              </a:xfrm>
              <a:custGeom>
                <a:rect b="b" l="l" r="r" t="t"/>
                <a:pathLst>
                  <a:path extrusionOk="0" h="113557" w="146971">
                    <a:moveTo>
                      <a:pt x="146971" y="113557"/>
                    </a:moveTo>
                    <a:cubicBezTo>
                      <a:pt x="130016" y="112967"/>
                      <a:pt x="114015" y="105356"/>
                      <a:pt x="102870" y="92526"/>
                    </a:cubicBezTo>
                    <a:cubicBezTo>
                      <a:pt x="86202" y="71495"/>
                      <a:pt x="67342" y="100936"/>
                      <a:pt x="63055" y="63084"/>
                    </a:cubicBezTo>
                    <a:cubicBezTo>
                      <a:pt x="58865" y="25232"/>
                      <a:pt x="60960" y="2315"/>
                      <a:pt x="46293" y="0"/>
                    </a:cubicBezTo>
                    <a:cubicBezTo>
                      <a:pt x="26956" y="1591"/>
                      <a:pt x="9620" y="12602"/>
                      <a:pt x="0" y="2944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10783800" y="298800"/>
                <a:ext cx="20903" cy="35658"/>
              </a:xfrm>
              <a:custGeom>
                <a:rect b="b" l="l" r="r" t="t"/>
                <a:pathLst>
                  <a:path extrusionOk="0" h="35747" w="20955">
                    <a:moveTo>
                      <a:pt x="0" y="35747"/>
                    </a:moveTo>
                    <a:cubicBezTo>
                      <a:pt x="11239" y="26908"/>
                      <a:pt x="18764" y="14145"/>
                      <a:pt x="2095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10716480" y="374400"/>
                <a:ext cx="31686" cy="54673"/>
              </a:xfrm>
              <a:custGeom>
                <a:rect b="b" l="l" r="r" t="t"/>
                <a:pathLst>
                  <a:path extrusionOk="0" h="54673" w="31528">
                    <a:moveTo>
                      <a:pt x="31528" y="54673"/>
                    </a:moveTo>
                    <a:lnTo>
                      <a:pt x="0" y="25232"/>
                    </a:lnTo>
                    <a:lnTo>
                      <a:pt x="10477" y="0"/>
                    </a:lnTo>
                  </a:path>
                </a:pathLst>
              </a:custGeom>
              <a:noFill/>
              <a:ln cap="flat" cmpd="sng" w="9525">
                <a:solidFill>
                  <a:schemeClr val="dk1"/>
                </a:solidFill>
                <a:prstDash val="solid"/>
                <a:round/>
                <a:headEnd len="sm" w="sm" type="none"/>
                <a:tailEnd len="sm" w="sm" type="none"/>
              </a:ln>
            </p:spPr>
          </p:sp>
          <p:sp>
            <p:nvSpPr>
              <p:cNvPr id="1349" name="Google Shape;1349;p47"/>
              <p:cNvSpPr/>
              <p:nvPr/>
            </p:nvSpPr>
            <p:spPr>
              <a:xfrm>
                <a:off x="10683000" y="399600"/>
                <a:ext cx="33517" cy="50463"/>
              </a:xfrm>
              <a:custGeom>
                <a:rect b="b" l="l" r="r" t="t"/>
                <a:pathLst>
                  <a:path extrusionOk="0" h="50463" w="33433">
                    <a:moveTo>
                      <a:pt x="33433" y="0"/>
                    </a:moveTo>
                    <a:cubicBezTo>
                      <a:pt x="23622" y="7639"/>
                      <a:pt x="15146" y="16878"/>
                      <a:pt x="8382" y="27337"/>
                    </a:cubicBezTo>
                    <a:cubicBezTo>
                      <a:pt x="4667" y="34681"/>
                      <a:pt x="1906" y="42443"/>
                      <a:pt x="0" y="5046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10616040" y="448200"/>
                <a:ext cx="253936" cy="146823"/>
              </a:xfrm>
              <a:custGeom>
                <a:rect b="b" l="l" r="r" t="t"/>
                <a:pathLst>
                  <a:path extrusionOk="0" h="163591" w="253936">
                    <a:moveTo>
                      <a:pt x="253936" y="106765"/>
                    </a:moveTo>
                    <a:cubicBezTo>
                      <a:pt x="244601" y="120947"/>
                      <a:pt x="232504" y="133054"/>
                      <a:pt x="218217" y="142302"/>
                    </a:cubicBezTo>
                    <a:cubicBezTo>
                      <a:pt x="195072" y="157018"/>
                      <a:pt x="144875" y="131787"/>
                      <a:pt x="130111" y="117071"/>
                    </a:cubicBezTo>
                    <a:cubicBezTo>
                      <a:pt x="115443" y="102354"/>
                      <a:pt x="94392" y="43690"/>
                      <a:pt x="79915" y="22659"/>
                    </a:cubicBezTo>
                    <a:cubicBezTo>
                      <a:pt x="65341" y="1628"/>
                      <a:pt x="50386" y="-6573"/>
                      <a:pt x="29432" y="5838"/>
                    </a:cubicBezTo>
                    <a:cubicBezTo>
                      <a:pt x="15526" y="15648"/>
                      <a:pt x="5238" y="29660"/>
                      <a:pt x="0" y="4578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10783800" y="464400"/>
                <a:ext cx="43895" cy="54410"/>
              </a:xfrm>
              <a:custGeom>
                <a:rect b="b" l="l" r="r" t="t"/>
                <a:pathLst>
                  <a:path extrusionOk="0" h="63084" w="44005">
                    <a:moveTo>
                      <a:pt x="44005" y="16821"/>
                    </a:moveTo>
                    <a:cubicBezTo>
                      <a:pt x="44005" y="16821"/>
                      <a:pt x="31336" y="42053"/>
                      <a:pt x="27146" y="52568"/>
                    </a:cubicBezTo>
                    <a:cubicBezTo>
                      <a:pt x="22954" y="63084"/>
                      <a:pt x="18955" y="21031"/>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10689480" y="527400"/>
                <a:ext cx="27010" cy="27337"/>
              </a:xfrm>
              <a:custGeom>
                <a:rect b="b" l="l" r="r" t="t"/>
                <a:pathLst>
                  <a:path extrusionOk="0" h="27337" w="27146">
                    <a:moveTo>
                      <a:pt x="27146" y="0"/>
                    </a:moveTo>
                    <a:cubicBezTo>
                      <a:pt x="27146" y="0"/>
                      <a:pt x="8477" y="25232"/>
                      <a:pt x="0" y="2733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10585440" y="594720"/>
                <a:ext cx="117349" cy="37807"/>
              </a:xfrm>
              <a:custGeom>
                <a:rect b="b" l="l" r="r" t="t"/>
                <a:pathLst>
                  <a:path extrusionOk="0" h="40872" w="117349">
                    <a:moveTo>
                      <a:pt x="117349" y="31537"/>
                    </a:moveTo>
                    <a:cubicBezTo>
                      <a:pt x="106681" y="40872"/>
                      <a:pt x="90392" y="39795"/>
                      <a:pt x="81153" y="29137"/>
                    </a:cubicBezTo>
                    <a:cubicBezTo>
                      <a:pt x="80582" y="28556"/>
                      <a:pt x="80106" y="27956"/>
                      <a:pt x="79629" y="27337"/>
                    </a:cubicBezTo>
                    <a:cubicBezTo>
                      <a:pt x="60770" y="6306"/>
                      <a:pt x="54483" y="0"/>
                      <a:pt x="37624" y="0"/>
                    </a:cubicBezTo>
                    <a:cubicBezTo>
                      <a:pt x="24669" y="791"/>
                      <a:pt x="12002" y="3629"/>
                      <a:pt x="0" y="841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10563025" y="389322"/>
                <a:ext cx="228088" cy="344750"/>
              </a:xfrm>
              <a:custGeom>
                <a:rect b="b" l="l" r="r" t="t"/>
                <a:pathLst>
                  <a:path extrusionOk="0" h="357254" w="241363">
                    <a:moveTo>
                      <a:pt x="62082" y="0"/>
                    </a:moveTo>
                    <a:cubicBezTo>
                      <a:pt x="62082" y="0"/>
                      <a:pt x="9694" y="39948"/>
                      <a:pt x="1312" y="79696"/>
                    </a:cubicBezTo>
                    <a:cubicBezTo>
                      <a:pt x="-2878" y="115624"/>
                      <a:pt x="3027" y="152000"/>
                      <a:pt x="18172" y="184833"/>
                    </a:cubicBezTo>
                    <a:cubicBezTo>
                      <a:pt x="24268" y="197453"/>
                      <a:pt x="-4973" y="210064"/>
                      <a:pt x="13981" y="241602"/>
                    </a:cubicBezTo>
                    <a:cubicBezTo>
                      <a:pt x="28840" y="264643"/>
                      <a:pt x="46365" y="285817"/>
                      <a:pt x="66273" y="304686"/>
                    </a:cubicBezTo>
                    <a:cubicBezTo>
                      <a:pt x="66273" y="304686"/>
                      <a:pt x="129424" y="292284"/>
                      <a:pt x="160665" y="306791"/>
                    </a:cubicBezTo>
                    <a:cubicBezTo>
                      <a:pt x="187431" y="321193"/>
                      <a:pt x="212863" y="338090"/>
                      <a:pt x="236390" y="3572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10600920" y="683203"/>
                <a:ext cx="65527" cy="100717"/>
              </a:xfrm>
              <a:custGeom>
                <a:rect b="b" l="l" r="r" t="t"/>
                <a:pathLst>
                  <a:path extrusionOk="0" h="100717" w="69341">
                    <a:moveTo>
                      <a:pt x="31883" y="0"/>
                    </a:moveTo>
                    <a:cubicBezTo>
                      <a:pt x="12833" y="4915"/>
                      <a:pt x="-216" y="22384"/>
                      <a:pt x="355" y="42053"/>
                    </a:cubicBezTo>
                    <a:cubicBezTo>
                      <a:pt x="-3836" y="79905"/>
                      <a:pt x="29787" y="92516"/>
                      <a:pt x="65505" y="10071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10530625" y="555814"/>
                <a:ext cx="50357" cy="10435"/>
              </a:xfrm>
              <a:custGeom>
                <a:rect b="b" l="l" r="r" t="t"/>
                <a:pathLst>
                  <a:path extrusionOk="0" h="18717" w="50483">
                    <a:moveTo>
                      <a:pt x="50483" y="10468"/>
                    </a:moveTo>
                    <a:cubicBezTo>
                      <a:pt x="50483" y="10468"/>
                      <a:pt x="18956" y="-8249"/>
                      <a:pt x="0" y="437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10519200" y="655560"/>
                <a:ext cx="48266" cy="29159"/>
              </a:xfrm>
              <a:custGeom>
                <a:rect b="b" l="l" r="r" t="t"/>
                <a:pathLst>
                  <a:path extrusionOk="0" h="29232" w="48387">
                    <a:moveTo>
                      <a:pt x="0" y="0"/>
                    </a:moveTo>
                    <a:cubicBezTo>
                      <a:pt x="0" y="0"/>
                      <a:pt x="25241" y="29232"/>
                      <a:pt x="48387" y="2923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10662120" y="308160"/>
                <a:ext cx="39621" cy="54328"/>
              </a:xfrm>
              <a:custGeom>
                <a:rect b="b" l="l" r="r" t="t"/>
                <a:pathLst>
                  <a:path extrusionOk="0" h="54464" w="39720">
                    <a:moveTo>
                      <a:pt x="29432" y="0"/>
                    </a:moveTo>
                    <a:cubicBezTo>
                      <a:pt x="29432" y="0"/>
                      <a:pt x="0" y="16821"/>
                      <a:pt x="0" y="29442"/>
                    </a:cubicBezTo>
                    <a:cubicBezTo>
                      <a:pt x="0" y="42062"/>
                      <a:pt x="39720" y="54464"/>
                      <a:pt x="39720" y="5446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10657800" y="357480"/>
                <a:ext cx="20893" cy="35658"/>
              </a:xfrm>
              <a:custGeom>
                <a:rect b="b" l="l" r="r" t="t"/>
                <a:pathLst>
                  <a:path extrusionOk="0" h="35747" w="21051">
                    <a:moveTo>
                      <a:pt x="21050" y="0"/>
                    </a:moveTo>
                    <a:lnTo>
                      <a:pt x="-1" y="35747"/>
                    </a:lnTo>
                  </a:path>
                </a:pathLst>
              </a:custGeom>
              <a:noFill/>
              <a:ln cap="flat" cmpd="sng" w="9525">
                <a:solidFill>
                  <a:schemeClr val="dk1"/>
                </a:solidFill>
                <a:prstDash val="solid"/>
                <a:round/>
                <a:headEnd len="sm" w="sm" type="none"/>
                <a:tailEnd len="sm" w="sm" type="none"/>
              </a:ln>
            </p:spPr>
          </p:sp>
          <p:sp>
            <p:nvSpPr>
              <p:cNvPr id="1360" name="Google Shape;1360;p47"/>
              <p:cNvSpPr/>
              <p:nvPr/>
            </p:nvSpPr>
            <p:spPr>
              <a:xfrm>
                <a:off x="10819440" y="299880"/>
                <a:ext cx="98527" cy="47110"/>
              </a:xfrm>
              <a:custGeom>
                <a:rect b="b" l="l" r="r" t="t"/>
                <a:pathLst>
                  <a:path extrusionOk="0" h="64979" w="98774">
                    <a:moveTo>
                      <a:pt x="0" y="47093"/>
                    </a:moveTo>
                    <a:cubicBezTo>
                      <a:pt x="6001" y="31644"/>
                      <a:pt x="13811" y="16899"/>
                      <a:pt x="23050" y="3145"/>
                    </a:cubicBezTo>
                    <a:cubicBezTo>
                      <a:pt x="33624" y="-9476"/>
                      <a:pt x="52483" y="19966"/>
                      <a:pt x="52483" y="19966"/>
                    </a:cubicBezTo>
                    <a:cubicBezTo>
                      <a:pt x="52483" y="19966"/>
                      <a:pt x="88297" y="-17886"/>
                      <a:pt x="98774" y="1996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10827720" y="279720"/>
                <a:ext cx="14778" cy="23020"/>
              </a:xfrm>
              <a:custGeom>
                <a:rect b="b" l="l" r="r" t="t"/>
                <a:pathLst>
                  <a:path extrusionOk="0" h="23136" w="14668">
                    <a:moveTo>
                      <a:pt x="14668" y="23136"/>
                    </a:moveTo>
                    <a:lnTo>
                      <a:pt x="0" y="0"/>
                    </a:lnTo>
                  </a:path>
                </a:pathLst>
              </a:custGeom>
              <a:noFill/>
              <a:ln cap="flat" cmpd="sng" w="9525">
                <a:solidFill>
                  <a:schemeClr val="dk1"/>
                </a:solidFill>
                <a:prstDash val="solid"/>
                <a:round/>
                <a:headEnd len="sm" w="sm" type="none"/>
                <a:tailEnd len="sm" w="sm" type="none"/>
              </a:ln>
            </p:spPr>
          </p:sp>
          <p:sp>
            <p:nvSpPr>
              <p:cNvPr id="1362" name="Google Shape;1362;p47"/>
              <p:cNvSpPr/>
              <p:nvPr/>
            </p:nvSpPr>
            <p:spPr>
              <a:xfrm>
                <a:off x="10874160" y="330120"/>
                <a:ext cx="161448" cy="110748"/>
              </a:xfrm>
              <a:custGeom>
                <a:rect b="b" l="l" r="r" t="t"/>
                <a:pathLst>
                  <a:path extrusionOk="0" h="130292" w="161448">
                    <a:moveTo>
                      <a:pt x="161448" y="21113"/>
                    </a:moveTo>
                    <a:cubicBezTo>
                      <a:pt x="161448" y="21113"/>
                      <a:pt x="113252" y="-16530"/>
                      <a:pt x="96488" y="8711"/>
                    </a:cubicBezTo>
                    <a:cubicBezTo>
                      <a:pt x="79629" y="33943"/>
                      <a:pt x="100679" y="75786"/>
                      <a:pt x="64960" y="96817"/>
                    </a:cubicBezTo>
                    <a:cubicBezTo>
                      <a:pt x="45719" y="109247"/>
                      <a:pt x="22384" y="113762"/>
                      <a:pt x="0" y="10943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10918080" y="460080"/>
                <a:ext cx="56578" cy="52227"/>
              </a:xfrm>
              <a:custGeom>
                <a:rect b="b" l="l" r="r" t="t"/>
                <a:pathLst>
                  <a:path extrusionOk="0" h="56769" w="56578">
                    <a:moveTo>
                      <a:pt x="0" y="50463"/>
                    </a:moveTo>
                    <a:cubicBezTo>
                      <a:pt x="0" y="50463"/>
                      <a:pt x="4000" y="56769"/>
                      <a:pt x="22956" y="44158"/>
                    </a:cubicBezTo>
                    <a:cubicBezTo>
                      <a:pt x="41815" y="31537"/>
                      <a:pt x="37623" y="14716"/>
                      <a:pt x="5657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10867680" y="405720"/>
                <a:ext cx="180534" cy="186336"/>
              </a:xfrm>
              <a:custGeom>
                <a:rect b="b" l="l" r="r" t="t"/>
                <a:pathLst>
                  <a:path extrusionOk="0" h="201444" w="184690">
                    <a:moveTo>
                      <a:pt x="0" y="174107"/>
                    </a:moveTo>
                    <a:cubicBezTo>
                      <a:pt x="0" y="174107"/>
                      <a:pt x="77629" y="201444"/>
                      <a:pt x="107061" y="174107"/>
                    </a:cubicBezTo>
                    <a:cubicBezTo>
                      <a:pt x="136494" y="146771"/>
                      <a:pt x="128112" y="117548"/>
                      <a:pt x="140684" y="102822"/>
                    </a:cubicBezTo>
                    <a:cubicBezTo>
                      <a:pt x="153352" y="88106"/>
                      <a:pt x="184690" y="60770"/>
                      <a:pt x="180404" y="37852"/>
                    </a:cubicBezTo>
                    <a:cubicBezTo>
                      <a:pt x="175832" y="22003"/>
                      <a:pt x="165354" y="8477"/>
                      <a:pt x="15116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11048040" y="436680"/>
                <a:ext cx="42100" cy="7201"/>
              </a:xfrm>
              <a:custGeom>
                <a:rect b="b" l="l" r="r" t="t"/>
                <a:pathLst>
                  <a:path extrusionOk="0" h="9115" w="42100">
                    <a:moveTo>
                      <a:pt x="0" y="7032"/>
                    </a:moveTo>
                    <a:cubicBezTo>
                      <a:pt x="12763" y="-540"/>
                      <a:pt x="28098" y="-2083"/>
                      <a:pt x="42100" y="282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11008440" y="508680"/>
                <a:ext cx="54347" cy="48237"/>
              </a:xfrm>
              <a:custGeom>
                <a:rect b="b" l="l" r="r" t="t"/>
                <a:pathLst>
                  <a:path extrusionOk="0" h="48358" w="54483">
                    <a:moveTo>
                      <a:pt x="0" y="0"/>
                    </a:moveTo>
                    <a:cubicBezTo>
                      <a:pt x="10382" y="23184"/>
                      <a:pt x="30195" y="40805"/>
                      <a:pt x="54483" y="4835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10942857" y="497725"/>
                <a:ext cx="228201" cy="237182"/>
              </a:xfrm>
              <a:custGeom>
                <a:rect b="b" l="l" r="r" t="t"/>
                <a:pathLst>
                  <a:path extrusionOk="0" h="237182" w="230506">
                    <a:moveTo>
                      <a:pt x="224694" y="0"/>
                    </a:moveTo>
                    <a:cubicBezTo>
                      <a:pt x="230506" y="34195"/>
                      <a:pt x="229077" y="69209"/>
                      <a:pt x="220504" y="102822"/>
                    </a:cubicBezTo>
                    <a:cubicBezTo>
                      <a:pt x="205835" y="142770"/>
                      <a:pt x="195549" y="146980"/>
                      <a:pt x="195549" y="146980"/>
                    </a:cubicBezTo>
                    <a:cubicBezTo>
                      <a:pt x="162592" y="144723"/>
                      <a:pt x="129540" y="149752"/>
                      <a:pt x="98774" y="161696"/>
                    </a:cubicBezTo>
                    <a:cubicBezTo>
                      <a:pt x="61151" y="180413"/>
                      <a:pt x="29623" y="182728"/>
                      <a:pt x="14669" y="209845"/>
                    </a:cubicBezTo>
                    <a:lnTo>
                      <a:pt x="0" y="237182"/>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11136114" y="644605"/>
                <a:ext cx="54079" cy="58664"/>
              </a:xfrm>
              <a:custGeom>
                <a:rect b="b" l="l" r="r" t="t"/>
                <a:pathLst>
                  <a:path extrusionOk="0" h="58664" w="64960">
                    <a:moveTo>
                      <a:pt x="0" y="0"/>
                    </a:moveTo>
                    <a:cubicBezTo>
                      <a:pt x="0" y="0"/>
                      <a:pt x="64960" y="16821"/>
                      <a:pt x="52292" y="5866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11190960" y="619920"/>
                <a:ext cx="20892" cy="54673"/>
              </a:xfrm>
              <a:custGeom>
                <a:rect b="b" l="l" r="r" t="t"/>
                <a:pathLst>
                  <a:path extrusionOk="0" h="54673" w="21050">
                    <a:moveTo>
                      <a:pt x="0" y="54673"/>
                    </a:moveTo>
                    <a:cubicBezTo>
                      <a:pt x="0" y="54673"/>
                      <a:pt x="21050" y="44158"/>
                      <a:pt x="2105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11121840" y="376200"/>
                <a:ext cx="63074" cy="96517"/>
              </a:xfrm>
              <a:custGeom>
                <a:rect b="b" l="l" r="r" t="t"/>
                <a:pathLst>
                  <a:path extrusionOk="0" h="96517" w="73342">
                    <a:moveTo>
                      <a:pt x="0" y="0"/>
                    </a:moveTo>
                    <a:cubicBezTo>
                      <a:pt x="14192" y="1962"/>
                      <a:pt x="25241" y="13154"/>
                      <a:pt x="27146" y="27337"/>
                    </a:cubicBezTo>
                    <a:lnTo>
                      <a:pt x="31338" y="52568"/>
                    </a:lnTo>
                    <a:cubicBezTo>
                      <a:pt x="31338" y="52568"/>
                      <a:pt x="73342" y="65189"/>
                      <a:pt x="60770" y="9651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11067120" y="311400"/>
                <a:ext cx="19826" cy="66907"/>
              </a:xfrm>
              <a:custGeom>
                <a:rect b="b" l="l" r="r" t="t"/>
                <a:pathLst>
                  <a:path extrusionOk="0" h="67075" w="21907">
                    <a:moveTo>
                      <a:pt x="0" y="0"/>
                    </a:moveTo>
                    <a:cubicBezTo>
                      <a:pt x="15144" y="18888"/>
                      <a:pt x="21907" y="43082"/>
                      <a:pt x="18955" y="6707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10951560" y="280440"/>
                <a:ext cx="60808" cy="9712"/>
              </a:xfrm>
              <a:custGeom>
                <a:rect b="b" l="l" r="r" t="t"/>
                <a:pathLst>
                  <a:path extrusionOk="0" h="11953" w="60960">
                    <a:moveTo>
                      <a:pt x="0" y="1462"/>
                    </a:moveTo>
                    <a:cubicBezTo>
                      <a:pt x="20669" y="-2081"/>
                      <a:pt x="42004" y="852"/>
                      <a:pt x="60960" y="987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10960200" y="714240"/>
                <a:ext cx="138588" cy="35623"/>
              </a:xfrm>
              <a:custGeom>
                <a:rect b="b" l="l" r="r" t="t"/>
                <a:pathLst>
                  <a:path extrusionOk="0" h="56769" w="138588">
                    <a:moveTo>
                      <a:pt x="0" y="0"/>
                    </a:moveTo>
                    <a:cubicBezTo>
                      <a:pt x="0" y="0"/>
                      <a:pt x="67341" y="56769"/>
                      <a:pt x="138588" y="2733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11084040" y="703800"/>
                <a:ext cx="73525" cy="48221"/>
              </a:xfrm>
              <a:custGeom>
                <a:rect b="b" l="l" r="r" t="t"/>
                <a:pathLst>
                  <a:path extrusionOk="0" h="54797" w="73342">
                    <a:moveTo>
                      <a:pt x="0" y="2080"/>
                    </a:moveTo>
                    <a:cubicBezTo>
                      <a:pt x="31336" y="-6455"/>
                      <a:pt x="63722" y="12052"/>
                      <a:pt x="72199" y="43428"/>
                    </a:cubicBezTo>
                    <a:cubicBezTo>
                      <a:pt x="72676" y="45047"/>
                      <a:pt x="73056" y="46685"/>
                      <a:pt x="73342" y="4834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10916640" y="623520"/>
                <a:ext cx="38840" cy="35658"/>
              </a:xfrm>
              <a:custGeom>
                <a:rect b="b" l="l" r="r" t="t"/>
                <a:pathLst>
                  <a:path extrusionOk="0" h="35747" w="46101">
                    <a:moveTo>
                      <a:pt x="38738" y="0"/>
                    </a:moveTo>
                    <a:cubicBezTo>
                      <a:pt x="38738" y="0"/>
                      <a:pt x="-7363" y="4210"/>
                      <a:pt x="1019" y="3574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11088000" y="481320"/>
                <a:ext cx="42111" cy="35658"/>
              </a:xfrm>
              <a:custGeom>
                <a:rect b="b" l="l" r="r" t="t"/>
                <a:pathLst>
                  <a:path extrusionOk="0" h="35747" w="42006">
                    <a:moveTo>
                      <a:pt x="0" y="35747"/>
                    </a:moveTo>
                    <a:cubicBezTo>
                      <a:pt x="0" y="35747"/>
                      <a:pt x="16764" y="33642"/>
                      <a:pt x="4200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11111400" y="504360"/>
                <a:ext cx="4317" cy="29516"/>
              </a:xfrm>
              <a:custGeom>
                <a:rect b="b" l="l" r="r" t="t"/>
                <a:pathLst>
                  <a:path extrusionOk="0" h="29442" w="4191">
                    <a:moveTo>
                      <a:pt x="0" y="0"/>
                    </a:moveTo>
                    <a:lnTo>
                      <a:pt x="4191" y="29442"/>
                    </a:lnTo>
                  </a:path>
                </a:pathLst>
              </a:custGeom>
              <a:noFill/>
              <a:ln cap="flat" cmpd="sng" w="9525">
                <a:solidFill>
                  <a:schemeClr val="dk1"/>
                </a:solidFill>
                <a:prstDash val="solid"/>
                <a:round/>
                <a:headEnd len="sm" w="sm" type="none"/>
                <a:tailEnd len="sm" w="sm" type="none"/>
              </a:ln>
            </p:spPr>
          </p:sp>
          <p:sp>
            <p:nvSpPr>
              <p:cNvPr id="1378" name="Google Shape;1378;p47"/>
              <p:cNvSpPr/>
              <p:nvPr/>
            </p:nvSpPr>
            <p:spPr>
              <a:xfrm>
                <a:off x="10748160" y="649440"/>
                <a:ext cx="100774" cy="28473"/>
              </a:xfrm>
              <a:custGeom>
                <a:rect b="b" l="l" r="r" t="t"/>
                <a:pathLst>
                  <a:path extrusionOk="0" h="31118" w="100774">
                    <a:moveTo>
                      <a:pt x="0" y="0"/>
                    </a:moveTo>
                    <a:cubicBezTo>
                      <a:pt x="11048" y="14964"/>
                      <a:pt x="27812" y="24765"/>
                      <a:pt x="46291" y="27127"/>
                    </a:cubicBezTo>
                    <a:cubicBezTo>
                      <a:pt x="65723" y="31118"/>
                      <a:pt x="85916" y="25746"/>
                      <a:pt x="100774" y="1262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11102274" y="586080"/>
                <a:ext cx="58674" cy="20873"/>
              </a:xfrm>
              <a:custGeom>
                <a:rect b="b" l="l" r="r" t="t"/>
                <a:pathLst>
                  <a:path extrusionOk="0" h="21031" w="58674">
                    <a:moveTo>
                      <a:pt x="58674" y="21031"/>
                    </a:moveTo>
                    <a:cubicBezTo>
                      <a:pt x="42101" y="7468"/>
                      <a:pt x="21431" y="38"/>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10630440" y="504360"/>
                <a:ext cx="27337" cy="39948"/>
              </a:xfrm>
              <a:custGeom>
                <a:rect b="b" l="l" r="r" t="t"/>
                <a:pathLst>
                  <a:path extrusionOk="0" h="39948" w="27337">
                    <a:moveTo>
                      <a:pt x="27337" y="0"/>
                    </a:moveTo>
                    <a:cubicBezTo>
                      <a:pt x="12860" y="8696"/>
                      <a:pt x="2858" y="23289"/>
                      <a:pt x="0" y="3994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81" name="Google Shape;1381;p47"/>
          <p:cNvSpPr/>
          <p:nvPr/>
        </p:nvSpPr>
        <p:spPr>
          <a:xfrm>
            <a:off x="5498650" y="667475"/>
            <a:ext cx="174000" cy="174000"/>
          </a:xfrm>
          <a:prstGeom prst="rect">
            <a:avLst/>
          </a:prstGeom>
          <a:solidFill>
            <a:srgbClr val="F0F6F0">
              <a:alpha val="4188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cxnSp>
        <p:nvCxnSpPr>
          <p:cNvPr id="1382" name="Google Shape;1382;p47"/>
          <p:cNvCxnSpPr>
            <a:stCxn id="1209" idx="2"/>
            <a:endCxn id="1381" idx="3"/>
          </p:cNvCxnSpPr>
          <p:nvPr/>
        </p:nvCxnSpPr>
        <p:spPr>
          <a:xfrm rot="10800000">
            <a:off x="5672675" y="754600"/>
            <a:ext cx="1284300" cy="537000"/>
          </a:xfrm>
          <a:prstGeom prst="bentConnector3">
            <a:avLst>
              <a:gd fmla="val 5000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6" name="Shape 1386"/>
        <p:cNvGrpSpPr/>
        <p:nvPr/>
      </p:nvGrpSpPr>
      <p:grpSpPr>
        <a:xfrm>
          <a:off x="0" y="0"/>
          <a:ext cx="0" cy="0"/>
          <a:chOff x="0" y="0"/>
          <a:chExt cx="0" cy="0"/>
        </a:xfrm>
      </p:grpSpPr>
      <p:sp>
        <p:nvSpPr>
          <p:cNvPr id="1387" name="Google Shape;1387;p4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388" name="Google Shape;1388;p48"/>
          <p:cNvSpPr txBox="1"/>
          <p:nvPr>
            <p:ph idx="1" type="body"/>
          </p:nvPr>
        </p:nvSpPr>
        <p:spPr>
          <a:xfrm>
            <a:off x="720000" y="1152475"/>
            <a:ext cx="3852000" cy="184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0" lvl="0" marL="0" rtl="0" algn="l">
              <a:spcBef>
                <a:spcPts val="1000"/>
              </a:spcBef>
              <a:spcAft>
                <a:spcPts val="0"/>
              </a:spcAft>
              <a:buNone/>
            </a:pPr>
            <a:r>
              <a:rPr b="1" lang="en">
                <a:solidFill>
                  <a:schemeClr val="dk1"/>
                </a:solidFill>
              </a:rPr>
              <a:t>Illustrations</a:t>
            </a:r>
            <a:endParaRPr b="1">
              <a:solidFill>
                <a:schemeClr val="dk1"/>
              </a:solidFill>
            </a:endParaRPr>
          </a:p>
          <a:p>
            <a:pPr indent="-304800" lvl="0" marL="457200" rtl="0" algn="l">
              <a:spcBef>
                <a:spcPts val="0"/>
              </a:spcBef>
              <a:spcAft>
                <a:spcPts val="0"/>
              </a:spcAft>
              <a:buSzPts val="1200"/>
              <a:buChar char="●"/>
            </a:pPr>
            <a:r>
              <a:rPr lang="en" u="sng">
                <a:solidFill>
                  <a:schemeClr val="dk1"/>
                </a:solidFill>
                <a:hlinkClick r:id="rId3">
                  <a:extLst>
                    <a:ext uri="{A12FA001-AC4F-418D-AE19-62706E023703}">
                      <ahyp:hlinkClr val="tx"/>
                    </a:ext>
                  </a:extLst>
                </a:hlinkClick>
              </a:rPr>
              <a:t>Female Reproductive System</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4">
                  <a:extLst>
                    <a:ext uri="{A12FA001-AC4F-418D-AE19-62706E023703}">
                      <ahyp:hlinkClr val="tx"/>
                    </a:ext>
                  </a:extLst>
                </a:hlinkClick>
              </a:rPr>
              <a:t>Types of Men Body Shapes</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5">
                  <a:extLst>
                    <a:ext uri="{A12FA001-AC4F-418D-AE19-62706E023703}">
                      <ahyp:hlinkClr val="tx"/>
                    </a:ext>
                  </a:extLst>
                </a:hlinkClick>
              </a:rPr>
              <a:t>Types of Female Body Shapes</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6">
                  <a:extLst>
                    <a:ext uri="{A12FA001-AC4F-418D-AE19-62706E023703}">
                      <ahyp:hlinkClr val="tx"/>
                    </a:ext>
                  </a:extLst>
                </a:hlinkClick>
              </a:rPr>
              <a:t>Body Anatomy</a:t>
            </a:r>
            <a:endParaRPr>
              <a:solidFill>
                <a:schemeClr val="dk1"/>
              </a:solidFill>
            </a:endParaRPr>
          </a:p>
        </p:txBody>
      </p:sp>
      <p:grpSp>
        <p:nvGrpSpPr>
          <p:cNvPr id="1389" name="Google Shape;1389;p48"/>
          <p:cNvGrpSpPr/>
          <p:nvPr/>
        </p:nvGrpSpPr>
        <p:grpSpPr>
          <a:xfrm>
            <a:off x="5938579" y="1405044"/>
            <a:ext cx="2183542" cy="1484575"/>
            <a:chOff x="2376350" y="320050"/>
            <a:chExt cx="1820529" cy="1237765"/>
          </a:xfrm>
        </p:grpSpPr>
        <p:sp>
          <p:nvSpPr>
            <p:cNvPr id="1390" name="Google Shape;1390;p48"/>
            <p:cNvSpPr/>
            <p:nvPr/>
          </p:nvSpPr>
          <p:spPr>
            <a:xfrm>
              <a:off x="2774520" y="592200"/>
              <a:ext cx="235191" cy="108842"/>
            </a:xfrm>
            <a:custGeom>
              <a:rect b="b" l="l" r="r" t="t"/>
              <a:pathLst>
                <a:path extrusionOk="0" h="110499" w="235191">
                  <a:moveTo>
                    <a:pt x="215837" y="29"/>
                  </a:moveTo>
                  <a:cubicBezTo>
                    <a:pt x="215837" y="29"/>
                    <a:pt x="180766" y="-1685"/>
                    <a:pt x="138570" y="21108"/>
                  </a:cubicBezTo>
                  <a:cubicBezTo>
                    <a:pt x="96374" y="43901"/>
                    <a:pt x="54350" y="57941"/>
                    <a:pt x="29794" y="40387"/>
                  </a:cubicBezTo>
                  <a:cubicBezTo>
                    <a:pt x="5239" y="22832"/>
                    <a:pt x="0" y="24594"/>
                    <a:pt x="0" y="24594"/>
                  </a:cubicBezTo>
                  <a:lnTo>
                    <a:pt x="1762" y="108814"/>
                  </a:lnTo>
                  <a:cubicBezTo>
                    <a:pt x="29194" y="97699"/>
                    <a:pt x="55588" y="84192"/>
                    <a:pt x="80658" y="68466"/>
                  </a:cubicBezTo>
                  <a:cubicBezTo>
                    <a:pt x="122768" y="42149"/>
                    <a:pt x="185919" y="12317"/>
                    <a:pt x="235191" y="19356"/>
                  </a:cubicBezTo>
                  <a:lnTo>
                    <a:pt x="215827"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p:nvPr/>
          </p:nvSpPr>
          <p:spPr>
            <a:xfrm>
              <a:off x="3520800" y="592200"/>
              <a:ext cx="235029" cy="108842"/>
            </a:xfrm>
            <a:custGeom>
              <a:rect b="b" l="l" r="r" t="t"/>
              <a:pathLst>
                <a:path extrusionOk="0" h="110499" w="235029">
                  <a:moveTo>
                    <a:pt x="18974" y="29"/>
                  </a:moveTo>
                  <a:cubicBezTo>
                    <a:pt x="18974" y="29"/>
                    <a:pt x="54045" y="-1685"/>
                    <a:pt x="96241" y="21108"/>
                  </a:cubicBezTo>
                  <a:cubicBezTo>
                    <a:pt x="138436" y="43901"/>
                    <a:pt x="180422" y="57941"/>
                    <a:pt x="204978" y="40387"/>
                  </a:cubicBezTo>
                  <a:cubicBezTo>
                    <a:pt x="229533" y="22832"/>
                    <a:pt x="235029" y="24594"/>
                    <a:pt x="235029" y="24594"/>
                  </a:cubicBezTo>
                  <a:lnTo>
                    <a:pt x="233267" y="108814"/>
                  </a:lnTo>
                  <a:cubicBezTo>
                    <a:pt x="205826" y="97689"/>
                    <a:pt x="179413" y="84192"/>
                    <a:pt x="154324" y="68466"/>
                  </a:cubicBezTo>
                  <a:cubicBezTo>
                    <a:pt x="112252" y="42149"/>
                    <a:pt x="49111" y="12317"/>
                    <a:pt x="0" y="19356"/>
                  </a:cubicBezTo>
                  <a:lnTo>
                    <a:pt x="18974" y="39"/>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8"/>
            <p:cNvSpPr/>
            <p:nvPr/>
          </p:nvSpPr>
          <p:spPr>
            <a:xfrm>
              <a:off x="2376350" y="320050"/>
              <a:ext cx="1820529" cy="1237765"/>
            </a:xfrm>
            <a:custGeom>
              <a:rect b="b" l="l" r="r" t="t"/>
              <a:pathLst>
                <a:path extrusionOk="0" h="1247118" w="1829677">
                  <a:moveTo>
                    <a:pt x="613982" y="158004"/>
                  </a:moveTo>
                  <a:cubicBezTo>
                    <a:pt x="613982" y="158004"/>
                    <a:pt x="552594" y="210591"/>
                    <a:pt x="501768" y="207115"/>
                  </a:cubicBezTo>
                  <a:cubicBezTo>
                    <a:pt x="450943" y="203638"/>
                    <a:pt x="433341" y="177063"/>
                    <a:pt x="380715" y="115894"/>
                  </a:cubicBezTo>
                  <a:cubicBezTo>
                    <a:pt x="328089" y="54724"/>
                    <a:pt x="173765" y="57982"/>
                    <a:pt x="173765" y="57982"/>
                  </a:cubicBezTo>
                  <a:cubicBezTo>
                    <a:pt x="173765" y="57982"/>
                    <a:pt x="129893" y="19348"/>
                    <a:pt x="73791" y="31664"/>
                  </a:cubicBezTo>
                  <a:cubicBezTo>
                    <a:pt x="17689" y="43980"/>
                    <a:pt x="-22669" y="84252"/>
                    <a:pt x="14164" y="177225"/>
                  </a:cubicBezTo>
                  <a:cubicBezTo>
                    <a:pt x="50998" y="270208"/>
                    <a:pt x="115853" y="308756"/>
                    <a:pt x="117615" y="322786"/>
                  </a:cubicBezTo>
                  <a:cubicBezTo>
                    <a:pt x="119378" y="336817"/>
                    <a:pt x="129893" y="331588"/>
                    <a:pt x="126197" y="357905"/>
                  </a:cubicBezTo>
                  <a:cubicBezTo>
                    <a:pt x="122502" y="384223"/>
                    <a:pt x="134779" y="387699"/>
                    <a:pt x="138475" y="380698"/>
                  </a:cubicBezTo>
                  <a:cubicBezTo>
                    <a:pt x="142171" y="373698"/>
                    <a:pt x="134951" y="343865"/>
                    <a:pt x="136713" y="336826"/>
                  </a:cubicBezTo>
                  <a:cubicBezTo>
                    <a:pt x="138475" y="329787"/>
                    <a:pt x="136713" y="361382"/>
                    <a:pt x="154229" y="375460"/>
                  </a:cubicBezTo>
                  <a:cubicBezTo>
                    <a:pt x="171746" y="389538"/>
                    <a:pt x="182300" y="393014"/>
                    <a:pt x="182300" y="380737"/>
                  </a:cubicBezTo>
                  <a:cubicBezTo>
                    <a:pt x="182300" y="368459"/>
                    <a:pt x="177061" y="347380"/>
                    <a:pt x="175299" y="335102"/>
                  </a:cubicBezTo>
                  <a:cubicBezTo>
                    <a:pt x="173537" y="322825"/>
                    <a:pt x="171775" y="315824"/>
                    <a:pt x="171775" y="315824"/>
                  </a:cubicBezTo>
                  <a:cubicBezTo>
                    <a:pt x="192253" y="316776"/>
                    <a:pt x="212770" y="316186"/>
                    <a:pt x="233163" y="314062"/>
                  </a:cubicBezTo>
                  <a:cubicBezTo>
                    <a:pt x="266472" y="310537"/>
                    <a:pt x="289313" y="257959"/>
                    <a:pt x="269997" y="257959"/>
                  </a:cubicBezTo>
                  <a:cubicBezTo>
                    <a:pt x="250680" y="257959"/>
                    <a:pt x="182300" y="247396"/>
                    <a:pt x="138466" y="214087"/>
                  </a:cubicBezTo>
                  <a:cubicBezTo>
                    <a:pt x="94632" y="180778"/>
                    <a:pt x="87602" y="124628"/>
                    <a:pt x="117387" y="112351"/>
                  </a:cubicBezTo>
                  <a:cubicBezTo>
                    <a:pt x="147181" y="100073"/>
                    <a:pt x="159497" y="119390"/>
                    <a:pt x="184052" y="120933"/>
                  </a:cubicBezTo>
                  <a:cubicBezTo>
                    <a:pt x="208608" y="122476"/>
                    <a:pt x="285789" y="126171"/>
                    <a:pt x="322622" y="154242"/>
                  </a:cubicBezTo>
                  <a:cubicBezTo>
                    <a:pt x="359455" y="182312"/>
                    <a:pt x="417320" y="261217"/>
                    <a:pt x="457668" y="266494"/>
                  </a:cubicBezTo>
                  <a:cubicBezTo>
                    <a:pt x="498015" y="271771"/>
                    <a:pt x="531715" y="236833"/>
                    <a:pt x="578940" y="252625"/>
                  </a:cubicBezTo>
                  <a:cubicBezTo>
                    <a:pt x="626155" y="268418"/>
                    <a:pt x="619288" y="335045"/>
                    <a:pt x="621050" y="377117"/>
                  </a:cubicBezTo>
                  <a:cubicBezTo>
                    <a:pt x="622812" y="419189"/>
                    <a:pt x="663160" y="438506"/>
                    <a:pt x="705232" y="471815"/>
                  </a:cubicBezTo>
                  <a:cubicBezTo>
                    <a:pt x="747304" y="505124"/>
                    <a:pt x="759620" y="538480"/>
                    <a:pt x="745580" y="589344"/>
                  </a:cubicBezTo>
                  <a:cubicBezTo>
                    <a:pt x="731540" y="640207"/>
                    <a:pt x="698364" y="694557"/>
                    <a:pt x="717510" y="766499"/>
                  </a:cubicBezTo>
                  <a:cubicBezTo>
                    <a:pt x="736655" y="838441"/>
                    <a:pt x="796453" y="931339"/>
                    <a:pt x="805206" y="969924"/>
                  </a:cubicBezTo>
                  <a:cubicBezTo>
                    <a:pt x="813960" y="1008510"/>
                    <a:pt x="820999" y="1138326"/>
                    <a:pt x="819246" y="1178674"/>
                  </a:cubicBezTo>
                  <a:cubicBezTo>
                    <a:pt x="817484" y="1219022"/>
                    <a:pt x="813969" y="1236539"/>
                    <a:pt x="819246" y="1238301"/>
                  </a:cubicBezTo>
                  <a:cubicBezTo>
                    <a:pt x="824523" y="1240063"/>
                    <a:pt x="849078" y="1226023"/>
                    <a:pt x="849078" y="1226023"/>
                  </a:cubicBezTo>
                  <a:cubicBezTo>
                    <a:pt x="849078" y="1226023"/>
                    <a:pt x="887712" y="1245302"/>
                    <a:pt x="947291" y="1226023"/>
                  </a:cubicBezTo>
                  <a:cubicBezTo>
                    <a:pt x="947291" y="1226023"/>
                    <a:pt x="968322" y="1238301"/>
                    <a:pt x="978838" y="1234605"/>
                  </a:cubicBezTo>
                  <a:cubicBezTo>
                    <a:pt x="989353" y="1230909"/>
                    <a:pt x="980600" y="1210050"/>
                    <a:pt x="978838" y="1178503"/>
                  </a:cubicBezTo>
                  <a:cubicBezTo>
                    <a:pt x="977075" y="1146956"/>
                    <a:pt x="989353" y="997823"/>
                    <a:pt x="1006908" y="936435"/>
                  </a:cubicBezTo>
                  <a:cubicBezTo>
                    <a:pt x="1024462" y="875046"/>
                    <a:pt x="1082327" y="829459"/>
                    <a:pt x="1082327" y="727723"/>
                  </a:cubicBezTo>
                  <a:cubicBezTo>
                    <a:pt x="1082327" y="625986"/>
                    <a:pt x="1033216" y="575123"/>
                    <a:pt x="1043693" y="531289"/>
                  </a:cubicBezTo>
                  <a:cubicBezTo>
                    <a:pt x="1054171" y="487455"/>
                    <a:pt x="1124398" y="464623"/>
                    <a:pt x="1150668" y="417274"/>
                  </a:cubicBezTo>
                  <a:cubicBezTo>
                    <a:pt x="1176938" y="369926"/>
                    <a:pt x="1176986" y="290982"/>
                    <a:pt x="1191017" y="269951"/>
                  </a:cubicBezTo>
                  <a:cubicBezTo>
                    <a:pt x="1205047" y="248920"/>
                    <a:pt x="1250643" y="243634"/>
                    <a:pt x="1287476" y="255911"/>
                  </a:cubicBezTo>
                  <a:cubicBezTo>
                    <a:pt x="1324309" y="268189"/>
                    <a:pt x="1368181" y="268189"/>
                    <a:pt x="1403376" y="219078"/>
                  </a:cubicBezTo>
                  <a:cubicBezTo>
                    <a:pt x="1438581" y="169967"/>
                    <a:pt x="1499836" y="136620"/>
                    <a:pt x="1555976" y="129619"/>
                  </a:cubicBezTo>
                  <a:cubicBezTo>
                    <a:pt x="1612126" y="122619"/>
                    <a:pt x="1613841" y="113827"/>
                    <a:pt x="1648912" y="113827"/>
                  </a:cubicBezTo>
                  <a:cubicBezTo>
                    <a:pt x="1683983" y="113827"/>
                    <a:pt x="1699785" y="127867"/>
                    <a:pt x="1694546" y="162938"/>
                  </a:cubicBezTo>
                  <a:cubicBezTo>
                    <a:pt x="1689307" y="198009"/>
                    <a:pt x="1645435" y="227841"/>
                    <a:pt x="1608697" y="240205"/>
                  </a:cubicBezTo>
                  <a:cubicBezTo>
                    <a:pt x="1571959" y="252568"/>
                    <a:pt x="1545556" y="259483"/>
                    <a:pt x="1545556" y="259483"/>
                  </a:cubicBezTo>
                  <a:cubicBezTo>
                    <a:pt x="1545556" y="259483"/>
                    <a:pt x="1612174" y="298117"/>
                    <a:pt x="1613936" y="308594"/>
                  </a:cubicBezTo>
                  <a:cubicBezTo>
                    <a:pt x="1615698" y="319072"/>
                    <a:pt x="1610459" y="331435"/>
                    <a:pt x="1605354" y="354228"/>
                  </a:cubicBezTo>
                  <a:cubicBezTo>
                    <a:pt x="1600249" y="377022"/>
                    <a:pt x="1607116" y="385775"/>
                    <a:pt x="1621146" y="368268"/>
                  </a:cubicBezTo>
                  <a:cubicBezTo>
                    <a:pt x="1635177" y="350761"/>
                    <a:pt x="1645702" y="308604"/>
                    <a:pt x="1650940" y="326158"/>
                  </a:cubicBezTo>
                  <a:cubicBezTo>
                    <a:pt x="1656179" y="343713"/>
                    <a:pt x="1643940" y="380546"/>
                    <a:pt x="1656217" y="380546"/>
                  </a:cubicBezTo>
                  <a:cubicBezTo>
                    <a:pt x="1668495" y="380546"/>
                    <a:pt x="1656217" y="354228"/>
                    <a:pt x="1679011" y="319157"/>
                  </a:cubicBezTo>
                  <a:cubicBezTo>
                    <a:pt x="1701804" y="284086"/>
                    <a:pt x="1771994" y="257769"/>
                    <a:pt x="1789501" y="143755"/>
                  </a:cubicBezTo>
                  <a:cubicBezTo>
                    <a:pt x="1807008" y="29740"/>
                    <a:pt x="1720778" y="26349"/>
                    <a:pt x="1680382" y="33474"/>
                  </a:cubicBezTo>
                  <a:cubicBezTo>
                    <a:pt x="1639987" y="40599"/>
                    <a:pt x="1661066" y="45752"/>
                    <a:pt x="1589161" y="59744"/>
                  </a:cubicBezTo>
                  <a:cubicBezTo>
                    <a:pt x="1517257" y="73736"/>
                    <a:pt x="1452354" y="98377"/>
                    <a:pt x="1415521" y="131686"/>
                  </a:cubicBezTo>
                  <a:cubicBezTo>
                    <a:pt x="1378687" y="164995"/>
                    <a:pt x="1354132" y="203591"/>
                    <a:pt x="1296268" y="201828"/>
                  </a:cubicBezTo>
                  <a:cubicBezTo>
                    <a:pt x="1238403" y="200066"/>
                    <a:pt x="1159460" y="140354"/>
                    <a:pt x="1106920" y="87728"/>
                  </a:cubicBezTo>
                  <a:cubicBezTo>
                    <a:pt x="1054380" y="35103"/>
                    <a:pt x="982428" y="1880"/>
                    <a:pt x="882416" y="32"/>
                  </a:cubicBezTo>
                  <a:cubicBezTo>
                    <a:pt x="782394" y="-1816"/>
                    <a:pt x="689373" y="77213"/>
                    <a:pt x="613954" y="157956"/>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8"/>
            <p:cNvSpPr/>
            <p:nvPr/>
          </p:nvSpPr>
          <p:spPr>
            <a:xfrm>
              <a:off x="2984400" y="340200"/>
              <a:ext cx="643176" cy="183437"/>
            </a:xfrm>
            <a:custGeom>
              <a:rect b="b" l="l" r="r" t="t"/>
              <a:pathLst>
                <a:path extrusionOk="0" h="188624" w="643176">
                  <a:moveTo>
                    <a:pt x="643176" y="183355"/>
                  </a:moveTo>
                  <a:cubicBezTo>
                    <a:pt x="643176" y="183355"/>
                    <a:pt x="565909" y="154332"/>
                    <a:pt x="502929" y="101106"/>
                  </a:cubicBezTo>
                  <a:cubicBezTo>
                    <a:pt x="439959" y="47881"/>
                    <a:pt x="362683" y="11648"/>
                    <a:pt x="314220" y="4390"/>
                  </a:cubicBezTo>
                  <a:cubicBezTo>
                    <a:pt x="265757" y="-2868"/>
                    <a:pt x="227162" y="-5269"/>
                    <a:pt x="166726" y="31002"/>
                  </a:cubicBezTo>
                  <a:cubicBezTo>
                    <a:pt x="106289" y="67274"/>
                    <a:pt x="65246" y="110803"/>
                    <a:pt x="45929" y="130120"/>
                  </a:cubicBezTo>
                  <a:cubicBezTo>
                    <a:pt x="31490" y="143998"/>
                    <a:pt x="16145" y="156904"/>
                    <a:pt x="0" y="168753"/>
                  </a:cubicBezTo>
                  <a:cubicBezTo>
                    <a:pt x="94097" y="145322"/>
                    <a:pt x="190643" y="133149"/>
                    <a:pt x="287607" y="132482"/>
                  </a:cubicBezTo>
                  <a:cubicBezTo>
                    <a:pt x="442484" y="132568"/>
                    <a:pt x="643166" y="183355"/>
                    <a:pt x="643166" y="183355"/>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8"/>
            <p:cNvSpPr/>
            <p:nvPr/>
          </p:nvSpPr>
          <p:spPr>
            <a:xfrm>
              <a:off x="3305880" y="549720"/>
              <a:ext cx="278044" cy="527681"/>
            </a:xfrm>
            <a:custGeom>
              <a:rect b="b" l="l" r="r" t="t"/>
              <a:pathLst>
                <a:path extrusionOk="0" h="544001" w="278044">
                  <a:moveTo>
                    <a:pt x="278035" y="10210"/>
                  </a:moveTo>
                  <a:cubicBezTo>
                    <a:pt x="278035" y="10210"/>
                    <a:pt x="222447" y="-9107"/>
                    <a:pt x="171660" y="5400"/>
                  </a:cubicBezTo>
                  <a:cubicBezTo>
                    <a:pt x="120872" y="19906"/>
                    <a:pt x="94393" y="41671"/>
                    <a:pt x="82201" y="102116"/>
                  </a:cubicBezTo>
                  <a:cubicBezTo>
                    <a:pt x="70009" y="162562"/>
                    <a:pt x="67694" y="222998"/>
                    <a:pt x="50740" y="249611"/>
                  </a:cubicBezTo>
                  <a:cubicBezTo>
                    <a:pt x="33785" y="276224"/>
                    <a:pt x="0" y="290692"/>
                    <a:pt x="0" y="317305"/>
                  </a:cubicBezTo>
                  <a:cubicBezTo>
                    <a:pt x="0" y="343918"/>
                    <a:pt x="24165" y="505881"/>
                    <a:pt x="36233" y="520388"/>
                  </a:cubicBezTo>
                  <a:cubicBezTo>
                    <a:pt x="48301" y="534894"/>
                    <a:pt x="84611" y="522788"/>
                    <a:pt x="101527" y="515540"/>
                  </a:cubicBezTo>
                  <a:cubicBezTo>
                    <a:pt x="118443" y="508291"/>
                    <a:pt x="128140" y="484117"/>
                    <a:pt x="118481" y="428529"/>
                  </a:cubicBezTo>
                  <a:cubicBezTo>
                    <a:pt x="108823" y="372941"/>
                    <a:pt x="74952" y="310047"/>
                    <a:pt x="91869" y="271376"/>
                  </a:cubicBezTo>
                  <a:cubicBezTo>
                    <a:pt x="108785" y="232695"/>
                    <a:pt x="198244" y="227847"/>
                    <a:pt x="215198" y="155476"/>
                  </a:cubicBezTo>
                  <a:cubicBezTo>
                    <a:pt x="232153" y="83105"/>
                    <a:pt x="222456" y="20087"/>
                    <a:pt x="278044" y="1021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8"/>
            <p:cNvSpPr/>
            <p:nvPr/>
          </p:nvSpPr>
          <p:spPr>
            <a:xfrm>
              <a:off x="2964960" y="556920"/>
              <a:ext cx="265938" cy="525054"/>
            </a:xfrm>
            <a:custGeom>
              <a:rect b="b" l="l" r="r" t="t"/>
              <a:pathLst>
                <a:path extrusionOk="0" h="544097" w="265938">
                  <a:moveTo>
                    <a:pt x="0" y="10210"/>
                  </a:moveTo>
                  <a:cubicBezTo>
                    <a:pt x="0" y="10210"/>
                    <a:pt x="55588" y="-9107"/>
                    <a:pt x="106375" y="5400"/>
                  </a:cubicBezTo>
                  <a:cubicBezTo>
                    <a:pt x="157163" y="19906"/>
                    <a:pt x="183042" y="28879"/>
                    <a:pt x="190986" y="90010"/>
                  </a:cubicBezTo>
                  <a:cubicBezTo>
                    <a:pt x="198244" y="145817"/>
                    <a:pt x="208159" y="196385"/>
                    <a:pt x="224857" y="223084"/>
                  </a:cubicBezTo>
                  <a:cubicBezTo>
                    <a:pt x="241554" y="249783"/>
                    <a:pt x="265938" y="283530"/>
                    <a:pt x="265938" y="310143"/>
                  </a:cubicBezTo>
                  <a:cubicBezTo>
                    <a:pt x="265938" y="336755"/>
                    <a:pt x="253879" y="505977"/>
                    <a:pt x="241773" y="520483"/>
                  </a:cubicBezTo>
                  <a:cubicBezTo>
                    <a:pt x="229667" y="534990"/>
                    <a:pt x="195844" y="515635"/>
                    <a:pt x="178927" y="508377"/>
                  </a:cubicBezTo>
                  <a:cubicBezTo>
                    <a:pt x="162011" y="501119"/>
                    <a:pt x="149905" y="484212"/>
                    <a:pt x="159563" y="428614"/>
                  </a:cubicBezTo>
                  <a:cubicBezTo>
                    <a:pt x="169221" y="373017"/>
                    <a:pt x="203092" y="310133"/>
                    <a:pt x="186176" y="271461"/>
                  </a:cubicBezTo>
                  <a:cubicBezTo>
                    <a:pt x="169259" y="232790"/>
                    <a:pt x="77353" y="186813"/>
                    <a:pt x="62846" y="143284"/>
                  </a:cubicBezTo>
                  <a:cubicBezTo>
                    <a:pt x="39281" y="72541"/>
                    <a:pt x="55588" y="19954"/>
                    <a:pt x="0" y="1021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8"/>
            <p:cNvSpPr/>
            <p:nvPr/>
          </p:nvSpPr>
          <p:spPr>
            <a:xfrm>
              <a:off x="2402280" y="362880"/>
              <a:ext cx="1746158" cy="1193341"/>
            </a:xfrm>
            <a:custGeom>
              <a:rect b="b" l="l" r="r" t="t"/>
              <a:pathLst>
                <a:path extrusionOk="0" h="1208447" w="1759353">
                  <a:moveTo>
                    <a:pt x="1587666" y="266254"/>
                  </a:moveTo>
                  <a:cubicBezTo>
                    <a:pt x="1589428" y="276817"/>
                    <a:pt x="1584190" y="289095"/>
                    <a:pt x="1579084" y="311888"/>
                  </a:cubicBezTo>
                  <a:cubicBezTo>
                    <a:pt x="1577341" y="317898"/>
                    <a:pt x="1576941" y="324214"/>
                    <a:pt x="1577922" y="330386"/>
                  </a:cubicBezTo>
                  <a:cubicBezTo>
                    <a:pt x="1583704" y="324842"/>
                    <a:pt x="1588800" y="318632"/>
                    <a:pt x="1593114" y="311888"/>
                  </a:cubicBezTo>
                  <a:cubicBezTo>
                    <a:pt x="1603630" y="294334"/>
                    <a:pt x="1614146" y="269778"/>
                    <a:pt x="1633463" y="264673"/>
                  </a:cubicBezTo>
                  <a:cubicBezTo>
                    <a:pt x="1652779" y="259567"/>
                    <a:pt x="1700080" y="236603"/>
                    <a:pt x="1726398" y="180453"/>
                  </a:cubicBezTo>
                  <a:cubicBezTo>
                    <a:pt x="1752715" y="124303"/>
                    <a:pt x="1754468" y="77002"/>
                    <a:pt x="1733437" y="36644"/>
                  </a:cubicBezTo>
                  <a:cubicBezTo>
                    <a:pt x="1712406" y="-3713"/>
                    <a:pt x="1659770" y="1573"/>
                    <a:pt x="1622899" y="12089"/>
                  </a:cubicBezTo>
                  <a:cubicBezTo>
                    <a:pt x="1586028" y="22604"/>
                    <a:pt x="1528202" y="31367"/>
                    <a:pt x="1486092" y="45398"/>
                  </a:cubicBezTo>
                  <a:cubicBezTo>
                    <a:pt x="1443982" y="59428"/>
                    <a:pt x="1401910" y="89270"/>
                    <a:pt x="1379116" y="108539"/>
                  </a:cubicBezTo>
                  <a:cubicBezTo>
                    <a:pt x="1356323" y="127818"/>
                    <a:pt x="1338769" y="161165"/>
                    <a:pt x="1301850" y="171680"/>
                  </a:cubicBezTo>
                  <a:cubicBezTo>
                    <a:pt x="1264931" y="182196"/>
                    <a:pt x="1191360" y="168156"/>
                    <a:pt x="1089623" y="148887"/>
                  </a:cubicBezTo>
                  <a:cubicBezTo>
                    <a:pt x="1027853" y="137705"/>
                    <a:pt x="965236" y="131837"/>
                    <a:pt x="902466" y="131332"/>
                  </a:cubicBezTo>
                  <a:cubicBezTo>
                    <a:pt x="895665" y="131266"/>
                    <a:pt x="888874" y="130837"/>
                    <a:pt x="882121" y="130046"/>
                  </a:cubicBezTo>
                  <a:cubicBezTo>
                    <a:pt x="860318" y="127560"/>
                    <a:pt x="799958" y="123741"/>
                    <a:pt x="700241" y="140133"/>
                  </a:cubicBezTo>
                  <a:cubicBezTo>
                    <a:pt x="572235" y="161165"/>
                    <a:pt x="491529" y="187349"/>
                    <a:pt x="454696" y="183958"/>
                  </a:cubicBezTo>
                  <a:cubicBezTo>
                    <a:pt x="417863" y="180567"/>
                    <a:pt x="379191" y="134723"/>
                    <a:pt x="326556" y="85441"/>
                  </a:cubicBezTo>
                  <a:cubicBezTo>
                    <a:pt x="273921" y="36158"/>
                    <a:pt x="218038" y="41740"/>
                    <a:pt x="182748" y="36501"/>
                  </a:cubicBezTo>
                  <a:cubicBezTo>
                    <a:pt x="147458" y="31263"/>
                    <a:pt x="109081" y="8431"/>
                    <a:pt x="84535" y="1430"/>
                  </a:cubicBezTo>
                  <a:cubicBezTo>
                    <a:pt x="59990" y="-5571"/>
                    <a:pt x="5592" y="11946"/>
                    <a:pt x="353" y="80326"/>
                  </a:cubicBezTo>
                  <a:cubicBezTo>
                    <a:pt x="-4885" y="148706"/>
                    <a:pt x="49464" y="210133"/>
                    <a:pt x="74020" y="229411"/>
                  </a:cubicBezTo>
                  <a:cubicBezTo>
                    <a:pt x="98575" y="248690"/>
                    <a:pt x="112653" y="268045"/>
                    <a:pt x="114368" y="287323"/>
                  </a:cubicBezTo>
                  <a:cubicBezTo>
                    <a:pt x="116120" y="311098"/>
                    <a:pt x="133132" y="330957"/>
                    <a:pt x="156354" y="336348"/>
                  </a:cubicBezTo>
                  <a:cubicBezTo>
                    <a:pt x="155925" y="323899"/>
                    <a:pt x="151115" y="304278"/>
                    <a:pt x="149439" y="292562"/>
                  </a:cubicBezTo>
                  <a:cubicBezTo>
                    <a:pt x="147762" y="280846"/>
                    <a:pt x="145915" y="273283"/>
                    <a:pt x="145915" y="273283"/>
                  </a:cubicBezTo>
                  <a:cubicBezTo>
                    <a:pt x="166393" y="274236"/>
                    <a:pt x="186910" y="273645"/>
                    <a:pt x="207303" y="271521"/>
                  </a:cubicBezTo>
                  <a:cubicBezTo>
                    <a:pt x="227696" y="269378"/>
                    <a:pt x="244136" y="248852"/>
                    <a:pt x="249413" y="233231"/>
                  </a:cubicBezTo>
                  <a:cubicBezTo>
                    <a:pt x="221143" y="230611"/>
                    <a:pt x="193378" y="224020"/>
                    <a:pt x="166955" y="213657"/>
                  </a:cubicBezTo>
                  <a:cubicBezTo>
                    <a:pt x="124883" y="196102"/>
                    <a:pt x="58218" y="176824"/>
                    <a:pt x="58218" y="106643"/>
                  </a:cubicBezTo>
                  <a:cubicBezTo>
                    <a:pt x="58218" y="36463"/>
                    <a:pt x="107329" y="41740"/>
                    <a:pt x="128360" y="54018"/>
                  </a:cubicBezTo>
                  <a:cubicBezTo>
                    <a:pt x="149391" y="66296"/>
                    <a:pt x="202026" y="76859"/>
                    <a:pt x="237135" y="76859"/>
                  </a:cubicBezTo>
                  <a:cubicBezTo>
                    <a:pt x="272245" y="76859"/>
                    <a:pt x="314402" y="96137"/>
                    <a:pt x="340586" y="134723"/>
                  </a:cubicBezTo>
                  <a:cubicBezTo>
                    <a:pt x="366771" y="173318"/>
                    <a:pt x="405490" y="217143"/>
                    <a:pt x="459878" y="208390"/>
                  </a:cubicBezTo>
                  <a:cubicBezTo>
                    <a:pt x="514265" y="199636"/>
                    <a:pt x="592951" y="185596"/>
                    <a:pt x="645796" y="178557"/>
                  </a:cubicBezTo>
                  <a:cubicBezTo>
                    <a:pt x="698641" y="171518"/>
                    <a:pt x="758048" y="199636"/>
                    <a:pt x="773850" y="253976"/>
                  </a:cubicBezTo>
                  <a:cubicBezTo>
                    <a:pt x="789643" y="308326"/>
                    <a:pt x="766811" y="348712"/>
                    <a:pt x="800120" y="403061"/>
                  </a:cubicBezTo>
                  <a:cubicBezTo>
                    <a:pt x="833429" y="457411"/>
                    <a:pt x="849269" y="457449"/>
                    <a:pt x="850993" y="508322"/>
                  </a:cubicBezTo>
                  <a:cubicBezTo>
                    <a:pt x="852708" y="559195"/>
                    <a:pt x="842411" y="606535"/>
                    <a:pt x="837001" y="650407"/>
                  </a:cubicBezTo>
                  <a:cubicBezTo>
                    <a:pt x="831591" y="694279"/>
                    <a:pt x="833477" y="697622"/>
                    <a:pt x="837001" y="722311"/>
                  </a:cubicBezTo>
                  <a:cubicBezTo>
                    <a:pt x="840525" y="747000"/>
                    <a:pt x="829962" y="755620"/>
                    <a:pt x="815922" y="755620"/>
                  </a:cubicBezTo>
                  <a:cubicBezTo>
                    <a:pt x="801882" y="755620"/>
                    <a:pt x="737026" y="724073"/>
                    <a:pt x="737026" y="724073"/>
                  </a:cubicBezTo>
                  <a:cubicBezTo>
                    <a:pt x="739836" y="770374"/>
                    <a:pt x="751752" y="815665"/>
                    <a:pt x="772098" y="857356"/>
                  </a:cubicBezTo>
                  <a:cubicBezTo>
                    <a:pt x="805407" y="924022"/>
                    <a:pt x="822971" y="985411"/>
                    <a:pt x="822971" y="1050314"/>
                  </a:cubicBezTo>
                  <a:lnTo>
                    <a:pt x="822971" y="1183597"/>
                  </a:lnTo>
                  <a:cubicBezTo>
                    <a:pt x="822971" y="1183597"/>
                    <a:pt x="861604" y="1202876"/>
                    <a:pt x="921183" y="1183597"/>
                  </a:cubicBezTo>
                  <a:cubicBezTo>
                    <a:pt x="921183" y="1183597"/>
                    <a:pt x="919421" y="1055543"/>
                    <a:pt x="926422" y="983648"/>
                  </a:cubicBezTo>
                  <a:cubicBezTo>
                    <a:pt x="933423" y="911744"/>
                    <a:pt x="970294" y="869634"/>
                    <a:pt x="989563" y="817009"/>
                  </a:cubicBezTo>
                  <a:cubicBezTo>
                    <a:pt x="1008832" y="764383"/>
                    <a:pt x="1008880" y="727550"/>
                    <a:pt x="1008880" y="727550"/>
                  </a:cubicBezTo>
                  <a:cubicBezTo>
                    <a:pt x="1008880" y="727550"/>
                    <a:pt x="943976" y="748629"/>
                    <a:pt x="929936" y="748629"/>
                  </a:cubicBezTo>
                  <a:cubicBezTo>
                    <a:pt x="915896" y="748629"/>
                    <a:pt x="910658" y="718796"/>
                    <a:pt x="914144" y="708281"/>
                  </a:cubicBezTo>
                  <a:cubicBezTo>
                    <a:pt x="917630" y="697765"/>
                    <a:pt x="905562" y="641615"/>
                    <a:pt x="901866" y="617060"/>
                  </a:cubicBezTo>
                  <a:cubicBezTo>
                    <a:pt x="898170" y="592504"/>
                    <a:pt x="875549" y="499569"/>
                    <a:pt x="882588" y="478490"/>
                  </a:cubicBezTo>
                  <a:cubicBezTo>
                    <a:pt x="889626" y="457411"/>
                    <a:pt x="907143" y="448696"/>
                    <a:pt x="917658" y="434665"/>
                  </a:cubicBezTo>
                  <a:cubicBezTo>
                    <a:pt x="928174" y="420635"/>
                    <a:pt x="947491" y="390793"/>
                    <a:pt x="958007" y="322413"/>
                  </a:cubicBezTo>
                  <a:cubicBezTo>
                    <a:pt x="968522" y="254033"/>
                    <a:pt x="987801" y="199646"/>
                    <a:pt x="1036902" y="178567"/>
                  </a:cubicBezTo>
                  <a:cubicBezTo>
                    <a:pt x="1086013" y="157488"/>
                    <a:pt x="1149154" y="182091"/>
                    <a:pt x="1187750" y="182091"/>
                  </a:cubicBezTo>
                  <a:cubicBezTo>
                    <a:pt x="1226345" y="182091"/>
                    <a:pt x="1278970" y="238241"/>
                    <a:pt x="1333358" y="189130"/>
                  </a:cubicBezTo>
                  <a:cubicBezTo>
                    <a:pt x="1387746" y="140019"/>
                    <a:pt x="1399976" y="115464"/>
                    <a:pt x="1461365" y="89156"/>
                  </a:cubicBezTo>
                  <a:cubicBezTo>
                    <a:pt x="1522753" y="62848"/>
                    <a:pt x="1575379" y="69839"/>
                    <a:pt x="1608736" y="54037"/>
                  </a:cubicBezTo>
                  <a:cubicBezTo>
                    <a:pt x="1642092" y="38235"/>
                    <a:pt x="1694584" y="47036"/>
                    <a:pt x="1689393" y="108425"/>
                  </a:cubicBezTo>
                  <a:cubicBezTo>
                    <a:pt x="1684202" y="169813"/>
                    <a:pt x="1636768" y="192778"/>
                    <a:pt x="1601696" y="204884"/>
                  </a:cubicBezTo>
                  <a:cubicBezTo>
                    <a:pt x="1566626" y="216991"/>
                    <a:pt x="1519277" y="217162"/>
                    <a:pt x="1519277" y="217162"/>
                  </a:cubicBezTo>
                  <a:cubicBezTo>
                    <a:pt x="1519277" y="217162"/>
                    <a:pt x="1585894" y="255757"/>
                    <a:pt x="1587657" y="26627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8"/>
            <p:cNvSpPr/>
            <p:nvPr/>
          </p:nvSpPr>
          <p:spPr>
            <a:xfrm>
              <a:off x="3139200" y="1086840"/>
              <a:ext cx="100446" cy="45691"/>
            </a:xfrm>
            <a:custGeom>
              <a:rect b="b" l="l" r="r" t="t"/>
              <a:pathLst>
                <a:path extrusionOk="0" h="45806" w="103022">
                  <a:moveTo>
                    <a:pt x="100098" y="13859"/>
                  </a:moveTo>
                  <a:cubicBezTo>
                    <a:pt x="99098" y="24584"/>
                    <a:pt x="89621" y="32490"/>
                    <a:pt x="78895" y="31547"/>
                  </a:cubicBezTo>
                  <a:cubicBezTo>
                    <a:pt x="64856" y="31547"/>
                    <a:pt x="0" y="0"/>
                    <a:pt x="0" y="0"/>
                  </a:cubicBezTo>
                  <a:cubicBezTo>
                    <a:pt x="0" y="0"/>
                    <a:pt x="0" y="5448"/>
                    <a:pt x="1114" y="14811"/>
                  </a:cubicBezTo>
                  <a:cubicBezTo>
                    <a:pt x="9697" y="19107"/>
                    <a:pt x="65932" y="45806"/>
                    <a:pt x="78895" y="45806"/>
                  </a:cubicBezTo>
                  <a:cubicBezTo>
                    <a:pt x="92678" y="45806"/>
                    <a:pt x="103022" y="37348"/>
                    <a:pt x="100098" y="1386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8"/>
            <p:cNvSpPr/>
            <p:nvPr/>
          </p:nvSpPr>
          <p:spPr>
            <a:xfrm>
              <a:off x="3283560" y="860760"/>
              <a:ext cx="33450" cy="209569"/>
            </a:xfrm>
            <a:custGeom>
              <a:rect b="b" l="l" r="r" t="t"/>
              <a:pathLst>
                <a:path extrusionOk="0" h="209569" w="38671">
                  <a:moveTo>
                    <a:pt x="20589" y="118824"/>
                  </a:moveTo>
                  <a:cubicBezTo>
                    <a:pt x="17798" y="99117"/>
                    <a:pt x="2520" y="35290"/>
                    <a:pt x="281" y="0"/>
                  </a:cubicBezTo>
                  <a:cubicBezTo>
                    <a:pt x="-2595" y="28327"/>
                    <a:pt x="17455" y="110280"/>
                    <a:pt x="20589" y="133074"/>
                  </a:cubicBezTo>
                  <a:cubicBezTo>
                    <a:pt x="23246" y="151619"/>
                    <a:pt x="30933" y="188281"/>
                    <a:pt x="32990" y="209569"/>
                  </a:cubicBezTo>
                  <a:cubicBezTo>
                    <a:pt x="36076" y="198196"/>
                    <a:pt x="24065" y="143123"/>
                    <a:pt x="20589" y="118824"/>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8"/>
            <p:cNvSpPr/>
            <p:nvPr/>
          </p:nvSpPr>
          <p:spPr>
            <a:xfrm>
              <a:off x="3921480" y="470160"/>
              <a:ext cx="170138" cy="122996"/>
            </a:xfrm>
            <a:custGeom>
              <a:rect b="b" l="l" r="r" t="t"/>
              <a:pathLst>
                <a:path extrusionOk="0" h="122996" w="170564">
                  <a:moveTo>
                    <a:pt x="170116" y="15240"/>
                  </a:moveTo>
                  <a:cubicBezTo>
                    <a:pt x="170564" y="10173"/>
                    <a:pt x="170564" y="5067"/>
                    <a:pt x="170116" y="0"/>
                  </a:cubicBezTo>
                  <a:cubicBezTo>
                    <a:pt x="170136" y="333"/>
                    <a:pt x="170136" y="657"/>
                    <a:pt x="170116" y="991"/>
                  </a:cubicBezTo>
                  <a:cubicBezTo>
                    <a:pt x="164878" y="62379"/>
                    <a:pt x="117491" y="85173"/>
                    <a:pt x="82420" y="97450"/>
                  </a:cubicBezTo>
                  <a:cubicBezTo>
                    <a:pt x="47349" y="109728"/>
                    <a:pt x="0" y="109728"/>
                    <a:pt x="0" y="109728"/>
                  </a:cubicBezTo>
                  <a:cubicBezTo>
                    <a:pt x="0" y="109728"/>
                    <a:pt x="9792" y="115433"/>
                    <a:pt x="21936" y="122996"/>
                  </a:cubicBezTo>
                  <a:cubicBezTo>
                    <a:pt x="42481" y="121720"/>
                    <a:pt x="62789" y="117948"/>
                    <a:pt x="82420" y="111747"/>
                  </a:cubicBezTo>
                  <a:cubicBezTo>
                    <a:pt x="117491" y="99470"/>
                    <a:pt x="164878" y="76762"/>
                    <a:pt x="170116" y="1525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8"/>
            <p:cNvSpPr/>
            <p:nvPr/>
          </p:nvSpPr>
          <p:spPr>
            <a:xfrm>
              <a:off x="3979440" y="641880"/>
              <a:ext cx="10792" cy="51164"/>
            </a:xfrm>
            <a:custGeom>
              <a:rect b="b" l="l" r="r" t="t"/>
              <a:pathLst>
                <a:path extrusionOk="0" h="51292" w="12659">
                  <a:moveTo>
                    <a:pt x="10449" y="1457"/>
                  </a:moveTo>
                  <a:cubicBezTo>
                    <a:pt x="10345" y="943"/>
                    <a:pt x="10154" y="448"/>
                    <a:pt x="9887" y="0"/>
                  </a:cubicBezTo>
                  <a:cubicBezTo>
                    <a:pt x="8344" y="8201"/>
                    <a:pt x="4992" y="18374"/>
                    <a:pt x="1687" y="32795"/>
                  </a:cubicBezTo>
                  <a:cubicBezTo>
                    <a:pt x="-57" y="38805"/>
                    <a:pt x="-457" y="45120"/>
                    <a:pt x="524" y="51292"/>
                  </a:cubicBezTo>
                  <a:lnTo>
                    <a:pt x="953" y="50902"/>
                  </a:lnTo>
                  <a:cubicBezTo>
                    <a:pt x="953" y="49654"/>
                    <a:pt x="1382" y="48416"/>
                    <a:pt x="1687" y="47034"/>
                  </a:cubicBezTo>
                  <a:cubicBezTo>
                    <a:pt x="6963" y="24241"/>
                    <a:pt x="12202" y="11963"/>
                    <a:pt x="10440" y="1448"/>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8"/>
            <p:cNvSpPr/>
            <p:nvPr/>
          </p:nvSpPr>
          <p:spPr>
            <a:xfrm>
              <a:off x="2402280" y="362880"/>
              <a:ext cx="1748990" cy="198328"/>
            </a:xfrm>
            <a:custGeom>
              <a:rect b="b" l="l" r="r" t="t"/>
              <a:pathLst>
                <a:path extrusionOk="0" h="207131" w="1748990">
                  <a:moveTo>
                    <a:pt x="271" y="94632"/>
                  </a:moveTo>
                  <a:cubicBezTo>
                    <a:pt x="5510" y="26205"/>
                    <a:pt x="59898" y="8784"/>
                    <a:pt x="84453" y="15689"/>
                  </a:cubicBezTo>
                  <a:cubicBezTo>
                    <a:pt x="109009" y="22595"/>
                    <a:pt x="147595" y="45522"/>
                    <a:pt x="182666" y="50760"/>
                  </a:cubicBezTo>
                  <a:cubicBezTo>
                    <a:pt x="217737" y="55999"/>
                    <a:pt x="273887" y="50760"/>
                    <a:pt x="326474" y="99871"/>
                  </a:cubicBezTo>
                  <a:cubicBezTo>
                    <a:pt x="379062" y="148982"/>
                    <a:pt x="417695" y="194607"/>
                    <a:pt x="454528" y="198083"/>
                  </a:cubicBezTo>
                  <a:cubicBezTo>
                    <a:pt x="491362" y="201560"/>
                    <a:pt x="572057" y="175290"/>
                    <a:pt x="700073" y="154259"/>
                  </a:cubicBezTo>
                  <a:cubicBezTo>
                    <a:pt x="799790" y="137857"/>
                    <a:pt x="860150" y="141686"/>
                    <a:pt x="881953" y="144172"/>
                  </a:cubicBezTo>
                  <a:cubicBezTo>
                    <a:pt x="888706" y="144963"/>
                    <a:pt x="895498" y="145391"/>
                    <a:pt x="902298" y="145458"/>
                  </a:cubicBezTo>
                  <a:cubicBezTo>
                    <a:pt x="965068" y="145963"/>
                    <a:pt x="1027685" y="151840"/>
                    <a:pt x="1089455" y="163012"/>
                  </a:cubicBezTo>
                  <a:cubicBezTo>
                    <a:pt x="1191192" y="182329"/>
                    <a:pt x="1264858" y="196369"/>
                    <a:pt x="1301682" y="185806"/>
                  </a:cubicBezTo>
                  <a:cubicBezTo>
                    <a:pt x="1338505" y="175243"/>
                    <a:pt x="1356070" y="141981"/>
                    <a:pt x="1378949" y="122665"/>
                  </a:cubicBezTo>
                  <a:cubicBezTo>
                    <a:pt x="1401828" y="103348"/>
                    <a:pt x="1443852" y="73554"/>
                    <a:pt x="1485924" y="59561"/>
                  </a:cubicBezTo>
                  <a:cubicBezTo>
                    <a:pt x="1527996" y="45569"/>
                    <a:pt x="1585898" y="36720"/>
                    <a:pt x="1622731" y="26205"/>
                  </a:cubicBezTo>
                  <a:cubicBezTo>
                    <a:pt x="1659565" y="15689"/>
                    <a:pt x="1712190" y="10412"/>
                    <a:pt x="1733269" y="50760"/>
                  </a:cubicBezTo>
                  <a:cubicBezTo>
                    <a:pt x="1741804" y="67096"/>
                    <a:pt x="1746633" y="85107"/>
                    <a:pt x="1747433" y="103519"/>
                  </a:cubicBezTo>
                  <a:cubicBezTo>
                    <a:pt x="1748900" y="80307"/>
                    <a:pt x="1744004" y="57142"/>
                    <a:pt x="1733269" y="36511"/>
                  </a:cubicBezTo>
                  <a:cubicBezTo>
                    <a:pt x="1712190" y="-3837"/>
                    <a:pt x="1659603" y="1440"/>
                    <a:pt x="1622731" y="11955"/>
                  </a:cubicBezTo>
                  <a:cubicBezTo>
                    <a:pt x="1585860" y="22471"/>
                    <a:pt x="1528034" y="31234"/>
                    <a:pt x="1485924" y="45264"/>
                  </a:cubicBezTo>
                  <a:cubicBezTo>
                    <a:pt x="1443814" y="59304"/>
                    <a:pt x="1401742" y="89137"/>
                    <a:pt x="1378949" y="108406"/>
                  </a:cubicBezTo>
                  <a:cubicBezTo>
                    <a:pt x="1356155" y="127675"/>
                    <a:pt x="1338601" y="161031"/>
                    <a:pt x="1301682" y="171547"/>
                  </a:cubicBezTo>
                  <a:cubicBezTo>
                    <a:pt x="1264763" y="182062"/>
                    <a:pt x="1191192" y="168023"/>
                    <a:pt x="1089455" y="148753"/>
                  </a:cubicBezTo>
                  <a:cubicBezTo>
                    <a:pt x="1027685" y="137571"/>
                    <a:pt x="965068" y="131704"/>
                    <a:pt x="902298" y="131199"/>
                  </a:cubicBezTo>
                  <a:cubicBezTo>
                    <a:pt x="895498" y="131132"/>
                    <a:pt x="888706" y="130704"/>
                    <a:pt x="881953" y="129913"/>
                  </a:cubicBezTo>
                  <a:cubicBezTo>
                    <a:pt x="860150" y="127427"/>
                    <a:pt x="799790" y="123607"/>
                    <a:pt x="700073" y="140000"/>
                  </a:cubicBezTo>
                  <a:cubicBezTo>
                    <a:pt x="572067" y="161031"/>
                    <a:pt x="491362" y="187215"/>
                    <a:pt x="454528" y="183825"/>
                  </a:cubicBezTo>
                  <a:cubicBezTo>
                    <a:pt x="417695" y="180434"/>
                    <a:pt x="379109" y="134714"/>
                    <a:pt x="326474" y="85441"/>
                  </a:cubicBezTo>
                  <a:cubicBezTo>
                    <a:pt x="273839" y="36168"/>
                    <a:pt x="217956" y="41740"/>
                    <a:pt x="182666" y="36501"/>
                  </a:cubicBezTo>
                  <a:cubicBezTo>
                    <a:pt x="147376" y="31263"/>
                    <a:pt x="108999" y="8431"/>
                    <a:pt x="84453" y="1430"/>
                  </a:cubicBezTo>
                  <a:cubicBezTo>
                    <a:pt x="59907" y="-5571"/>
                    <a:pt x="5510" y="11946"/>
                    <a:pt x="271" y="80326"/>
                  </a:cubicBezTo>
                  <a:cubicBezTo>
                    <a:pt x="-90" y="85831"/>
                    <a:pt x="-90" y="91346"/>
                    <a:pt x="271" y="96852"/>
                  </a:cubicBezTo>
                  <a:cubicBezTo>
                    <a:pt x="186" y="96080"/>
                    <a:pt x="186" y="95347"/>
                    <a:pt x="271" y="94623"/>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8"/>
            <p:cNvSpPr/>
            <p:nvPr/>
          </p:nvSpPr>
          <p:spPr>
            <a:xfrm>
              <a:off x="2548080" y="650520"/>
              <a:ext cx="10430" cy="48938"/>
            </a:xfrm>
            <a:custGeom>
              <a:rect b="b" l="l" r="r" t="t"/>
              <a:pathLst>
                <a:path extrusionOk="0" h="48816" w="10430">
                  <a:moveTo>
                    <a:pt x="2743" y="0"/>
                  </a:moveTo>
                  <a:lnTo>
                    <a:pt x="0" y="0"/>
                  </a:lnTo>
                  <a:cubicBezTo>
                    <a:pt x="0" y="0"/>
                    <a:pt x="1762" y="7039"/>
                    <a:pt x="3524" y="19317"/>
                  </a:cubicBezTo>
                  <a:cubicBezTo>
                    <a:pt x="4601" y="27003"/>
                    <a:pt x="7049" y="38033"/>
                    <a:pt x="8715" y="48254"/>
                  </a:cubicBezTo>
                  <a:lnTo>
                    <a:pt x="10430" y="48816"/>
                  </a:lnTo>
                  <a:cubicBezTo>
                    <a:pt x="10001" y="36366"/>
                    <a:pt x="5191" y="16745"/>
                    <a:pt x="3515" y="5029"/>
                  </a:cubicBezTo>
                  <a:cubicBezTo>
                    <a:pt x="3258" y="3229"/>
                    <a:pt x="3000" y="1553"/>
                    <a:pt x="2743"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8"/>
            <p:cNvSpPr/>
            <p:nvPr/>
          </p:nvSpPr>
          <p:spPr>
            <a:xfrm>
              <a:off x="3323160" y="1517760"/>
              <a:ext cx="360" cy="28766"/>
            </a:xfrm>
            <a:custGeom>
              <a:rect b="b" l="l" r="r" t="t"/>
              <a:pathLst>
                <a:path extrusionOk="0" h="28766" w="219">
                  <a:moveTo>
                    <a:pt x="219" y="28766"/>
                  </a:moveTo>
                  <a:lnTo>
                    <a:pt x="219" y="28766"/>
                  </a:lnTo>
                  <a:cubicBezTo>
                    <a:pt x="219" y="28766"/>
                    <a:pt x="219" y="17564"/>
                    <a:pt x="0" y="0"/>
                  </a:cubicBezTo>
                  <a:cubicBezTo>
                    <a:pt x="133" y="11506"/>
                    <a:pt x="172" y="21374"/>
                    <a:pt x="219" y="2876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8"/>
            <p:cNvSpPr/>
            <p:nvPr/>
          </p:nvSpPr>
          <p:spPr>
            <a:xfrm>
              <a:off x="3315600" y="1086840"/>
              <a:ext cx="95744" cy="38536"/>
            </a:xfrm>
            <a:custGeom>
              <a:rect b="b" l="l" r="r" t="t"/>
              <a:pathLst>
                <a:path extrusionOk="0" h="38633" w="97698">
                  <a:moveTo>
                    <a:pt x="590" y="0"/>
                  </a:moveTo>
                  <a:cubicBezTo>
                    <a:pt x="-1896" y="11716"/>
                    <a:pt x="3467" y="38633"/>
                    <a:pt x="16821" y="38633"/>
                  </a:cubicBezTo>
                  <a:cubicBezTo>
                    <a:pt x="30175" y="38633"/>
                    <a:pt x="86486" y="20517"/>
                    <a:pt x="94773" y="17945"/>
                  </a:cubicBezTo>
                  <a:cubicBezTo>
                    <a:pt x="95802" y="8592"/>
                    <a:pt x="95802" y="3305"/>
                    <a:pt x="95802" y="3305"/>
                  </a:cubicBezTo>
                  <a:cubicBezTo>
                    <a:pt x="95802" y="3305"/>
                    <a:pt x="30899" y="24384"/>
                    <a:pt x="16859" y="24384"/>
                  </a:cubicBezTo>
                  <a:cubicBezTo>
                    <a:pt x="7677" y="24336"/>
                    <a:pt x="2305" y="11725"/>
                    <a:pt x="59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8"/>
            <p:cNvSpPr/>
            <p:nvPr/>
          </p:nvSpPr>
          <p:spPr>
            <a:xfrm>
              <a:off x="3236040" y="890280"/>
              <a:ext cx="17630" cy="169907"/>
            </a:xfrm>
            <a:custGeom>
              <a:rect b="b" l="l" r="r" t="t"/>
              <a:pathLst>
                <a:path extrusionOk="0" h="169907" w="18755">
                  <a:moveTo>
                    <a:pt x="198" y="169907"/>
                  </a:moveTo>
                  <a:cubicBezTo>
                    <a:pt x="589" y="161925"/>
                    <a:pt x="1532" y="151790"/>
                    <a:pt x="3332" y="136979"/>
                  </a:cubicBezTo>
                  <a:cubicBezTo>
                    <a:pt x="8399" y="94612"/>
                    <a:pt x="18353" y="48939"/>
                    <a:pt x="17457" y="0"/>
                  </a:cubicBezTo>
                  <a:cubicBezTo>
                    <a:pt x="16467" y="43567"/>
                    <a:pt x="7885" y="84477"/>
                    <a:pt x="3332" y="122730"/>
                  </a:cubicBezTo>
                  <a:cubicBezTo>
                    <a:pt x="284" y="147838"/>
                    <a:pt x="-402" y="159734"/>
                    <a:pt x="198" y="169907"/>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8"/>
            <p:cNvSpPr/>
            <p:nvPr/>
          </p:nvSpPr>
          <p:spPr>
            <a:xfrm>
              <a:off x="2460600" y="476280"/>
              <a:ext cx="191205" cy="133293"/>
            </a:xfrm>
            <a:custGeom>
              <a:rect b="b" l="l" r="r" t="t"/>
              <a:pathLst>
                <a:path extrusionOk="0" h="133293" w="191205">
                  <a:moveTo>
                    <a:pt x="0" y="0"/>
                  </a:moveTo>
                  <a:lnTo>
                    <a:pt x="0" y="7515"/>
                  </a:lnTo>
                  <a:cubicBezTo>
                    <a:pt x="0" y="77657"/>
                    <a:pt x="66665" y="96936"/>
                    <a:pt x="108738" y="114490"/>
                  </a:cubicBezTo>
                  <a:cubicBezTo>
                    <a:pt x="133017" y="124149"/>
                    <a:pt x="158487" y="130473"/>
                    <a:pt x="184461" y="133293"/>
                  </a:cubicBezTo>
                  <a:cubicBezTo>
                    <a:pt x="187252" y="129092"/>
                    <a:pt x="189509" y="124568"/>
                    <a:pt x="191205" y="119815"/>
                  </a:cubicBezTo>
                  <a:cubicBezTo>
                    <a:pt x="162935" y="117196"/>
                    <a:pt x="135169" y="110604"/>
                    <a:pt x="108747" y="100241"/>
                  </a:cubicBezTo>
                  <a:cubicBezTo>
                    <a:pt x="67837" y="83287"/>
                    <a:pt x="4181" y="64656"/>
                    <a:pt x="10" y="1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8"/>
            <p:cNvSpPr/>
            <p:nvPr/>
          </p:nvSpPr>
          <p:spPr>
            <a:xfrm>
              <a:off x="2542320" y="561600"/>
              <a:ext cx="301727" cy="189050"/>
            </a:xfrm>
            <a:custGeom>
              <a:rect b="b" l="l" r="r" t="t"/>
              <a:pathLst>
                <a:path extrusionOk="0" h="210055" w="315944">
                  <a:moveTo>
                    <a:pt x="300420" y="93583"/>
                  </a:moveTo>
                  <a:cubicBezTo>
                    <a:pt x="311193" y="50654"/>
                    <a:pt x="266768" y="23660"/>
                    <a:pt x="233021" y="10649"/>
                  </a:cubicBezTo>
                  <a:cubicBezTo>
                    <a:pt x="183482" y="-8459"/>
                    <a:pt x="129999" y="1381"/>
                    <a:pt x="80421" y="14944"/>
                  </a:cubicBezTo>
                  <a:cubicBezTo>
                    <a:pt x="45131" y="24650"/>
                    <a:pt x="5517" y="37738"/>
                    <a:pt x="488" y="79333"/>
                  </a:cubicBezTo>
                  <a:cubicBezTo>
                    <a:pt x="-4751" y="123205"/>
                    <a:pt x="32082" y="163553"/>
                    <a:pt x="118017" y="184594"/>
                  </a:cubicBezTo>
                  <a:cubicBezTo>
                    <a:pt x="186530" y="201596"/>
                    <a:pt x="281656" y="168668"/>
                    <a:pt x="300411" y="93592"/>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8"/>
            <p:cNvSpPr/>
            <p:nvPr/>
          </p:nvSpPr>
          <p:spPr>
            <a:xfrm>
              <a:off x="2588760" y="660960"/>
              <a:ext cx="33135" cy="14744"/>
            </a:xfrm>
            <a:custGeom>
              <a:rect b="b" l="l" r="r" t="t"/>
              <a:pathLst>
                <a:path extrusionOk="0" h="15602" w="33052">
                  <a:moveTo>
                    <a:pt x="33052" y="0"/>
                  </a:moveTo>
                  <a:cubicBezTo>
                    <a:pt x="31909" y="9125"/>
                    <a:pt x="23584" y="15602"/>
                    <a:pt x="14459" y="14459"/>
                  </a:cubicBezTo>
                  <a:cubicBezTo>
                    <a:pt x="6896" y="13516"/>
                    <a:pt x="943" y="756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8"/>
            <p:cNvSpPr/>
            <p:nvPr/>
          </p:nvSpPr>
          <p:spPr>
            <a:xfrm>
              <a:off x="2571120" y="643680"/>
              <a:ext cx="32375" cy="16563"/>
            </a:xfrm>
            <a:custGeom>
              <a:rect b="b" l="l" r="r" t="t"/>
              <a:pathLst>
                <a:path extrusionOk="0" h="17955" w="32538">
                  <a:moveTo>
                    <a:pt x="32538" y="3353"/>
                  </a:moveTo>
                  <a:cubicBezTo>
                    <a:pt x="30690" y="12240"/>
                    <a:pt x="21984" y="17955"/>
                    <a:pt x="13097" y="16107"/>
                  </a:cubicBezTo>
                  <a:cubicBezTo>
                    <a:pt x="5467" y="14526"/>
                    <a:pt x="0" y="7801"/>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8"/>
            <p:cNvSpPr/>
            <p:nvPr/>
          </p:nvSpPr>
          <p:spPr>
            <a:xfrm>
              <a:off x="2603520" y="643680"/>
              <a:ext cx="32374" cy="16563"/>
            </a:xfrm>
            <a:custGeom>
              <a:rect b="b" l="l" r="r" t="t"/>
              <a:pathLst>
                <a:path extrusionOk="0" h="17955" w="32537">
                  <a:moveTo>
                    <a:pt x="32537" y="3353"/>
                  </a:moveTo>
                  <a:cubicBezTo>
                    <a:pt x="30689" y="12240"/>
                    <a:pt x="21984" y="17955"/>
                    <a:pt x="13097" y="16107"/>
                  </a:cubicBezTo>
                  <a:cubicBezTo>
                    <a:pt x="5467" y="14526"/>
                    <a:pt x="0" y="7801"/>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8"/>
            <p:cNvSpPr/>
            <p:nvPr/>
          </p:nvSpPr>
          <p:spPr>
            <a:xfrm>
              <a:off x="2643840" y="682920"/>
              <a:ext cx="33135" cy="14744"/>
            </a:xfrm>
            <a:custGeom>
              <a:rect b="b" l="l" r="r" t="t"/>
              <a:pathLst>
                <a:path extrusionOk="0" h="15602" w="33052">
                  <a:moveTo>
                    <a:pt x="33052" y="0"/>
                  </a:moveTo>
                  <a:cubicBezTo>
                    <a:pt x="31909" y="9125"/>
                    <a:pt x="23584" y="15602"/>
                    <a:pt x="14459" y="14459"/>
                  </a:cubicBezTo>
                  <a:cubicBezTo>
                    <a:pt x="6896" y="13516"/>
                    <a:pt x="943" y="756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8"/>
            <p:cNvSpPr/>
            <p:nvPr/>
          </p:nvSpPr>
          <p:spPr>
            <a:xfrm>
              <a:off x="2626560" y="665640"/>
              <a:ext cx="32403" cy="16554"/>
            </a:xfrm>
            <a:custGeom>
              <a:rect b="b" l="l" r="r" t="t"/>
              <a:pathLst>
                <a:path extrusionOk="0" h="17993" w="32566">
                  <a:moveTo>
                    <a:pt x="32538" y="3391"/>
                  </a:moveTo>
                  <a:cubicBezTo>
                    <a:pt x="30690" y="12278"/>
                    <a:pt x="21984" y="17993"/>
                    <a:pt x="13097" y="16145"/>
                  </a:cubicBezTo>
                  <a:cubicBezTo>
                    <a:pt x="5449" y="14554"/>
                    <a:pt x="-28"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8"/>
            <p:cNvSpPr/>
            <p:nvPr/>
          </p:nvSpPr>
          <p:spPr>
            <a:xfrm>
              <a:off x="2658960" y="665640"/>
              <a:ext cx="32402" cy="16554"/>
            </a:xfrm>
            <a:custGeom>
              <a:rect b="b" l="l" r="r" t="t"/>
              <a:pathLst>
                <a:path extrusionOk="0" h="17993" w="32565">
                  <a:moveTo>
                    <a:pt x="32537" y="3391"/>
                  </a:moveTo>
                  <a:cubicBezTo>
                    <a:pt x="30690" y="12278"/>
                    <a:pt x="21984" y="17993"/>
                    <a:pt x="13097" y="16145"/>
                  </a:cubicBezTo>
                  <a:cubicBezTo>
                    <a:pt x="5448" y="14554"/>
                    <a:pt x="-28"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8"/>
            <p:cNvSpPr/>
            <p:nvPr/>
          </p:nvSpPr>
          <p:spPr>
            <a:xfrm>
              <a:off x="2598120" y="705600"/>
              <a:ext cx="33134" cy="14744"/>
            </a:xfrm>
            <a:custGeom>
              <a:rect b="b" l="l" r="r" t="t"/>
              <a:pathLst>
                <a:path extrusionOk="0" h="15602" w="33051">
                  <a:moveTo>
                    <a:pt x="33051" y="0"/>
                  </a:moveTo>
                  <a:cubicBezTo>
                    <a:pt x="31909" y="9125"/>
                    <a:pt x="23584" y="15602"/>
                    <a:pt x="14459" y="14459"/>
                  </a:cubicBezTo>
                  <a:cubicBezTo>
                    <a:pt x="6896" y="13516"/>
                    <a:pt x="943" y="756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8"/>
            <p:cNvSpPr/>
            <p:nvPr/>
          </p:nvSpPr>
          <p:spPr>
            <a:xfrm>
              <a:off x="2580480" y="688680"/>
              <a:ext cx="32403" cy="16554"/>
            </a:xfrm>
            <a:custGeom>
              <a:rect b="b" l="l" r="r" t="t"/>
              <a:pathLst>
                <a:path extrusionOk="0" h="17993" w="32566">
                  <a:moveTo>
                    <a:pt x="32538" y="3391"/>
                  </a:moveTo>
                  <a:cubicBezTo>
                    <a:pt x="30690" y="12278"/>
                    <a:pt x="21984" y="17993"/>
                    <a:pt x="13097" y="16145"/>
                  </a:cubicBezTo>
                  <a:cubicBezTo>
                    <a:pt x="5449" y="14554"/>
                    <a:pt x="-28"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8"/>
            <p:cNvSpPr/>
            <p:nvPr/>
          </p:nvSpPr>
          <p:spPr>
            <a:xfrm>
              <a:off x="2612880" y="688680"/>
              <a:ext cx="32403" cy="16554"/>
            </a:xfrm>
            <a:custGeom>
              <a:rect b="b" l="l" r="r" t="t"/>
              <a:pathLst>
                <a:path extrusionOk="0" h="17993" w="32566">
                  <a:moveTo>
                    <a:pt x="32537" y="3391"/>
                  </a:moveTo>
                  <a:cubicBezTo>
                    <a:pt x="30690" y="12278"/>
                    <a:pt x="21984" y="17993"/>
                    <a:pt x="13097" y="16145"/>
                  </a:cubicBezTo>
                  <a:cubicBezTo>
                    <a:pt x="5448" y="14554"/>
                    <a:pt x="-29"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8"/>
            <p:cNvSpPr/>
            <p:nvPr/>
          </p:nvSpPr>
          <p:spPr>
            <a:xfrm>
              <a:off x="2666160" y="721440"/>
              <a:ext cx="33135" cy="14744"/>
            </a:xfrm>
            <a:custGeom>
              <a:rect b="b" l="l" r="r" t="t"/>
              <a:pathLst>
                <a:path extrusionOk="0" h="15602" w="33052">
                  <a:moveTo>
                    <a:pt x="33052" y="0"/>
                  </a:moveTo>
                  <a:cubicBezTo>
                    <a:pt x="31909" y="9125"/>
                    <a:pt x="23584" y="15602"/>
                    <a:pt x="14459" y="14459"/>
                  </a:cubicBezTo>
                  <a:cubicBezTo>
                    <a:pt x="6896" y="13516"/>
                    <a:pt x="943" y="756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8"/>
            <p:cNvSpPr/>
            <p:nvPr/>
          </p:nvSpPr>
          <p:spPr>
            <a:xfrm>
              <a:off x="2648160" y="704520"/>
              <a:ext cx="32375" cy="16563"/>
            </a:xfrm>
            <a:custGeom>
              <a:rect b="b" l="l" r="r" t="t"/>
              <a:pathLst>
                <a:path extrusionOk="0" h="17955" w="32538">
                  <a:moveTo>
                    <a:pt x="32538" y="3353"/>
                  </a:moveTo>
                  <a:cubicBezTo>
                    <a:pt x="30690" y="12240"/>
                    <a:pt x="21984" y="17955"/>
                    <a:pt x="13097" y="16107"/>
                  </a:cubicBezTo>
                  <a:cubicBezTo>
                    <a:pt x="5467" y="14526"/>
                    <a:pt x="0" y="7801"/>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8"/>
            <p:cNvSpPr/>
            <p:nvPr/>
          </p:nvSpPr>
          <p:spPr>
            <a:xfrm>
              <a:off x="2680920" y="704520"/>
              <a:ext cx="32374" cy="16563"/>
            </a:xfrm>
            <a:custGeom>
              <a:rect b="b" l="l" r="r" t="t"/>
              <a:pathLst>
                <a:path extrusionOk="0" h="17955" w="32537">
                  <a:moveTo>
                    <a:pt x="32537" y="3353"/>
                  </a:moveTo>
                  <a:cubicBezTo>
                    <a:pt x="30689" y="12240"/>
                    <a:pt x="21984" y="17955"/>
                    <a:pt x="13097" y="16107"/>
                  </a:cubicBezTo>
                  <a:cubicBezTo>
                    <a:pt x="5467" y="14526"/>
                    <a:pt x="0" y="7801"/>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8"/>
            <p:cNvSpPr/>
            <p:nvPr/>
          </p:nvSpPr>
          <p:spPr>
            <a:xfrm>
              <a:off x="2712960" y="694800"/>
              <a:ext cx="33135" cy="14744"/>
            </a:xfrm>
            <a:custGeom>
              <a:rect b="b" l="l" r="r" t="t"/>
              <a:pathLst>
                <a:path extrusionOk="0" h="15602" w="33052">
                  <a:moveTo>
                    <a:pt x="33052" y="0"/>
                  </a:moveTo>
                  <a:cubicBezTo>
                    <a:pt x="31909" y="9125"/>
                    <a:pt x="23584" y="15602"/>
                    <a:pt x="14459" y="14459"/>
                  </a:cubicBezTo>
                  <a:cubicBezTo>
                    <a:pt x="6896" y="13516"/>
                    <a:pt x="943" y="7563"/>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8"/>
            <p:cNvSpPr/>
            <p:nvPr/>
          </p:nvSpPr>
          <p:spPr>
            <a:xfrm>
              <a:off x="2695320" y="677880"/>
              <a:ext cx="32403" cy="16554"/>
            </a:xfrm>
            <a:custGeom>
              <a:rect b="b" l="l" r="r" t="t"/>
              <a:pathLst>
                <a:path extrusionOk="0" h="17993" w="32566">
                  <a:moveTo>
                    <a:pt x="32538" y="3391"/>
                  </a:moveTo>
                  <a:cubicBezTo>
                    <a:pt x="30690" y="12278"/>
                    <a:pt x="21984" y="17993"/>
                    <a:pt x="13097" y="16145"/>
                  </a:cubicBezTo>
                  <a:cubicBezTo>
                    <a:pt x="5449" y="14554"/>
                    <a:pt x="-28"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8"/>
            <p:cNvSpPr/>
            <p:nvPr/>
          </p:nvSpPr>
          <p:spPr>
            <a:xfrm>
              <a:off x="2727720" y="677880"/>
              <a:ext cx="32402" cy="16554"/>
            </a:xfrm>
            <a:custGeom>
              <a:rect b="b" l="l" r="r" t="t"/>
              <a:pathLst>
                <a:path extrusionOk="0" h="17993" w="32565">
                  <a:moveTo>
                    <a:pt x="32537" y="3391"/>
                  </a:moveTo>
                  <a:cubicBezTo>
                    <a:pt x="30690" y="12278"/>
                    <a:pt x="21984" y="17993"/>
                    <a:pt x="13097" y="16145"/>
                  </a:cubicBezTo>
                  <a:cubicBezTo>
                    <a:pt x="5448" y="14554"/>
                    <a:pt x="-28" y="7810"/>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8"/>
            <p:cNvSpPr/>
            <p:nvPr/>
          </p:nvSpPr>
          <p:spPr>
            <a:xfrm>
              <a:off x="3685680" y="561600"/>
              <a:ext cx="301727" cy="189050"/>
            </a:xfrm>
            <a:custGeom>
              <a:rect b="b" l="l" r="r" t="t"/>
              <a:pathLst>
                <a:path extrusionOk="0" h="210055" w="315944">
                  <a:moveTo>
                    <a:pt x="1644" y="93583"/>
                  </a:moveTo>
                  <a:cubicBezTo>
                    <a:pt x="-9128" y="50654"/>
                    <a:pt x="35296" y="23660"/>
                    <a:pt x="69043" y="10649"/>
                  </a:cubicBezTo>
                  <a:cubicBezTo>
                    <a:pt x="118535" y="-8459"/>
                    <a:pt x="172065" y="1381"/>
                    <a:pt x="221643" y="14944"/>
                  </a:cubicBezTo>
                  <a:cubicBezTo>
                    <a:pt x="256886" y="24650"/>
                    <a:pt x="296548" y="37738"/>
                    <a:pt x="301577" y="79333"/>
                  </a:cubicBezTo>
                  <a:cubicBezTo>
                    <a:pt x="306816" y="123205"/>
                    <a:pt x="269982" y="163553"/>
                    <a:pt x="184048" y="184594"/>
                  </a:cubicBezTo>
                  <a:cubicBezTo>
                    <a:pt x="115535" y="201596"/>
                    <a:pt x="20580" y="168668"/>
                    <a:pt x="1654" y="93592"/>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8"/>
            <p:cNvSpPr/>
            <p:nvPr/>
          </p:nvSpPr>
          <p:spPr>
            <a:xfrm>
              <a:off x="3908160" y="660960"/>
              <a:ext cx="33135" cy="14744"/>
            </a:xfrm>
            <a:custGeom>
              <a:rect b="b" l="l" r="r" t="t"/>
              <a:pathLst>
                <a:path extrusionOk="0" h="15602" w="33052">
                  <a:moveTo>
                    <a:pt x="0" y="0"/>
                  </a:moveTo>
                  <a:cubicBezTo>
                    <a:pt x="1143" y="9125"/>
                    <a:pt x="9468" y="15602"/>
                    <a:pt x="18593" y="14459"/>
                  </a:cubicBezTo>
                  <a:cubicBezTo>
                    <a:pt x="26156" y="13516"/>
                    <a:pt x="32109" y="7563"/>
                    <a:pt x="3305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8"/>
            <p:cNvSpPr/>
            <p:nvPr/>
          </p:nvSpPr>
          <p:spPr>
            <a:xfrm>
              <a:off x="3926520" y="643680"/>
              <a:ext cx="32748" cy="16216"/>
            </a:xfrm>
            <a:custGeom>
              <a:rect b="b" l="l" r="r" t="t"/>
              <a:pathLst>
                <a:path extrusionOk="0" h="17869" w="32585">
                  <a:moveTo>
                    <a:pt x="0" y="3353"/>
                  </a:moveTo>
                  <a:cubicBezTo>
                    <a:pt x="1953" y="12240"/>
                    <a:pt x="10754" y="17869"/>
                    <a:pt x="19641" y="15907"/>
                  </a:cubicBezTo>
                  <a:cubicBezTo>
                    <a:pt x="27127" y="14259"/>
                    <a:pt x="32490" y="7668"/>
                    <a:pt x="3258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8"/>
            <p:cNvSpPr/>
            <p:nvPr/>
          </p:nvSpPr>
          <p:spPr>
            <a:xfrm>
              <a:off x="3894120" y="643680"/>
              <a:ext cx="32374" cy="16563"/>
            </a:xfrm>
            <a:custGeom>
              <a:rect b="b" l="l" r="r" t="t"/>
              <a:pathLst>
                <a:path extrusionOk="0" h="17955" w="32537">
                  <a:moveTo>
                    <a:pt x="0" y="3353"/>
                  </a:moveTo>
                  <a:cubicBezTo>
                    <a:pt x="1848" y="12240"/>
                    <a:pt x="10554" y="17955"/>
                    <a:pt x="19440" y="16107"/>
                  </a:cubicBezTo>
                  <a:cubicBezTo>
                    <a:pt x="27070" y="14526"/>
                    <a:pt x="32537" y="7801"/>
                    <a:pt x="3253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8"/>
            <p:cNvSpPr/>
            <p:nvPr/>
          </p:nvSpPr>
          <p:spPr>
            <a:xfrm>
              <a:off x="3853080" y="682920"/>
              <a:ext cx="33135" cy="14744"/>
            </a:xfrm>
            <a:custGeom>
              <a:rect b="b" l="l" r="r" t="t"/>
              <a:pathLst>
                <a:path extrusionOk="0" h="15602" w="33052">
                  <a:moveTo>
                    <a:pt x="0" y="0"/>
                  </a:moveTo>
                  <a:cubicBezTo>
                    <a:pt x="1143" y="9125"/>
                    <a:pt x="9468" y="15602"/>
                    <a:pt x="18593" y="14459"/>
                  </a:cubicBezTo>
                  <a:cubicBezTo>
                    <a:pt x="26156" y="13516"/>
                    <a:pt x="32109" y="7563"/>
                    <a:pt x="3305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8"/>
            <p:cNvSpPr/>
            <p:nvPr/>
          </p:nvSpPr>
          <p:spPr>
            <a:xfrm>
              <a:off x="3871440" y="665640"/>
              <a:ext cx="32403" cy="16554"/>
            </a:xfrm>
            <a:custGeom>
              <a:rect b="b" l="l" r="r" t="t"/>
              <a:pathLst>
                <a:path extrusionOk="0" h="17993" w="32566">
                  <a:moveTo>
                    <a:pt x="0" y="3391"/>
                  </a:moveTo>
                  <a:cubicBezTo>
                    <a:pt x="1848" y="12278"/>
                    <a:pt x="10554" y="17993"/>
                    <a:pt x="19440" y="16145"/>
                  </a:cubicBezTo>
                  <a:cubicBezTo>
                    <a:pt x="27089" y="14554"/>
                    <a:pt x="32566" y="7810"/>
                    <a:pt x="3253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8"/>
            <p:cNvSpPr/>
            <p:nvPr/>
          </p:nvSpPr>
          <p:spPr>
            <a:xfrm>
              <a:off x="3839040" y="665640"/>
              <a:ext cx="32403" cy="16554"/>
            </a:xfrm>
            <a:custGeom>
              <a:rect b="b" l="l" r="r" t="t"/>
              <a:pathLst>
                <a:path extrusionOk="0" h="17993" w="32566">
                  <a:moveTo>
                    <a:pt x="0" y="3391"/>
                  </a:moveTo>
                  <a:cubicBezTo>
                    <a:pt x="1848" y="12278"/>
                    <a:pt x="10554" y="17993"/>
                    <a:pt x="19441" y="16145"/>
                  </a:cubicBezTo>
                  <a:cubicBezTo>
                    <a:pt x="27089" y="14554"/>
                    <a:pt x="32566" y="7810"/>
                    <a:pt x="3253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8"/>
            <p:cNvSpPr/>
            <p:nvPr/>
          </p:nvSpPr>
          <p:spPr>
            <a:xfrm>
              <a:off x="3899160" y="705600"/>
              <a:ext cx="33135" cy="14744"/>
            </a:xfrm>
            <a:custGeom>
              <a:rect b="b" l="l" r="r" t="t"/>
              <a:pathLst>
                <a:path extrusionOk="0" h="15602" w="33052">
                  <a:moveTo>
                    <a:pt x="0" y="0"/>
                  </a:moveTo>
                  <a:cubicBezTo>
                    <a:pt x="1143" y="9125"/>
                    <a:pt x="9468" y="15602"/>
                    <a:pt x="18593" y="14459"/>
                  </a:cubicBezTo>
                  <a:cubicBezTo>
                    <a:pt x="26155" y="13516"/>
                    <a:pt x="32109" y="7563"/>
                    <a:pt x="3305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8"/>
            <p:cNvSpPr/>
            <p:nvPr/>
          </p:nvSpPr>
          <p:spPr>
            <a:xfrm>
              <a:off x="3917520" y="688680"/>
              <a:ext cx="32403" cy="16554"/>
            </a:xfrm>
            <a:custGeom>
              <a:rect b="b" l="l" r="r" t="t"/>
              <a:pathLst>
                <a:path extrusionOk="0" h="17993" w="32566">
                  <a:moveTo>
                    <a:pt x="0" y="3391"/>
                  </a:moveTo>
                  <a:cubicBezTo>
                    <a:pt x="1848" y="12278"/>
                    <a:pt x="10554" y="17993"/>
                    <a:pt x="19441" y="16145"/>
                  </a:cubicBezTo>
                  <a:cubicBezTo>
                    <a:pt x="27089" y="14554"/>
                    <a:pt x="32566" y="7810"/>
                    <a:pt x="3253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8"/>
            <p:cNvSpPr/>
            <p:nvPr/>
          </p:nvSpPr>
          <p:spPr>
            <a:xfrm>
              <a:off x="3884760" y="688680"/>
              <a:ext cx="32403" cy="16554"/>
            </a:xfrm>
            <a:custGeom>
              <a:rect b="b" l="l" r="r" t="t"/>
              <a:pathLst>
                <a:path extrusionOk="0" h="17993" w="32566">
                  <a:moveTo>
                    <a:pt x="0" y="3391"/>
                  </a:moveTo>
                  <a:cubicBezTo>
                    <a:pt x="1848" y="12278"/>
                    <a:pt x="10554" y="17993"/>
                    <a:pt x="19440" y="16145"/>
                  </a:cubicBezTo>
                  <a:cubicBezTo>
                    <a:pt x="27089" y="14554"/>
                    <a:pt x="32566" y="7810"/>
                    <a:pt x="3253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8"/>
            <p:cNvSpPr/>
            <p:nvPr/>
          </p:nvSpPr>
          <p:spPr>
            <a:xfrm>
              <a:off x="3831120" y="721440"/>
              <a:ext cx="33135" cy="14744"/>
            </a:xfrm>
            <a:custGeom>
              <a:rect b="b" l="l" r="r" t="t"/>
              <a:pathLst>
                <a:path extrusionOk="0" h="15602" w="33052">
                  <a:moveTo>
                    <a:pt x="0" y="0"/>
                  </a:moveTo>
                  <a:cubicBezTo>
                    <a:pt x="1143" y="9125"/>
                    <a:pt x="9468" y="15602"/>
                    <a:pt x="18593" y="14459"/>
                  </a:cubicBezTo>
                  <a:cubicBezTo>
                    <a:pt x="26156" y="13516"/>
                    <a:pt x="32109" y="7563"/>
                    <a:pt x="3305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8"/>
            <p:cNvSpPr/>
            <p:nvPr/>
          </p:nvSpPr>
          <p:spPr>
            <a:xfrm>
              <a:off x="3849480" y="704520"/>
              <a:ext cx="32748" cy="16216"/>
            </a:xfrm>
            <a:custGeom>
              <a:rect b="b" l="l" r="r" t="t"/>
              <a:pathLst>
                <a:path extrusionOk="0" h="17869" w="32585">
                  <a:moveTo>
                    <a:pt x="0" y="3353"/>
                  </a:moveTo>
                  <a:cubicBezTo>
                    <a:pt x="1953" y="12240"/>
                    <a:pt x="10754" y="17869"/>
                    <a:pt x="19641" y="15907"/>
                  </a:cubicBezTo>
                  <a:cubicBezTo>
                    <a:pt x="27127" y="14259"/>
                    <a:pt x="32490" y="7668"/>
                    <a:pt x="3258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8"/>
            <p:cNvSpPr/>
            <p:nvPr/>
          </p:nvSpPr>
          <p:spPr>
            <a:xfrm>
              <a:off x="3816720" y="704520"/>
              <a:ext cx="32374" cy="16563"/>
            </a:xfrm>
            <a:custGeom>
              <a:rect b="b" l="l" r="r" t="t"/>
              <a:pathLst>
                <a:path extrusionOk="0" h="17955" w="32537">
                  <a:moveTo>
                    <a:pt x="0" y="3353"/>
                  </a:moveTo>
                  <a:cubicBezTo>
                    <a:pt x="1848" y="12240"/>
                    <a:pt x="10554" y="17955"/>
                    <a:pt x="19440" y="16107"/>
                  </a:cubicBezTo>
                  <a:cubicBezTo>
                    <a:pt x="27070" y="14526"/>
                    <a:pt x="32537" y="7801"/>
                    <a:pt x="3253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8"/>
            <p:cNvSpPr/>
            <p:nvPr/>
          </p:nvSpPr>
          <p:spPr>
            <a:xfrm>
              <a:off x="3784320" y="694800"/>
              <a:ext cx="33135" cy="14744"/>
            </a:xfrm>
            <a:custGeom>
              <a:rect b="b" l="l" r="r" t="t"/>
              <a:pathLst>
                <a:path extrusionOk="0" h="15602" w="33052">
                  <a:moveTo>
                    <a:pt x="0" y="0"/>
                  </a:moveTo>
                  <a:cubicBezTo>
                    <a:pt x="1143" y="9125"/>
                    <a:pt x="9468" y="15602"/>
                    <a:pt x="18593" y="14459"/>
                  </a:cubicBezTo>
                  <a:cubicBezTo>
                    <a:pt x="26156" y="13516"/>
                    <a:pt x="32109" y="7563"/>
                    <a:pt x="3305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8"/>
            <p:cNvSpPr/>
            <p:nvPr/>
          </p:nvSpPr>
          <p:spPr>
            <a:xfrm>
              <a:off x="3802680" y="677880"/>
              <a:ext cx="32403" cy="16554"/>
            </a:xfrm>
            <a:custGeom>
              <a:rect b="b" l="l" r="r" t="t"/>
              <a:pathLst>
                <a:path extrusionOk="0" h="17993" w="32566">
                  <a:moveTo>
                    <a:pt x="0" y="3391"/>
                  </a:moveTo>
                  <a:cubicBezTo>
                    <a:pt x="1848" y="12278"/>
                    <a:pt x="10554" y="17993"/>
                    <a:pt x="19440" y="16145"/>
                  </a:cubicBezTo>
                  <a:cubicBezTo>
                    <a:pt x="27089" y="14554"/>
                    <a:pt x="32566" y="7810"/>
                    <a:pt x="32537"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8"/>
            <p:cNvSpPr/>
            <p:nvPr/>
          </p:nvSpPr>
          <p:spPr>
            <a:xfrm>
              <a:off x="3769920" y="677880"/>
              <a:ext cx="32403" cy="16554"/>
            </a:xfrm>
            <a:custGeom>
              <a:rect b="b" l="l" r="r" t="t"/>
              <a:pathLst>
                <a:path extrusionOk="0" h="17993" w="32566">
                  <a:moveTo>
                    <a:pt x="0" y="3391"/>
                  </a:moveTo>
                  <a:cubicBezTo>
                    <a:pt x="1848" y="12278"/>
                    <a:pt x="10554" y="17993"/>
                    <a:pt x="19441" y="16145"/>
                  </a:cubicBezTo>
                  <a:cubicBezTo>
                    <a:pt x="27089" y="14554"/>
                    <a:pt x="32566" y="7810"/>
                    <a:pt x="3253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8"/>
            <p:cNvSpPr/>
            <p:nvPr/>
          </p:nvSpPr>
          <p:spPr>
            <a:xfrm>
              <a:off x="3372840" y="1132200"/>
              <a:ext cx="13306" cy="2883"/>
            </a:xfrm>
            <a:custGeom>
              <a:rect b="b" l="l" r="r" t="t"/>
              <a:pathLst>
                <a:path extrusionOk="0" h="2876" w="13440">
                  <a:moveTo>
                    <a:pt x="0" y="2876"/>
                  </a:moveTo>
                  <a:cubicBezTo>
                    <a:pt x="4296" y="1972"/>
                    <a:pt x="8925" y="1029"/>
                    <a:pt x="1344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8"/>
            <p:cNvSpPr/>
            <p:nvPr/>
          </p:nvSpPr>
          <p:spPr>
            <a:xfrm>
              <a:off x="3197520" y="1138680"/>
              <a:ext cx="155648" cy="7211"/>
            </a:xfrm>
            <a:custGeom>
              <a:rect b="b" l="l" r="r" t="t"/>
              <a:pathLst>
                <a:path extrusionOk="0" h="9335" w="155648">
                  <a:moveTo>
                    <a:pt x="0" y="1543"/>
                  </a:moveTo>
                  <a:cubicBezTo>
                    <a:pt x="51635" y="9335"/>
                    <a:pt x="104185" y="8811"/>
                    <a:pt x="15564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8"/>
            <p:cNvSpPr/>
            <p:nvPr/>
          </p:nvSpPr>
          <p:spPr>
            <a:xfrm>
              <a:off x="3161520" y="1132200"/>
              <a:ext cx="19780" cy="5045"/>
            </a:xfrm>
            <a:custGeom>
              <a:rect b="b" l="l" r="r" t="t"/>
              <a:pathLst>
                <a:path extrusionOk="0" h="5020" w="19879">
                  <a:moveTo>
                    <a:pt x="0" y="0"/>
                  </a:moveTo>
                  <a:cubicBezTo>
                    <a:pt x="6534" y="2019"/>
                    <a:pt x="13164" y="3696"/>
                    <a:pt x="19879" y="502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8"/>
            <p:cNvSpPr/>
            <p:nvPr/>
          </p:nvSpPr>
          <p:spPr>
            <a:xfrm>
              <a:off x="3250440" y="1165320"/>
              <a:ext cx="135950" cy="13313"/>
            </a:xfrm>
            <a:custGeom>
              <a:rect b="b" l="l" r="r" t="t"/>
              <a:pathLst>
                <a:path extrusionOk="0" h="14630" w="135950">
                  <a:moveTo>
                    <a:pt x="0" y="13097"/>
                  </a:moveTo>
                  <a:cubicBezTo>
                    <a:pt x="45691" y="14630"/>
                    <a:pt x="91392" y="10230"/>
                    <a:pt x="13595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8"/>
            <p:cNvSpPr/>
            <p:nvPr/>
          </p:nvSpPr>
          <p:spPr>
            <a:xfrm>
              <a:off x="3161520" y="1165320"/>
              <a:ext cx="69457" cy="11883"/>
            </a:xfrm>
            <a:custGeom>
              <a:rect b="b" l="l" r="r" t="t"/>
              <a:pathLst>
                <a:path extrusionOk="0" h="11973" w="69457">
                  <a:moveTo>
                    <a:pt x="0" y="0"/>
                  </a:moveTo>
                  <a:cubicBezTo>
                    <a:pt x="22641" y="6525"/>
                    <a:pt x="45939" y="10544"/>
                    <a:pt x="69457" y="11973"/>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8"/>
            <p:cNvSpPr/>
            <p:nvPr/>
          </p:nvSpPr>
          <p:spPr>
            <a:xfrm>
              <a:off x="3362400" y="1200960"/>
              <a:ext cx="11514" cy="2162"/>
            </a:xfrm>
            <a:custGeom>
              <a:rect b="b" l="l" r="r" t="t"/>
              <a:pathLst>
                <a:path extrusionOk="0" h="2229" w="11630">
                  <a:moveTo>
                    <a:pt x="0" y="2229"/>
                  </a:moveTo>
                  <a:cubicBezTo>
                    <a:pt x="3820" y="1543"/>
                    <a:pt x="7725" y="810"/>
                    <a:pt x="1163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8"/>
            <p:cNvSpPr/>
            <p:nvPr/>
          </p:nvSpPr>
          <p:spPr>
            <a:xfrm>
              <a:off x="3182040" y="1203840"/>
              <a:ext cx="167840" cy="8286"/>
            </a:xfrm>
            <a:custGeom>
              <a:rect b="b" l="l" r="r" t="t"/>
              <a:pathLst>
                <a:path extrusionOk="0" h="14164" w="167840">
                  <a:moveTo>
                    <a:pt x="0" y="0"/>
                  </a:moveTo>
                  <a:cubicBezTo>
                    <a:pt x="29489" y="6134"/>
                    <a:pt x="89335" y="14164"/>
                    <a:pt x="167840" y="180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8"/>
            <p:cNvSpPr/>
            <p:nvPr/>
          </p:nvSpPr>
          <p:spPr>
            <a:xfrm>
              <a:off x="3339000" y="1238040"/>
              <a:ext cx="13315" cy="1799"/>
            </a:xfrm>
            <a:custGeom>
              <a:rect b="b" l="l" r="r" t="t"/>
              <a:pathLst>
                <a:path extrusionOk="0" h="1972" w="13183">
                  <a:moveTo>
                    <a:pt x="0" y="1972"/>
                  </a:moveTo>
                  <a:cubicBezTo>
                    <a:pt x="4296" y="1372"/>
                    <a:pt x="8582" y="724"/>
                    <a:pt x="1318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8"/>
            <p:cNvSpPr/>
            <p:nvPr/>
          </p:nvSpPr>
          <p:spPr>
            <a:xfrm>
              <a:off x="3251520" y="1242360"/>
              <a:ext cx="66888" cy="2517"/>
            </a:xfrm>
            <a:custGeom>
              <a:rect b="b" l="l" r="r" t="t"/>
              <a:pathLst>
                <a:path extrusionOk="0" h="2953" w="67056">
                  <a:moveTo>
                    <a:pt x="0" y="2191"/>
                  </a:moveTo>
                  <a:cubicBezTo>
                    <a:pt x="22374" y="2953"/>
                    <a:pt x="44777" y="2219"/>
                    <a:pt x="6705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8"/>
            <p:cNvSpPr/>
            <p:nvPr/>
          </p:nvSpPr>
          <p:spPr>
            <a:xfrm>
              <a:off x="3202200" y="1240200"/>
              <a:ext cx="36687" cy="3963"/>
            </a:xfrm>
            <a:custGeom>
              <a:rect b="b" l="l" r="r" t="t"/>
              <a:pathLst>
                <a:path extrusionOk="0" h="3820" w="36871">
                  <a:moveTo>
                    <a:pt x="0" y="0"/>
                  </a:moveTo>
                  <a:cubicBezTo>
                    <a:pt x="10516" y="1543"/>
                    <a:pt x="22841" y="2962"/>
                    <a:pt x="36871" y="382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8"/>
            <p:cNvSpPr/>
            <p:nvPr/>
          </p:nvSpPr>
          <p:spPr>
            <a:xfrm>
              <a:off x="3215520" y="1273320"/>
              <a:ext cx="123415" cy="4673"/>
            </a:xfrm>
            <a:custGeom>
              <a:rect b="b" l="l" r="r" t="t"/>
              <a:pathLst>
                <a:path extrusionOk="0" h="6401" w="123415">
                  <a:moveTo>
                    <a:pt x="0" y="1886"/>
                  </a:moveTo>
                  <a:cubicBezTo>
                    <a:pt x="41053" y="6401"/>
                    <a:pt x="82515" y="5763"/>
                    <a:pt x="12341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8"/>
            <p:cNvSpPr/>
            <p:nvPr/>
          </p:nvSpPr>
          <p:spPr>
            <a:xfrm>
              <a:off x="3290040" y="1307880"/>
              <a:ext cx="37784" cy="2880"/>
            </a:xfrm>
            <a:custGeom>
              <a:rect b="b" l="l" r="r" t="t"/>
              <a:pathLst>
                <a:path extrusionOk="0" h="3000" w="37690">
                  <a:moveTo>
                    <a:pt x="0" y="3000"/>
                  </a:moveTo>
                  <a:cubicBezTo>
                    <a:pt x="11887" y="2486"/>
                    <a:pt x="24508" y="1543"/>
                    <a:pt x="3769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8"/>
            <p:cNvSpPr/>
            <p:nvPr/>
          </p:nvSpPr>
          <p:spPr>
            <a:xfrm>
              <a:off x="3222720" y="1308960"/>
              <a:ext cx="48240" cy="2160"/>
            </a:xfrm>
            <a:custGeom>
              <a:rect b="b" l="l" r="r" t="t"/>
              <a:pathLst>
                <a:path extrusionOk="0" h="2286" w="48120">
                  <a:moveTo>
                    <a:pt x="0" y="0"/>
                  </a:moveTo>
                  <a:cubicBezTo>
                    <a:pt x="15992" y="1553"/>
                    <a:pt x="32052" y="2286"/>
                    <a:pt x="48120" y="2191"/>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8"/>
            <p:cNvSpPr/>
            <p:nvPr/>
          </p:nvSpPr>
          <p:spPr>
            <a:xfrm>
              <a:off x="3229920" y="1341360"/>
              <a:ext cx="93520" cy="2884"/>
            </a:xfrm>
            <a:custGeom>
              <a:rect b="b" l="l" r="r" t="t"/>
              <a:pathLst>
                <a:path extrusionOk="0" h="3858" w="93754">
                  <a:moveTo>
                    <a:pt x="0" y="1372"/>
                  </a:moveTo>
                  <a:cubicBezTo>
                    <a:pt x="31223" y="3858"/>
                    <a:pt x="62617" y="3400"/>
                    <a:pt x="93754"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8"/>
            <p:cNvSpPr/>
            <p:nvPr/>
          </p:nvSpPr>
          <p:spPr>
            <a:xfrm>
              <a:off x="3276360" y="1374480"/>
              <a:ext cx="46101" cy="2882"/>
            </a:xfrm>
            <a:custGeom>
              <a:rect b="b" l="l" r="r" t="t"/>
              <a:pathLst>
                <a:path extrusionOk="0" h="2791" w="46101">
                  <a:moveTo>
                    <a:pt x="0" y="2791"/>
                  </a:moveTo>
                  <a:cubicBezTo>
                    <a:pt x="14297" y="2572"/>
                    <a:pt x="29708" y="1715"/>
                    <a:pt x="46101"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8"/>
            <p:cNvSpPr/>
            <p:nvPr/>
          </p:nvSpPr>
          <p:spPr>
            <a:xfrm>
              <a:off x="3236760" y="1376280"/>
              <a:ext cx="27689" cy="1080"/>
            </a:xfrm>
            <a:custGeom>
              <a:rect b="b" l="l" r="r" t="t"/>
              <a:pathLst>
                <a:path extrusionOk="0" h="1029" w="27689">
                  <a:moveTo>
                    <a:pt x="0" y="0"/>
                  </a:moveTo>
                  <a:cubicBezTo>
                    <a:pt x="8582" y="600"/>
                    <a:pt x="17812" y="943"/>
                    <a:pt x="27689" y="102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8"/>
            <p:cNvSpPr/>
            <p:nvPr/>
          </p:nvSpPr>
          <p:spPr>
            <a:xfrm>
              <a:off x="3296160" y="1407960"/>
              <a:ext cx="23425" cy="1802"/>
            </a:xfrm>
            <a:custGeom>
              <a:rect b="b" l="l" r="r" t="t"/>
              <a:pathLst>
                <a:path extrusionOk="0" h="1762" w="23308">
                  <a:moveTo>
                    <a:pt x="0" y="1762"/>
                  </a:moveTo>
                  <a:cubicBezTo>
                    <a:pt x="7515" y="1372"/>
                    <a:pt x="15278" y="772"/>
                    <a:pt x="23308"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8"/>
            <p:cNvSpPr/>
            <p:nvPr/>
          </p:nvSpPr>
          <p:spPr>
            <a:xfrm>
              <a:off x="3236760" y="1409760"/>
              <a:ext cx="41729" cy="1080"/>
            </a:xfrm>
            <a:custGeom>
              <a:rect b="b" l="l" r="r" t="t"/>
              <a:pathLst>
                <a:path extrusionOk="0" h="1248" w="41939">
                  <a:moveTo>
                    <a:pt x="0" y="0"/>
                  </a:moveTo>
                  <a:cubicBezTo>
                    <a:pt x="12621" y="819"/>
                    <a:pt x="26661" y="1248"/>
                    <a:pt x="41939" y="90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3272760" y="1441440"/>
              <a:ext cx="43186" cy="2162"/>
            </a:xfrm>
            <a:custGeom>
              <a:rect b="b" l="l" r="r" t="t"/>
              <a:pathLst>
                <a:path extrusionOk="0" h="2229" w="43186">
                  <a:moveTo>
                    <a:pt x="0" y="2229"/>
                  </a:moveTo>
                  <a:cubicBezTo>
                    <a:pt x="13392" y="2229"/>
                    <a:pt x="27861" y="1410"/>
                    <a:pt x="43186"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3235680" y="1442520"/>
              <a:ext cx="24456" cy="1080"/>
            </a:xfrm>
            <a:custGeom>
              <a:rect b="b" l="l" r="r" t="t"/>
              <a:pathLst>
                <a:path extrusionOk="0" h="1029" w="24641">
                  <a:moveTo>
                    <a:pt x="0" y="0"/>
                  </a:moveTo>
                  <a:cubicBezTo>
                    <a:pt x="7725" y="514"/>
                    <a:pt x="15926" y="857"/>
                    <a:pt x="24641" y="1029"/>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3235680" y="1474560"/>
              <a:ext cx="80199" cy="2157"/>
            </a:xfrm>
            <a:custGeom>
              <a:rect b="b" l="l" r="r" t="t"/>
              <a:pathLst>
                <a:path extrusionOk="0" h="2886" w="80400">
                  <a:moveTo>
                    <a:pt x="0" y="1114"/>
                  </a:moveTo>
                  <a:cubicBezTo>
                    <a:pt x="26784" y="2886"/>
                    <a:pt x="53673" y="2515"/>
                    <a:pt x="8040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3305160" y="1507680"/>
              <a:ext cx="8994" cy="720"/>
            </a:xfrm>
            <a:custGeom>
              <a:rect b="b" l="l" r="r" t="t"/>
              <a:pathLst>
                <a:path extrusionOk="0" h="733" w="8972">
                  <a:moveTo>
                    <a:pt x="0" y="733"/>
                  </a:moveTo>
                  <a:cubicBezTo>
                    <a:pt x="2962" y="733"/>
                    <a:pt x="5963" y="305"/>
                    <a:pt x="8972"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3233880" y="1508760"/>
              <a:ext cx="55073" cy="1441"/>
            </a:xfrm>
            <a:custGeom>
              <a:rect b="b" l="l" r="r" t="t"/>
              <a:pathLst>
                <a:path extrusionOk="0" h="1619" w="55073">
                  <a:moveTo>
                    <a:pt x="0" y="0"/>
                  </a:moveTo>
                  <a:cubicBezTo>
                    <a:pt x="18326" y="1333"/>
                    <a:pt x="36719" y="1619"/>
                    <a:pt x="55073" y="85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48"/>
          <p:cNvGrpSpPr/>
          <p:nvPr/>
        </p:nvGrpSpPr>
        <p:grpSpPr>
          <a:xfrm>
            <a:off x="7530491" y="3525320"/>
            <a:ext cx="947456" cy="1016322"/>
            <a:chOff x="7006281" y="1719720"/>
            <a:chExt cx="921649" cy="988641"/>
          </a:xfrm>
        </p:grpSpPr>
        <p:sp>
          <p:nvSpPr>
            <p:cNvPr id="1463" name="Google Shape;1463;p48"/>
            <p:cNvSpPr/>
            <p:nvPr/>
          </p:nvSpPr>
          <p:spPr>
            <a:xfrm>
              <a:off x="7360920" y="1719720"/>
              <a:ext cx="183566" cy="585816"/>
            </a:xfrm>
            <a:custGeom>
              <a:rect b="b" l="l" r="r" t="t"/>
              <a:pathLst>
                <a:path extrusionOk="0" h="585816" w="183566">
                  <a:moveTo>
                    <a:pt x="125320" y="0"/>
                  </a:moveTo>
                  <a:lnTo>
                    <a:pt x="55302" y="0"/>
                  </a:lnTo>
                  <a:lnTo>
                    <a:pt x="55302" y="425587"/>
                  </a:lnTo>
                  <a:lnTo>
                    <a:pt x="0" y="486775"/>
                  </a:lnTo>
                  <a:lnTo>
                    <a:pt x="45844" y="579082"/>
                  </a:lnTo>
                  <a:lnTo>
                    <a:pt x="90421" y="533457"/>
                  </a:lnTo>
                  <a:lnTo>
                    <a:pt x="166116" y="585816"/>
                  </a:lnTo>
                  <a:lnTo>
                    <a:pt x="183566" y="463439"/>
                  </a:lnTo>
                  <a:lnTo>
                    <a:pt x="125320" y="416757"/>
                  </a:lnTo>
                  <a:lnTo>
                    <a:pt x="125320" y="0"/>
                  </a:lnTo>
                  <a:close/>
                </a:path>
              </a:pathLst>
            </a:custGeom>
            <a:solidFill>
              <a:schemeClr val="accent3"/>
            </a:solidFill>
            <a:ln cap="flat" cmpd="sng" w="9525">
              <a:solidFill>
                <a:schemeClr val="dk1"/>
              </a:solidFill>
              <a:prstDash val="solid"/>
              <a:round/>
              <a:headEnd len="sm" w="sm" type="none"/>
              <a:tailEnd len="sm" w="sm" type="none"/>
            </a:ln>
          </p:spPr>
        </p:sp>
        <p:sp>
          <p:nvSpPr>
            <p:cNvPr id="1464" name="Google Shape;1464;p48"/>
            <p:cNvSpPr/>
            <p:nvPr/>
          </p:nvSpPr>
          <p:spPr>
            <a:xfrm>
              <a:off x="7006281" y="1985040"/>
              <a:ext cx="413307" cy="723312"/>
            </a:xfrm>
            <a:custGeom>
              <a:rect b="b" l="l" r="r" t="t"/>
              <a:pathLst>
                <a:path extrusionOk="0" h="761381" w="446818">
                  <a:moveTo>
                    <a:pt x="400558" y="194290"/>
                  </a:moveTo>
                  <a:cubicBezTo>
                    <a:pt x="387299" y="180002"/>
                    <a:pt x="380860" y="160686"/>
                    <a:pt x="382899" y="141302"/>
                  </a:cubicBezTo>
                  <a:cubicBezTo>
                    <a:pt x="387318" y="110184"/>
                    <a:pt x="418227" y="74856"/>
                    <a:pt x="378479" y="26078"/>
                  </a:cubicBezTo>
                  <a:cubicBezTo>
                    <a:pt x="338731" y="-22699"/>
                    <a:pt x="183769" y="-13660"/>
                    <a:pt x="86414" y="145722"/>
                  </a:cubicBezTo>
                  <a:cubicBezTo>
                    <a:pt x="-10941" y="305104"/>
                    <a:pt x="-19771" y="703354"/>
                    <a:pt x="28797" y="721022"/>
                  </a:cubicBezTo>
                  <a:cubicBezTo>
                    <a:pt x="77365" y="738682"/>
                    <a:pt x="347571" y="672235"/>
                    <a:pt x="387309" y="623667"/>
                  </a:cubicBezTo>
                  <a:cubicBezTo>
                    <a:pt x="427047" y="575099"/>
                    <a:pt x="408340" y="353681"/>
                    <a:pt x="413807" y="313733"/>
                  </a:cubicBezTo>
                  <a:cubicBezTo>
                    <a:pt x="414036" y="273547"/>
                    <a:pt x="409597" y="233466"/>
                    <a:pt x="400558" y="194299"/>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7515321" y="1985040"/>
              <a:ext cx="412609" cy="723321"/>
            </a:xfrm>
            <a:custGeom>
              <a:rect b="b" l="l" r="r" t="t"/>
              <a:pathLst>
                <a:path extrusionOk="0" h="761390" w="443666">
                  <a:moveTo>
                    <a:pt x="12244" y="194294"/>
                  </a:moveTo>
                  <a:cubicBezTo>
                    <a:pt x="25503" y="180007"/>
                    <a:pt x="31942" y="160690"/>
                    <a:pt x="29904" y="141307"/>
                  </a:cubicBezTo>
                  <a:cubicBezTo>
                    <a:pt x="25484" y="110188"/>
                    <a:pt x="-5424" y="74860"/>
                    <a:pt x="34323" y="26083"/>
                  </a:cubicBezTo>
                  <a:cubicBezTo>
                    <a:pt x="74062" y="-22704"/>
                    <a:pt x="229033" y="-13656"/>
                    <a:pt x="326389" y="145726"/>
                  </a:cubicBezTo>
                  <a:cubicBezTo>
                    <a:pt x="423744" y="305108"/>
                    <a:pt x="431526" y="703358"/>
                    <a:pt x="384005" y="721027"/>
                  </a:cubicBezTo>
                  <a:cubicBezTo>
                    <a:pt x="336485" y="738686"/>
                    <a:pt x="65232" y="672240"/>
                    <a:pt x="26551" y="623672"/>
                  </a:cubicBezTo>
                  <a:cubicBezTo>
                    <a:pt x="-12140" y="575104"/>
                    <a:pt x="4472" y="353686"/>
                    <a:pt x="53" y="313738"/>
                  </a:cubicBezTo>
                  <a:cubicBezTo>
                    <a:pt x="-519" y="273590"/>
                    <a:pt x="3568" y="233509"/>
                    <a:pt x="12244" y="19430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7422120" y="1830240"/>
              <a:ext cx="58392" cy="9300"/>
            </a:xfrm>
            <a:custGeom>
              <a:rect b="b" l="l" r="r" t="t"/>
              <a:pathLst>
                <a:path extrusionOk="0" h="120000" w="58246">
                  <a:moveTo>
                    <a:pt x="0" y="0"/>
                  </a:moveTo>
                  <a:lnTo>
                    <a:pt x="58246" y="0"/>
                  </a:lnTo>
                </a:path>
              </a:pathLst>
            </a:custGeom>
            <a:solidFill>
              <a:schemeClr val="dk2"/>
            </a:solidFill>
            <a:ln cap="flat" cmpd="sng" w="9525">
              <a:solidFill>
                <a:schemeClr val="dk1"/>
              </a:solidFill>
              <a:prstDash val="solid"/>
              <a:round/>
              <a:headEnd len="sm" w="sm" type="none"/>
              <a:tailEnd len="sm" w="sm" type="none"/>
            </a:ln>
          </p:spPr>
        </p:sp>
        <p:sp>
          <p:nvSpPr>
            <p:cNvPr id="1467" name="Google Shape;1467;p48"/>
            <p:cNvSpPr/>
            <p:nvPr/>
          </p:nvSpPr>
          <p:spPr>
            <a:xfrm>
              <a:off x="7422120" y="1938240"/>
              <a:ext cx="58392" cy="9300"/>
            </a:xfrm>
            <a:custGeom>
              <a:rect b="b" l="l" r="r" t="t"/>
              <a:pathLst>
                <a:path extrusionOk="0" h="120000" w="58246">
                  <a:moveTo>
                    <a:pt x="0" y="0"/>
                  </a:moveTo>
                  <a:lnTo>
                    <a:pt x="58246" y="0"/>
                  </a:lnTo>
                </a:path>
              </a:pathLst>
            </a:custGeom>
            <a:solidFill>
              <a:schemeClr val="dk2"/>
            </a:solidFill>
            <a:ln cap="flat" cmpd="sng" w="9525">
              <a:solidFill>
                <a:schemeClr val="dk1"/>
              </a:solidFill>
              <a:prstDash val="solid"/>
              <a:round/>
              <a:headEnd len="sm" w="sm" type="none"/>
              <a:tailEnd len="sm" w="sm" type="none"/>
            </a:ln>
          </p:spPr>
        </p:sp>
        <p:sp>
          <p:nvSpPr>
            <p:cNvPr id="1468" name="Google Shape;1468;p48"/>
            <p:cNvSpPr/>
            <p:nvPr/>
          </p:nvSpPr>
          <p:spPr>
            <a:xfrm>
              <a:off x="7422120" y="2046240"/>
              <a:ext cx="58392" cy="9300"/>
            </a:xfrm>
            <a:custGeom>
              <a:rect b="b" l="l" r="r" t="t"/>
              <a:pathLst>
                <a:path extrusionOk="0" h="120000" w="58246">
                  <a:moveTo>
                    <a:pt x="0" y="0"/>
                  </a:moveTo>
                  <a:lnTo>
                    <a:pt x="58246" y="0"/>
                  </a:lnTo>
                </a:path>
              </a:pathLst>
            </a:custGeom>
            <a:solidFill>
              <a:schemeClr val="dk2"/>
            </a:solidFill>
            <a:ln cap="flat" cmpd="sng" w="9525">
              <a:solidFill>
                <a:schemeClr val="dk1"/>
              </a:solidFill>
              <a:prstDash val="solid"/>
              <a:round/>
              <a:headEnd len="sm" w="sm" type="none"/>
              <a:tailEnd len="sm" w="sm" type="none"/>
            </a:ln>
          </p:spPr>
        </p:sp>
        <p:sp>
          <p:nvSpPr>
            <p:cNvPr id="1469" name="Google Shape;1469;p48"/>
            <p:cNvSpPr/>
            <p:nvPr/>
          </p:nvSpPr>
          <p:spPr>
            <a:xfrm>
              <a:off x="7422120" y="2153880"/>
              <a:ext cx="58392" cy="9300"/>
            </a:xfrm>
            <a:custGeom>
              <a:rect b="b" l="l" r="r" t="t"/>
              <a:pathLst>
                <a:path extrusionOk="0" h="120000" w="58246">
                  <a:moveTo>
                    <a:pt x="0" y="0"/>
                  </a:moveTo>
                  <a:lnTo>
                    <a:pt x="58246" y="0"/>
                  </a:lnTo>
                </a:path>
              </a:pathLst>
            </a:custGeom>
            <a:solidFill>
              <a:schemeClr val="dk2"/>
            </a:solidFill>
            <a:ln cap="flat" cmpd="sng" w="9525">
              <a:solidFill>
                <a:schemeClr val="dk1"/>
              </a:solidFill>
              <a:prstDash val="solid"/>
              <a:round/>
              <a:headEnd len="sm" w="sm" type="none"/>
              <a:tailEnd len="sm" w="sm" type="none"/>
            </a:ln>
          </p:spPr>
        </p:sp>
      </p:grpSp>
      <p:grpSp>
        <p:nvGrpSpPr>
          <p:cNvPr id="1470" name="Google Shape;1470;p48"/>
          <p:cNvGrpSpPr/>
          <p:nvPr/>
        </p:nvGrpSpPr>
        <p:grpSpPr>
          <a:xfrm>
            <a:off x="7669560" y="2808222"/>
            <a:ext cx="742936" cy="504145"/>
            <a:chOff x="7001280" y="3461040"/>
            <a:chExt cx="907901" cy="616088"/>
          </a:xfrm>
        </p:grpSpPr>
        <p:sp>
          <p:nvSpPr>
            <p:cNvPr id="1471" name="Google Shape;1471;p48"/>
            <p:cNvSpPr/>
            <p:nvPr/>
          </p:nvSpPr>
          <p:spPr>
            <a:xfrm>
              <a:off x="7184520" y="3922920"/>
              <a:ext cx="235404" cy="120272"/>
            </a:xfrm>
            <a:custGeom>
              <a:rect b="b" l="l" r="r" t="t"/>
              <a:pathLst>
                <a:path extrusionOk="0" h="120272" w="237782">
                  <a:moveTo>
                    <a:pt x="0" y="48568"/>
                  </a:moveTo>
                  <a:cubicBezTo>
                    <a:pt x="4057" y="76095"/>
                    <a:pt x="25669" y="97707"/>
                    <a:pt x="53197" y="101765"/>
                  </a:cubicBezTo>
                  <a:cubicBezTo>
                    <a:pt x="101765" y="111014"/>
                    <a:pt x="117957" y="69380"/>
                    <a:pt x="166535" y="53197"/>
                  </a:cubicBezTo>
                  <a:cubicBezTo>
                    <a:pt x="215112" y="37005"/>
                    <a:pt x="208588" y="120272"/>
                    <a:pt x="208588" y="120272"/>
                  </a:cubicBezTo>
                  <a:lnTo>
                    <a:pt x="234029" y="120272"/>
                  </a:lnTo>
                  <a:cubicBezTo>
                    <a:pt x="237782" y="91221"/>
                    <a:pt x="233800" y="61703"/>
                    <a:pt x="222465" y="34690"/>
                  </a:cubicBezTo>
                  <a:cubicBezTo>
                    <a:pt x="203958" y="0"/>
                    <a:pt x="141513" y="0"/>
                    <a:pt x="141513" y="0"/>
                  </a:cubicBezTo>
                  <a:cubicBezTo>
                    <a:pt x="141513" y="0"/>
                    <a:pt x="32385" y="20812"/>
                    <a:pt x="0" y="48568"/>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7001280" y="3461040"/>
              <a:ext cx="907901" cy="616088"/>
            </a:xfrm>
            <a:custGeom>
              <a:rect b="b" l="l" r="r" t="t"/>
              <a:pathLst>
                <a:path extrusionOk="0" h="645118" w="926430">
                  <a:moveTo>
                    <a:pt x="907432" y="121243"/>
                  </a:moveTo>
                  <a:cubicBezTo>
                    <a:pt x="907432" y="121243"/>
                    <a:pt x="911004" y="169602"/>
                    <a:pt x="873162" y="184328"/>
                  </a:cubicBezTo>
                  <a:cubicBezTo>
                    <a:pt x="835309" y="199044"/>
                    <a:pt x="821641" y="194634"/>
                    <a:pt x="814916" y="215236"/>
                  </a:cubicBezTo>
                  <a:cubicBezTo>
                    <a:pt x="808191" y="235839"/>
                    <a:pt x="787370" y="369570"/>
                    <a:pt x="688757" y="383448"/>
                  </a:cubicBezTo>
                  <a:cubicBezTo>
                    <a:pt x="590145" y="397326"/>
                    <a:pt x="547663" y="358635"/>
                    <a:pt x="547663" y="358635"/>
                  </a:cubicBezTo>
                  <a:cubicBezTo>
                    <a:pt x="547663" y="358635"/>
                    <a:pt x="451357" y="447999"/>
                    <a:pt x="396483" y="461667"/>
                  </a:cubicBezTo>
                  <a:cubicBezTo>
                    <a:pt x="341600" y="475335"/>
                    <a:pt x="286726" y="482698"/>
                    <a:pt x="245512" y="509816"/>
                  </a:cubicBezTo>
                  <a:cubicBezTo>
                    <a:pt x="203420" y="537343"/>
                    <a:pt x="158520" y="560327"/>
                    <a:pt x="111571" y="578367"/>
                  </a:cubicBezTo>
                  <a:cubicBezTo>
                    <a:pt x="73928" y="592036"/>
                    <a:pt x="80872" y="633250"/>
                    <a:pt x="32723" y="609276"/>
                  </a:cubicBezTo>
                  <a:cubicBezTo>
                    <a:pt x="-15426" y="585301"/>
                    <a:pt x="1814" y="537153"/>
                    <a:pt x="8749" y="506244"/>
                  </a:cubicBezTo>
                  <a:cubicBezTo>
                    <a:pt x="15683" y="475335"/>
                    <a:pt x="39657" y="444636"/>
                    <a:pt x="22417" y="362207"/>
                  </a:cubicBezTo>
                  <a:cubicBezTo>
                    <a:pt x="5177" y="279778"/>
                    <a:pt x="1386" y="228266"/>
                    <a:pt x="22417" y="159715"/>
                  </a:cubicBezTo>
                  <a:cubicBezTo>
                    <a:pt x="43448" y="91163"/>
                    <a:pt x="108209" y="15468"/>
                    <a:pt x="224909" y="1800"/>
                  </a:cubicBezTo>
                  <a:cubicBezTo>
                    <a:pt x="341609" y="-11868"/>
                    <a:pt x="540310" y="56683"/>
                    <a:pt x="551035" y="60045"/>
                  </a:cubicBezTo>
                  <a:cubicBezTo>
                    <a:pt x="561761" y="63408"/>
                    <a:pt x="572067" y="15468"/>
                    <a:pt x="643761" y="25774"/>
                  </a:cubicBezTo>
                  <a:cubicBezTo>
                    <a:pt x="715465" y="36080"/>
                    <a:pt x="781064" y="67827"/>
                    <a:pt x="811973" y="70351"/>
                  </a:cubicBezTo>
                  <a:cubicBezTo>
                    <a:pt x="842881" y="72875"/>
                    <a:pt x="899022" y="65932"/>
                    <a:pt x="907432" y="121234"/>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7001280" y="3461040"/>
              <a:ext cx="907901" cy="616088"/>
            </a:xfrm>
            <a:custGeom>
              <a:rect b="b" l="l" r="r" t="t"/>
              <a:pathLst>
                <a:path extrusionOk="0" h="645118" w="926430">
                  <a:moveTo>
                    <a:pt x="907432" y="121243"/>
                  </a:moveTo>
                  <a:cubicBezTo>
                    <a:pt x="907432" y="121243"/>
                    <a:pt x="911004" y="169602"/>
                    <a:pt x="873162" y="184328"/>
                  </a:cubicBezTo>
                  <a:cubicBezTo>
                    <a:pt x="835309" y="199044"/>
                    <a:pt x="821641" y="194634"/>
                    <a:pt x="814916" y="215236"/>
                  </a:cubicBezTo>
                  <a:cubicBezTo>
                    <a:pt x="808191" y="235839"/>
                    <a:pt x="787370" y="369570"/>
                    <a:pt x="688757" y="383448"/>
                  </a:cubicBezTo>
                  <a:cubicBezTo>
                    <a:pt x="590145" y="397326"/>
                    <a:pt x="547663" y="358635"/>
                    <a:pt x="547663" y="358635"/>
                  </a:cubicBezTo>
                  <a:cubicBezTo>
                    <a:pt x="547663" y="358635"/>
                    <a:pt x="451357" y="447999"/>
                    <a:pt x="396483" y="461667"/>
                  </a:cubicBezTo>
                  <a:cubicBezTo>
                    <a:pt x="341600" y="475335"/>
                    <a:pt x="286726" y="482698"/>
                    <a:pt x="245512" y="509816"/>
                  </a:cubicBezTo>
                  <a:cubicBezTo>
                    <a:pt x="203420" y="537343"/>
                    <a:pt x="158520" y="560327"/>
                    <a:pt x="111571" y="578367"/>
                  </a:cubicBezTo>
                  <a:cubicBezTo>
                    <a:pt x="73928" y="592036"/>
                    <a:pt x="80872" y="633250"/>
                    <a:pt x="32723" y="609276"/>
                  </a:cubicBezTo>
                  <a:cubicBezTo>
                    <a:pt x="-15426" y="585301"/>
                    <a:pt x="1814" y="537153"/>
                    <a:pt x="8749" y="506244"/>
                  </a:cubicBezTo>
                  <a:cubicBezTo>
                    <a:pt x="15683" y="475335"/>
                    <a:pt x="39657" y="444636"/>
                    <a:pt x="22417" y="362207"/>
                  </a:cubicBezTo>
                  <a:cubicBezTo>
                    <a:pt x="5177" y="279778"/>
                    <a:pt x="1386" y="228266"/>
                    <a:pt x="22417" y="159715"/>
                  </a:cubicBezTo>
                  <a:cubicBezTo>
                    <a:pt x="43448" y="91163"/>
                    <a:pt x="108209" y="15468"/>
                    <a:pt x="224909" y="1800"/>
                  </a:cubicBezTo>
                  <a:cubicBezTo>
                    <a:pt x="341609" y="-11868"/>
                    <a:pt x="540310" y="56683"/>
                    <a:pt x="551035" y="60045"/>
                  </a:cubicBezTo>
                  <a:cubicBezTo>
                    <a:pt x="561761" y="63408"/>
                    <a:pt x="572067" y="15468"/>
                    <a:pt x="643761" y="25774"/>
                  </a:cubicBezTo>
                  <a:cubicBezTo>
                    <a:pt x="715465" y="36080"/>
                    <a:pt x="781064" y="67827"/>
                    <a:pt x="811973" y="70351"/>
                  </a:cubicBezTo>
                  <a:cubicBezTo>
                    <a:pt x="842881" y="72875"/>
                    <a:pt x="899022" y="65932"/>
                    <a:pt x="907432" y="121234"/>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7548480" y="3520440"/>
              <a:ext cx="41441" cy="297742"/>
            </a:xfrm>
            <a:custGeom>
              <a:rect b="b" l="l" r="r" t="t"/>
              <a:pathLst>
                <a:path extrusionOk="0" h="297742" w="45415">
                  <a:moveTo>
                    <a:pt x="3363" y="0"/>
                  </a:moveTo>
                  <a:cubicBezTo>
                    <a:pt x="3363" y="0"/>
                    <a:pt x="45415" y="116700"/>
                    <a:pt x="41006" y="171583"/>
                  </a:cubicBezTo>
                  <a:cubicBezTo>
                    <a:pt x="34519" y="215646"/>
                    <a:pt x="20660" y="258289"/>
                    <a:pt x="0" y="29774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48"/>
          <p:cNvGrpSpPr/>
          <p:nvPr/>
        </p:nvGrpSpPr>
        <p:grpSpPr>
          <a:xfrm>
            <a:off x="6514059" y="3588077"/>
            <a:ext cx="742919" cy="890812"/>
            <a:chOff x="7871400" y="4663080"/>
            <a:chExt cx="834272" cy="1000239"/>
          </a:xfrm>
        </p:grpSpPr>
        <p:sp>
          <p:nvSpPr>
            <p:cNvPr id="1476" name="Google Shape;1476;p48"/>
            <p:cNvSpPr/>
            <p:nvPr/>
          </p:nvSpPr>
          <p:spPr>
            <a:xfrm>
              <a:off x="7926120" y="4712040"/>
              <a:ext cx="718758" cy="655285"/>
            </a:xfrm>
            <a:custGeom>
              <a:rect b="b" l="l" r="r" t="t"/>
              <a:pathLst>
                <a:path extrusionOk="0" h="706507" w="740988">
                  <a:moveTo>
                    <a:pt x="58455" y="495224"/>
                  </a:moveTo>
                  <a:cubicBezTo>
                    <a:pt x="91974" y="499367"/>
                    <a:pt x="121025" y="520398"/>
                    <a:pt x="135417" y="550945"/>
                  </a:cubicBezTo>
                  <a:cubicBezTo>
                    <a:pt x="156448" y="601409"/>
                    <a:pt x="191348" y="630641"/>
                    <a:pt x="244545" y="617392"/>
                  </a:cubicBezTo>
                  <a:cubicBezTo>
                    <a:pt x="276892" y="608895"/>
                    <a:pt x="305153" y="589141"/>
                    <a:pt x="324241" y="561670"/>
                  </a:cubicBezTo>
                  <a:cubicBezTo>
                    <a:pt x="324241" y="561670"/>
                    <a:pt x="337490" y="566928"/>
                    <a:pt x="396155" y="588169"/>
                  </a:cubicBezTo>
                  <a:cubicBezTo>
                    <a:pt x="454819" y="609410"/>
                    <a:pt x="462601" y="649357"/>
                    <a:pt x="462601" y="649357"/>
                  </a:cubicBezTo>
                  <a:cubicBezTo>
                    <a:pt x="462601" y="649357"/>
                    <a:pt x="470593" y="675856"/>
                    <a:pt x="587502" y="609410"/>
                  </a:cubicBezTo>
                  <a:cubicBezTo>
                    <a:pt x="704412" y="542963"/>
                    <a:pt x="734692" y="372856"/>
                    <a:pt x="709880" y="239963"/>
                  </a:cubicBezTo>
                  <a:cubicBezTo>
                    <a:pt x="685067" y="107071"/>
                    <a:pt x="680647" y="19184"/>
                    <a:pt x="611476" y="13926"/>
                  </a:cubicBezTo>
                  <a:cubicBezTo>
                    <a:pt x="542306" y="8668"/>
                    <a:pt x="419920" y="51778"/>
                    <a:pt x="257804" y="40843"/>
                  </a:cubicBezTo>
                  <a:cubicBezTo>
                    <a:pt x="95689" y="29908"/>
                    <a:pt x="89593" y="-30651"/>
                    <a:pt x="41644" y="19812"/>
                  </a:cubicBezTo>
                  <a:cubicBezTo>
                    <a:pt x="-6296" y="70275"/>
                    <a:pt x="-5457" y="133779"/>
                    <a:pt x="7792" y="245012"/>
                  </a:cubicBezTo>
                  <a:cubicBezTo>
                    <a:pt x="21041" y="356245"/>
                    <a:pt x="5267" y="503853"/>
                    <a:pt x="58465" y="495234"/>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8045640" y="5067720"/>
              <a:ext cx="212181" cy="206483"/>
            </a:xfrm>
            <a:custGeom>
              <a:rect b="b" l="l" r="r" t="t"/>
              <a:pathLst>
                <a:path extrusionOk="0" h="206483" w="217065">
                  <a:moveTo>
                    <a:pt x="204807" y="206483"/>
                  </a:moveTo>
                  <a:cubicBezTo>
                    <a:pt x="217065" y="182270"/>
                    <a:pt x="213941" y="153105"/>
                    <a:pt x="196815" y="132045"/>
                  </a:cubicBezTo>
                  <a:cubicBezTo>
                    <a:pt x="167583" y="94831"/>
                    <a:pt x="66656" y="70857"/>
                    <a:pt x="34700" y="47940"/>
                  </a:cubicBezTo>
                  <a:cubicBezTo>
                    <a:pt x="17364" y="37052"/>
                    <a:pt x="4924" y="19869"/>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8136000" y="5112000"/>
              <a:ext cx="74438" cy="15829"/>
            </a:xfrm>
            <a:custGeom>
              <a:rect b="b" l="l" r="r" t="t"/>
              <a:pathLst>
                <a:path extrusionOk="0" h="19603" w="74438">
                  <a:moveTo>
                    <a:pt x="0" y="15989"/>
                  </a:moveTo>
                  <a:cubicBezTo>
                    <a:pt x="21803" y="1197"/>
                    <a:pt x="48873" y="-3614"/>
                    <a:pt x="74438" y="2740"/>
                  </a:cubicBezTo>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8011440" y="5157360"/>
              <a:ext cx="154343" cy="100549"/>
            </a:xfrm>
            <a:custGeom>
              <a:rect b="b" l="l" r="r" t="t"/>
              <a:pathLst>
                <a:path extrusionOk="0" h="100298" w="154343">
                  <a:moveTo>
                    <a:pt x="0" y="0"/>
                  </a:moveTo>
                  <a:cubicBezTo>
                    <a:pt x="10516" y="32671"/>
                    <a:pt x="38148" y="56912"/>
                    <a:pt x="71914" y="63084"/>
                  </a:cubicBezTo>
                  <a:cubicBezTo>
                    <a:pt x="127635" y="71075"/>
                    <a:pt x="143618" y="57826"/>
                    <a:pt x="154343" y="100298"/>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7994880" y="4987800"/>
              <a:ext cx="511369" cy="243606"/>
            </a:xfrm>
            <a:custGeom>
              <a:rect b="b" l="l" r="r" t="t"/>
              <a:pathLst>
                <a:path extrusionOk="0" h="257784" w="511369">
                  <a:moveTo>
                    <a:pt x="0" y="18006"/>
                  </a:moveTo>
                  <a:cubicBezTo>
                    <a:pt x="0" y="18006"/>
                    <a:pt x="2734" y="-13950"/>
                    <a:pt x="45206" y="7281"/>
                  </a:cubicBezTo>
                  <a:cubicBezTo>
                    <a:pt x="87678" y="28522"/>
                    <a:pt x="79906" y="47229"/>
                    <a:pt x="125111" y="55220"/>
                  </a:cubicBezTo>
                  <a:cubicBezTo>
                    <a:pt x="170317" y="63212"/>
                    <a:pt x="265995" y="63002"/>
                    <a:pt x="293323" y="94959"/>
                  </a:cubicBezTo>
                  <a:cubicBezTo>
                    <a:pt x="308886" y="113580"/>
                    <a:pt x="312011" y="139621"/>
                    <a:pt x="301314" y="161405"/>
                  </a:cubicBezTo>
                  <a:cubicBezTo>
                    <a:pt x="301314" y="161405"/>
                    <a:pt x="306572" y="129658"/>
                    <a:pt x="351777" y="177388"/>
                  </a:cubicBezTo>
                  <a:cubicBezTo>
                    <a:pt x="396983" y="225118"/>
                    <a:pt x="402450" y="243834"/>
                    <a:pt x="402450" y="243834"/>
                  </a:cubicBezTo>
                  <a:cubicBezTo>
                    <a:pt x="402450" y="243834"/>
                    <a:pt x="452914" y="190637"/>
                    <a:pt x="495386" y="212088"/>
                  </a:cubicBezTo>
                  <a:cubicBezTo>
                    <a:pt x="501406" y="199057"/>
                    <a:pt x="506740" y="185723"/>
                    <a:pt x="511369" y="17214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8034840" y="4914360"/>
              <a:ext cx="497281" cy="206110"/>
            </a:xfrm>
            <a:custGeom>
              <a:rect b="b" l="l" r="r" t="t"/>
              <a:pathLst>
                <a:path extrusionOk="0" h="243917" w="497281">
                  <a:moveTo>
                    <a:pt x="0" y="22305"/>
                  </a:moveTo>
                  <a:cubicBezTo>
                    <a:pt x="0" y="22305"/>
                    <a:pt x="39948" y="54052"/>
                    <a:pt x="66447" y="40812"/>
                  </a:cubicBezTo>
                  <a:cubicBezTo>
                    <a:pt x="92936" y="27563"/>
                    <a:pt x="100927" y="-22272"/>
                    <a:pt x="154124" y="11580"/>
                  </a:cubicBezTo>
                  <a:cubicBezTo>
                    <a:pt x="207321" y="45432"/>
                    <a:pt x="234029" y="101991"/>
                    <a:pt x="273768" y="139215"/>
                  </a:cubicBezTo>
                  <a:cubicBezTo>
                    <a:pt x="313506" y="176429"/>
                    <a:pt x="348206" y="221645"/>
                    <a:pt x="385420" y="200403"/>
                  </a:cubicBezTo>
                  <a:cubicBezTo>
                    <a:pt x="422634" y="179163"/>
                    <a:pt x="448504" y="112716"/>
                    <a:pt x="497281" y="17117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8404200" y="4800960"/>
              <a:ext cx="50463" cy="226247"/>
            </a:xfrm>
            <a:custGeom>
              <a:rect b="b" l="l" r="r" t="t"/>
              <a:pathLst>
                <a:path extrusionOk="0" h="226247" w="50463">
                  <a:moveTo>
                    <a:pt x="8411" y="0"/>
                  </a:moveTo>
                  <a:cubicBezTo>
                    <a:pt x="33023" y="35405"/>
                    <a:pt x="47558" y="76829"/>
                    <a:pt x="50463" y="119853"/>
                  </a:cubicBezTo>
                  <a:cubicBezTo>
                    <a:pt x="47720" y="160429"/>
                    <a:pt x="29680" y="198453"/>
                    <a:pt x="0" y="226247"/>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8447040" y="4932720"/>
              <a:ext cx="92516" cy="41083"/>
            </a:xfrm>
            <a:custGeom>
              <a:rect b="b" l="l" r="r" t="t"/>
              <a:pathLst>
                <a:path extrusionOk="0" h="70228" w="92516">
                  <a:moveTo>
                    <a:pt x="0" y="41120"/>
                  </a:moveTo>
                  <a:cubicBezTo>
                    <a:pt x="0" y="41120"/>
                    <a:pt x="46892" y="-29108"/>
                    <a:pt x="92516" y="13992"/>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8303400" y="4864680"/>
              <a:ext cx="53599" cy="188814"/>
            </a:xfrm>
            <a:custGeom>
              <a:rect b="b" l="l" r="r" t="t"/>
              <a:pathLst>
                <a:path extrusionOk="0" h="188814" w="56569">
                  <a:moveTo>
                    <a:pt x="5258" y="188814"/>
                  </a:moveTo>
                  <a:cubicBezTo>
                    <a:pt x="38148" y="167345"/>
                    <a:pt x="56569" y="129540"/>
                    <a:pt x="53197" y="90411"/>
                  </a:cubicBezTo>
                  <a:cubicBezTo>
                    <a:pt x="49425" y="53978"/>
                    <a:pt x="30013" y="20984"/>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8197200" y="4779720"/>
              <a:ext cx="57138" cy="207321"/>
            </a:xfrm>
            <a:custGeom>
              <a:rect b="b" l="l" r="r" t="t"/>
              <a:pathLst>
                <a:path extrusionOk="0" h="207321" w="84963">
                  <a:moveTo>
                    <a:pt x="50486" y="207321"/>
                  </a:moveTo>
                  <a:cubicBezTo>
                    <a:pt x="50486" y="207321"/>
                    <a:pt x="74251" y="175365"/>
                    <a:pt x="31769" y="116910"/>
                  </a:cubicBezTo>
                  <a:cubicBezTo>
                    <a:pt x="-10712" y="58455"/>
                    <a:pt x="-196" y="29223"/>
                    <a:pt x="5271" y="0"/>
                  </a:cubicBezTo>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8019000" y="4779720"/>
              <a:ext cx="138360" cy="85039"/>
            </a:xfrm>
            <a:custGeom>
              <a:rect b="b" l="l" r="r" t="t"/>
              <a:pathLst>
                <a:path extrusionOk="0" h="100936" w="143008">
                  <a:moveTo>
                    <a:pt x="2799" y="0"/>
                  </a:moveTo>
                  <a:cubicBezTo>
                    <a:pt x="-4792" y="26794"/>
                    <a:pt x="3333" y="55578"/>
                    <a:pt x="23830" y="74438"/>
                  </a:cubicBezTo>
                  <a:cubicBezTo>
                    <a:pt x="58311" y="100936"/>
                    <a:pt x="85019" y="50463"/>
                    <a:pt x="138216" y="84954"/>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8493480" y="4761000"/>
              <a:ext cx="57592" cy="114386"/>
            </a:xfrm>
            <a:custGeom>
              <a:rect b="b" l="l" r="r" t="t"/>
              <a:pathLst>
                <a:path extrusionOk="0" h="114386" w="69180">
                  <a:moveTo>
                    <a:pt x="57458" y="0"/>
                  </a:moveTo>
                  <a:cubicBezTo>
                    <a:pt x="57458" y="0"/>
                    <a:pt x="-11722" y="87687"/>
                    <a:pt x="1737" y="114386"/>
                  </a:cubicBezTo>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8537400" y="4663080"/>
              <a:ext cx="127426" cy="127425"/>
            </a:xfrm>
            <a:custGeom>
              <a:rect b="b" l="l" r="r" t="t"/>
              <a:pathLst>
                <a:path extrusionOk="0" h="127425" w="127426">
                  <a:moveTo>
                    <a:pt x="127425" y="63713"/>
                  </a:moveTo>
                  <a:cubicBezTo>
                    <a:pt x="127425" y="98900"/>
                    <a:pt x="98900" y="127425"/>
                    <a:pt x="63712" y="127425"/>
                  </a:cubicBezTo>
                  <a:cubicBezTo>
                    <a:pt x="28525" y="127425"/>
                    <a:pt x="-1" y="98900"/>
                    <a:pt x="-1" y="63713"/>
                  </a:cubicBezTo>
                  <a:cubicBezTo>
                    <a:pt x="-1" y="28525"/>
                    <a:pt x="28524" y="0"/>
                    <a:pt x="63712" y="0"/>
                  </a:cubicBezTo>
                  <a:cubicBezTo>
                    <a:pt x="98900" y="0"/>
                    <a:pt x="127425" y="28525"/>
                    <a:pt x="127425" y="6371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8536320" y="4755960"/>
              <a:ext cx="151391" cy="127425"/>
            </a:xfrm>
            <a:custGeom>
              <a:rect b="b" l="l" r="r" t="t"/>
              <a:pathLst>
                <a:path extrusionOk="0" h="127425" w="151391">
                  <a:moveTo>
                    <a:pt x="151391" y="63713"/>
                  </a:moveTo>
                  <a:cubicBezTo>
                    <a:pt x="151391" y="98900"/>
                    <a:pt x="117501" y="127425"/>
                    <a:pt x="75695" y="127425"/>
                  </a:cubicBezTo>
                  <a:cubicBezTo>
                    <a:pt x="33890" y="127425"/>
                    <a:pt x="0" y="98900"/>
                    <a:pt x="0" y="63713"/>
                  </a:cubicBezTo>
                  <a:cubicBezTo>
                    <a:pt x="0" y="28525"/>
                    <a:pt x="33890" y="0"/>
                    <a:pt x="75695" y="0"/>
                  </a:cubicBezTo>
                  <a:cubicBezTo>
                    <a:pt x="117500" y="0"/>
                    <a:pt x="151391" y="28525"/>
                    <a:pt x="151391" y="6371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8537400" y="4866840"/>
              <a:ext cx="153296" cy="128828"/>
            </a:xfrm>
            <a:custGeom>
              <a:rect b="b" l="l" r="r" t="t"/>
              <a:pathLst>
                <a:path extrusionOk="0" h="142351" w="165279">
                  <a:moveTo>
                    <a:pt x="152088" y="49021"/>
                  </a:moveTo>
                  <a:cubicBezTo>
                    <a:pt x="159242" y="83502"/>
                    <a:pt x="131057" y="118411"/>
                    <a:pt x="89004" y="127031"/>
                  </a:cubicBezTo>
                  <a:cubicBezTo>
                    <a:pt x="46951" y="135651"/>
                    <a:pt x="8261" y="114410"/>
                    <a:pt x="1107" y="79930"/>
                  </a:cubicBezTo>
                  <a:cubicBezTo>
                    <a:pt x="-6037" y="45449"/>
                    <a:pt x="22138" y="10540"/>
                    <a:pt x="64191" y="1920"/>
                  </a:cubicBezTo>
                  <a:cubicBezTo>
                    <a:pt x="106244" y="-6700"/>
                    <a:pt x="144935" y="14531"/>
                    <a:pt x="152088" y="4902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8551440" y="4961520"/>
              <a:ext cx="152456" cy="153703"/>
            </a:xfrm>
            <a:custGeom>
              <a:rect b="b" l="l" r="r" t="t"/>
              <a:pathLst>
                <a:path extrusionOk="0" h="171735" w="172755">
                  <a:moveTo>
                    <a:pt x="147571" y="50050"/>
                  </a:moveTo>
                  <a:cubicBezTo>
                    <a:pt x="162725" y="89389"/>
                    <a:pt x="143132" y="133565"/>
                    <a:pt x="103794" y="148720"/>
                  </a:cubicBezTo>
                  <a:cubicBezTo>
                    <a:pt x="64456" y="163874"/>
                    <a:pt x="20288" y="144281"/>
                    <a:pt x="5125" y="104943"/>
                  </a:cubicBezTo>
                  <a:cubicBezTo>
                    <a:pt x="-10030" y="65605"/>
                    <a:pt x="9563" y="21428"/>
                    <a:pt x="48902" y="6273"/>
                  </a:cubicBezTo>
                  <a:cubicBezTo>
                    <a:pt x="52807" y="4769"/>
                    <a:pt x="56835" y="3588"/>
                    <a:pt x="60941" y="2740"/>
                  </a:cubicBezTo>
                  <a:cubicBezTo>
                    <a:pt x="97898" y="-7861"/>
                    <a:pt x="136513" y="13227"/>
                    <a:pt x="147571" y="5005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8554680" y="5078880"/>
              <a:ext cx="150992" cy="152295"/>
            </a:xfrm>
            <a:custGeom>
              <a:rect b="b" l="l" r="r" t="t"/>
              <a:pathLst>
                <a:path extrusionOk="0" h="169688" w="170612">
                  <a:moveTo>
                    <a:pt x="146211" y="50171"/>
                  </a:moveTo>
                  <a:cubicBezTo>
                    <a:pt x="160813" y="89223"/>
                    <a:pt x="141001" y="132714"/>
                    <a:pt x="101948" y="147316"/>
                  </a:cubicBezTo>
                  <a:cubicBezTo>
                    <a:pt x="62896" y="161918"/>
                    <a:pt x="19405" y="142106"/>
                    <a:pt x="4803" y="103054"/>
                  </a:cubicBezTo>
                  <a:cubicBezTo>
                    <a:pt x="-9799" y="64001"/>
                    <a:pt x="10013" y="20510"/>
                    <a:pt x="49065" y="5908"/>
                  </a:cubicBezTo>
                  <a:cubicBezTo>
                    <a:pt x="52761" y="4527"/>
                    <a:pt x="56562" y="3432"/>
                    <a:pt x="60419" y="2651"/>
                  </a:cubicBezTo>
                  <a:cubicBezTo>
                    <a:pt x="97215" y="-7770"/>
                    <a:pt x="135524" y="13452"/>
                    <a:pt x="146211" y="5017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8523000" y="5182560"/>
              <a:ext cx="150984" cy="152055"/>
            </a:xfrm>
            <a:custGeom>
              <a:rect b="b" l="l" r="r" t="t"/>
              <a:pathLst>
                <a:path extrusionOk="0" h="169421" w="170603">
                  <a:moveTo>
                    <a:pt x="146226" y="50091"/>
                  </a:moveTo>
                  <a:cubicBezTo>
                    <a:pt x="160809" y="89153"/>
                    <a:pt x="140968" y="132635"/>
                    <a:pt x="101906" y="147208"/>
                  </a:cubicBezTo>
                  <a:cubicBezTo>
                    <a:pt x="62844" y="161790"/>
                    <a:pt x="19362" y="141950"/>
                    <a:pt x="4789" y="102888"/>
                  </a:cubicBezTo>
                  <a:cubicBezTo>
                    <a:pt x="-9794" y="63826"/>
                    <a:pt x="10047" y="20344"/>
                    <a:pt x="49109" y="5762"/>
                  </a:cubicBezTo>
                  <a:cubicBezTo>
                    <a:pt x="52728" y="4409"/>
                    <a:pt x="56443" y="3342"/>
                    <a:pt x="60234" y="2561"/>
                  </a:cubicBezTo>
                  <a:cubicBezTo>
                    <a:pt x="97058" y="-7631"/>
                    <a:pt x="135262" y="13486"/>
                    <a:pt x="146235" y="50082"/>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8485920" y="5254200"/>
              <a:ext cx="150984" cy="152056"/>
            </a:xfrm>
            <a:custGeom>
              <a:rect b="b" l="l" r="r" t="t"/>
              <a:pathLst>
                <a:path extrusionOk="0" h="169422" w="170603">
                  <a:moveTo>
                    <a:pt x="146226" y="50091"/>
                  </a:moveTo>
                  <a:cubicBezTo>
                    <a:pt x="160809" y="89153"/>
                    <a:pt x="140968" y="132635"/>
                    <a:pt x="101906" y="147208"/>
                  </a:cubicBezTo>
                  <a:cubicBezTo>
                    <a:pt x="62844" y="161791"/>
                    <a:pt x="19362" y="141950"/>
                    <a:pt x="4789" y="102888"/>
                  </a:cubicBezTo>
                  <a:cubicBezTo>
                    <a:pt x="-9794" y="63826"/>
                    <a:pt x="10047" y="20344"/>
                    <a:pt x="49109" y="5761"/>
                  </a:cubicBezTo>
                  <a:cubicBezTo>
                    <a:pt x="52728" y="4409"/>
                    <a:pt x="56443" y="3342"/>
                    <a:pt x="60234" y="2561"/>
                  </a:cubicBezTo>
                  <a:cubicBezTo>
                    <a:pt x="97058" y="-7631"/>
                    <a:pt x="135262" y="13487"/>
                    <a:pt x="146236" y="5008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rot="-700492">
              <a:off x="8412165" y="5295172"/>
              <a:ext cx="149399" cy="127516"/>
            </a:xfrm>
            <a:custGeom>
              <a:rect b="b" l="l" r="r" t="t"/>
              <a:pathLst>
                <a:path extrusionOk="0" h="127426" w="149294">
                  <a:moveTo>
                    <a:pt x="149295" y="63713"/>
                  </a:moveTo>
                  <a:cubicBezTo>
                    <a:pt x="149295" y="98900"/>
                    <a:pt x="115874" y="127426"/>
                    <a:pt x="74648" y="127426"/>
                  </a:cubicBezTo>
                  <a:cubicBezTo>
                    <a:pt x="33421" y="127426"/>
                    <a:pt x="1" y="98901"/>
                    <a:pt x="1" y="63713"/>
                  </a:cubicBezTo>
                  <a:cubicBezTo>
                    <a:pt x="1" y="28525"/>
                    <a:pt x="33421" y="0"/>
                    <a:pt x="74648" y="0"/>
                  </a:cubicBezTo>
                  <a:cubicBezTo>
                    <a:pt x="115874" y="0"/>
                    <a:pt x="149295" y="28525"/>
                    <a:pt x="149295" y="6371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8342280" y="5325480"/>
              <a:ext cx="150984" cy="151846"/>
            </a:xfrm>
            <a:custGeom>
              <a:rect b="b" l="l" r="r" t="t"/>
              <a:pathLst>
                <a:path extrusionOk="0" h="169660" w="170603">
                  <a:moveTo>
                    <a:pt x="146226" y="50186"/>
                  </a:moveTo>
                  <a:cubicBezTo>
                    <a:pt x="160809" y="89248"/>
                    <a:pt x="140968" y="132730"/>
                    <a:pt x="101906" y="147303"/>
                  </a:cubicBezTo>
                  <a:cubicBezTo>
                    <a:pt x="62844" y="161886"/>
                    <a:pt x="19362" y="142045"/>
                    <a:pt x="4789" y="102983"/>
                  </a:cubicBezTo>
                  <a:cubicBezTo>
                    <a:pt x="-9794" y="63921"/>
                    <a:pt x="10047" y="20440"/>
                    <a:pt x="49109" y="5857"/>
                  </a:cubicBezTo>
                  <a:cubicBezTo>
                    <a:pt x="52728" y="4504"/>
                    <a:pt x="56443" y="3437"/>
                    <a:pt x="60234" y="2656"/>
                  </a:cubicBezTo>
                  <a:cubicBezTo>
                    <a:pt x="97086" y="-7774"/>
                    <a:pt x="135453" y="13429"/>
                    <a:pt x="146236" y="50176"/>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8225640" y="5347800"/>
              <a:ext cx="175500" cy="130222"/>
            </a:xfrm>
            <a:custGeom>
              <a:rect b="b" l="l" r="r" t="t"/>
              <a:pathLst>
                <a:path extrusionOk="0" h="145094" w="188204">
                  <a:moveTo>
                    <a:pt x="174867" y="47106"/>
                  </a:moveTo>
                  <a:cubicBezTo>
                    <a:pt x="182020" y="81586"/>
                    <a:pt x="148797" y="117543"/>
                    <a:pt x="100848" y="127639"/>
                  </a:cubicBezTo>
                  <a:cubicBezTo>
                    <a:pt x="52908" y="137736"/>
                    <a:pt x="8122" y="117543"/>
                    <a:pt x="969" y="82853"/>
                  </a:cubicBezTo>
                  <a:cubicBezTo>
                    <a:pt x="-6184" y="48163"/>
                    <a:pt x="27039" y="12416"/>
                    <a:pt x="74988" y="2529"/>
                  </a:cubicBezTo>
                  <a:cubicBezTo>
                    <a:pt x="122927" y="-7358"/>
                    <a:pt x="167923" y="12626"/>
                    <a:pt x="174867" y="47106"/>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8444520" y="4665600"/>
              <a:ext cx="127426" cy="127425"/>
            </a:xfrm>
            <a:custGeom>
              <a:rect b="b" l="l" r="r" t="t"/>
              <a:pathLst>
                <a:path extrusionOk="0" h="127425" w="127426">
                  <a:moveTo>
                    <a:pt x="127426" y="63713"/>
                  </a:moveTo>
                  <a:cubicBezTo>
                    <a:pt x="127426" y="98900"/>
                    <a:pt x="98901" y="127425"/>
                    <a:pt x="63713" y="127425"/>
                  </a:cubicBezTo>
                  <a:cubicBezTo>
                    <a:pt x="28525" y="127425"/>
                    <a:pt x="0" y="98900"/>
                    <a:pt x="0" y="63713"/>
                  </a:cubicBezTo>
                  <a:cubicBezTo>
                    <a:pt x="0" y="28525"/>
                    <a:pt x="28525" y="0"/>
                    <a:pt x="63713" y="0"/>
                  </a:cubicBezTo>
                  <a:cubicBezTo>
                    <a:pt x="98900" y="0"/>
                    <a:pt x="127426" y="28525"/>
                    <a:pt x="127426" y="6371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8333280" y="4684320"/>
              <a:ext cx="158334" cy="116700"/>
            </a:xfrm>
            <a:custGeom>
              <a:rect b="b" l="l" r="r" t="t"/>
              <a:pathLst>
                <a:path extrusionOk="0" h="116700" w="158334">
                  <a:moveTo>
                    <a:pt x="158334" y="58455"/>
                  </a:moveTo>
                  <a:cubicBezTo>
                    <a:pt x="158334" y="90631"/>
                    <a:pt x="123006" y="116700"/>
                    <a:pt x="79277" y="116700"/>
                  </a:cubicBezTo>
                  <a:cubicBezTo>
                    <a:pt x="35547" y="116700"/>
                    <a:pt x="0" y="90631"/>
                    <a:pt x="0" y="58455"/>
                  </a:cubicBezTo>
                  <a:cubicBezTo>
                    <a:pt x="0" y="26280"/>
                    <a:pt x="35328" y="0"/>
                    <a:pt x="79277" y="0"/>
                  </a:cubicBezTo>
                  <a:cubicBezTo>
                    <a:pt x="123225" y="0"/>
                    <a:pt x="158334" y="26070"/>
                    <a:pt x="158334" y="58455"/>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7902360" y="4671360"/>
              <a:ext cx="130218" cy="130156"/>
            </a:xfrm>
            <a:custGeom>
              <a:rect b="b" l="l" r="r" t="t"/>
              <a:pathLst>
                <a:path extrusionOk="0" h="133836" w="134941">
                  <a:moveTo>
                    <a:pt x="130216" y="60806"/>
                  </a:moveTo>
                  <a:cubicBezTo>
                    <a:pt x="132655" y="96725"/>
                    <a:pt x="105518" y="127815"/>
                    <a:pt x="69599" y="130253"/>
                  </a:cubicBezTo>
                  <a:cubicBezTo>
                    <a:pt x="33680" y="132692"/>
                    <a:pt x="2590" y="105555"/>
                    <a:pt x="152" y="69636"/>
                  </a:cubicBezTo>
                  <a:cubicBezTo>
                    <a:pt x="-2286" y="33717"/>
                    <a:pt x="24851" y="2628"/>
                    <a:pt x="60769" y="189"/>
                  </a:cubicBezTo>
                  <a:cubicBezTo>
                    <a:pt x="62189" y="94"/>
                    <a:pt x="63608" y="46"/>
                    <a:pt x="65037" y="37"/>
                  </a:cubicBezTo>
                  <a:cubicBezTo>
                    <a:pt x="99803" y="-1144"/>
                    <a:pt x="128968" y="26040"/>
                    <a:pt x="130216" y="60806"/>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7871400" y="4741920"/>
              <a:ext cx="119170" cy="119174"/>
            </a:xfrm>
            <a:custGeom>
              <a:rect b="b" l="l" r="r" t="t"/>
              <a:pathLst>
                <a:path extrusionOk="0" h="121606" w="122540">
                  <a:moveTo>
                    <a:pt x="118922" y="56160"/>
                  </a:moveTo>
                  <a:cubicBezTo>
                    <a:pt x="120779" y="88974"/>
                    <a:pt x="95690" y="117082"/>
                    <a:pt x="62876" y="118940"/>
                  </a:cubicBezTo>
                  <a:cubicBezTo>
                    <a:pt x="30062" y="120797"/>
                    <a:pt x="1954" y="95708"/>
                    <a:pt x="97" y="62895"/>
                  </a:cubicBezTo>
                  <a:cubicBezTo>
                    <a:pt x="-1761" y="30081"/>
                    <a:pt x="23329" y="1973"/>
                    <a:pt x="56142" y="115"/>
                  </a:cubicBezTo>
                  <a:cubicBezTo>
                    <a:pt x="57228" y="58"/>
                    <a:pt x="58324" y="20"/>
                    <a:pt x="59409" y="20"/>
                  </a:cubicBezTo>
                  <a:cubicBezTo>
                    <a:pt x="91309" y="-809"/>
                    <a:pt x="117883" y="24271"/>
                    <a:pt x="118912" y="5616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7871400" y="4821480"/>
              <a:ext cx="119272" cy="119062"/>
            </a:xfrm>
            <a:custGeom>
              <a:rect b="b" l="l" r="r" t="t"/>
              <a:pathLst>
                <a:path extrusionOk="0" h="121492" w="122330">
                  <a:moveTo>
                    <a:pt x="118929" y="56369"/>
                  </a:moveTo>
                  <a:cubicBezTo>
                    <a:pt x="120672" y="89183"/>
                    <a:pt x="95478" y="117206"/>
                    <a:pt x="62664" y="118948"/>
                  </a:cubicBezTo>
                  <a:cubicBezTo>
                    <a:pt x="29851" y="120692"/>
                    <a:pt x="1828" y="95498"/>
                    <a:pt x="85" y="62684"/>
                  </a:cubicBezTo>
                  <a:cubicBezTo>
                    <a:pt x="-1658" y="29871"/>
                    <a:pt x="23536" y="1848"/>
                    <a:pt x="56349" y="105"/>
                  </a:cubicBezTo>
                  <a:cubicBezTo>
                    <a:pt x="57445" y="48"/>
                    <a:pt x="58540" y="19"/>
                    <a:pt x="59626" y="19"/>
                  </a:cubicBezTo>
                  <a:cubicBezTo>
                    <a:pt x="91554" y="-800"/>
                    <a:pt x="118100" y="24413"/>
                    <a:pt x="118919" y="56331"/>
                  </a:cubicBezTo>
                  <a:cubicBezTo>
                    <a:pt x="118919" y="56341"/>
                    <a:pt x="118919" y="56360"/>
                    <a:pt x="118919" y="56369"/>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7874280" y="4901400"/>
              <a:ext cx="119169" cy="119286"/>
            </a:xfrm>
            <a:custGeom>
              <a:rect b="b" l="l" r="r" t="t"/>
              <a:pathLst>
                <a:path extrusionOk="0" h="121720" w="122539">
                  <a:moveTo>
                    <a:pt x="118921" y="56166"/>
                  </a:moveTo>
                  <a:cubicBezTo>
                    <a:pt x="120779" y="88980"/>
                    <a:pt x="95690" y="117088"/>
                    <a:pt x="62876" y="118945"/>
                  </a:cubicBezTo>
                  <a:cubicBezTo>
                    <a:pt x="30062" y="120803"/>
                    <a:pt x="1954" y="95714"/>
                    <a:pt x="97" y="62900"/>
                  </a:cubicBezTo>
                  <a:cubicBezTo>
                    <a:pt x="-1760" y="30086"/>
                    <a:pt x="23328" y="1978"/>
                    <a:pt x="56142" y="121"/>
                  </a:cubicBezTo>
                  <a:cubicBezTo>
                    <a:pt x="57228" y="64"/>
                    <a:pt x="58323" y="26"/>
                    <a:pt x="59409" y="26"/>
                  </a:cubicBezTo>
                  <a:cubicBezTo>
                    <a:pt x="91327" y="-917"/>
                    <a:pt x="117969" y="24200"/>
                    <a:pt x="118912" y="56118"/>
                  </a:cubicBezTo>
                  <a:cubicBezTo>
                    <a:pt x="118912" y="56137"/>
                    <a:pt x="118912" y="56147"/>
                    <a:pt x="118912" y="56166"/>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7877160" y="4983840"/>
              <a:ext cx="119304" cy="112281"/>
            </a:xfrm>
            <a:custGeom>
              <a:rect b="b" l="l" r="r" t="t"/>
              <a:pathLst>
                <a:path extrusionOk="0" h="112281" w="119006">
                  <a:moveTo>
                    <a:pt x="119006" y="56140"/>
                  </a:moveTo>
                  <a:cubicBezTo>
                    <a:pt x="119006" y="87146"/>
                    <a:pt x="92365" y="112281"/>
                    <a:pt x="59503" y="112281"/>
                  </a:cubicBezTo>
                  <a:cubicBezTo>
                    <a:pt x="26640" y="112281"/>
                    <a:pt x="0" y="87146"/>
                    <a:pt x="0" y="56140"/>
                  </a:cubicBezTo>
                  <a:cubicBezTo>
                    <a:pt x="0" y="25135"/>
                    <a:pt x="26640" y="0"/>
                    <a:pt x="59503" y="0"/>
                  </a:cubicBezTo>
                  <a:cubicBezTo>
                    <a:pt x="92365" y="0"/>
                    <a:pt x="119006" y="25135"/>
                    <a:pt x="119006" y="5614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7887960" y="5068800"/>
              <a:ext cx="119303" cy="112281"/>
            </a:xfrm>
            <a:custGeom>
              <a:rect b="b" l="l" r="r" t="t"/>
              <a:pathLst>
                <a:path extrusionOk="0" h="112281" w="119005">
                  <a:moveTo>
                    <a:pt x="119005" y="56141"/>
                  </a:moveTo>
                  <a:cubicBezTo>
                    <a:pt x="119005" y="87146"/>
                    <a:pt x="92365" y="112281"/>
                    <a:pt x="59503" y="112281"/>
                  </a:cubicBezTo>
                  <a:cubicBezTo>
                    <a:pt x="26640" y="112281"/>
                    <a:pt x="0" y="87146"/>
                    <a:pt x="0" y="56141"/>
                  </a:cubicBezTo>
                  <a:cubicBezTo>
                    <a:pt x="0" y="25135"/>
                    <a:pt x="26640" y="0"/>
                    <a:pt x="59503" y="0"/>
                  </a:cubicBezTo>
                  <a:cubicBezTo>
                    <a:pt x="92365" y="0"/>
                    <a:pt x="119005" y="25135"/>
                    <a:pt x="119005" y="5614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8219520" y="4686840"/>
              <a:ext cx="162954" cy="121539"/>
            </a:xfrm>
            <a:custGeom>
              <a:rect b="b" l="l" r="r" t="t"/>
              <a:pathLst>
                <a:path extrusionOk="0" h="121539" w="162954">
                  <a:moveTo>
                    <a:pt x="162954" y="60770"/>
                  </a:moveTo>
                  <a:cubicBezTo>
                    <a:pt x="162954" y="94412"/>
                    <a:pt x="126368" y="121539"/>
                    <a:pt x="81372" y="121539"/>
                  </a:cubicBezTo>
                  <a:cubicBezTo>
                    <a:pt x="36376" y="121539"/>
                    <a:pt x="0" y="94412"/>
                    <a:pt x="0" y="60770"/>
                  </a:cubicBezTo>
                  <a:cubicBezTo>
                    <a:pt x="0" y="27127"/>
                    <a:pt x="36376" y="0"/>
                    <a:pt x="81372" y="0"/>
                  </a:cubicBezTo>
                  <a:cubicBezTo>
                    <a:pt x="126368" y="0"/>
                    <a:pt x="162954" y="27127"/>
                    <a:pt x="162954" y="6077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8110440" y="4692600"/>
              <a:ext cx="147181" cy="121539"/>
            </a:xfrm>
            <a:custGeom>
              <a:rect b="b" l="l" r="r" t="t"/>
              <a:pathLst>
                <a:path extrusionOk="0" h="121539" w="147181">
                  <a:moveTo>
                    <a:pt x="147181" y="60770"/>
                  </a:moveTo>
                  <a:cubicBezTo>
                    <a:pt x="147181" y="94412"/>
                    <a:pt x="114167" y="121539"/>
                    <a:pt x="73590" y="121539"/>
                  </a:cubicBezTo>
                  <a:cubicBezTo>
                    <a:pt x="33014" y="121539"/>
                    <a:pt x="0" y="94412"/>
                    <a:pt x="0" y="60770"/>
                  </a:cubicBezTo>
                  <a:cubicBezTo>
                    <a:pt x="0" y="27127"/>
                    <a:pt x="33014" y="0"/>
                    <a:pt x="73590" y="0"/>
                  </a:cubicBezTo>
                  <a:cubicBezTo>
                    <a:pt x="114167" y="0"/>
                    <a:pt x="147181" y="27127"/>
                    <a:pt x="147181" y="6077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8000640" y="4682160"/>
              <a:ext cx="130824" cy="130665"/>
            </a:xfrm>
            <a:custGeom>
              <a:rect b="b" l="l" r="r" t="t"/>
              <a:pathLst>
                <a:path extrusionOk="0" h="134360" w="135569">
                  <a:moveTo>
                    <a:pt x="130630" y="60807"/>
                  </a:moveTo>
                  <a:cubicBezTo>
                    <a:pt x="133183" y="96830"/>
                    <a:pt x="106046" y="128110"/>
                    <a:pt x="70023" y="130663"/>
                  </a:cubicBezTo>
                  <a:cubicBezTo>
                    <a:pt x="33999" y="133216"/>
                    <a:pt x="2719" y="106079"/>
                    <a:pt x="166" y="70055"/>
                  </a:cubicBezTo>
                  <a:cubicBezTo>
                    <a:pt x="-2386" y="34032"/>
                    <a:pt x="24741" y="2752"/>
                    <a:pt x="60774" y="199"/>
                  </a:cubicBezTo>
                  <a:cubicBezTo>
                    <a:pt x="62327" y="85"/>
                    <a:pt x="63889" y="37"/>
                    <a:pt x="65451" y="37"/>
                  </a:cubicBezTo>
                  <a:cubicBezTo>
                    <a:pt x="100217" y="-1144"/>
                    <a:pt x="129382" y="26040"/>
                    <a:pt x="130630" y="60807"/>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rot="-4847797">
              <a:off x="7888667" y="5146508"/>
              <a:ext cx="127474" cy="127474"/>
            </a:xfrm>
            <a:custGeom>
              <a:rect b="b" l="l" r="r" t="t"/>
              <a:pathLst>
                <a:path extrusionOk="0" h="127426" w="127426">
                  <a:moveTo>
                    <a:pt x="127426" y="63713"/>
                  </a:moveTo>
                  <a:cubicBezTo>
                    <a:pt x="127426" y="98900"/>
                    <a:pt x="98901" y="127426"/>
                    <a:pt x="63713" y="127426"/>
                  </a:cubicBezTo>
                  <a:cubicBezTo>
                    <a:pt x="28525" y="127426"/>
                    <a:pt x="0" y="98901"/>
                    <a:pt x="0" y="63713"/>
                  </a:cubicBezTo>
                  <a:cubicBezTo>
                    <a:pt x="0" y="28526"/>
                    <a:pt x="28525" y="0"/>
                    <a:pt x="63713" y="0"/>
                  </a:cubicBezTo>
                  <a:cubicBezTo>
                    <a:pt x="98900" y="0"/>
                    <a:pt x="127426" y="28525"/>
                    <a:pt x="127426" y="6371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8218800" y="5430600"/>
              <a:ext cx="108078" cy="232719"/>
            </a:xfrm>
            <a:custGeom>
              <a:rect b="b" l="l" r="r" t="t"/>
              <a:pathLst>
                <a:path extrusionOk="0" h="239916" w="110566">
                  <a:moveTo>
                    <a:pt x="7858" y="0"/>
                  </a:moveTo>
                  <a:cubicBezTo>
                    <a:pt x="-2619" y="24803"/>
                    <a:pt x="-2619" y="52787"/>
                    <a:pt x="7858" y="77591"/>
                  </a:cubicBezTo>
                  <a:cubicBezTo>
                    <a:pt x="23841" y="128264"/>
                    <a:pt x="5334" y="170736"/>
                    <a:pt x="18583" y="202702"/>
                  </a:cubicBezTo>
                  <a:cubicBezTo>
                    <a:pt x="31833" y="234668"/>
                    <a:pt x="63789" y="239916"/>
                    <a:pt x="74514" y="223733"/>
                  </a:cubicBezTo>
                  <a:cubicBezTo>
                    <a:pt x="85239" y="207540"/>
                    <a:pt x="77038" y="162544"/>
                    <a:pt x="82296" y="130588"/>
                  </a:cubicBezTo>
                  <a:cubicBezTo>
                    <a:pt x="88859" y="101365"/>
                    <a:pt x="97431" y="72628"/>
                    <a:pt x="107947" y="44586"/>
                  </a:cubicBezTo>
                  <a:cubicBezTo>
                    <a:pt x="107947" y="44586"/>
                    <a:pt x="26575" y="55521"/>
                    <a:pt x="7858" y="9"/>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7952760" y="5260680"/>
              <a:ext cx="70997" cy="133562"/>
            </a:xfrm>
            <a:custGeom>
              <a:rect b="b" l="l" r="r" t="t"/>
              <a:pathLst>
                <a:path extrusionOk="0" h="146771" w="77171">
                  <a:moveTo>
                    <a:pt x="0" y="13878"/>
                  </a:moveTo>
                  <a:cubicBezTo>
                    <a:pt x="11163" y="21003"/>
                    <a:pt x="21041" y="29966"/>
                    <a:pt x="29233" y="40377"/>
                  </a:cubicBezTo>
                  <a:cubicBezTo>
                    <a:pt x="47949" y="61408"/>
                    <a:pt x="47949" y="53626"/>
                    <a:pt x="37224" y="85582"/>
                  </a:cubicBezTo>
                  <a:cubicBezTo>
                    <a:pt x="26498" y="117539"/>
                    <a:pt x="23975" y="146771"/>
                    <a:pt x="39957" y="127635"/>
                  </a:cubicBezTo>
                  <a:cubicBezTo>
                    <a:pt x="55940" y="108499"/>
                    <a:pt x="77171" y="77171"/>
                    <a:pt x="69190" y="47940"/>
                  </a:cubicBezTo>
                  <a:cubicBezTo>
                    <a:pt x="63827" y="29670"/>
                    <a:pt x="53740" y="13135"/>
                    <a:pt x="39957" y="0"/>
                  </a:cubicBezTo>
                  <a:lnTo>
                    <a:pt x="10" y="13878"/>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48"/>
          <p:cNvGrpSpPr/>
          <p:nvPr/>
        </p:nvGrpSpPr>
        <p:grpSpPr>
          <a:xfrm>
            <a:off x="5372802" y="2090202"/>
            <a:ext cx="947448" cy="2538607"/>
            <a:chOff x="5305352" y="2090277"/>
            <a:chExt cx="947448" cy="2538607"/>
          </a:xfrm>
        </p:grpSpPr>
        <p:grpSp>
          <p:nvGrpSpPr>
            <p:cNvPr id="1513" name="Google Shape;1513;p48"/>
            <p:cNvGrpSpPr/>
            <p:nvPr/>
          </p:nvGrpSpPr>
          <p:grpSpPr>
            <a:xfrm>
              <a:off x="5305352" y="2090277"/>
              <a:ext cx="947448" cy="2538607"/>
              <a:chOff x="1770840" y="1528148"/>
              <a:chExt cx="723132" cy="1937424"/>
            </a:xfrm>
          </p:grpSpPr>
          <p:sp>
            <p:nvSpPr>
              <p:cNvPr id="1514" name="Google Shape;1514;p48"/>
              <p:cNvSpPr/>
              <p:nvPr/>
            </p:nvSpPr>
            <p:spPr>
              <a:xfrm>
                <a:off x="1770840" y="1778760"/>
                <a:ext cx="723132" cy="1686812"/>
              </a:xfrm>
              <a:custGeom>
                <a:rect b="b" l="l" r="r" t="t"/>
                <a:pathLst>
                  <a:path extrusionOk="0" h="1691040" w="741674">
                    <a:moveTo>
                      <a:pt x="695322" y="521256"/>
                    </a:moveTo>
                    <a:cubicBezTo>
                      <a:pt x="691883" y="506997"/>
                      <a:pt x="669243" y="378371"/>
                      <a:pt x="667499" y="348043"/>
                    </a:cubicBezTo>
                    <a:cubicBezTo>
                      <a:pt x="665756" y="317716"/>
                      <a:pt x="671005" y="273006"/>
                      <a:pt x="671005" y="240868"/>
                    </a:cubicBezTo>
                    <a:cubicBezTo>
                      <a:pt x="671005" y="208731"/>
                      <a:pt x="648430" y="178337"/>
                      <a:pt x="620608" y="153324"/>
                    </a:cubicBezTo>
                    <a:cubicBezTo>
                      <a:pt x="592785" y="128311"/>
                      <a:pt x="461969" y="79600"/>
                      <a:pt x="448710" y="55588"/>
                    </a:cubicBezTo>
                    <a:cubicBezTo>
                      <a:pt x="435451" y="31575"/>
                      <a:pt x="441767" y="0"/>
                      <a:pt x="441767" y="0"/>
                    </a:cubicBezTo>
                    <a:lnTo>
                      <a:pt x="361604" y="8696"/>
                    </a:lnTo>
                    <a:lnTo>
                      <a:pt x="360604" y="8696"/>
                    </a:lnTo>
                    <a:lnTo>
                      <a:pt x="280442" y="0"/>
                    </a:lnTo>
                    <a:cubicBezTo>
                      <a:pt x="280442" y="0"/>
                      <a:pt x="286690" y="31261"/>
                      <a:pt x="273498" y="55588"/>
                    </a:cubicBezTo>
                    <a:cubicBezTo>
                      <a:pt x="260306" y="79915"/>
                      <a:pt x="129680" y="128311"/>
                      <a:pt x="101600" y="153324"/>
                    </a:cubicBezTo>
                    <a:cubicBezTo>
                      <a:pt x="73520" y="178337"/>
                      <a:pt x="51203" y="208721"/>
                      <a:pt x="51203" y="240868"/>
                    </a:cubicBezTo>
                    <a:cubicBezTo>
                      <a:pt x="51203" y="273015"/>
                      <a:pt x="56395" y="317659"/>
                      <a:pt x="54642" y="348043"/>
                    </a:cubicBezTo>
                    <a:cubicBezTo>
                      <a:pt x="52889" y="378438"/>
                      <a:pt x="30315" y="506997"/>
                      <a:pt x="26877" y="521256"/>
                    </a:cubicBezTo>
                    <a:cubicBezTo>
                      <a:pt x="23438" y="535515"/>
                      <a:pt x="-9700" y="615925"/>
                      <a:pt x="2807" y="687334"/>
                    </a:cubicBezTo>
                    <a:cubicBezTo>
                      <a:pt x="15313" y="758743"/>
                      <a:pt x="8055" y="833780"/>
                      <a:pt x="14999" y="853478"/>
                    </a:cubicBezTo>
                    <a:cubicBezTo>
                      <a:pt x="21943" y="873176"/>
                      <a:pt x="37573" y="892750"/>
                      <a:pt x="42821" y="892750"/>
                    </a:cubicBezTo>
                    <a:cubicBezTo>
                      <a:pt x="48070" y="892750"/>
                      <a:pt x="67148" y="907066"/>
                      <a:pt x="77588" y="899874"/>
                    </a:cubicBezTo>
                    <a:cubicBezTo>
                      <a:pt x="88027" y="892683"/>
                      <a:pt x="101914" y="871299"/>
                      <a:pt x="110601" y="857040"/>
                    </a:cubicBezTo>
                    <a:cubicBezTo>
                      <a:pt x="119288" y="842782"/>
                      <a:pt x="119298" y="849916"/>
                      <a:pt x="108849" y="823084"/>
                    </a:cubicBezTo>
                    <a:cubicBezTo>
                      <a:pt x="98400" y="796252"/>
                      <a:pt x="75835" y="776688"/>
                      <a:pt x="75835" y="765934"/>
                    </a:cubicBezTo>
                    <a:cubicBezTo>
                      <a:pt x="75835" y="755180"/>
                      <a:pt x="105410" y="633803"/>
                      <a:pt x="105410" y="633803"/>
                    </a:cubicBezTo>
                    <a:cubicBezTo>
                      <a:pt x="105410" y="633803"/>
                      <a:pt x="110601" y="726662"/>
                      <a:pt x="119288" y="798071"/>
                    </a:cubicBezTo>
                    <a:cubicBezTo>
                      <a:pt x="127984" y="869480"/>
                      <a:pt x="180134" y="1071324"/>
                      <a:pt x="180134" y="1071324"/>
                    </a:cubicBezTo>
                    <a:cubicBezTo>
                      <a:pt x="180134" y="1071324"/>
                      <a:pt x="190392" y="1110653"/>
                      <a:pt x="190392" y="1117597"/>
                    </a:cubicBezTo>
                    <a:cubicBezTo>
                      <a:pt x="190392" y="1124541"/>
                      <a:pt x="179953" y="1169375"/>
                      <a:pt x="185144" y="1215828"/>
                    </a:cubicBezTo>
                    <a:cubicBezTo>
                      <a:pt x="190335" y="1262291"/>
                      <a:pt x="225159" y="1321194"/>
                      <a:pt x="240799" y="1389040"/>
                    </a:cubicBezTo>
                    <a:cubicBezTo>
                      <a:pt x="251828" y="1437246"/>
                      <a:pt x="259372" y="1486195"/>
                      <a:pt x="263373" y="1535487"/>
                    </a:cubicBezTo>
                    <a:cubicBezTo>
                      <a:pt x="265125" y="1556937"/>
                      <a:pt x="242551" y="1589075"/>
                      <a:pt x="233855" y="1621212"/>
                    </a:cubicBezTo>
                    <a:cubicBezTo>
                      <a:pt x="225159" y="1653350"/>
                      <a:pt x="223415" y="1665856"/>
                      <a:pt x="240799" y="1676609"/>
                    </a:cubicBezTo>
                    <a:cubicBezTo>
                      <a:pt x="258182" y="1687363"/>
                      <a:pt x="291195" y="1690869"/>
                      <a:pt x="305140" y="1671228"/>
                    </a:cubicBezTo>
                    <a:cubicBezTo>
                      <a:pt x="319085" y="1651587"/>
                      <a:pt x="322523" y="1633709"/>
                      <a:pt x="325962" y="1601572"/>
                    </a:cubicBezTo>
                    <a:cubicBezTo>
                      <a:pt x="329400" y="1569434"/>
                      <a:pt x="339906" y="1556928"/>
                      <a:pt x="343345" y="1517656"/>
                    </a:cubicBezTo>
                    <a:cubicBezTo>
                      <a:pt x="346783" y="1478385"/>
                      <a:pt x="346850" y="1460506"/>
                      <a:pt x="346850" y="1453372"/>
                    </a:cubicBezTo>
                    <a:cubicBezTo>
                      <a:pt x="346850" y="1446238"/>
                      <a:pt x="338154" y="1383716"/>
                      <a:pt x="350288" y="1326566"/>
                    </a:cubicBezTo>
                    <a:cubicBezTo>
                      <a:pt x="356013" y="1298058"/>
                      <a:pt x="359671" y="1269178"/>
                      <a:pt x="361233" y="1240145"/>
                    </a:cubicBezTo>
                    <a:cubicBezTo>
                      <a:pt x="362671" y="1269225"/>
                      <a:pt x="366176" y="1298172"/>
                      <a:pt x="371739" y="1326747"/>
                    </a:cubicBezTo>
                    <a:cubicBezTo>
                      <a:pt x="383931" y="1383897"/>
                      <a:pt x="375244" y="1446371"/>
                      <a:pt x="375244" y="1453553"/>
                    </a:cubicBezTo>
                    <a:cubicBezTo>
                      <a:pt x="375244" y="1460735"/>
                      <a:pt x="375244" y="1478566"/>
                      <a:pt x="378749" y="1517838"/>
                    </a:cubicBezTo>
                    <a:cubicBezTo>
                      <a:pt x="382254" y="1557109"/>
                      <a:pt x="392627" y="1569615"/>
                      <a:pt x="396132" y="1601753"/>
                    </a:cubicBezTo>
                    <a:cubicBezTo>
                      <a:pt x="399637" y="1633890"/>
                      <a:pt x="403076" y="1651778"/>
                      <a:pt x="416954" y="1671409"/>
                    </a:cubicBezTo>
                    <a:cubicBezTo>
                      <a:pt x="430832" y="1691040"/>
                      <a:pt x="463912" y="1687478"/>
                      <a:pt x="481295" y="1676791"/>
                    </a:cubicBezTo>
                    <a:cubicBezTo>
                      <a:pt x="498678" y="1666094"/>
                      <a:pt x="496926" y="1653588"/>
                      <a:pt x="488239" y="1621393"/>
                    </a:cubicBezTo>
                    <a:cubicBezTo>
                      <a:pt x="479552" y="1589199"/>
                      <a:pt x="456978" y="1557109"/>
                      <a:pt x="458664" y="1535668"/>
                    </a:cubicBezTo>
                    <a:cubicBezTo>
                      <a:pt x="462731" y="1486376"/>
                      <a:pt x="470294" y="1437437"/>
                      <a:pt x="481295" y="1389221"/>
                    </a:cubicBezTo>
                    <a:cubicBezTo>
                      <a:pt x="496926" y="1321375"/>
                      <a:pt x="531692" y="1262415"/>
                      <a:pt x="536883" y="1216009"/>
                    </a:cubicBezTo>
                    <a:cubicBezTo>
                      <a:pt x="542074" y="1169604"/>
                      <a:pt x="531692" y="1124902"/>
                      <a:pt x="531692" y="1117778"/>
                    </a:cubicBezTo>
                    <a:cubicBezTo>
                      <a:pt x="531692" y="1110653"/>
                      <a:pt x="542132" y="1071315"/>
                      <a:pt x="542132" y="1071315"/>
                    </a:cubicBezTo>
                    <a:cubicBezTo>
                      <a:pt x="542132" y="1071315"/>
                      <a:pt x="594281" y="869528"/>
                      <a:pt x="602977" y="798062"/>
                    </a:cubicBezTo>
                    <a:cubicBezTo>
                      <a:pt x="611674" y="726586"/>
                      <a:pt x="616855" y="633793"/>
                      <a:pt x="616855" y="633793"/>
                    </a:cubicBezTo>
                    <a:cubicBezTo>
                      <a:pt x="616855" y="633793"/>
                      <a:pt x="646868" y="755228"/>
                      <a:pt x="646868" y="765915"/>
                    </a:cubicBezTo>
                    <a:cubicBezTo>
                      <a:pt x="646868" y="776602"/>
                      <a:pt x="624237" y="796309"/>
                      <a:pt x="613855" y="823065"/>
                    </a:cubicBezTo>
                    <a:cubicBezTo>
                      <a:pt x="603472" y="849821"/>
                      <a:pt x="603415" y="842696"/>
                      <a:pt x="612102" y="857021"/>
                    </a:cubicBezTo>
                    <a:cubicBezTo>
                      <a:pt x="620789" y="871347"/>
                      <a:pt x="634676" y="892731"/>
                      <a:pt x="645116" y="899855"/>
                    </a:cubicBezTo>
                    <a:cubicBezTo>
                      <a:pt x="655555" y="906980"/>
                      <a:pt x="674691" y="892731"/>
                      <a:pt x="679882" y="892731"/>
                    </a:cubicBezTo>
                    <a:cubicBezTo>
                      <a:pt x="685073" y="892731"/>
                      <a:pt x="700770" y="873099"/>
                      <a:pt x="707705" y="853459"/>
                    </a:cubicBezTo>
                    <a:cubicBezTo>
                      <a:pt x="714639" y="833818"/>
                      <a:pt x="707705" y="758790"/>
                      <a:pt x="719839" y="687314"/>
                    </a:cubicBezTo>
                    <a:cubicBezTo>
                      <a:pt x="731974" y="615839"/>
                      <a:pt x="698827" y="535553"/>
                      <a:pt x="695331" y="5212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1861560" y="2619720"/>
                <a:ext cx="14754" cy="18000"/>
              </a:xfrm>
              <a:custGeom>
                <a:rect b="b" l="l" r="r" t="t"/>
                <a:pathLst>
                  <a:path extrusionOk="0" h="18136" w="14754">
                    <a:moveTo>
                      <a:pt x="14754" y="0"/>
                    </a:moveTo>
                    <a:cubicBezTo>
                      <a:pt x="8649" y="4972"/>
                      <a:pt x="3619" y="11144"/>
                      <a:pt x="0" y="1813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1869480" y="2631240"/>
                <a:ext cx="8650" cy="8288"/>
              </a:xfrm>
              <a:custGeom>
                <a:rect b="b" l="l" r="r" t="t"/>
                <a:pathLst>
                  <a:path extrusionOk="0" h="8125" w="9506">
                    <a:moveTo>
                      <a:pt x="0" y="0"/>
                    </a:moveTo>
                    <a:cubicBezTo>
                      <a:pt x="0" y="0"/>
                      <a:pt x="9506" y="0"/>
                      <a:pt x="8439" y="812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2387520" y="2619720"/>
                <a:ext cx="14747" cy="18000"/>
              </a:xfrm>
              <a:custGeom>
                <a:rect b="b" l="l" r="r" t="t"/>
                <a:pathLst>
                  <a:path extrusionOk="0" h="18136" w="14821">
                    <a:moveTo>
                      <a:pt x="0" y="0"/>
                    </a:moveTo>
                    <a:cubicBezTo>
                      <a:pt x="6144" y="4953"/>
                      <a:pt x="11182" y="11135"/>
                      <a:pt x="14821" y="18136"/>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2385720" y="2631240"/>
                <a:ext cx="8650" cy="8288"/>
              </a:xfrm>
              <a:custGeom>
                <a:rect b="b" l="l" r="r" t="t"/>
                <a:pathLst>
                  <a:path extrusionOk="0" h="8125" w="9506">
                    <a:moveTo>
                      <a:pt x="8474" y="0"/>
                    </a:moveTo>
                    <a:cubicBezTo>
                      <a:pt x="8474" y="0"/>
                      <a:pt x="-1032" y="0"/>
                      <a:pt x="92" y="8125"/>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2010427" y="1668464"/>
                <a:ext cx="26631" cy="49732"/>
              </a:xfrm>
              <a:custGeom>
                <a:rect b="b" l="l" r="r" t="t"/>
                <a:pathLst>
                  <a:path extrusionOk="0" h="61398" w="31147">
                    <a:moveTo>
                      <a:pt x="21792" y="10310"/>
                    </a:moveTo>
                    <a:cubicBezTo>
                      <a:pt x="21792" y="10310"/>
                      <a:pt x="5475" y="-11760"/>
                      <a:pt x="532" y="8681"/>
                    </a:cubicBezTo>
                    <a:cubicBezTo>
                      <a:pt x="-4412" y="29121"/>
                      <a:pt x="26735" y="49638"/>
                      <a:pt x="26735" y="49638"/>
                    </a:cubicBezTo>
                    <a:lnTo>
                      <a:pt x="21792" y="103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2208615" y="1668464"/>
                <a:ext cx="26671" cy="49732"/>
              </a:xfrm>
              <a:custGeom>
                <a:rect b="b" l="l" r="r" t="t"/>
                <a:pathLst>
                  <a:path extrusionOk="0" h="61398" w="31013">
                    <a:moveTo>
                      <a:pt x="4877" y="10310"/>
                    </a:moveTo>
                    <a:cubicBezTo>
                      <a:pt x="4877" y="10310"/>
                      <a:pt x="21260" y="-11760"/>
                      <a:pt x="26137" y="8681"/>
                    </a:cubicBezTo>
                    <a:cubicBezTo>
                      <a:pt x="31013" y="29121"/>
                      <a:pt x="0" y="49638"/>
                      <a:pt x="0" y="49638"/>
                    </a:cubicBezTo>
                    <a:lnTo>
                      <a:pt x="4877" y="103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2025085" y="1528784"/>
                <a:ext cx="197910" cy="306710"/>
              </a:xfrm>
              <a:custGeom>
                <a:rect b="b" l="l" r="r" t="t"/>
                <a:pathLst>
                  <a:path extrusionOk="0" h="315383" w="197910">
                    <a:moveTo>
                      <a:pt x="10" y="72675"/>
                    </a:moveTo>
                    <a:cubicBezTo>
                      <a:pt x="10" y="72675"/>
                      <a:pt x="8325" y="230124"/>
                      <a:pt x="17764" y="253136"/>
                    </a:cubicBezTo>
                    <a:cubicBezTo>
                      <a:pt x="27203" y="276149"/>
                      <a:pt x="44339" y="294465"/>
                      <a:pt x="80667" y="304476"/>
                    </a:cubicBezTo>
                    <a:cubicBezTo>
                      <a:pt x="93907" y="306819"/>
                      <a:pt x="107442" y="307029"/>
                      <a:pt x="120748" y="305104"/>
                    </a:cubicBezTo>
                    <a:cubicBezTo>
                      <a:pt x="147037" y="299409"/>
                      <a:pt x="168621" y="280721"/>
                      <a:pt x="178022" y="255517"/>
                    </a:cubicBezTo>
                    <a:cubicBezTo>
                      <a:pt x="184271" y="240068"/>
                      <a:pt x="197910" y="79181"/>
                      <a:pt x="197910" y="79181"/>
                    </a:cubicBezTo>
                    <a:cubicBezTo>
                      <a:pt x="192805" y="49711"/>
                      <a:pt x="173241" y="24784"/>
                      <a:pt x="145818" y="12839"/>
                    </a:cubicBezTo>
                    <a:cubicBezTo>
                      <a:pt x="98670" y="-8354"/>
                      <a:pt x="68285" y="-1477"/>
                      <a:pt x="38452" y="20097"/>
                    </a:cubicBezTo>
                    <a:cubicBezTo>
                      <a:pt x="20536" y="33261"/>
                      <a:pt x="7106" y="51625"/>
                      <a:pt x="0" y="726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2037153" y="1528148"/>
                <a:ext cx="173774" cy="69721"/>
              </a:xfrm>
              <a:custGeom>
                <a:rect b="b" l="l" r="r" t="t"/>
                <a:pathLst>
                  <a:path extrusionOk="0" h="74171" w="173774">
                    <a:moveTo>
                      <a:pt x="173774" y="49549"/>
                    </a:moveTo>
                    <a:cubicBezTo>
                      <a:pt x="164230" y="33271"/>
                      <a:pt x="149781" y="20431"/>
                      <a:pt x="132502" y="12839"/>
                    </a:cubicBezTo>
                    <a:cubicBezTo>
                      <a:pt x="85354" y="-8354"/>
                      <a:pt x="54969" y="-1477"/>
                      <a:pt x="25137" y="20097"/>
                    </a:cubicBezTo>
                    <a:cubicBezTo>
                      <a:pt x="15297" y="27384"/>
                      <a:pt x="6801" y="36309"/>
                      <a:pt x="0" y="46482"/>
                    </a:cubicBezTo>
                    <a:cubicBezTo>
                      <a:pt x="56331" y="64751"/>
                      <a:pt x="116834" y="65817"/>
                      <a:pt x="173774" y="495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2025092" y="1578044"/>
                <a:ext cx="21573" cy="90421"/>
              </a:xfrm>
              <a:custGeom>
                <a:rect b="b" l="l" r="r" t="t"/>
                <a:pathLst>
                  <a:path extrusionOk="0" h="90421" w="26070">
                    <a:moveTo>
                      <a:pt x="13068" y="10"/>
                    </a:moveTo>
                    <a:cubicBezTo>
                      <a:pt x="13068" y="10"/>
                      <a:pt x="26070" y="32090"/>
                      <a:pt x="20069" y="51530"/>
                    </a:cubicBezTo>
                    <a:cubicBezTo>
                      <a:pt x="15831" y="64770"/>
                      <a:pt x="10839" y="77753"/>
                      <a:pt x="5125" y="90421"/>
                    </a:cubicBezTo>
                    <a:lnTo>
                      <a:pt x="0" y="26203"/>
                    </a:lnTo>
                    <a:cubicBezTo>
                      <a:pt x="3200" y="16935"/>
                      <a:pt x="7591" y="8134"/>
                      <a:pt x="130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2205410" y="1575236"/>
                <a:ext cx="21573" cy="90421"/>
              </a:xfrm>
              <a:custGeom>
                <a:rect b="b" l="l" r="r" t="t"/>
                <a:pathLst>
                  <a:path extrusionOk="0" h="90421" w="26070">
                    <a:moveTo>
                      <a:pt x="8619" y="10"/>
                    </a:moveTo>
                    <a:cubicBezTo>
                      <a:pt x="8619" y="10"/>
                      <a:pt x="-4383" y="32090"/>
                      <a:pt x="1551" y="51530"/>
                    </a:cubicBezTo>
                    <a:cubicBezTo>
                      <a:pt x="5800" y="64770"/>
                      <a:pt x="10810" y="77762"/>
                      <a:pt x="16563" y="90421"/>
                    </a:cubicBezTo>
                    <a:lnTo>
                      <a:pt x="21687" y="26203"/>
                    </a:lnTo>
                    <a:cubicBezTo>
                      <a:pt x="18458" y="16954"/>
                      <a:pt x="14067" y="8144"/>
                      <a:pt x="8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2130480" y="2591640"/>
                <a:ext cx="9300" cy="335032"/>
              </a:xfrm>
              <a:custGeom>
                <a:rect b="b" l="l" r="r" t="t"/>
                <a:pathLst>
                  <a:path extrusionOk="0" h="335032" w="120000">
                    <a:moveTo>
                      <a:pt x="0" y="335032"/>
                    </a:moveTo>
                    <a:lnTo>
                      <a:pt x="0" y="0"/>
                    </a:lnTo>
                  </a:path>
                </a:pathLst>
              </a:custGeom>
              <a:noFill/>
              <a:ln cap="flat" cmpd="sng" w="9525">
                <a:solidFill>
                  <a:schemeClr val="dk1"/>
                </a:solidFill>
                <a:prstDash val="solid"/>
                <a:round/>
                <a:headEnd len="sm" w="sm" type="none"/>
                <a:tailEnd len="sm" w="sm" type="none"/>
              </a:ln>
            </p:spPr>
          </p:sp>
          <p:sp>
            <p:nvSpPr>
              <p:cNvPr id="1526" name="Google Shape;1526;p48"/>
              <p:cNvSpPr/>
              <p:nvPr/>
            </p:nvSpPr>
            <p:spPr>
              <a:xfrm>
                <a:off x="2130480" y="2962440"/>
                <a:ext cx="9300" cy="34940"/>
              </a:xfrm>
              <a:custGeom>
                <a:rect b="b" l="l" r="r" t="t"/>
                <a:pathLst>
                  <a:path extrusionOk="0" h="34766" w="120000">
                    <a:moveTo>
                      <a:pt x="0" y="34766"/>
                    </a:moveTo>
                    <a:lnTo>
                      <a:pt x="0" y="0"/>
                    </a:lnTo>
                  </a:path>
                </a:pathLst>
              </a:custGeom>
              <a:noFill/>
              <a:ln cap="flat" cmpd="sng" w="9525">
                <a:solidFill>
                  <a:schemeClr val="dk1"/>
                </a:solidFill>
                <a:prstDash val="solid"/>
                <a:round/>
                <a:headEnd len="sm" w="sm" type="none"/>
                <a:tailEnd len="sm" w="sm" type="none"/>
              </a:ln>
            </p:spPr>
          </p:sp>
          <p:sp>
            <p:nvSpPr>
              <p:cNvPr id="1527" name="Google Shape;1527;p48"/>
              <p:cNvSpPr/>
              <p:nvPr/>
            </p:nvSpPr>
            <p:spPr>
              <a:xfrm>
                <a:off x="2077200" y="2557440"/>
                <a:ext cx="107154" cy="35615"/>
              </a:xfrm>
              <a:custGeom>
                <a:rect b="b" l="l" r="r" t="t"/>
                <a:pathLst>
                  <a:path extrusionOk="0" h="43834" w="107423">
                    <a:moveTo>
                      <a:pt x="0" y="8258"/>
                    </a:moveTo>
                    <a:cubicBezTo>
                      <a:pt x="0" y="8258"/>
                      <a:pt x="13316" y="25203"/>
                      <a:pt x="48273" y="34519"/>
                    </a:cubicBezTo>
                    <a:cubicBezTo>
                      <a:pt x="83230" y="43834"/>
                      <a:pt x="107423" y="0"/>
                      <a:pt x="10742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48"/>
            <p:cNvGrpSpPr/>
            <p:nvPr/>
          </p:nvGrpSpPr>
          <p:grpSpPr>
            <a:xfrm>
              <a:off x="5433096" y="2638439"/>
              <a:ext cx="676677" cy="320214"/>
              <a:chOff x="122262" y="1898280"/>
              <a:chExt cx="530145" cy="251129"/>
            </a:xfrm>
          </p:grpSpPr>
          <p:sp>
            <p:nvSpPr>
              <p:cNvPr id="1529" name="Google Shape;1529;p48"/>
              <p:cNvSpPr/>
              <p:nvPr/>
            </p:nvSpPr>
            <p:spPr>
              <a:xfrm>
                <a:off x="227880" y="1901160"/>
                <a:ext cx="89577" cy="11523"/>
              </a:xfrm>
              <a:custGeom>
                <a:rect b="b" l="l" r="r" t="t"/>
                <a:pathLst>
                  <a:path extrusionOk="0" h="11639" w="89802">
                    <a:moveTo>
                      <a:pt x="0" y="0"/>
                    </a:moveTo>
                    <a:lnTo>
                      <a:pt x="89802" y="11639"/>
                    </a:lnTo>
                  </a:path>
                </a:pathLst>
              </a:custGeom>
              <a:solidFill>
                <a:schemeClr val="accent2"/>
              </a:solidFill>
              <a:ln cap="flat" cmpd="sng" w="9525">
                <a:solidFill>
                  <a:schemeClr val="dk1"/>
                </a:solidFill>
                <a:prstDash val="solid"/>
                <a:round/>
                <a:headEnd len="sm" w="sm" type="none"/>
                <a:tailEnd len="sm" w="sm" type="none"/>
              </a:ln>
            </p:spPr>
          </p:sp>
          <p:sp>
            <p:nvSpPr>
              <p:cNvPr id="1530" name="Google Shape;1530;p48"/>
              <p:cNvSpPr/>
              <p:nvPr/>
            </p:nvSpPr>
            <p:spPr>
              <a:xfrm>
                <a:off x="451080" y="1898280"/>
                <a:ext cx="98546" cy="12947"/>
              </a:xfrm>
              <a:custGeom>
                <a:rect b="b" l="l" r="r" t="t"/>
                <a:pathLst>
                  <a:path extrusionOk="0" h="13078" w="98546">
                    <a:moveTo>
                      <a:pt x="98546" y="0"/>
                    </a:moveTo>
                    <a:lnTo>
                      <a:pt x="0" y="13078"/>
                    </a:lnTo>
                  </a:path>
                </a:pathLst>
              </a:custGeom>
              <a:solidFill>
                <a:schemeClr val="accent2"/>
              </a:solidFill>
              <a:ln cap="flat" cmpd="sng" w="9525">
                <a:solidFill>
                  <a:schemeClr val="dk1"/>
                </a:solidFill>
                <a:prstDash val="solid"/>
                <a:round/>
                <a:headEnd len="sm" w="sm" type="none"/>
                <a:tailEnd len="sm" w="sm" type="none"/>
              </a:ln>
            </p:spPr>
          </p:sp>
          <p:sp>
            <p:nvSpPr>
              <p:cNvPr id="1531" name="Google Shape;1531;p48"/>
              <p:cNvSpPr/>
              <p:nvPr/>
            </p:nvSpPr>
            <p:spPr>
              <a:xfrm rot="1215195">
                <a:off x="141060" y="2028934"/>
                <a:ext cx="44559" cy="116372"/>
              </a:xfrm>
              <a:custGeom>
                <a:rect b="b" l="l" r="r" t="t"/>
                <a:pathLst>
                  <a:path extrusionOk="0" h="116119" w="44710">
                    <a:moveTo>
                      <a:pt x="44710" y="116119"/>
                    </a:moveTo>
                    <a:lnTo>
                      <a:pt x="21698" y="31823"/>
                    </a:lnTo>
                    <a:lnTo>
                      <a:pt x="0" y="0"/>
                    </a:lnTo>
                  </a:path>
                </a:pathLst>
              </a:custGeom>
              <a:solidFill>
                <a:schemeClr val="accent2"/>
              </a:solidFill>
              <a:ln cap="flat" cmpd="sng" w="9525">
                <a:solidFill>
                  <a:schemeClr val="dk1"/>
                </a:solidFill>
                <a:prstDash val="solid"/>
                <a:round/>
                <a:headEnd len="sm" w="sm" type="none"/>
                <a:tailEnd len="sm" w="sm" type="none"/>
              </a:ln>
            </p:spPr>
          </p:sp>
          <p:sp>
            <p:nvSpPr>
              <p:cNvPr id="1532" name="Google Shape;1532;p48"/>
              <p:cNvSpPr/>
              <p:nvPr/>
            </p:nvSpPr>
            <p:spPr>
              <a:xfrm rot="-1179229">
                <a:off x="591313" y="2021753"/>
                <a:ext cx="41482" cy="123513"/>
              </a:xfrm>
              <a:custGeom>
                <a:rect b="b" l="l" r="r" t="t"/>
                <a:pathLst>
                  <a:path extrusionOk="0" h="123377" w="41339">
                    <a:moveTo>
                      <a:pt x="0" y="123377"/>
                    </a:moveTo>
                    <a:lnTo>
                      <a:pt x="16697" y="30394"/>
                    </a:lnTo>
                    <a:lnTo>
                      <a:pt x="41339" y="0"/>
                    </a:lnTo>
                  </a:path>
                </a:pathLst>
              </a:custGeom>
              <a:solidFill>
                <a:schemeClr val="accent2"/>
              </a:solidFill>
              <a:ln cap="flat" cmpd="sng" w="9525">
                <a:solidFill>
                  <a:schemeClr val="dk1"/>
                </a:solidFill>
                <a:prstDash val="solid"/>
                <a:round/>
                <a:headEnd len="sm" w="sm" type="none"/>
                <a:tailEnd len="sm" w="sm" type="none"/>
              </a:ln>
            </p:spPr>
          </p:sp>
          <p:sp>
            <p:nvSpPr>
              <p:cNvPr id="1533" name="Google Shape;1533;p48"/>
              <p:cNvSpPr/>
              <p:nvPr/>
            </p:nvSpPr>
            <p:spPr>
              <a:xfrm>
                <a:off x="191880" y="2095560"/>
                <a:ext cx="175336" cy="34221"/>
              </a:xfrm>
              <a:custGeom>
                <a:rect b="b" l="l" r="r" t="t"/>
                <a:pathLst>
                  <a:path extrusionOk="0" h="37709" w="175336">
                    <a:moveTo>
                      <a:pt x="0" y="0"/>
                    </a:moveTo>
                    <a:cubicBezTo>
                      <a:pt x="0" y="0"/>
                      <a:pt x="36271" y="27575"/>
                      <a:pt x="53654" y="31890"/>
                    </a:cubicBezTo>
                    <a:cubicBezTo>
                      <a:pt x="71037" y="36205"/>
                      <a:pt x="140570" y="37709"/>
                      <a:pt x="175336" y="8687"/>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397440" y="2095560"/>
                <a:ext cx="175270" cy="34221"/>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5" name="Google Shape;1535;p48"/>
          <p:cNvGrpSpPr/>
          <p:nvPr/>
        </p:nvGrpSpPr>
        <p:grpSpPr>
          <a:xfrm>
            <a:off x="3905707" y="2090277"/>
            <a:ext cx="1399691" cy="2538456"/>
            <a:chOff x="3905707" y="2090277"/>
            <a:chExt cx="1399691" cy="2538456"/>
          </a:xfrm>
        </p:grpSpPr>
        <p:grpSp>
          <p:nvGrpSpPr>
            <p:cNvPr id="1536" name="Google Shape;1536;p48"/>
            <p:cNvGrpSpPr/>
            <p:nvPr/>
          </p:nvGrpSpPr>
          <p:grpSpPr>
            <a:xfrm>
              <a:off x="3905707" y="2090277"/>
              <a:ext cx="1399691" cy="2538456"/>
              <a:chOff x="227880" y="3933000"/>
              <a:chExt cx="1134088" cy="2056762"/>
            </a:xfrm>
          </p:grpSpPr>
          <p:sp>
            <p:nvSpPr>
              <p:cNvPr id="1537" name="Google Shape;1537;p48"/>
              <p:cNvSpPr/>
              <p:nvPr/>
            </p:nvSpPr>
            <p:spPr>
              <a:xfrm>
                <a:off x="574920" y="3933000"/>
                <a:ext cx="452137" cy="453776"/>
              </a:xfrm>
              <a:custGeom>
                <a:rect b="b" l="l" r="r" t="t"/>
                <a:pathLst>
                  <a:path extrusionOk="0" h="460686" w="467325">
                    <a:moveTo>
                      <a:pt x="382071" y="221103"/>
                    </a:moveTo>
                    <a:cubicBezTo>
                      <a:pt x="367345" y="205044"/>
                      <a:pt x="411522" y="187794"/>
                      <a:pt x="407522" y="128691"/>
                    </a:cubicBezTo>
                    <a:cubicBezTo>
                      <a:pt x="403521" y="69598"/>
                      <a:pt x="316577" y="23154"/>
                      <a:pt x="316577" y="23154"/>
                    </a:cubicBezTo>
                    <a:cubicBezTo>
                      <a:pt x="290736" y="3856"/>
                      <a:pt x="258046" y="-3868"/>
                      <a:pt x="226299" y="1837"/>
                    </a:cubicBezTo>
                    <a:cubicBezTo>
                      <a:pt x="194552" y="-3868"/>
                      <a:pt x="161862" y="3847"/>
                      <a:pt x="136021" y="23154"/>
                    </a:cubicBezTo>
                    <a:cubicBezTo>
                      <a:pt x="136021" y="23154"/>
                      <a:pt x="48943" y="69788"/>
                      <a:pt x="44876" y="128958"/>
                    </a:cubicBezTo>
                    <a:cubicBezTo>
                      <a:pt x="40809" y="188127"/>
                      <a:pt x="84853" y="205310"/>
                      <a:pt x="70327" y="221369"/>
                    </a:cubicBezTo>
                    <a:cubicBezTo>
                      <a:pt x="55801" y="237429"/>
                      <a:pt x="-7359" y="254678"/>
                      <a:pt x="709" y="299122"/>
                    </a:cubicBezTo>
                    <a:cubicBezTo>
                      <a:pt x="8767" y="343556"/>
                      <a:pt x="59602" y="337965"/>
                      <a:pt x="56944" y="355357"/>
                    </a:cubicBezTo>
                    <a:cubicBezTo>
                      <a:pt x="54287" y="372750"/>
                      <a:pt x="40885" y="387533"/>
                      <a:pt x="34161" y="375341"/>
                    </a:cubicBezTo>
                    <a:cubicBezTo>
                      <a:pt x="27436" y="363149"/>
                      <a:pt x="15435" y="384733"/>
                      <a:pt x="26169" y="408650"/>
                    </a:cubicBezTo>
                    <a:cubicBezTo>
                      <a:pt x="36894" y="432567"/>
                      <a:pt x="98521" y="456818"/>
                      <a:pt x="154757" y="452817"/>
                    </a:cubicBezTo>
                    <a:cubicBezTo>
                      <a:pt x="197533" y="449750"/>
                      <a:pt x="217850" y="438225"/>
                      <a:pt x="226308" y="428700"/>
                    </a:cubicBezTo>
                    <a:cubicBezTo>
                      <a:pt x="234767" y="438225"/>
                      <a:pt x="255026" y="449750"/>
                      <a:pt x="297794" y="452817"/>
                    </a:cubicBezTo>
                    <a:cubicBezTo>
                      <a:pt x="354096" y="456818"/>
                      <a:pt x="415723" y="432834"/>
                      <a:pt x="426381" y="408650"/>
                    </a:cubicBezTo>
                    <a:cubicBezTo>
                      <a:pt x="437040" y="384466"/>
                      <a:pt x="425048" y="363082"/>
                      <a:pt x="418390" y="375341"/>
                    </a:cubicBezTo>
                    <a:cubicBezTo>
                      <a:pt x="411732" y="387600"/>
                      <a:pt x="398406" y="372674"/>
                      <a:pt x="395606" y="355357"/>
                    </a:cubicBezTo>
                    <a:cubicBezTo>
                      <a:pt x="392805" y="338041"/>
                      <a:pt x="443840" y="343299"/>
                      <a:pt x="451908" y="299122"/>
                    </a:cubicBezTo>
                    <a:cubicBezTo>
                      <a:pt x="459966" y="254955"/>
                      <a:pt x="396939" y="237229"/>
                      <a:pt x="382090" y="22110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227880" y="4223520"/>
                <a:ext cx="1134088" cy="1766242"/>
              </a:xfrm>
              <a:custGeom>
                <a:rect b="b" l="l" r="r" t="t"/>
                <a:pathLst>
                  <a:path extrusionOk="0" h="1770669" w="1160192">
                    <a:moveTo>
                      <a:pt x="1128252" y="925811"/>
                    </a:moveTo>
                    <a:cubicBezTo>
                      <a:pt x="1109002" y="901360"/>
                      <a:pt x="1083285" y="842201"/>
                      <a:pt x="1078084" y="830609"/>
                    </a:cubicBezTo>
                    <a:cubicBezTo>
                      <a:pt x="1072883" y="819017"/>
                      <a:pt x="1015057" y="665979"/>
                      <a:pt x="1002198" y="631269"/>
                    </a:cubicBezTo>
                    <a:cubicBezTo>
                      <a:pt x="989339" y="596560"/>
                      <a:pt x="937904" y="498758"/>
                      <a:pt x="934037" y="487156"/>
                    </a:cubicBezTo>
                    <a:cubicBezTo>
                      <a:pt x="930170" y="475555"/>
                      <a:pt x="894061" y="383019"/>
                      <a:pt x="891594" y="373894"/>
                    </a:cubicBezTo>
                    <a:cubicBezTo>
                      <a:pt x="889127" y="364769"/>
                      <a:pt x="884936" y="304410"/>
                      <a:pt x="868477" y="246507"/>
                    </a:cubicBezTo>
                    <a:cubicBezTo>
                      <a:pt x="852018" y="188614"/>
                      <a:pt x="789257" y="153896"/>
                      <a:pt x="751948" y="139913"/>
                    </a:cubicBezTo>
                    <a:cubicBezTo>
                      <a:pt x="714638" y="125921"/>
                      <a:pt x="646678" y="96069"/>
                      <a:pt x="641153" y="59960"/>
                    </a:cubicBezTo>
                    <a:cubicBezTo>
                      <a:pt x="635629" y="23851"/>
                      <a:pt x="632428" y="0"/>
                      <a:pt x="632428" y="0"/>
                    </a:cubicBezTo>
                    <a:lnTo>
                      <a:pt x="544084" y="6658"/>
                    </a:lnTo>
                    <a:lnTo>
                      <a:pt x="502507" y="0"/>
                    </a:lnTo>
                    <a:cubicBezTo>
                      <a:pt x="502507" y="0"/>
                      <a:pt x="499240" y="24051"/>
                      <a:pt x="493782" y="59960"/>
                    </a:cubicBezTo>
                    <a:cubicBezTo>
                      <a:pt x="488324" y="95869"/>
                      <a:pt x="447881" y="125721"/>
                      <a:pt x="410572" y="139913"/>
                    </a:cubicBezTo>
                    <a:cubicBezTo>
                      <a:pt x="373262" y="154105"/>
                      <a:pt x="283251" y="188814"/>
                      <a:pt x="266525" y="246507"/>
                    </a:cubicBezTo>
                    <a:cubicBezTo>
                      <a:pt x="249799" y="304200"/>
                      <a:pt x="245942" y="364836"/>
                      <a:pt x="243341" y="373894"/>
                    </a:cubicBezTo>
                    <a:cubicBezTo>
                      <a:pt x="240741" y="382953"/>
                      <a:pt x="204765" y="475497"/>
                      <a:pt x="200898" y="487156"/>
                    </a:cubicBezTo>
                    <a:cubicBezTo>
                      <a:pt x="197031" y="498815"/>
                      <a:pt x="145596" y="596484"/>
                      <a:pt x="132737" y="631269"/>
                    </a:cubicBezTo>
                    <a:cubicBezTo>
                      <a:pt x="119878" y="666045"/>
                      <a:pt x="61985" y="819017"/>
                      <a:pt x="56851" y="830609"/>
                    </a:cubicBezTo>
                    <a:cubicBezTo>
                      <a:pt x="51717" y="842201"/>
                      <a:pt x="26000" y="901360"/>
                      <a:pt x="6683" y="925811"/>
                    </a:cubicBezTo>
                    <a:cubicBezTo>
                      <a:pt x="-12633" y="950262"/>
                      <a:pt x="14408" y="945061"/>
                      <a:pt x="31134" y="937336"/>
                    </a:cubicBezTo>
                    <a:cubicBezTo>
                      <a:pt x="47860" y="929612"/>
                      <a:pt x="86436" y="873042"/>
                      <a:pt x="86436" y="873042"/>
                    </a:cubicBezTo>
                    <a:cubicBezTo>
                      <a:pt x="86436" y="873042"/>
                      <a:pt x="61985" y="911619"/>
                      <a:pt x="69710" y="915486"/>
                    </a:cubicBezTo>
                    <a:cubicBezTo>
                      <a:pt x="77435" y="919353"/>
                      <a:pt x="90294" y="903894"/>
                      <a:pt x="100562" y="888501"/>
                    </a:cubicBezTo>
                    <a:cubicBezTo>
                      <a:pt x="110830" y="873109"/>
                      <a:pt x="121145" y="865318"/>
                      <a:pt x="127613" y="840867"/>
                    </a:cubicBezTo>
                    <a:cubicBezTo>
                      <a:pt x="134071" y="816416"/>
                      <a:pt x="125012" y="797157"/>
                      <a:pt x="132747" y="783041"/>
                    </a:cubicBezTo>
                    <a:cubicBezTo>
                      <a:pt x="140481" y="768925"/>
                      <a:pt x="247209" y="656987"/>
                      <a:pt x="265192" y="624812"/>
                    </a:cubicBezTo>
                    <a:cubicBezTo>
                      <a:pt x="283175" y="592636"/>
                      <a:pt x="293510" y="583635"/>
                      <a:pt x="293510" y="583635"/>
                    </a:cubicBezTo>
                    <a:lnTo>
                      <a:pt x="298644" y="624812"/>
                    </a:lnTo>
                    <a:cubicBezTo>
                      <a:pt x="298644" y="624812"/>
                      <a:pt x="261334" y="705831"/>
                      <a:pt x="274260" y="822884"/>
                    </a:cubicBezTo>
                    <a:cubicBezTo>
                      <a:pt x="287185" y="939946"/>
                      <a:pt x="384854" y="1080116"/>
                      <a:pt x="386121" y="1085250"/>
                    </a:cubicBezTo>
                    <a:cubicBezTo>
                      <a:pt x="390998" y="1120588"/>
                      <a:pt x="391427" y="1156402"/>
                      <a:pt x="387388" y="1191844"/>
                    </a:cubicBezTo>
                    <a:cubicBezTo>
                      <a:pt x="380730" y="1238479"/>
                      <a:pt x="366871" y="1277989"/>
                      <a:pt x="384854" y="1329423"/>
                    </a:cubicBezTo>
                    <a:cubicBezTo>
                      <a:pt x="402838" y="1380859"/>
                      <a:pt x="458140" y="1505646"/>
                      <a:pt x="469732" y="1539088"/>
                    </a:cubicBezTo>
                    <a:cubicBezTo>
                      <a:pt x="481324" y="1572530"/>
                      <a:pt x="483857" y="1608573"/>
                      <a:pt x="479990" y="1625298"/>
                    </a:cubicBezTo>
                    <a:cubicBezTo>
                      <a:pt x="476123" y="1642025"/>
                      <a:pt x="447881" y="1666409"/>
                      <a:pt x="437547" y="1693459"/>
                    </a:cubicBezTo>
                    <a:cubicBezTo>
                      <a:pt x="427222" y="1720510"/>
                      <a:pt x="430889" y="1757753"/>
                      <a:pt x="444205" y="1764211"/>
                    </a:cubicBezTo>
                    <a:cubicBezTo>
                      <a:pt x="457521" y="1770669"/>
                      <a:pt x="493039" y="1757553"/>
                      <a:pt x="508498" y="1735893"/>
                    </a:cubicBezTo>
                    <a:cubicBezTo>
                      <a:pt x="523957" y="1714243"/>
                      <a:pt x="523957" y="1684458"/>
                      <a:pt x="530349" y="1665142"/>
                    </a:cubicBezTo>
                    <a:cubicBezTo>
                      <a:pt x="536740" y="1645825"/>
                      <a:pt x="544541" y="1632966"/>
                      <a:pt x="545808" y="1620107"/>
                    </a:cubicBezTo>
                    <a:cubicBezTo>
                      <a:pt x="547075" y="1607249"/>
                      <a:pt x="543207" y="1595723"/>
                      <a:pt x="543207" y="1580131"/>
                    </a:cubicBezTo>
                    <a:cubicBezTo>
                      <a:pt x="543207" y="1564539"/>
                      <a:pt x="556066" y="1339615"/>
                      <a:pt x="556066" y="1339615"/>
                    </a:cubicBezTo>
                    <a:lnTo>
                      <a:pt x="562724" y="1222553"/>
                    </a:lnTo>
                    <a:lnTo>
                      <a:pt x="567858" y="1198102"/>
                    </a:lnTo>
                    <a:lnTo>
                      <a:pt x="572992" y="1222553"/>
                    </a:lnTo>
                    <a:lnTo>
                      <a:pt x="579650" y="1339615"/>
                    </a:lnTo>
                    <a:cubicBezTo>
                      <a:pt x="579650" y="1339615"/>
                      <a:pt x="592509" y="1564672"/>
                      <a:pt x="592509" y="1580131"/>
                    </a:cubicBezTo>
                    <a:cubicBezTo>
                      <a:pt x="592509" y="1595590"/>
                      <a:pt x="588642" y="1607115"/>
                      <a:pt x="589909" y="1620107"/>
                    </a:cubicBezTo>
                    <a:cubicBezTo>
                      <a:pt x="591175" y="1633100"/>
                      <a:pt x="598900" y="1645825"/>
                      <a:pt x="605368" y="1665142"/>
                    </a:cubicBezTo>
                    <a:cubicBezTo>
                      <a:pt x="611835" y="1684458"/>
                      <a:pt x="612026" y="1714043"/>
                      <a:pt x="627218" y="1735893"/>
                    </a:cubicBezTo>
                    <a:cubicBezTo>
                      <a:pt x="642410" y="1757744"/>
                      <a:pt x="678653" y="1770602"/>
                      <a:pt x="691512" y="1764211"/>
                    </a:cubicBezTo>
                    <a:cubicBezTo>
                      <a:pt x="704370" y="1757820"/>
                      <a:pt x="708238" y="1720434"/>
                      <a:pt x="698170" y="1693459"/>
                    </a:cubicBezTo>
                    <a:cubicBezTo>
                      <a:pt x="688102" y="1666485"/>
                      <a:pt x="659593" y="1642025"/>
                      <a:pt x="655726" y="1625298"/>
                    </a:cubicBezTo>
                    <a:cubicBezTo>
                      <a:pt x="651859" y="1608573"/>
                      <a:pt x="654460" y="1572530"/>
                      <a:pt x="665985" y="1539088"/>
                    </a:cubicBezTo>
                    <a:cubicBezTo>
                      <a:pt x="677510" y="1505646"/>
                      <a:pt x="732612" y="1380925"/>
                      <a:pt x="750862" y="1329423"/>
                    </a:cubicBezTo>
                    <a:cubicBezTo>
                      <a:pt x="769121" y="1277922"/>
                      <a:pt x="754729" y="1238145"/>
                      <a:pt x="748328" y="1191844"/>
                    </a:cubicBezTo>
                    <a:cubicBezTo>
                      <a:pt x="744290" y="1156402"/>
                      <a:pt x="744718" y="1120588"/>
                      <a:pt x="749595" y="1085250"/>
                    </a:cubicBezTo>
                    <a:cubicBezTo>
                      <a:pt x="750862" y="1080116"/>
                      <a:pt x="848665" y="939946"/>
                      <a:pt x="861523" y="822884"/>
                    </a:cubicBezTo>
                    <a:cubicBezTo>
                      <a:pt x="874382" y="705822"/>
                      <a:pt x="836273" y="625145"/>
                      <a:pt x="836273" y="625145"/>
                    </a:cubicBezTo>
                    <a:lnTo>
                      <a:pt x="841407" y="583968"/>
                    </a:lnTo>
                    <a:cubicBezTo>
                      <a:pt x="841407" y="583968"/>
                      <a:pt x="851732" y="592960"/>
                      <a:pt x="869724" y="625145"/>
                    </a:cubicBezTo>
                    <a:cubicBezTo>
                      <a:pt x="887717" y="657330"/>
                      <a:pt x="994445" y="768858"/>
                      <a:pt x="1002170" y="783041"/>
                    </a:cubicBezTo>
                    <a:cubicBezTo>
                      <a:pt x="1009894" y="797223"/>
                      <a:pt x="1000903" y="816350"/>
                      <a:pt x="1007370" y="840867"/>
                    </a:cubicBezTo>
                    <a:cubicBezTo>
                      <a:pt x="1013838" y="865385"/>
                      <a:pt x="1024030" y="873042"/>
                      <a:pt x="1034355" y="888501"/>
                    </a:cubicBezTo>
                    <a:cubicBezTo>
                      <a:pt x="1044680" y="903961"/>
                      <a:pt x="1057472" y="919353"/>
                      <a:pt x="1065206" y="915486"/>
                    </a:cubicBezTo>
                    <a:cubicBezTo>
                      <a:pt x="1072940" y="911619"/>
                      <a:pt x="1048480" y="873042"/>
                      <a:pt x="1048480" y="873042"/>
                    </a:cubicBezTo>
                    <a:cubicBezTo>
                      <a:pt x="1048480" y="873042"/>
                      <a:pt x="1087057" y="929602"/>
                      <a:pt x="1103782" y="937336"/>
                    </a:cubicBezTo>
                    <a:cubicBezTo>
                      <a:pt x="1120508" y="945061"/>
                      <a:pt x="1147559" y="950195"/>
                      <a:pt x="1128233" y="925811"/>
                    </a:cubicBez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795600" y="5361840"/>
                <a:ext cx="9300" cy="33102"/>
              </a:xfrm>
              <a:custGeom>
                <a:rect b="b" l="l" r="r" t="t"/>
                <a:pathLst>
                  <a:path extrusionOk="0" h="33185" w="120000">
                    <a:moveTo>
                      <a:pt x="0" y="0"/>
                    </a:moveTo>
                    <a:lnTo>
                      <a:pt x="0" y="33185"/>
                    </a:lnTo>
                  </a:path>
                </a:pathLst>
              </a:custGeom>
              <a:noFill/>
              <a:ln cap="flat" cmpd="sng" w="9525">
                <a:solidFill>
                  <a:schemeClr val="dk1"/>
                </a:solidFill>
                <a:prstDash val="solid"/>
                <a:round/>
                <a:headEnd len="sm" w="sm" type="none"/>
                <a:tailEnd len="sm" w="sm" type="none"/>
              </a:ln>
            </p:spPr>
          </p:sp>
          <p:sp>
            <p:nvSpPr>
              <p:cNvPr id="1540" name="Google Shape;1540;p48"/>
              <p:cNvSpPr/>
              <p:nvPr/>
            </p:nvSpPr>
            <p:spPr>
              <a:xfrm>
                <a:off x="795600" y="5046120"/>
                <a:ext cx="9300" cy="280626"/>
              </a:xfrm>
              <a:custGeom>
                <a:rect b="b" l="l" r="r" t="t"/>
                <a:pathLst>
                  <a:path extrusionOk="0" h="280626" w="120000">
                    <a:moveTo>
                      <a:pt x="0" y="0"/>
                    </a:moveTo>
                    <a:lnTo>
                      <a:pt x="0" y="280626"/>
                    </a:lnTo>
                  </a:path>
                </a:pathLst>
              </a:custGeom>
              <a:noFill/>
              <a:ln cap="flat" cmpd="sng" w="9525">
                <a:solidFill>
                  <a:schemeClr val="dk1"/>
                </a:solidFill>
                <a:prstDash val="solid"/>
                <a:round/>
                <a:headEnd len="sm" w="sm" type="none"/>
                <a:tailEnd len="sm" w="sm" type="none"/>
              </a:ln>
            </p:spPr>
          </p:sp>
          <p:sp>
            <p:nvSpPr>
              <p:cNvPr id="1541" name="Google Shape;1541;p48"/>
              <p:cNvSpPr/>
              <p:nvPr/>
            </p:nvSpPr>
            <p:spPr>
              <a:xfrm>
                <a:off x="891720" y="5333760"/>
                <a:ext cx="53635" cy="65161"/>
              </a:xfrm>
              <a:custGeom>
                <a:rect b="b" l="l" r="r" t="t"/>
                <a:pathLst>
                  <a:path extrusionOk="0" h="65161" w="53635">
                    <a:moveTo>
                      <a:pt x="0" y="65161"/>
                    </a:moveTo>
                    <a:cubicBezTo>
                      <a:pt x="0" y="65161"/>
                      <a:pt x="49768" y="51835"/>
                      <a:pt x="53635"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648000" y="5333760"/>
                <a:ext cx="53702" cy="65161"/>
              </a:xfrm>
              <a:custGeom>
                <a:rect b="b" l="l" r="r" t="t"/>
                <a:pathLst>
                  <a:path extrusionOk="0" h="65161" w="53702">
                    <a:moveTo>
                      <a:pt x="53702" y="65161"/>
                    </a:moveTo>
                    <a:cubicBezTo>
                      <a:pt x="53702" y="65161"/>
                      <a:pt x="3867" y="51835"/>
                      <a:pt x="0"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666000" y="4107600"/>
                <a:ext cx="37426" cy="74810"/>
              </a:xfrm>
              <a:custGeom>
                <a:rect b="b" l="l" r="r" t="t"/>
                <a:pathLst>
                  <a:path extrusionOk="0" h="87754" w="43901">
                    <a:moveTo>
                      <a:pt x="33541" y="17233"/>
                    </a:moveTo>
                    <a:cubicBezTo>
                      <a:pt x="33541" y="17233"/>
                      <a:pt x="10090" y="-13019"/>
                      <a:pt x="1765" y="6641"/>
                    </a:cubicBezTo>
                    <a:cubicBezTo>
                      <a:pt x="-6560" y="26301"/>
                      <a:pt x="16891" y="67201"/>
                      <a:pt x="23682" y="70201"/>
                    </a:cubicBezTo>
                    <a:cubicBezTo>
                      <a:pt x="28083" y="72135"/>
                      <a:pt x="32655" y="73659"/>
                      <a:pt x="37341" y="74735"/>
                    </a:cubicBezTo>
                    <a:lnTo>
                      <a:pt x="33541" y="17242"/>
                    </a:ln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883800" y="4109400"/>
                <a:ext cx="37032" cy="74810"/>
              </a:xfrm>
              <a:custGeom>
                <a:rect b="b" l="l" r="r" t="t"/>
                <a:pathLst>
                  <a:path extrusionOk="0" h="87754" w="43567">
                    <a:moveTo>
                      <a:pt x="3467" y="17233"/>
                    </a:moveTo>
                    <a:cubicBezTo>
                      <a:pt x="3467" y="17233"/>
                      <a:pt x="26918" y="-13019"/>
                      <a:pt x="35242" y="6641"/>
                    </a:cubicBezTo>
                    <a:cubicBezTo>
                      <a:pt x="43567" y="26291"/>
                      <a:pt x="20117" y="67134"/>
                      <a:pt x="13325" y="70201"/>
                    </a:cubicBezTo>
                    <a:cubicBezTo>
                      <a:pt x="9020" y="72078"/>
                      <a:pt x="4562" y="73602"/>
                      <a:pt x="0" y="74735"/>
                    </a:cubicBezTo>
                    <a:lnTo>
                      <a:pt x="3467" y="17242"/>
                    </a:ln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681205" y="3969358"/>
                <a:ext cx="217609" cy="321243"/>
              </a:xfrm>
              <a:custGeom>
                <a:rect b="b" l="l" r="r" t="t"/>
                <a:pathLst>
                  <a:path extrusionOk="0" h="353987" w="207741">
                    <a:moveTo>
                      <a:pt x="206530" y="118714"/>
                    </a:moveTo>
                    <a:cubicBezTo>
                      <a:pt x="206530" y="118714"/>
                      <a:pt x="203529" y="218650"/>
                      <a:pt x="199005" y="244301"/>
                    </a:cubicBezTo>
                    <a:cubicBezTo>
                      <a:pt x="194471" y="269952"/>
                      <a:pt x="154304" y="305528"/>
                      <a:pt x="136911" y="313853"/>
                    </a:cubicBezTo>
                    <a:cubicBezTo>
                      <a:pt x="119519" y="322178"/>
                      <a:pt x="98335" y="328978"/>
                      <a:pt x="65826" y="304061"/>
                    </a:cubicBezTo>
                    <a:cubicBezTo>
                      <a:pt x="33317" y="279144"/>
                      <a:pt x="15058" y="262418"/>
                      <a:pt x="9000" y="238967"/>
                    </a:cubicBezTo>
                    <a:cubicBezTo>
                      <a:pt x="2933" y="215517"/>
                      <a:pt x="8" y="107379"/>
                      <a:pt x="8" y="107379"/>
                    </a:cubicBezTo>
                    <a:cubicBezTo>
                      <a:pt x="8" y="107379"/>
                      <a:pt x="-1192" y="62812"/>
                      <a:pt x="24993" y="30227"/>
                    </a:cubicBezTo>
                    <a:cubicBezTo>
                      <a:pt x="62035" y="-15941"/>
                      <a:pt x="206549" y="-25009"/>
                      <a:pt x="206549" y="118704"/>
                    </a:cubicBezTo>
                    <a:close/>
                  </a:path>
                </a:pathLst>
              </a:custGeom>
              <a:solidFill>
                <a:srgbClr val="8867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685440" y="3957840"/>
                <a:ext cx="225206" cy="157454"/>
              </a:xfrm>
              <a:custGeom>
                <a:rect b="b" l="l" r="r" t="t"/>
                <a:pathLst>
                  <a:path extrusionOk="0" h="161906" w="237059">
                    <a:moveTo>
                      <a:pt x="13421" y="155978"/>
                    </a:moveTo>
                    <a:lnTo>
                      <a:pt x="38871" y="99743"/>
                    </a:lnTo>
                    <a:lnTo>
                      <a:pt x="40205" y="130527"/>
                    </a:lnTo>
                    <a:lnTo>
                      <a:pt x="184909" y="130527"/>
                    </a:lnTo>
                    <a:lnTo>
                      <a:pt x="187642" y="97218"/>
                    </a:lnTo>
                    <a:lnTo>
                      <a:pt x="214293" y="157178"/>
                    </a:lnTo>
                    <a:cubicBezTo>
                      <a:pt x="214293" y="157178"/>
                      <a:pt x="233020" y="137195"/>
                      <a:pt x="220951" y="90551"/>
                    </a:cubicBezTo>
                    <a:cubicBezTo>
                      <a:pt x="208893" y="43917"/>
                      <a:pt x="158258" y="5940"/>
                      <a:pt x="117881" y="606"/>
                    </a:cubicBezTo>
                    <a:cubicBezTo>
                      <a:pt x="77505" y="-4728"/>
                      <a:pt x="20079" y="26057"/>
                      <a:pt x="8020" y="56842"/>
                    </a:cubicBezTo>
                    <a:cubicBezTo>
                      <a:pt x="-4039" y="87627"/>
                      <a:pt x="-2705" y="129194"/>
                      <a:pt x="13421" y="15597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 name="Google Shape;1547;p48"/>
            <p:cNvSpPr/>
            <p:nvPr/>
          </p:nvSpPr>
          <p:spPr>
            <a:xfrm>
              <a:off x="4535345" y="3426693"/>
              <a:ext cx="140456" cy="46683"/>
            </a:xfrm>
            <a:custGeom>
              <a:rect b="b" l="l" r="r" t="t"/>
              <a:pathLst>
                <a:path extrusionOk="0" h="43834" w="107423">
                  <a:moveTo>
                    <a:pt x="0" y="8258"/>
                  </a:moveTo>
                  <a:cubicBezTo>
                    <a:pt x="0" y="8258"/>
                    <a:pt x="13316" y="25203"/>
                    <a:pt x="48273" y="34519"/>
                  </a:cubicBezTo>
                  <a:cubicBezTo>
                    <a:pt x="83230" y="43834"/>
                    <a:pt x="107423" y="0"/>
                    <a:pt x="107423" y="0"/>
                  </a:cubicBez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4614996" y="2888925"/>
              <a:ext cx="222155" cy="86071"/>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rgbClr val="88675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4367933" y="2700006"/>
              <a:ext cx="114273" cy="14694"/>
            </a:xfrm>
            <a:custGeom>
              <a:rect b="b" l="l" r="r" t="t"/>
              <a:pathLst>
                <a:path extrusionOk="0" h="11639" w="89802">
                  <a:moveTo>
                    <a:pt x="0" y="0"/>
                  </a:moveTo>
                  <a:lnTo>
                    <a:pt x="89802" y="11639"/>
                  </a:lnTo>
                </a:path>
              </a:pathLst>
            </a:custGeom>
            <a:solidFill>
              <a:schemeClr val="accent2"/>
            </a:solidFill>
            <a:ln cap="flat" cmpd="sng" w="9525">
              <a:solidFill>
                <a:schemeClr val="dk1"/>
              </a:solidFill>
              <a:prstDash val="solid"/>
              <a:round/>
              <a:headEnd len="sm" w="sm" type="none"/>
              <a:tailEnd len="sm" w="sm" type="none"/>
            </a:ln>
          </p:spPr>
        </p:sp>
        <p:sp>
          <p:nvSpPr>
            <p:cNvPr id="1550" name="Google Shape;1550;p48"/>
            <p:cNvSpPr/>
            <p:nvPr/>
          </p:nvSpPr>
          <p:spPr>
            <a:xfrm>
              <a:off x="4732865" y="2699096"/>
              <a:ext cx="125893" cy="16511"/>
            </a:xfrm>
            <a:custGeom>
              <a:rect b="b" l="l" r="r" t="t"/>
              <a:pathLst>
                <a:path extrusionOk="0" h="13078" w="98546">
                  <a:moveTo>
                    <a:pt x="98546" y="0"/>
                  </a:moveTo>
                  <a:lnTo>
                    <a:pt x="0" y="13078"/>
                  </a:lnTo>
                </a:path>
              </a:pathLst>
            </a:custGeom>
            <a:solidFill>
              <a:schemeClr val="accent2"/>
            </a:solidFill>
            <a:ln cap="flat" cmpd="sng" w="9525">
              <a:solidFill>
                <a:schemeClr val="dk1"/>
              </a:solidFill>
              <a:prstDash val="solid"/>
              <a:round/>
              <a:headEnd len="sm" w="sm" type="none"/>
              <a:tailEnd len="sm" w="sm" type="none"/>
            </a:ln>
          </p:spPr>
        </p:sp>
        <p:sp>
          <p:nvSpPr>
            <p:cNvPr id="1551" name="Google Shape;1551;p48"/>
            <p:cNvSpPr/>
            <p:nvPr/>
          </p:nvSpPr>
          <p:spPr>
            <a:xfrm rot="1424722">
              <a:off x="4244041" y="3013110"/>
              <a:ext cx="56904" cy="148322"/>
            </a:xfrm>
            <a:custGeom>
              <a:rect b="b" l="l" r="r" t="t"/>
              <a:pathLst>
                <a:path extrusionOk="0" h="116119" w="44710">
                  <a:moveTo>
                    <a:pt x="44710" y="116119"/>
                  </a:moveTo>
                  <a:lnTo>
                    <a:pt x="21698" y="31823"/>
                  </a:lnTo>
                  <a:lnTo>
                    <a:pt x="0" y="0"/>
                  </a:lnTo>
                </a:path>
              </a:pathLst>
            </a:custGeom>
            <a:solidFill>
              <a:srgbClr val="886756"/>
            </a:solidFill>
            <a:ln cap="flat" cmpd="sng" w="9525">
              <a:solidFill>
                <a:schemeClr val="dk1"/>
              </a:solidFill>
              <a:prstDash val="solid"/>
              <a:round/>
              <a:headEnd len="sm" w="sm" type="none"/>
              <a:tailEnd len="sm" w="sm" type="none"/>
            </a:ln>
          </p:spPr>
        </p:sp>
        <p:sp>
          <p:nvSpPr>
            <p:cNvPr id="1552" name="Google Shape;1552;p48"/>
            <p:cNvSpPr/>
            <p:nvPr/>
          </p:nvSpPr>
          <p:spPr>
            <a:xfrm rot="-1205868">
              <a:off x="4887608" y="2988123"/>
              <a:ext cx="52933" cy="157402"/>
            </a:xfrm>
            <a:custGeom>
              <a:rect b="b" l="l" r="r" t="t"/>
              <a:pathLst>
                <a:path extrusionOk="0" h="123377" w="41339">
                  <a:moveTo>
                    <a:pt x="0" y="123377"/>
                  </a:moveTo>
                  <a:lnTo>
                    <a:pt x="16697" y="30394"/>
                  </a:lnTo>
                  <a:lnTo>
                    <a:pt x="41339" y="0"/>
                  </a:lnTo>
                </a:path>
              </a:pathLst>
            </a:custGeom>
            <a:solidFill>
              <a:srgbClr val="886756"/>
            </a:solidFill>
            <a:ln cap="flat" cmpd="sng" w="9525">
              <a:solidFill>
                <a:schemeClr val="dk1"/>
              </a:solidFill>
              <a:prstDash val="solid"/>
              <a:round/>
              <a:headEnd len="sm" w="sm" type="none"/>
              <a:tailEnd len="sm" w="sm" type="none"/>
            </a:ln>
          </p:spPr>
        </p:sp>
        <p:sp>
          <p:nvSpPr>
            <p:cNvPr id="1553" name="Google Shape;1553;p48"/>
            <p:cNvSpPr/>
            <p:nvPr/>
          </p:nvSpPr>
          <p:spPr>
            <a:xfrm flipH="1">
              <a:off x="4367921" y="2888925"/>
              <a:ext cx="222155" cy="86071"/>
            </a:xfrm>
            <a:custGeom>
              <a:rect b="b" l="l" r="r" t="t"/>
              <a:pathLst>
                <a:path extrusionOk="0" h="37709" w="175270">
                  <a:moveTo>
                    <a:pt x="175270" y="0"/>
                  </a:moveTo>
                  <a:cubicBezTo>
                    <a:pt x="175270" y="0"/>
                    <a:pt x="139065" y="27575"/>
                    <a:pt x="121682" y="31890"/>
                  </a:cubicBezTo>
                  <a:cubicBezTo>
                    <a:pt x="104299" y="36205"/>
                    <a:pt x="34766" y="37709"/>
                    <a:pt x="0" y="8687"/>
                  </a:cubicBezTo>
                </a:path>
              </a:pathLst>
            </a:custGeom>
            <a:solidFill>
              <a:srgbClr val="88675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7" name="Shape 1557"/>
        <p:cNvGrpSpPr/>
        <p:nvPr/>
      </p:nvGrpSpPr>
      <p:grpSpPr>
        <a:xfrm>
          <a:off x="0" y="0"/>
          <a:ext cx="0" cy="0"/>
          <a:chOff x="0" y="0"/>
          <a:chExt cx="0" cy="0"/>
        </a:xfrm>
      </p:grpSpPr>
      <p:sp>
        <p:nvSpPr>
          <p:cNvPr id="1558" name="Google Shape;1558;p4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559" name="Google Shape;1559;p49"/>
          <p:cNvSpPr txBox="1"/>
          <p:nvPr>
            <p:ph idx="1" type="body"/>
          </p:nvPr>
        </p:nvSpPr>
        <p:spPr>
          <a:xfrm>
            <a:off x="724175" y="1168500"/>
            <a:ext cx="3844500" cy="252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hlinkClick r:id="rId3"/>
              </a:rPr>
              <a:t>Pale wall texture</a:t>
            </a:r>
            <a:endParaRPr/>
          </a:p>
          <a:p>
            <a:pPr indent="-304800" lvl="0" marL="457200" rtl="0" algn="l">
              <a:spcBef>
                <a:spcPts val="0"/>
              </a:spcBef>
              <a:spcAft>
                <a:spcPts val="0"/>
              </a:spcAft>
              <a:buSzPts val="1200"/>
              <a:buChar char="●"/>
            </a:pPr>
            <a:r>
              <a:rPr lang="en" u="sng">
                <a:hlinkClick r:id="rId4"/>
              </a:rPr>
              <a:t>Doctor explaining anatomy front view</a:t>
            </a:r>
            <a:endParaRPr/>
          </a:p>
          <a:p>
            <a:pPr indent="-304800" lvl="0" marL="457200" rtl="0" algn="l">
              <a:spcBef>
                <a:spcPts val="0"/>
              </a:spcBef>
              <a:spcAft>
                <a:spcPts val="0"/>
              </a:spcAft>
              <a:buSzPts val="1200"/>
              <a:buChar char="●"/>
            </a:pPr>
            <a:r>
              <a:rPr lang="en" u="sng">
                <a:hlinkClick r:id="rId5"/>
              </a:rPr>
              <a:t>Close up therapy salon</a:t>
            </a:r>
            <a:endParaRPr/>
          </a:p>
          <a:p>
            <a:pPr indent="-304800" lvl="0" marL="457200" rtl="0" algn="l">
              <a:spcBef>
                <a:spcPts val="0"/>
              </a:spcBef>
              <a:spcAft>
                <a:spcPts val="0"/>
              </a:spcAft>
              <a:buSzPts val="1200"/>
              <a:buChar char="●"/>
            </a:pPr>
            <a:r>
              <a:rPr lang="en" u="sng">
                <a:hlinkClick r:id="rId6"/>
              </a:rPr>
              <a:t>Front view doctor holding radiography</a:t>
            </a:r>
            <a:endParaRPr/>
          </a:p>
          <a:p>
            <a:pPr indent="-304800" lvl="0" marL="457200" rtl="0" algn="l">
              <a:spcBef>
                <a:spcPts val="0"/>
              </a:spcBef>
              <a:spcAft>
                <a:spcPts val="0"/>
              </a:spcAft>
              <a:buSzPts val="1200"/>
              <a:buChar char="●"/>
            </a:pPr>
            <a:r>
              <a:rPr lang="en" u="sng">
                <a:hlinkClick r:id="rId7"/>
              </a:rPr>
              <a:t>Side view head structures</a:t>
            </a:r>
            <a:endParaRPr/>
          </a:p>
          <a:p>
            <a:pPr indent="-304800" lvl="0" marL="457200" rtl="0" algn="l">
              <a:spcBef>
                <a:spcPts val="0"/>
              </a:spcBef>
              <a:spcAft>
                <a:spcPts val="0"/>
              </a:spcAft>
              <a:buSzPts val="1200"/>
              <a:buChar char="●"/>
            </a:pPr>
            <a:r>
              <a:rPr lang="en" u="sng">
                <a:hlinkClick r:id="rId8"/>
              </a:rPr>
              <a:t>X ray of a vertebral column</a:t>
            </a:r>
            <a:endParaRPr/>
          </a:p>
        </p:txBody>
      </p:sp>
      <p:sp>
        <p:nvSpPr>
          <p:cNvPr id="1560" name="Google Shape;1560;p49"/>
          <p:cNvSpPr txBox="1"/>
          <p:nvPr>
            <p:ph idx="2" type="body"/>
          </p:nvPr>
        </p:nvSpPr>
        <p:spPr>
          <a:xfrm>
            <a:off x="4575326" y="1168500"/>
            <a:ext cx="3844500" cy="252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Illustrations</a:t>
            </a:r>
            <a:endParaRPr b="1"/>
          </a:p>
          <a:p>
            <a:pPr indent="-304800" lvl="0" marL="457200" rtl="0" algn="l">
              <a:spcBef>
                <a:spcPts val="0"/>
              </a:spcBef>
              <a:spcAft>
                <a:spcPts val="0"/>
              </a:spcAft>
              <a:buSzPts val="1200"/>
              <a:buChar char="●"/>
            </a:pPr>
            <a:r>
              <a:rPr lang="en" u="sng">
                <a:solidFill>
                  <a:schemeClr val="hlink"/>
                </a:solidFill>
                <a:hlinkClick r:id="rId9"/>
              </a:rPr>
              <a:t>Body Anatomy</a:t>
            </a:r>
            <a:endParaRPr/>
          </a:p>
          <a:p>
            <a:pPr indent="-304800" lvl="0" marL="457200" rtl="0" algn="l">
              <a:spcBef>
                <a:spcPts val="0"/>
              </a:spcBef>
              <a:spcAft>
                <a:spcPts val="0"/>
              </a:spcAft>
              <a:buSzPts val="1200"/>
              <a:buChar char="●"/>
            </a:pPr>
            <a:r>
              <a:rPr lang="en" u="sng">
                <a:solidFill>
                  <a:schemeClr val="hlink"/>
                </a:solidFill>
                <a:hlinkClick r:id="rId10"/>
              </a:rPr>
              <a:t>Gut Health</a:t>
            </a:r>
            <a:endParaRPr/>
          </a:p>
          <a:p>
            <a:pPr indent="-304800" lvl="0" marL="457200" rtl="0" algn="l">
              <a:spcBef>
                <a:spcPts val="0"/>
              </a:spcBef>
              <a:spcAft>
                <a:spcPts val="0"/>
              </a:spcAft>
              <a:buSzPts val="1200"/>
              <a:buChar char="●"/>
            </a:pPr>
            <a:r>
              <a:rPr lang="en" u="sng">
                <a:solidFill>
                  <a:schemeClr val="hlink"/>
                </a:solidFill>
                <a:hlinkClick r:id="rId11"/>
              </a:rPr>
              <a:t>World Hepatitis</a:t>
            </a:r>
            <a:endParaRPr/>
          </a:p>
          <a:p>
            <a:pPr indent="-304800" lvl="0" marL="457200" rtl="0" algn="l">
              <a:spcBef>
                <a:spcPts val="0"/>
              </a:spcBef>
              <a:spcAft>
                <a:spcPts val="0"/>
              </a:spcAft>
              <a:buSzPts val="1200"/>
              <a:buChar char="●"/>
            </a:pPr>
            <a:r>
              <a:rPr lang="en" u="sng">
                <a:solidFill>
                  <a:schemeClr val="hlink"/>
                </a:solidFill>
                <a:hlinkClick r:id="rId12"/>
              </a:rPr>
              <a:t>Cardiologist</a:t>
            </a:r>
            <a:endParaRPr/>
          </a:p>
          <a:p>
            <a:pPr indent="-304800" lvl="0" marL="457200" rtl="0" algn="l">
              <a:spcBef>
                <a:spcPts val="0"/>
              </a:spcBef>
              <a:spcAft>
                <a:spcPts val="0"/>
              </a:spcAft>
              <a:buSzPts val="1200"/>
              <a:buChar char="●"/>
            </a:pPr>
            <a:r>
              <a:rPr lang="en" u="sng">
                <a:solidFill>
                  <a:schemeClr val="hlink"/>
                </a:solidFill>
                <a:hlinkClick r:id="rId13"/>
              </a:rPr>
              <a:t>Brain Organ</a:t>
            </a:r>
            <a:endParaRPr/>
          </a:p>
          <a:p>
            <a:pPr indent="-304800" lvl="0" marL="457200" rtl="0" algn="l">
              <a:spcBef>
                <a:spcPts val="0"/>
              </a:spcBef>
              <a:spcAft>
                <a:spcPts val="0"/>
              </a:spcAft>
              <a:buSzPts val="1200"/>
              <a:buChar char="●"/>
            </a:pPr>
            <a:r>
              <a:rPr lang="en" u="sng">
                <a:solidFill>
                  <a:schemeClr val="hlink"/>
                </a:solidFill>
                <a:hlinkClick r:id="rId14"/>
              </a:rPr>
              <a:t>Lungs</a:t>
            </a:r>
            <a:endParaRPr/>
          </a:p>
          <a:p>
            <a:pPr indent="-304800" lvl="0" marL="457200" rtl="0" algn="l">
              <a:spcBef>
                <a:spcPts val="0"/>
              </a:spcBef>
              <a:spcAft>
                <a:spcPts val="0"/>
              </a:spcAft>
              <a:buSzPts val="1200"/>
              <a:buChar char="●"/>
            </a:pPr>
            <a:r>
              <a:rPr lang="en" u="sng">
                <a:solidFill>
                  <a:schemeClr val="hlink"/>
                </a:solidFill>
                <a:hlinkClick r:id="rId15"/>
              </a:rPr>
              <a:t>Types of Men Body Shapes</a:t>
            </a:r>
            <a:endParaRPr/>
          </a:p>
          <a:p>
            <a:pPr indent="-304800" lvl="0" marL="457200" rtl="0" algn="l">
              <a:spcBef>
                <a:spcPts val="0"/>
              </a:spcBef>
              <a:spcAft>
                <a:spcPts val="0"/>
              </a:spcAft>
              <a:buSzPts val="1200"/>
              <a:buChar char="●"/>
            </a:pPr>
            <a:r>
              <a:rPr lang="en" u="sng">
                <a:solidFill>
                  <a:schemeClr val="hlink"/>
                </a:solidFill>
                <a:hlinkClick r:id="rId16"/>
              </a:rPr>
              <a:t>Types of Female Body Shapes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4" name="Shape 1564"/>
        <p:cNvGrpSpPr/>
        <p:nvPr/>
      </p:nvGrpSpPr>
      <p:grpSpPr>
        <a:xfrm>
          <a:off x="0" y="0"/>
          <a:ext cx="0" cy="0"/>
          <a:chOff x="0" y="0"/>
          <a:chExt cx="0" cy="0"/>
        </a:xfrm>
      </p:grpSpPr>
      <p:sp>
        <p:nvSpPr>
          <p:cNvPr id="1565" name="Google Shape;1565;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566" name="Google Shape;1566;p50"/>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0" name="Shape 1570"/>
        <p:cNvGrpSpPr/>
        <p:nvPr/>
      </p:nvGrpSpPr>
      <p:grpSpPr>
        <a:xfrm>
          <a:off x="0" y="0"/>
          <a:ext cx="0" cy="0"/>
          <a:chOff x="0" y="0"/>
          <a:chExt cx="0" cy="0"/>
        </a:xfrm>
      </p:grpSpPr>
      <p:sp>
        <p:nvSpPr>
          <p:cNvPr id="1571" name="Google Shape;1571;p51"/>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572" name="Google Shape;1572;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6" name="Shape 1576"/>
        <p:cNvGrpSpPr/>
        <p:nvPr/>
      </p:nvGrpSpPr>
      <p:grpSpPr>
        <a:xfrm>
          <a:off x="0" y="0"/>
          <a:ext cx="0" cy="0"/>
          <a:chOff x="0" y="0"/>
          <a:chExt cx="0" cy="0"/>
        </a:xfrm>
      </p:grpSpPr>
      <p:sp>
        <p:nvSpPr>
          <p:cNvPr id="1577" name="Google Shape;1577;p52"/>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Frank Ruhl Libre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https://fonts.google.com/specimen/Frank+Ruhl+Libre</a:t>
            </a:r>
            <a:r>
              <a:rPr lang="en" sz="1100">
                <a:solidFill>
                  <a:schemeClr val="lt1"/>
                </a:solidFill>
              </a:rPr>
              <a:t>)</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Chivo</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https://fonts.google.com/specimen/Chivo</a:t>
            </a:r>
            <a:r>
              <a:rPr lang="en" sz="1100">
                <a:solidFill>
                  <a:schemeClr val="lt1"/>
                </a:solidFill>
              </a:rPr>
              <a:t>)</a:t>
            </a:r>
            <a:endParaRPr sz="1100">
              <a:solidFill>
                <a:schemeClr val="lt1"/>
              </a:solidFill>
            </a:endParaRPr>
          </a:p>
        </p:txBody>
      </p:sp>
      <p:sp>
        <p:nvSpPr>
          <p:cNvPr id="1578" name="Google Shape;1578;p52"/>
          <p:cNvSpPr/>
          <p:nvPr/>
        </p:nvSpPr>
        <p:spPr>
          <a:xfrm>
            <a:off x="2583563" y="2947175"/>
            <a:ext cx="791400" cy="754200"/>
          </a:xfrm>
          <a:prstGeom prst="roundRect">
            <a:avLst>
              <a:gd fmla="val 16667" name="adj"/>
            </a:avLst>
          </a:prstGeom>
          <a:solidFill>
            <a:srgbClr val="423E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2"/>
          <p:cNvSpPr/>
          <p:nvPr/>
        </p:nvSpPr>
        <p:spPr>
          <a:xfrm>
            <a:off x="3645382" y="2947175"/>
            <a:ext cx="791400" cy="754200"/>
          </a:xfrm>
          <a:prstGeom prst="roundRect">
            <a:avLst>
              <a:gd fmla="val 16667" name="adj"/>
            </a:avLst>
          </a:prstGeom>
          <a:solidFill>
            <a:srgbClr val="F0F6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2"/>
          <p:cNvSpPr/>
          <p:nvPr/>
        </p:nvSpPr>
        <p:spPr>
          <a:xfrm>
            <a:off x="4707202" y="2947175"/>
            <a:ext cx="791400" cy="754200"/>
          </a:xfrm>
          <a:prstGeom prst="roundRect">
            <a:avLst>
              <a:gd fmla="val 16667" name="adj"/>
            </a:avLst>
          </a:prstGeom>
          <a:solidFill>
            <a:srgbClr val="80808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2"/>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#423e3a</a:t>
            </a:r>
            <a:endParaRPr sz="1000">
              <a:solidFill>
                <a:srgbClr val="FFFFFF"/>
              </a:solidFill>
            </a:endParaRPr>
          </a:p>
        </p:txBody>
      </p:sp>
      <p:sp>
        <p:nvSpPr>
          <p:cNvPr id="1582" name="Google Shape;1582;p52"/>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#f0f6f0</a:t>
            </a:r>
            <a:endParaRPr sz="1000">
              <a:solidFill>
                <a:schemeClr val="dk1"/>
              </a:solidFill>
            </a:endParaRPr>
          </a:p>
        </p:txBody>
      </p:sp>
      <p:sp>
        <p:nvSpPr>
          <p:cNvPr id="1583" name="Google Shape;1583;p52"/>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#808080</a:t>
            </a:r>
            <a:endParaRPr sz="1000">
              <a:solidFill>
                <a:srgbClr val="FFFFFF"/>
              </a:solidFill>
            </a:endParaRPr>
          </a:p>
        </p:txBody>
      </p:sp>
      <p:sp>
        <p:nvSpPr>
          <p:cNvPr id="1584" name="Google Shape;1584;p52"/>
          <p:cNvSpPr/>
          <p:nvPr/>
        </p:nvSpPr>
        <p:spPr>
          <a:xfrm>
            <a:off x="5769038" y="2947175"/>
            <a:ext cx="791400" cy="754200"/>
          </a:xfrm>
          <a:prstGeom prst="roundRect">
            <a:avLst>
              <a:gd fmla="val 16667" name="adj"/>
            </a:avLst>
          </a:prstGeom>
          <a:solidFill>
            <a:srgbClr val="A46E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2"/>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#a46e5e</a:t>
            </a:r>
            <a:endParaRPr sz="1000">
              <a:solidFill>
                <a:srgbClr val="FFFFFF"/>
              </a:solidFill>
            </a:endParaRPr>
          </a:p>
        </p:txBody>
      </p:sp>
      <p:sp>
        <p:nvSpPr>
          <p:cNvPr id="1586" name="Google Shape;1586;p52"/>
          <p:cNvSpPr/>
          <p:nvPr/>
        </p:nvSpPr>
        <p:spPr>
          <a:xfrm>
            <a:off x="3114475" y="3878275"/>
            <a:ext cx="791400" cy="754200"/>
          </a:xfrm>
          <a:prstGeom prst="roundRect">
            <a:avLst>
              <a:gd fmla="val 16667" name="adj"/>
            </a:avLst>
          </a:prstGeom>
          <a:solidFill>
            <a:srgbClr val="E9B5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2"/>
          <p:cNvSpPr/>
          <p:nvPr/>
        </p:nvSpPr>
        <p:spPr>
          <a:xfrm>
            <a:off x="4176295" y="3878275"/>
            <a:ext cx="791400" cy="754200"/>
          </a:xfrm>
          <a:prstGeom prst="roundRect">
            <a:avLst>
              <a:gd fmla="val 16667" name="adj"/>
            </a:avLst>
          </a:prstGeom>
          <a:solidFill>
            <a:srgbClr val="DECD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2"/>
          <p:cNvSpPr/>
          <p:nvPr/>
        </p:nvSpPr>
        <p:spPr>
          <a:xfrm>
            <a:off x="5238114" y="3878275"/>
            <a:ext cx="791400" cy="754200"/>
          </a:xfrm>
          <a:prstGeom prst="roundRect">
            <a:avLst>
              <a:gd fmla="val 16667" name="adj"/>
            </a:avLst>
          </a:prstGeom>
          <a:solidFill>
            <a:srgbClr val="9CB1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2"/>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#e9b5b0</a:t>
            </a:r>
            <a:endParaRPr sz="1000">
              <a:solidFill>
                <a:schemeClr val="dk1"/>
              </a:solidFill>
            </a:endParaRPr>
          </a:p>
        </p:txBody>
      </p:sp>
      <p:sp>
        <p:nvSpPr>
          <p:cNvPr id="1590" name="Google Shape;1590;p52"/>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#decdb3</a:t>
            </a:r>
            <a:endParaRPr sz="1000">
              <a:solidFill>
                <a:schemeClr val="dk1"/>
              </a:solidFill>
            </a:endParaRPr>
          </a:p>
        </p:txBody>
      </p:sp>
      <p:sp>
        <p:nvSpPr>
          <p:cNvPr id="1591" name="Google Shape;1591;p52"/>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#9cb1a8</a:t>
            </a:r>
            <a:endParaRPr sz="1000">
              <a:solidFill>
                <a:schemeClr val="dk1"/>
              </a:solidFill>
            </a:endParaRPr>
          </a:p>
        </p:txBody>
      </p:sp>
      <p:sp>
        <p:nvSpPr>
          <p:cNvPr id="1592" name="Google Shape;1592;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6" name="Shape 1596"/>
        <p:cNvGrpSpPr/>
        <p:nvPr/>
      </p:nvGrpSpPr>
      <p:grpSpPr>
        <a:xfrm>
          <a:off x="0" y="0"/>
          <a:ext cx="0" cy="0"/>
          <a:chOff x="0" y="0"/>
          <a:chExt cx="0" cy="0"/>
        </a:xfrm>
      </p:grpSpPr>
      <p:sp>
        <p:nvSpPr>
          <p:cNvPr id="1597" name="Google Shape;1597;p53"/>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598" name="Google Shape;1598;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599" name="Google Shape;1599;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00" name="Google Shape;1600;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601" name="Google Shape;1601;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602" name="Google Shape;1602;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603" name="Google Shape;1603;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604" name="Google Shape;1604;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05" name="Google Shape;1605;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06" name="Google Shape;1606;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07" name="Google Shape;1607;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08" name="Google Shape;1608;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2" name="Shape 1612"/>
        <p:cNvGrpSpPr/>
        <p:nvPr/>
      </p:nvGrpSpPr>
      <p:grpSpPr>
        <a:xfrm>
          <a:off x="0" y="0"/>
          <a:ext cx="0" cy="0"/>
          <a:chOff x="0" y="0"/>
          <a:chExt cx="0" cy="0"/>
        </a:xfrm>
      </p:grpSpPr>
      <p:grpSp>
        <p:nvGrpSpPr>
          <p:cNvPr id="1613" name="Google Shape;1613;p54"/>
          <p:cNvGrpSpPr/>
          <p:nvPr/>
        </p:nvGrpSpPr>
        <p:grpSpPr>
          <a:xfrm>
            <a:off x="5048544" y="3019584"/>
            <a:ext cx="442841" cy="514271"/>
            <a:chOff x="4727025" y="1332775"/>
            <a:chExt cx="59900" cy="69625"/>
          </a:xfrm>
        </p:grpSpPr>
        <p:sp>
          <p:nvSpPr>
            <p:cNvPr id="1614" name="Google Shape;1614;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54"/>
          <p:cNvGrpSpPr/>
          <p:nvPr/>
        </p:nvGrpSpPr>
        <p:grpSpPr>
          <a:xfrm>
            <a:off x="5723860" y="2267072"/>
            <a:ext cx="500909" cy="500899"/>
            <a:chOff x="4820425" y="1329900"/>
            <a:chExt cx="70175" cy="70350"/>
          </a:xfrm>
        </p:grpSpPr>
        <p:sp>
          <p:nvSpPr>
            <p:cNvPr id="1617" name="Google Shape;1617;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54"/>
          <p:cNvGrpSpPr/>
          <p:nvPr/>
        </p:nvGrpSpPr>
        <p:grpSpPr>
          <a:xfrm>
            <a:off x="6376484" y="2278862"/>
            <a:ext cx="538135" cy="493119"/>
            <a:chOff x="4903200" y="1331525"/>
            <a:chExt cx="73575" cy="67425"/>
          </a:xfrm>
        </p:grpSpPr>
        <p:sp>
          <p:nvSpPr>
            <p:cNvPr id="1622" name="Google Shape;1622;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23" name="Google Shape;1623;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54"/>
          <p:cNvGrpSpPr/>
          <p:nvPr/>
        </p:nvGrpSpPr>
        <p:grpSpPr>
          <a:xfrm>
            <a:off x="5636435" y="3020840"/>
            <a:ext cx="544563" cy="511895"/>
            <a:chOff x="4815575" y="1416800"/>
            <a:chExt cx="73750" cy="71400"/>
          </a:xfrm>
        </p:grpSpPr>
        <p:sp>
          <p:nvSpPr>
            <p:cNvPr id="1625" name="Google Shape;1625;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54"/>
          <p:cNvGrpSpPr/>
          <p:nvPr/>
        </p:nvGrpSpPr>
        <p:grpSpPr>
          <a:xfrm>
            <a:off x="6333060" y="3020546"/>
            <a:ext cx="602914" cy="512477"/>
            <a:chOff x="4902475" y="1418875"/>
            <a:chExt cx="74500" cy="63775"/>
          </a:xfrm>
        </p:grpSpPr>
        <p:sp>
          <p:nvSpPr>
            <p:cNvPr id="1629" name="Google Shape;1629;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54"/>
          <p:cNvGrpSpPr/>
          <p:nvPr/>
        </p:nvGrpSpPr>
        <p:grpSpPr>
          <a:xfrm>
            <a:off x="5748932" y="3759785"/>
            <a:ext cx="515391" cy="525699"/>
            <a:chOff x="4818100" y="1507675"/>
            <a:chExt cx="71225" cy="71625"/>
          </a:xfrm>
        </p:grpSpPr>
        <p:sp>
          <p:nvSpPr>
            <p:cNvPr id="1632" name="Google Shape;1632;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54"/>
          <p:cNvGrpSpPr/>
          <p:nvPr/>
        </p:nvGrpSpPr>
        <p:grpSpPr>
          <a:xfrm>
            <a:off x="5087034" y="3781317"/>
            <a:ext cx="522956" cy="489869"/>
            <a:chOff x="4721450" y="1509475"/>
            <a:chExt cx="79350" cy="74325"/>
          </a:xfrm>
        </p:grpSpPr>
        <p:sp>
          <p:nvSpPr>
            <p:cNvPr id="1637" name="Google Shape;1637;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 name="Google Shape;1641;p54"/>
          <p:cNvGrpSpPr/>
          <p:nvPr/>
        </p:nvGrpSpPr>
        <p:grpSpPr>
          <a:xfrm>
            <a:off x="6410277" y="3761069"/>
            <a:ext cx="525704" cy="535436"/>
            <a:chOff x="4906800" y="1507500"/>
            <a:chExt cx="70350" cy="71075"/>
          </a:xfrm>
        </p:grpSpPr>
        <p:sp>
          <p:nvSpPr>
            <p:cNvPr id="1642" name="Google Shape;1642;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54"/>
          <p:cNvGrpSpPr/>
          <p:nvPr/>
        </p:nvGrpSpPr>
        <p:grpSpPr>
          <a:xfrm>
            <a:off x="4443099" y="2267050"/>
            <a:ext cx="508054" cy="508095"/>
            <a:chOff x="3736598" y="2170606"/>
            <a:chExt cx="404889" cy="404889"/>
          </a:xfrm>
        </p:grpSpPr>
        <p:sp>
          <p:nvSpPr>
            <p:cNvPr id="1648" name="Google Shape;1648;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54"/>
          <p:cNvGrpSpPr/>
          <p:nvPr/>
        </p:nvGrpSpPr>
        <p:grpSpPr>
          <a:xfrm>
            <a:off x="3731139" y="2267145"/>
            <a:ext cx="575790" cy="507904"/>
            <a:chOff x="3161917" y="2170682"/>
            <a:chExt cx="458870" cy="404737"/>
          </a:xfrm>
        </p:grpSpPr>
        <p:sp>
          <p:nvSpPr>
            <p:cNvPr id="1653" name="Google Shape;1653;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54" name="Google Shape;1654;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 name="Google Shape;1656;p54"/>
          <p:cNvGrpSpPr/>
          <p:nvPr/>
        </p:nvGrpSpPr>
        <p:grpSpPr>
          <a:xfrm>
            <a:off x="3758669" y="3027517"/>
            <a:ext cx="520730" cy="498567"/>
            <a:chOff x="3179914" y="2889488"/>
            <a:chExt cx="422876" cy="404911"/>
          </a:xfrm>
        </p:grpSpPr>
        <p:sp>
          <p:nvSpPr>
            <p:cNvPr id="1657" name="Google Shape;1657;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54"/>
          <p:cNvGrpSpPr/>
          <p:nvPr/>
        </p:nvGrpSpPr>
        <p:grpSpPr>
          <a:xfrm>
            <a:off x="4387349" y="3027477"/>
            <a:ext cx="516145" cy="498648"/>
            <a:chOff x="3729467" y="2889422"/>
            <a:chExt cx="419153" cy="404977"/>
          </a:xfrm>
        </p:grpSpPr>
        <p:sp>
          <p:nvSpPr>
            <p:cNvPr id="1664" name="Google Shape;1664;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 name="Google Shape;1671;p54"/>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54"/>
          <p:cNvGrpSpPr/>
          <p:nvPr/>
        </p:nvGrpSpPr>
        <p:grpSpPr>
          <a:xfrm>
            <a:off x="7107677" y="2474362"/>
            <a:ext cx="166473" cy="141497"/>
            <a:chOff x="4660325" y="1866850"/>
            <a:chExt cx="68350" cy="58100"/>
          </a:xfrm>
        </p:grpSpPr>
        <p:sp>
          <p:nvSpPr>
            <p:cNvPr id="1676" name="Google Shape;1676;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54"/>
          <p:cNvGrpSpPr/>
          <p:nvPr/>
        </p:nvGrpSpPr>
        <p:grpSpPr>
          <a:xfrm>
            <a:off x="7417022" y="2500086"/>
            <a:ext cx="162515" cy="90049"/>
            <a:chOff x="4791775" y="1877500"/>
            <a:chExt cx="66725" cy="36975"/>
          </a:xfrm>
        </p:grpSpPr>
        <p:sp>
          <p:nvSpPr>
            <p:cNvPr id="1679" name="Google Shape;1679;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 name="Google Shape;1681;p54"/>
          <p:cNvGrpSpPr/>
          <p:nvPr/>
        </p:nvGrpSpPr>
        <p:grpSpPr>
          <a:xfrm>
            <a:off x="7738734" y="2500086"/>
            <a:ext cx="144979" cy="90049"/>
            <a:chOff x="4923925" y="1877500"/>
            <a:chExt cx="59525" cy="36975"/>
          </a:xfrm>
        </p:grpSpPr>
        <p:sp>
          <p:nvSpPr>
            <p:cNvPr id="1682" name="Google Shape;1682;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54"/>
          <p:cNvGrpSpPr/>
          <p:nvPr/>
        </p:nvGrpSpPr>
        <p:grpSpPr>
          <a:xfrm>
            <a:off x="8033226" y="2482277"/>
            <a:ext cx="141447" cy="125667"/>
            <a:chOff x="5058450" y="1870100"/>
            <a:chExt cx="58075" cy="51600"/>
          </a:xfrm>
        </p:grpSpPr>
        <p:sp>
          <p:nvSpPr>
            <p:cNvPr id="1685" name="Google Shape;1685;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54"/>
          <p:cNvGrpSpPr/>
          <p:nvPr/>
        </p:nvGrpSpPr>
        <p:grpSpPr>
          <a:xfrm>
            <a:off x="7447741" y="2904685"/>
            <a:ext cx="101077" cy="107645"/>
            <a:chOff x="4811425" y="2065025"/>
            <a:chExt cx="41500" cy="44200"/>
          </a:xfrm>
        </p:grpSpPr>
        <p:sp>
          <p:nvSpPr>
            <p:cNvPr id="1688" name="Google Shape;1688;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54"/>
          <p:cNvGrpSpPr/>
          <p:nvPr/>
        </p:nvGrpSpPr>
        <p:grpSpPr>
          <a:xfrm>
            <a:off x="7740178" y="2904898"/>
            <a:ext cx="120867" cy="107218"/>
            <a:chOff x="4929875" y="2065025"/>
            <a:chExt cx="49625" cy="44025"/>
          </a:xfrm>
        </p:grpSpPr>
        <p:sp>
          <p:nvSpPr>
            <p:cNvPr id="1691" name="Google Shape;1691;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4"/>
          <p:cNvGrpSpPr/>
          <p:nvPr/>
        </p:nvGrpSpPr>
        <p:grpSpPr>
          <a:xfrm>
            <a:off x="8068847" y="2907912"/>
            <a:ext cx="70206" cy="101191"/>
            <a:chOff x="5083925" y="2066350"/>
            <a:chExt cx="28825" cy="41550"/>
          </a:xfrm>
        </p:grpSpPr>
        <p:sp>
          <p:nvSpPr>
            <p:cNvPr id="1694" name="Google Shape;1694;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54"/>
          <p:cNvGrpSpPr/>
          <p:nvPr/>
        </p:nvGrpSpPr>
        <p:grpSpPr>
          <a:xfrm>
            <a:off x="7100401" y="2923559"/>
            <a:ext cx="181026" cy="69896"/>
            <a:chOff x="4659775" y="2072775"/>
            <a:chExt cx="74325" cy="28700"/>
          </a:xfrm>
        </p:grpSpPr>
        <p:sp>
          <p:nvSpPr>
            <p:cNvPr id="1697" name="Google Shape;1697;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54"/>
          <p:cNvGrpSpPr/>
          <p:nvPr/>
        </p:nvGrpSpPr>
        <p:grpSpPr>
          <a:xfrm>
            <a:off x="8020257" y="2714124"/>
            <a:ext cx="167387" cy="89197"/>
            <a:chOff x="4662475" y="1976500"/>
            <a:chExt cx="68725" cy="36625"/>
          </a:xfrm>
        </p:grpSpPr>
        <p:sp>
          <p:nvSpPr>
            <p:cNvPr id="1701" name="Google Shape;1701;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54"/>
          <p:cNvGrpSpPr/>
          <p:nvPr/>
        </p:nvGrpSpPr>
        <p:grpSpPr>
          <a:xfrm>
            <a:off x="7717162" y="2717564"/>
            <a:ext cx="166899" cy="82317"/>
            <a:chOff x="4920150" y="1977875"/>
            <a:chExt cx="68525" cy="33800"/>
          </a:xfrm>
        </p:grpSpPr>
        <p:sp>
          <p:nvSpPr>
            <p:cNvPr id="1705" name="Google Shape;1705;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54"/>
          <p:cNvGrpSpPr/>
          <p:nvPr/>
        </p:nvGrpSpPr>
        <p:grpSpPr>
          <a:xfrm>
            <a:off x="7128319" y="3121482"/>
            <a:ext cx="125190" cy="127858"/>
            <a:chOff x="4676550" y="2160575"/>
            <a:chExt cx="51400" cy="52500"/>
          </a:xfrm>
        </p:grpSpPr>
        <p:sp>
          <p:nvSpPr>
            <p:cNvPr id="1709" name="Google Shape;1709;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54"/>
          <p:cNvGrpSpPr/>
          <p:nvPr/>
        </p:nvGrpSpPr>
        <p:grpSpPr>
          <a:xfrm>
            <a:off x="7425577" y="3128514"/>
            <a:ext cx="145405" cy="113794"/>
            <a:chOff x="4768325" y="2163475"/>
            <a:chExt cx="59700" cy="46725"/>
          </a:xfrm>
        </p:grpSpPr>
        <p:sp>
          <p:nvSpPr>
            <p:cNvPr id="1713" name="Google Shape;1713;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54"/>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 name="Google Shape;1721;p54"/>
          <p:cNvGrpSpPr/>
          <p:nvPr/>
        </p:nvGrpSpPr>
        <p:grpSpPr>
          <a:xfrm>
            <a:off x="7441895" y="3383608"/>
            <a:ext cx="112768" cy="106853"/>
            <a:chOff x="4768575" y="2253950"/>
            <a:chExt cx="46300" cy="43875"/>
          </a:xfrm>
        </p:grpSpPr>
        <p:sp>
          <p:nvSpPr>
            <p:cNvPr id="1722" name="Google Shape;1722;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54"/>
          <p:cNvGrpSpPr/>
          <p:nvPr/>
        </p:nvGrpSpPr>
        <p:grpSpPr>
          <a:xfrm>
            <a:off x="7741518" y="3872634"/>
            <a:ext cx="118187" cy="146246"/>
            <a:chOff x="4960900" y="2433225"/>
            <a:chExt cx="48525" cy="60050"/>
          </a:xfrm>
        </p:grpSpPr>
        <p:sp>
          <p:nvSpPr>
            <p:cNvPr id="1725" name="Google Shape;1725;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54"/>
          <p:cNvGrpSpPr/>
          <p:nvPr/>
        </p:nvGrpSpPr>
        <p:grpSpPr>
          <a:xfrm>
            <a:off x="7430083" y="4136695"/>
            <a:ext cx="136394" cy="143810"/>
            <a:chOff x="4854075" y="2527625"/>
            <a:chExt cx="56000" cy="59050"/>
          </a:xfrm>
        </p:grpSpPr>
        <p:sp>
          <p:nvSpPr>
            <p:cNvPr id="1728" name="Google Shape;1728;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 name="Google Shape;1730;p54"/>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 name="Google Shape;1733;p54"/>
          <p:cNvGrpSpPr/>
          <p:nvPr/>
        </p:nvGrpSpPr>
        <p:grpSpPr>
          <a:xfrm>
            <a:off x="8054294" y="3600439"/>
            <a:ext cx="99312" cy="160797"/>
            <a:chOff x="5059700" y="2334775"/>
            <a:chExt cx="40775" cy="66025"/>
          </a:xfrm>
        </p:grpSpPr>
        <p:sp>
          <p:nvSpPr>
            <p:cNvPr id="1734" name="Google Shape;1734;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 name="Google Shape;1743;p54"/>
          <p:cNvGrpSpPr/>
          <p:nvPr/>
        </p:nvGrpSpPr>
        <p:grpSpPr>
          <a:xfrm>
            <a:off x="8011458" y="3865571"/>
            <a:ext cx="184984" cy="160371"/>
            <a:chOff x="5037700" y="2430325"/>
            <a:chExt cx="75950" cy="65850"/>
          </a:xfrm>
        </p:grpSpPr>
        <p:sp>
          <p:nvSpPr>
            <p:cNvPr id="1744" name="Google Shape;1744;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4"/>
          <p:cNvGrpSpPr/>
          <p:nvPr/>
        </p:nvGrpSpPr>
        <p:grpSpPr>
          <a:xfrm>
            <a:off x="7430964" y="3632023"/>
            <a:ext cx="173014" cy="97629"/>
            <a:chOff x="4756975" y="2341800"/>
            <a:chExt cx="91975" cy="51925"/>
          </a:xfrm>
        </p:grpSpPr>
        <p:sp>
          <p:nvSpPr>
            <p:cNvPr id="1747" name="Google Shape;1747;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54"/>
          <p:cNvGrpSpPr/>
          <p:nvPr/>
        </p:nvGrpSpPr>
        <p:grpSpPr>
          <a:xfrm>
            <a:off x="7697901" y="4120720"/>
            <a:ext cx="212497" cy="175761"/>
            <a:chOff x="4943575" y="2516350"/>
            <a:chExt cx="98675" cy="81700"/>
          </a:xfrm>
        </p:grpSpPr>
        <p:sp>
          <p:nvSpPr>
            <p:cNvPr id="1768" name="Google Shape;1768;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54"/>
          <p:cNvGrpSpPr/>
          <p:nvPr/>
        </p:nvGrpSpPr>
        <p:grpSpPr>
          <a:xfrm>
            <a:off x="1955962" y="3346963"/>
            <a:ext cx="965351" cy="134611"/>
            <a:chOff x="4411970" y="2962952"/>
            <a:chExt cx="706544" cy="104212"/>
          </a:xfrm>
        </p:grpSpPr>
        <p:sp>
          <p:nvSpPr>
            <p:cNvPr id="1847" name="Google Shape;1847;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54"/>
          <p:cNvGrpSpPr/>
          <p:nvPr/>
        </p:nvGrpSpPr>
        <p:grpSpPr>
          <a:xfrm>
            <a:off x="1955962" y="2935877"/>
            <a:ext cx="960158" cy="289172"/>
            <a:chOff x="4411970" y="2726085"/>
            <a:chExt cx="643107" cy="193659"/>
          </a:xfrm>
        </p:grpSpPr>
        <p:sp>
          <p:nvSpPr>
            <p:cNvPr id="1852" name="Google Shape;1852;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54"/>
          <p:cNvGrpSpPr/>
          <p:nvPr/>
        </p:nvGrpSpPr>
        <p:grpSpPr>
          <a:xfrm>
            <a:off x="958854" y="3201987"/>
            <a:ext cx="833173" cy="259209"/>
            <a:chOff x="4411970" y="4340222"/>
            <a:chExt cx="779467" cy="242683"/>
          </a:xfrm>
        </p:grpSpPr>
        <p:sp>
          <p:nvSpPr>
            <p:cNvPr id="1856" name="Google Shape;1856;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4"/>
          <p:cNvGrpSpPr/>
          <p:nvPr/>
        </p:nvGrpSpPr>
        <p:grpSpPr>
          <a:xfrm>
            <a:off x="1955962" y="2597733"/>
            <a:ext cx="965160" cy="216230"/>
            <a:chOff x="4411970" y="2468674"/>
            <a:chExt cx="747317" cy="167425"/>
          </a:xfrm>
        </p:grpSpPr>
        <p:sp>
          <p:nvSpPr>
            <p:cNvPr id="1860" name="Google Shape;1860;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54"/>
          <p:cNvGrpSpPr/>
          <p:nvPr/>
        </p:nvGrpSpPr>
        <p:grpSpPr>
          <a:xfrm>
            <a:off x="954709" y="2502450"/>
            <a:ext cx="810451" cy="319148"/>
            <a:chOff x="4411970" y="3686602"/>
            <a:chExt cx="797845" cy="314215"/>
          </a:xfrm>
        </p:grpSpPr>
        <p:sp>
          <p:nvSpPr>
            <p:cNvPr id="1863" name="Google Shape;1863;p5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 name="Google Shape;1868;p54"/>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9" name="Google Shape;1869;p54"/>
          <p:cNvGrpSpPr/>
          <p:nvPr/>
        </p:nvGrpSpPr>
        <p:grpSpPr>
          <a:xfrm>
            <a:off x="954806" y="2256974"/>
            <a:ext cx="1970333" cy="208784"/>
            <a:chOff x="6336019" y="3733725"/>
            <a:chExt cx="2566206" cy="351310"/>
          </a:xfrm>
        </p:grpSpPr>
        <p:sp>
          <p:nvSpPr>
            <p:cNvPr id="1870" name="Google Shape;1870;p5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54"/>
          <p:cNvGrpSpPr/>
          <p:nvPr/>
        </p:nvGrpSpPr>
        <p:grpSpPr>
          <a:xfrm>
            <a:off x="1955962" y="3864529"/>
            <a:ext cx="946551" cy="153200"/>
            <a:chOff x="4404545" y="3301592"/>
            <a:chExt cx="782403" cy="129272"/>
          </a:xfrm>
        </p:grpSpPr>
        <p:sp>
          <p:nvSpPr>
            <p:cNvPr id="1875" name="Google Shape;1875;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54"/>
          <p:cNvGrpSpPr/>
          <p:nvPr/>
        </p:nvGrpSpPr>
        <p:grpSpPr>
          <a:xfrm>
            <a:off x="1955962" y="3603488"/>
            <a:ext cx="962257" cy="139127"/>
            <a:chOff x="4411970" y="3131459"/>
            <a:chExt cx="710520" cy="117397"/>
          </a:xfrm>
        </p:grpSpPr>
        <p:sp>
          <p:nvSpPr>
            <p:cNvPr id="1878" name="Google Shape;1878;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80" name="Google Shape;1880;p54"/>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 name="Google Shape;1881;p54"/>
          <p:cNvGrpSpPr/>
          <p:nvPr/>
        </p:nvGrpSpPr>
        <p:grpSpPr>
          <a:xfrm>
            <a:off x="956107" y="3538282"/>
            <a:ext cx="823838" cy="458988"/>
            <a:chOff x="4411970" y="1801825"/>
            <a:chExt cx="734586" cy="409262"/>
          </a:xfrm>
        </p:grpSpPr>
        <p:sp>
          <p:nvSpPr>
            <p:cNvPr id="1882" name="Google Shape;1882;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54"/>
          <p:cNvGrpSpPr/>
          <p:nvPr/>
        </p:nvGrpSpPr>
        <p:grpSpPr>
          <a:xfrm>
            <a:off x="956107" y="4086708"/>
            <a:ext cx="856348" cy="212039"/>
            <a:chOff x="4411970" y="2233974"/>
            <a:chExt cx="763574" cy="189068"/>
          </a:xfrm>
        </p:grpSpPr>
        <p:sp>
          <p:nvSpPr>
            <p:cNvPr id="1885" name="Google Shape;1885;p5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54"/>
          <p:cNvGrpSpPr/>
          <p:nvPr/>
        </p:nvGrpSpPr>
        <p:grpSpPr>
          <a:xfrm>
            <a:off x="3066303" y="2262044"/>
            <a:ext cx="511602" cy="511602"/>
            <a:chOff x="5681300" y="2527788"/>
            <a:chExt cx="805800" cy="805800"/>
          </a:xfrm>
        </p:grpSpPr>
        <p:sp>
          <p:nvSpPr>
            <p:cNvPr id="1888" name="Google Shape;1888;p5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 name="Google Shape;1890;p54"/>
          <p:cNvGrpSpPr/>
          <p:nvPr/>
        </p:nvGrpSpPr>
        <p:grpSpPr>
          <a:xfrm>
            <a:off x="3063497" y="3028627"/>
            <a:ext cx="513021" cy="512935"/>
            <a:chOff x="4049800" y="640400"/>
            <a:chExt cx="858900" cy="858900"/>
          </a:xfrm>
        </p:grpSpPr>
        <p:sp>
          <p:nvSpPr>
            <p:cNvPr id="1891" name="Google Shape;1891;p5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54"/>
          <p:cNvGrpSpPr/>
          <p:nvPr/>
        </p:nvGrpSpPr>
        <p:grpSpPr>
          <a:xfrm>
            <a:off x="2980696" y="3680519"/>
            <a:ext cx="686489" cy="686585"/>
            <a:chOff x="5080188" y="927900"/>
            <a:chExt cx="961200" cy="961200"/>
          </a:xfrm>
        </p:grpSpPr>
        <p:sp>
          <p:nvSpPr>
            <p:cNvPr id="1894" name="Google Shape;1894;p5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4"/>
          <p:cNvGrpSpPr/>
          <p:nvPr/>
        </p:nvGrpSpPr>
        <p:grpSpPr>
          <a:xfrm>
            <a:off x="3763848" y="3773248"/>
            <a:ext cx="510373" cy="510937"/>
            <a:chOff x="7508249" y="1522825"/>
            <a:chExt cx="1326332" cy="1322987"/>
          </a:xfrm>
        </p:grpSpPr>
        <p:sp>
          <p:nvSpPr>
            <p:cNvPr id="1903" name="Google Shape;1903;p5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54"/>
          <p:cNvGrpSpPr/>
          <p:nvPr/>
        </p:nvGrpSpPr>
        <p:grpSpPr>
          <a:xfrm>
            <a:off x="4455441" y="3774653"/>
            <a:ext cx="492652" cy="503348"/>
            <a:chOff x="6039282" y="1042577"/>
            <a:chExt cx="734315" cy="731929"/>
          </a:xfrm>
        </p:grpSpPr>
        <p:sp>
          <p:nvSpPr>
            <p:cNvPr id="1914" name="Google Shape;1914;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54"/>
          <p:cNvGrpSpPr/>
          <p:nvPr/>
        </p:nvGrpSpPr>
        <p:grpSpPr>
          <a:xfrm>
            <a:off x="5095855" y="2270694"/>
            <a:ext cx="483304" cy="504902"/>
            <a:chOff x="1825800" y="1651625"/>
            <a:chExt cx="568125" cy="591775"/>
          </a:xfrm>
        </p:grpSpPr>
        <p:sp>
          <p:nvSpPr>
            <p:cNvPr id="1936" name="Google Shape;1936;p5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 name="Google Shape;1942;p54"/>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947" name="Google Shape;1947;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1" name="Shape 1951"/>
        <p:cNvGrpSpPr/>
        <p:nvPr/>
      </p:nvGrpSpPr>
      <p:grpSpPr>
        <a:xfrm>
          <a:off x="0" y="0"/>
          <a:ext cx="0" cy="0"/>
          <a:chOff x="0" y="0"/>
          <a:chExt cx="0" cy="0"/>
        </a:xfrm>
      </p:grpSpPr>
      <p:grpSp>
        <p:nvGrpSpPr>
          <p:cNvPr id="1952" name="Google Shape;1952;p55"/>
          <p:cNvGrpSpPr/>
          <p:nvPr/>
        </p:nvGrpSpPr>
        <p:grpSpPr>
          <a:xfrm>
            <a:off x="722059" y="955168"/>
            <a:ext cx="2492868" cy="1379876"/>
            <a:chOff x="2654821" y="2311071"/>
            <a:chExt cx="2279715" cy="1262120"/>
          </a:xfrm>
        </p:grpSpPr>
        <p:grpSp>
          <p:nvGrpSpPr>
            <p:cNvPr id="1953" name="Google Shape;1953;p55"/>
            <p:cNvGrpSpPr/>
            <p:nvPr/>
          </p:nvGrpSpPr>
          <p:grpSpPr>
            <a:xfrm>
              <a:off x="4034269" y="2840745"/>
              <a:ext cx="40212" cy="36437"/>
              <a:chOff x="4293400" y="2574725"/>
              <a:chExt cx="84425" cy="80100"/>
            </a:xfrm>
          </p:grpSpPr>
          <p:sp>
            <p:nvSpPr>
              <p:cNvPr id="1954" name="Google Shape;1954;p5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55" name="Google Shape;1955;p5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 name="Google Shape;1956;p55"/>
            <p:cNvGrpSpPr/>
            <p:nvPr/>
          </p:nvGrpSpPr>
          <p:grpSpPr>
            <a:xfrm>
              <a:off x="3894606" y="2334874"/>
              <a:ext cx="913198" cy="518984"/>
              <a:chOff x="4000175" y="1462675"/>
              <a:chExt cx="1917275" cy="1140875"/>
            </a:xfrm>
          </p:grpSpPr>
          <p:sp>
            <p:nvSpPr>
              <p:cNvPr id="1957" name="Google Shape;1957;p5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58" name="Google Shape;1958;p55"/>
              <p:cNvGrpSpPr/>
              <p:nvPr/>
            </p:nvGrpSpPr>
            <p:grpSpPr>
              <a:xfrm>
                <a:off x="4000175" y="1462675"/>
                <a:ext cx="1917275" cy="1140875"/>
                <a:chOff x="4000175" y="1462675"/>
                <a:chExt cx="1917275" cy="1140875"/>
              </a:xfrm>
            </p:grpSpPr>
            <p:sp>
              <p:nvSpPr>
                <p:cNvPr id="1959" name="Google Shape;1959;p5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60" name="Google Shape;1960;p5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64" name="Google Shape;1964;p5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5" name="Google Shape;1965;p55"/>
            <p:cNvGrpSpPr/>
            <p:nvPr/>
          </p:nvGrpSpPr>
          <p:grpSpPr>
            <a:xfrm>
              <a:off x="3875768" y="2846704"/>
              <a:ext cx="44796" cy="47366"/>
              <a:chOff x="3960625" y="2587825"/>
              <a:chExt cx="94050" cy="104125"/>
            </a:xfrm>
          </p:grpSpPr>
          <p:sp>
            <p:nvSpPr>
              <p:cNvPr id="1966" name="Google Shape;1966;p5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67" name="Google Shape;1967;p5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5"/>
            <p:cNvGrpSpPr/>
            <p:nvPr/>
          </p:nvGrpSpPr>
          <p:grpSpPr>
            <a:xfrm>
              <a:off x="3782759" y="2807162"/>
              <a:ext cx="82686" cy="85487"/>
              <a:chOff x="3765350" y="2500900"/>
              <a:chExt cx="173600" cy="187925"/>
            </a:xfrm>
          </p:grpSpPr>
          <p:sp>
            <p:nvSpPr>
              <p:cNvPr id="1969" name="Google Shape;1969;p5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70" name="Google Shape;1970;p5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5"/>
            <p:cNvGrpSpPr/>
            <p:nvPr/>
          </p:nvGrpSpPr>
          <p:grpSpPr>
            <a:xfrm>
              <a:off x="3775674" y="2798496"/>
              <a:ext cx="40545" cy="23564"/>
              <a:chOff x="3750475" y="2481850"/>
              <a:chExt cx="85125" cy="51800"/>
            </a:xfrm>
          </p:grpSpPr>
          <p:sp>
            <p:nvSpPr>
              <p:cNvPr id="1976" name="Google Shape;1976;p5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78" name="Google Shape;1978;p55"/>
            <p:cNvGrpSpPr/>
            <p:nvPr/>
          </p:nvGrpSpPr>
          <p:grpSpPr>
            <a:xfrm>
              <a:off x="3716946" y="2776024"/>
              <a:ext cx="81971" cy="76912"/>
              <a:chOff x="3627175" y="2432450"/>
              <a:chExt cx="172100" cy="169075"/>
            </a:xfrm>
          </p:grpSpPr>
          <p:sp>
            <p:nvSpPr>
              <p:cNvPr id="1979" name="Google Shape;1979;p5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81" name="Google Shape;1981;p5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82" name="Google Shape;1982;p55"/>
            <p:cNvGrpSpPr/>
            <p:nvPr/>
          </p:nvGrpSpPr>
          <p:grpSpPr>
            <a:xfrm>
              <a:off x="3685682" y="2845624"/>
              <a:ext cx="29311" cy="45055"/>
              <a:chOff x="3561536" y="2585450"/>
              <a:chExt cx="61539" cy="99045"/>
            </a:xfrm>
          </p:grpSpPr>
          <p:sp>
            <p:nvSpPr>
              <p:cNvPr id="1983" name="Google Shape;1983;p5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85" name="Google Shape;1985;p55"/>
            <p:cNvGrpSpPr/>
            <p:nvPr/>
          </p:nvGrpSpPr>
          <p:grpSpPr>
            <a:xfrm>
              <a:off x="3849905" y="2572252"/>
              <a:ext cx="74339" cy="119559"/>
              <a:chOff x="3906325" y="1984500"/>
              <a:chExt cx="156075" cy="262825"/>
            </a:xfrm>
          </p:grpSpPr>
          <p:sp>
            <p:nvSpPr>
              <p:cNvPr id="1986" name="Google Shape;1986;p5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87" name="Google Shape;1987;p5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55"/>
            <p:cNvGrpSpPr/>
            <p:nvPr/>
          </p:nvGrpSpPr>
          <p:grpSpPr>
            <a:xfrm>
              <a:off x="2654821" y="2414345"/>
              <a:ext cx="667570" cy="558731"/>
              <a:chOff x="1397225" y="1637375"/>
              <a:chExt cx="1401575" cy="1228250"/>
            </a:xfrm>
          </p:grpSpPr>
          <p:sp>
            <p:nvSpPr>
              <p:cNvPr id="1989" name="Google Shape;1989;p5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90" name="Google Shape;1990;p55"/>
              <p:cNvGrpSpPr/>
              <p:nvPr/>
            </p:nvGrpSpPr>
            <p:grpSpPr>
              <a:xfrm>
                <a:off x="1397225" y="1637375"/>
                <a:ext cx="1398775" cy="1228250"/>
                <a:chOff x="1397225" y="1637375"/>
                <a:chExt cx="1398775" cy="1228250"/>
              </a:xfrm>
            </p:grpSpPr>
            <p:sp>
              <p:nvSpPr>
                <p:cNvPr id="1991" name="Google Shape;1991;p5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3" name="Google Shape;1993;p55"/>
            <p:cNvGrpSpPr/>
            <p:nvPr/>
          </p:nvGrpSpPr>
          <p:grpSpPr>
            <a:xfrm>
              <a:off x="3230417" y="3103734"/>
              <a:ext cx="282982" cy="280332"/>
              <a:chOff x="2605700" y="3152850"/>
              <a:chExt cx="594125" cy="616250"/>
            </a:xfrm>
          </p:grpSpPr>
          <p:sp>
            <p:nvSpPr>
              <p:cNvPr id="1994" name="Google Shape;1994;p5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995" name="Google Shape;1995;p5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96" name="Google Shape;1996;p55"/>
            <p:cNvGrpSpPr/>
            <p:nvPr/>
          </p:nvGrpSpPr>
          <p:grpSpPr>
            <a:xfrm>
              <a:off x="3265985" y="3226989"/>
              <a:ext cx="87151" cy="346202"/>
              <a:chOff x="2680375" y="3423800"/>
              <a:chExt cx="182975" cy="761050"/>
            </a:xfrm>
          </p:grpSpPr>
          <p:sp>
            <p:nvSpPr>
              <p:cNvPr id="1997" name="Google Shape;1997;p5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998" name="Google Shape;1998;p5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5"/>
            <p:cNvGrpSpPr/>
            <p:nvPr/>
          </p:nvGrpSpPr>
          <p:grpSpPr>
            <a:xfrm>
              <a:off x="3855466" y="3289811"/>
              <a:ext cx="112514" cy="94210"/>
              <a:chOff x="3918000" y="3561900"/>
              <a:chExt cx="236225" cy="207100"/>
            </a:xfrm>
          </p:grpSpPr>
          <p:sp>
            <p:nvSpPr>
              <p:cNvPr id="2000" name="Google Shape;2000;p5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001" name="Google Shape;2001;p5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 name="Google Shape;2002;p5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005" name="Google Shape;2005;p55"/>
            <p:cNvGrpSpPr/>
            <p:nvPr/>
          </p:nvGrpSpPr>
          <p:grpSpPr>
            <a:xfrm>
              <a:off x="2905224" y="2311071"/>
              <a:ext cx="596721" cy="528992"/>
              <a:chOff x="1922950" y="1410350"/>
              <a:chExt cx="1252825" cy="1162875"/>
            </a:xfrm>
          </p:grpSpPr>
          <p:sp>
            <p:nvSpPr>
              <p:cNvPr id="2006" name="Google Shape;2006;p5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22" name="Google Shape;2022;p5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42" name="Google Shape;2042;p5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43" name="Google Shape;2043;p5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55"/>
            <p:cNvGrpSpPr/>
            <p:nvPr/>
          </p:nvGrpSpPr>
          <p:grpSpPr>
            <a:xfrm>
              <a:off x="3280929" y="3294542"/>
              <a:ext cx="109894" cy="272224"/>
              <a:chOff x="2711750" y="3572300"/>
              <a:chExt cx="230725" cy="598425"/>
            </a:xfrm>
          </p:grpSpPr>
          <p:sp>
            <p:nvSpPr>
              <p:cNvPr id="2045" name="Google Shape;2045;p5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7" name="Google Shape;2047;p5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55"/>
            <p:cNvGrpSpPr/>
            <p:nvPr/>
          </p:nvGrpSpPr>
          <p:grpSpPr>
            <a:xfrm>
              <a:off x="3790439" y="2408636"/>
              <a:ext cx="73017" cy="75684"/>
              <a:chOff x="3781475" y="1624825"/>
              <a:chExt cx="153300" cy="166375"/>
            </a:xfrm>
          </p:grpSpPr>
          <p:sp>
            <p:nvSpPr>
              <p:cNvPr id="2049" name="Google Shape;2049;p5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3" name="Google Shape;2053;p5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0" name="Google Shape;2060;p55"/>
            <p:cNvGrpSpPr/>
            <p:nvPr/>
          </p:nvGrpSpPr>
          <p:grpSpPr>
            <a:xfrm>
              <a:off x="4403342" y="3107749"/>
              <a:ext cx="316680" cy="101374"/>
              <a:chOff x="5068275" y="3161675"/>
              <a:chExt cx="664875" cy="222850"/>
            </a:xfrm>
          </p:grpSpPr>
          <p:sp>
            <p:nvSpPr>
              <p:cNvPr id="2061" name="Google Shape;2061;p5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 name="Google Shape;2065;p5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4" name="Google Shape;2094;p55"/>
            <p:cNvGrpSpPr/>
            <p:nvPr/>
          </p:nvGrpSpPr>
          <p:grpSpPr>
            <a:xfrm>
              <a:off x="3697513" y="2707266"/>
              <a:ext cx="59549" cy="79733"/>
              <a:chOff x="3586375" y="2281300"/>
              <a:chExt cx="125025" cy="175275"/>
            </a:xfrm>
          </p:grpSpPr>
          <p:sp>
            <p:nvSpPr>
              <p:cNvPr id="2095" name="Google Shape;2095;p5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 name="Google Shape;2097;p5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8" name="Google Shape;2098;p55"/>
            <p:cNvGrpSpPr/>
            <p:nvPr/>
          </p:nvGrpSpPr>
          <p:grpSpPr>
            <a:xfrm>
              <a:off x="4513224" y="3221724"/>
              <a:ext cx="274563" cy="280321"/>
              <a:chOff x="5298975" y="3412225"/>
              <a:chExt cx="576450" cy="616225"/>
            </a:xfrm>
          </p:grpSpPr>
          <p:sp>
            <p:nvSpPr>
              <p:cNvPr id="2099" name="Google Shape;2099;p5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00" name="Google Shape;2100;p5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55"/>
            <p:cNvGrpSpPr/>
            <p:nvPr/>
          </p:nvGrpSpPr>
          <p:grpSpPr>
            <a:xfrm>
              <a:off x="4824403" y="3421846"/>
              <a:ext cx="110132" cy="130647"/>
              <a:chOff x="5952300" y="3852150"/>
              <a:chExt cx="231225" cy="287200"/>
            </a:xfrm>
          </p:grpSpPr>
          <p:sp>
            <p:nvSpPr>
              <p:cNvPr id="2102" name="Google Shape;2102;p5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5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 name="Google Shape;2112;p55"/>
            <p:cNvGrpSpPr/>
            <p:nvPr/>
          </p:nvGrpSpPr>
          <p:grpSpPr>
            <a:xfrm>
              <a:off x="4295710" y="3079670"/>
              <a:ext cx="14968" cy="27135"/>
              <a:chOff x="4842300" y="3099950"/>
              <a:chExt cx="31425" cy="59650"/>
            </a:xfrm>
          </p:grpSpPr>
          <p:sp>
            <p:nvSpPr>
              <p:cNvPr id="2113" name="Google Shape;2113;p5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 name="Google Shape;2117;p5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5" name="Google Shape;2125;p55"/>
            <p:cNvGrpSpPr/>
            <p:nvPr/>
          </p:nvGrpSpPr>
          <p:grpSpPr>
            <a:xfrm>
              <a:off x="3831056" y="2816010"/>
              <a:ext cx="37378" cy="27612"/>
              <a:chOff x="3866750" y="2520350"/>
              <a:chExt cx="78475" cy="60700"/>
            </a:xfrm>
          </p:grpSpPr>
          <p:sp>
            <p:nvSpPr>
              <p:cNvPr id="2126" name="Google Shape;2126;p5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0" name="Google Shape;2130;p5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47" name="Google Shape;2147;p5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59" name="Google Shape;2159;p5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2" name="Google Shape;2172;p55"/>
            <p:cNvGrpSpPr/>
            <p:nvPr/>
          </p:nvGrpSpPr>
          <p:grpSpPr>
            <a:xfrm>
              <a:off x="3632736" y="3051591"/>
              <a:ext cx="63288" cy="45217"/>
              <a:chOff x="3450375" y="3038225"/>
              <a:chExt cx="132875" cy="99400"/>
            </a:xfrm>
          </p:grpSpPr>
          <p:sp>
            <p:nvSpPr>
              <p:cNvPr id="2173" name="Google Shape;2173;p5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5" name="Google Shape;2175;p5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84" name="Google Shape;2184;p5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94" name="Google Shape;2194;p5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00" name="Google Shape;2200;p5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5"/>
          <p:cNvGrpSpPr/>
          <p:nvPr/>
        </p:nvGrpSpPr>
        <p:grpSpPr>
          <a:xfrm>
            <a:off x="719116" y="2850945"/>
            <a:ext cx="2622876" cy="1333540"/>
            <a:chOff x="238125" y="1038125"/>
            <a:chExt cx="7146800" cy="3633625"/>
          </a:xfrm>
        </p:grpSpPr>
        <p:sp>
          <p:nvSpPr>
            <p:cNvPr id="2211" name="Google Shape;2211;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55"/>
          <p:cNvGrpSpPr/>
          <p:nvPr/>
        </p:nvGrpSpPr>
        <p:grpSpPr>
          <a:xfrm>
            <a:off x="5834044" y="993055"/>
            <a:ext cx="2590840" cy="1380235"/>
            <a:chOff x="233350" y="949250"/>
            <a:chExt cx="7137300" cy="3802300"/>
          </a:xfrm>
        </p:grpSpPr>
        <p:sp>
          <p:nvSpPr>
            <p:cNvPr id="3784" name="Google Shape;3784;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55"/>
          <p:cNvGrpSpPr/>
          <p:nvPr/>
        </p:nvGrpSpPr>
        <p:grpSpPr>
          <a:xfrm>
            <a:off x="7648473" y="3037828"/>
            <a:ext cx="104231" cy="320340"/>
            <a:chOff x="7564426" y="3224343"/>
            <a:chExt cx="119985" cy="368801"/>
          </a:xfrm>
        </p:grpSpPr>
        <p:sp>
          <p:nvSpPr>
            <p:cNvPr id="3836" name="Google Shape;3836;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55"/>
          <p:cNvGrpSpPr/>
          <p:nvPr/>
        </p:nvGrpSpPr>
        <p:grpSpPr>
          <a:xfrm>
            <a:off x="7347962" y="3031929"/>
            <a:ext cx="189489" cy="332132"/>
            <a:chOff x="8370831" y="3202002"/>
            <a:chExt cx="218129" cy="382376"/>
          </a:xfrm>
        </p:grpSpPr>
        <p:sp>
          <p:nvSpPr>
            <p:cNvPr id="3839" name="Google Shape;3839;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55"/>
          <p:cNvGrpSpPr/>
          <p:nvPr/>
        </p:nvGrpSpPr>
        <p:grpSpPr>
          <a:xfrm>
            <a:off x="8071351" y="3443061"/>
            <a:ext cx="309429" cy="267000"/>
            <a:chOff x="6742064" y="3750480"/>
            <a:chExt cx="399315" cy="344560"/>
          </a:xfrm>
        </p:grpSpPr>
        <p:sp>
          <p:nvSpPr>
            <p:cNvPr id="3842" name="Google Shape;3842;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55"/>
          <p:cNvGrpSpPr/>
          <p:nvPr/>
        </p:nvGrpSpPr>
        <p:grpSpPr>
          <a:xfrm>
            <a:off x="7610370" y="3794109"/>
            <a:ext cx="180437" cy="281608"/>
            <a:chOff x="7248525" y="3739696"/>
            <a:chExt cx="230531" cy="359790"/>
          </a:xfrm>
        </p:grpSpPr>
        <p:sp>
          <p:nvSpPr>
            <p:cNvPr id="3845" name="Google Shape;3845;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55"/>
          <p:cNvGrpSpPr/>
          <p:nvPr/>
        </p:nvGrpSpPr>
        <p:grpSpPr>
          <a:xfrm>
            <a:off x="7856289" y="3437333"/>
            <a:ext cx="162896" cy="278710"/>
            <a:chOff x="7601242" y="3729267"/>
            <a:chExt cx="222566" cy="380803"/>
          </a:xfrm>
        </p:grpSpPr>
        <p:sp>
          <p:nvSpPr>
            <p:cNvPr id="3848" name="Google Shape;3848;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0" name="Google Shape;3850;p55"/>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1" name="Google Shape;3851;p55"/>
          <p:cNvGrpSpPr/>
          <p:nvPr/>
        </p:nvGrpSpPr>
        <p:grpSpPr>
          <a:xfrm>
            <a:off x="7345935" y="3438473"/>
            <a:ext cx="193543" cy="275990"/>
            <a:chOff x="8304647" y="3738687"/>
            <a:chExt cx="225076" cy="320956"/>
          </a:xfrm>
        </p:grpSpPr>
        <p:sp>
          <p:nvSpPr>
            <p:cNvPr id="3852" name="Google Shape;3852;p5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55"/>
          <p:cNvGrpSpPr/>
          <p:nvPr/>
        </p:nvGrpSpPr>
        <p:grpSpPr>
          <a:xfrm>
            <a:off x="7618427" y="3438473"/>
            <a:ext cx="178492" cy="275990"/>
            <a:chOff x="8615101" y="3738687"/>
            <a:chExt cx="207573" cy="320956"/>
          </a:xfrm>
        </p:grpSpPr>
        <p:sp>
          <p:nvSpPr>
            <p:cNvPr id="3856" name="Google Shape;3856;p5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9" name="Google Shape;3859;p55"/>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0" name="Google Shape;3860;p55"/>
          <p:cNvGrpSpPr/>
          <p:nvPr/>
        </p:nvGrpSpPr>
        <p:grpSpPr>
          <a:xfrm>
            <a:off x="6013132" y="3559961"/>
            <a:ext cx="557671" cy="511283"/>
            <a:chOff x="6015419" y="3716859"/>
            <a:chExt cx="557671" cy="511283"/>
          </a:xfrm>
        </p:grpSpPr>
        <p:sp>
          <p:nvSpPr>
            <p:cNvPr id="3861" name="Google Shape;3861;p5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2" name="Google Shape;3862;p55"/>
            <p:cNvGrpSpPr/>
            <p:nvPr/>
          </p:nvGrpSpPr>
          <p:grpSpPr>
            <a:xfrm>
              <a:off x="6036094" y="3716980"/>
              <a:ext cx="529860" cy="510468"/>
              <a:chOff x="6036094" y="3716980"/>
              <a:chExt cx="529860" cy="510468"/>
            </a:xfrm>
          </p:grpSpPr>
          <p:sp>
            <p:nvSpPr>
              <p:cNvPr id="3863" name="Google Shape;3863;p5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3" name="Google Shape;3873;p55"/>
          <p:cNvGrpSpPr/>
          <p:nvPr/>
        </p:nvGrpSpPr>
        <p:grpSpPr>
          <a:xfrm>
            <a:off x="6642017" y="2916730"/>
            <a:ext cx="576302" cy="511871"/>
            <a:chOff x="6644304" y="3073628"/>
            <a:chExt cx="576302" cy="511871"/>
          </a:xfrm>
        </p:grpSpPr>
        <p:sp>
          <p:nvSpPr>
            <p:cNvPr id="3874" name="Google Shape;3874;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5" name="Google Shape;3875;p55"/>
            <p:cNvGrpSpPr/>
            <p:nvPr/>
          </p:nvGrpSpPr>
          <p:grpSpPr>
            <a:xfrm>
              <a:off x="6712169" y="3085440"/>
              <a:ext cx="481622" cy="494913"/>
              <a:chOff x="6712169" y="3085440"/>
              <a:chExt cx="481622" cy="494913"/>
            </a:xfrm>
          </p:grpSpPr>
          <p:sp>
            <p:nvSpPr>
              <p:cNvPr id="3876" name="Google Shape;3876;p5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1" name="Google Shape;3881;p5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4" name="Google Shape;3884;p55"/>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55"/>
          <p:cNvGrpSpPr/>
          <p:nvPr/>
        </p:nvGrpSpPr>
        <p:grpSpPr>
          <a:xfrm>
            <a:off x="6649868" y="3559725"/>
            <a:ext cx="560631" cy="511352"/>
            <a:chOff x="6652154" y="3716623"/>
            <a:chExt cx="560631" cy="511352"/>
          </a:xfrm>
        </p:grpSpPr>
        <p:sp>
          <p:nvSpPr>
            <p:cNvPr id="3886" name="Google Shape;3886;p5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 name="Google Shape;3887;p55"/>
            <p:cNvGrpSpPr/>
            <p:nvPr/>
          </p:nvGrpSpPr>
          <p:grpSpPr>
            <a:xfrm>
              <a:off x="6669657" y="3716715"/>
              <a:ext cx="466779" cy="464290"/>
              <a:chOff x="6669657" y="3716715"/>
              <a:chExt cx="466779" cy="464290"/>
            </a:xfrm>
          </p:grpSpPr>
          <p:sp>
            <p:nvSpPr>
              <p:cNvPr id="3888" name="Google Shape;3888;p5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1" name="Google Shape;3901;p55"/>
          <p:cNvGrpSpPr/>
          <p:nvPr/>
        </p:nvGrpSpPr>
        <p:grpSpPr>
          <a:xfrm>
            <a:off x="7843959" y="3841134"/>
            <a:ext cx="187557" cy="187557"/>
            <a:chOff x="8565775" y="671075"/>
            <a:chExt cx="441000" cy="441000"/>
          </a:xfrm>
        </p:grpSpPr>
        <p:sp>
          <p:nvSpPr>
            <p:cNvPr id="3902" name="Google Shape;3902;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4" name="Google Shape;3904;p55"/>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6" name="Google Shape;3906;p55"/>
          <p:cNvGrpSpPr/>
          <p:nvPr/>
        </p:nvGrpSpPr>
        <p:grpSpPr>
          <a:xfrm>
            <a:off x="5997814" y="2919352"/>
            <a:ext cx="587871" cy="512373"/>
            <a:chOff x="6000100" y="3076250"/>
            <a:chExt cx="587871" cy="512373"/>
          </a:xfrm>
        </p:grpSpPr>
        <p:sp>
          <p:nvSpPr>
            <p:cNvPr id="3907" name="Google Shape;3907;p5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8" name="Google Shape;3908;p55"/>
            <p:cNvGrpSpPr/>
            <p:nvPr/>
          </p:nvGrpSpPr>
          <p:grpSpPr>
            <a:xfrm>
              <a:off x="6031360" y="3076713"/>
              <a:ext cx="539107" cy="480965"/>
              <a:chOff x="6031360" y="3076713"/>
              <a:chExt cx="539107" cy="480965"/>
            </a:xfrm>
          </p:grpSpPr>
          <p:sp>
            <p:nvSpPr>
              <p:cNvPr id="3909" name="Google Shape;3909;p5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6" name="Google Shape;3916;p55"/>
          <p:cNvGrpSpPr/>
          <p:nvPr/>
        </p:nvGrpSpPr>
        <p:grpSpPr>
          <a:xfrm>
            <a:off x="3369305" y="938716"/>
            <a:ext cx="2310381" cy="1488888"/>
            <a:chOff x="229225" y="549050"/>
            <a:chExt cx="7161750" cy="4615275"/>
          </a:xfrm>
        </p:grpSpPr>
        <p:sp>
          <p:nvSpPr>
            <p:cNvPr id="3917" name="Google Shape;3917;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5"/>
          <p:cNvGrpSpPr/>
          <p:nvPr/>
        </p:nvGrpSpPr>
        <p:grpSpPr>
          <a:xfrm>
            <a:off x="3514723" y="2830563"/>
            <a:ext cx="2310282" cy="1374222"/>
            <a:chOff x="238125" y="732525"/>
            <a:chExt cx="7130500" cy="4241425"/>
          </a:xfrm>
        </p:grpSpPr>
        <p:sp>
          <p:nvSpPr>
            <p:cNvPr id="4035" name="Google Shape;4035;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2" name="Shape 4152"/>
        <p:cNvGrpSpPr/>
        <p:nvPr/>
      </p:nvGrpSpPr>
      <p:grpSpPr>
        <a:xfrm>
          <a:off x="0" y="0"/>
          <a:ext cx="0" cy="0"/>
          <a:chOff x="0" y="0"/>
          <a:chExt cx="0" cy="0"/>
        </a:xfrm>
      </p:grpSpPr>
      <p:grpSp>
        <p:nvGrpSpPr>
          <p:cNvPr id="4153" name="Google Shape;4153;p56"/>
          <p:cNvGrpSpPr/>
          <p:nvPr/>
        </p:nvGrpSpPr>
        <p:grpSpPr>
          <a:xfrm>
            <a:off x="725414" y="969763"/>
            <a:ext cx="2507799" cy="206239"/>
            <a:chOff x="106648" y="895722"/>
            <a:chExt cx="4481413" cy="374300"/>
          </a:xfrm>
        </p:grpSpPr>
        <p:grpSp>
          <p:nvGrpSpPr>
            <p:cNvPr id="4154" name="Google Shape;4154;p56"/>
            <p:cNvGrpSpPr/>
            <p:nvPr/>
          </p:nvGrpSpPr>
          <p:grpSpPr>
            <a:xfrm>
              <a:off x="2233276" y="895722"/>
              <a:ext cx="1082667" cy="223591"/>
              <a:chOff x="4808316" y="2800065"/>
              <a:chExt cx="1999386" cy="412910"/>
            </a:xfrm>
          </p:grpSpPr>
          <p:sp>
            <p:nvSpPr>
              <p:cNvPr id="4155" name="Google Shape;4155;p5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6" name="Google Shape;4156;p56"/>
              <p:cNvGrpSpPr/>
              <p:nvPr/>
            </p:nvGrpSpPr>
            <p:grpSpPr>
              <a:xfrm>
                <a:off x="4808316" y="2800065"/>
                <a:ext cx="92400" cy="411825"/>
                <a:chOff x="845575" y="2563700"/>
                <a:chExt cx="92400" cy="411825"/>
              </a:xfrm>
            </p:grpSpPr>
            <p:cxnSp>
              <p:nvCxnSpPr>
                <p:cNvPr id="4157" name="Google Shape;4157;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58" name="Google Shape;4158;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9" name="Google Shape;4159;p56"/>
            <p:cNvGrpSpPr/>
            <p:nvPr/>
          </p:nvGrpSpPr>
          <p:grpSpPr>
            <a:xfrm>
              <a:off x="106648" y="895722"/>
              <a:ext cx="1088401" cy="223591"/>
              <a:chOff x="881025" y="2800065"/>
              <a:chExt cx="2009975" cy="412910"/>
            </a:xfrm>
          </p:grpSpPr>
          <p:sp>
            <p:nvSpPr>
              <p:cNvPr id="4160" name="Google Shape;4160;p5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1" name="Google Shape;4161;p56"/>
              <p:cNvGrpSpPr/>
              <p:nvPr/>
            </p:nvGrpSpPr>
            <p:grpSpPr>
              <a:xfrm>
                <a:off x="881025" y="2800065"/>
                <a:ext cx="92400" cy="411825"/>
                <a:chOff x="845575" y="2563700"/>
                <a:chExt cx="92400" cy="411825"/>
              </a:xfrm>
            </p:grpSpPr>
            <p:cxnSp>
              <p:nvCxnSpPr>
                <p:cNvPr id="4162" name="Google Shape;4162;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63" name="Google Shape;4163;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4" name="Google Shape;4164;p56"/>
            <p:cNvGrpSpPr/>
            <p:nvPr/>
          </p:nvGrpSpPr>
          <p:grpSpPr>
            <a:xfrm>
              <a:off x="1172346" y="1047018"/>
              <a:ext cx="1083151" cy="223003"/>
              <a:chOff x="2849073" y="3079467"/>
              <a:chExt cx="2000279" cy="411825"/>
            </a:xfrm>
          </p:grpSpPr>
          <p:sp>
            <p:nvSpPr>
              <p:cNvPr id="4165" name="Google Shape;4165;p5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6" name="Google Shape;4166;p56"/>
              <p:cNvGrpSpPr/>
              <p:nvPr/>
            </p:nvGrpSpPr>
            <p:grpSpPr>
              <a:xfrm rot="10800000">
                <a:off x="2849073" y="3079467"/>
                <a:ext cx="92400" cy="411825"/>
                <a:chOff x="2070100" y="2563700"/>
                <a:chExt cx="92400" cy="411825"/>
              </a:xfrm>
            </p:grpSpPr>
            <p:cxnSp>
              <p:nvCxnSpPr>
                <p:cNvPr id="4167" name="Google Shape;4167;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68" name="Google Shape;4168;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9" name="Google Shape;4169;p56"/>
            <p:cNvGrpSpPr/>
            <p:nvPr/>
          </p:nvGrpSpPr>
          <p:grpSpPr>
            <a:xfrm>
              <a:off x="3290132" y="1047018"/>
              <a:ext cx="1297929" cy="223003"/>
              <a:chOff x="6760035" y="3079467"/>
              <a:chExt cx="2396914" cy="411825"/>
            </a:xfrm>
          </p:grpSpPr>
          <p:sp>
            <p:nvSpPr>
              <p:cNvPr id="4170" name="Google Shape;4170;p5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1" name="Google Shape;4171;p56"/>
              <p:cNvGrpSpPr/>
              <p:nvPr/>
            </p:nvGrpSpPr>
            <p:grpSpPr>
              <a:xfrm rot="10800000">
                <a:off x="6760035" y="3079467"/>
                <a:ext cx="92400" cy="411825"/>
                <a:chOff x="2070100" y="2563700"/>
                <a:chExt cx="92400" cy="411825"/>
              </a:xfrm>
            </p:grpSpPr>
            <p:cxnSp>
              <p:nvCxnSpPr>
                <p:cNvPr id="4172" name="Google Shape;4172;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73" name="Google Shape;4173;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74" name="Google Shape;4174;p56"/>
          <p:cNvGrpSpPr/>
          <p:nvPr/>
        </p:nvGrpSpPr>
        <p:grpSpPr>
          <a:xfrm>
            <a:off x="2143176" y="3369134"/>
            <a:ext cx="1086701" cy="799429"/>
            <a:chOff x="2183288" y="3555572"/>
            <a:chExt cx="1136241" cy="835873"/>
          </a:xfrm>
        </p:grpSpPr>
        <p:sp>
          <p:nvSpPr>
            <p:cNvPr id="4175" name="Google Shape;4175;p5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6" name="Google Shape;4176;p56"/>
            <p:cNvGrpSpPr/>
            <p:nvPr/>
          </p:nvGrpSpPr>
          <p:grpSpPr>
            <a:xfrm>
              <a:off x="2205895" y="3637269"/>
              <a:ext cx="1089848" cy="724993"/>
              <a:chOff x="2205895" y="3637269"/>
              <a:chExt cx="1089848" cy="724993"/>
            </a:xfrm>
          </p:grpSpPr>
          <p:sp>
            <p:nvSpPr>
              <p:cNvPr id="4177" name="Google Shape;4177;p5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3" name="Google Shape;4183;p5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84" name="Google Shape;4184;p5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85" name="Google Shape;4185;p56"/>
            <p:cNvGrpSpPr/>
            <p:nvPr/>
          </p:nvGrpSpPr>
          <p:grpSpPr>
            <a:xfrm>
              <a:off x="3173850" y="3779426"/>
              <a:ext cx="145679" cy="70048"/>
              <a:chOff x="3173850" y="3779426"/>
              <a:chExt cx="145679" cy="70048"/>
            </a:xfrm>
          </p:grpSpPr>
          <p:cxnSp>
            <p:nvCxnSpPr>
              <p:cNvPr id="4186" name="Google Shape;4186;p5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187" name="Google Shape;4187;p5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56"/>
            <p:cNvGrpSpPr/>
            <p:nvPr/>
          </p:nvGrpSpPr>
          <p:grpSpPr>
            <a:xfrm>
              <a:off x="2183288" y="4139483"/>
              <a:ext cx="145133" cy="70048"/>
              <a:chOff x="2183288" y="4139483"/>
              <a:chExt cx="145133" cy="70048"/>
            </a:xfrm>
          </p:grpSpPr>
          <p:cxnSp>
            <p:nvCxnSpPr>
              <p:cNvPr id="4189" name="Google Shape;4189;p5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190" name="Google Shape;4190;p5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1" name="Google Shape;4191;p5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92" name="Google Shape;4192;p5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93" name="Google Shape;4193;p56"/>
            <p:cNvGrpSpPr/>
            <p:nvPr/>
          </p:nvGrpSpPr>
          <p:grpSpPr>
            <a:xfrm>
              <a:off x="2943836" y="4268886"/>
              <a:ext cx="60717" cy="122559"/>
              <a:chOff x="2943836" y="4268886"/>
              <a:chExt cx="60717" cy="122559"/>
            </a:xfrm>
          </p:grpSpPr>
          <p:sp>
            <p:nvSpPr>
              <p:cNvPr id="4194" name="Google Shape;4194;p5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95" name="Google Shape;4195;p5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196" name="Google Shape;4196;p56"/>
          <p:cNvGrpSpPr/>
          <p:nvPr/>
        </p:nvGrpSpPr>
        <p:grpSpPr>
          <a:xfrm>
            <a:off x="3406121" y="1290134"/>
            <a:ext cx="1675870" cy="758251"/>
            <a:chOff x="3530532" y="1496185"/>
            <a:chExt cx="1562000" cy="706730"/>
          </a:xfrm>
        </p:grpSpPr>
        <p:cxnSp>
          <p:nvCxnSpPr>
            <p:cNvPr id="4197" name="Google Shape;4197;p5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198" name="Google Shape;4198;p56"/>
            <p:cNvGrpSpPr/>
            <p:nvPr/>
          </p:nvGrpSpPr>
          <p:grpSpPr>
            <a:xfrm>
              <a:off x="3530532" y="1496185"/>
              <a:ext cx="323430" cy="463587"/>
              <a:chOff x="3530532" y="1496185"/>
              <a:chExt cx="323430" cy="463587"/>
            </a:xfrm>
          </p:grpSpPr>
          <p:grpSp>
            <p:nvGrpSpPr>
              <p:cNvPr id="4199" name="Google Shape;4199;p56"/>
              <p:cNvGrpSpPr/>
              <p:nvPr/>
            </p:nvGrpSpPr>
            <p:grpSpPr>
              <a:xfrm>
                <a:off x="3567462" y="1496185"/>
                <a:ext cx="286500" cy="361376"/>
                <a:chOff x="3567462" y="1496185"/>
                <a:chExt cx="286500" cy="361376"/>
              </a:xfrm>
            </p:grpSpPr>
            <p:cxnSp>
              <p:nvCxnSpPr>
                <p:cNvPr id="4200" name="Google Shape;4200;p5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01" name="Google Shape;4201;p5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2" name="Google Shape;4202;p5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56"/>
            <p:cNvGrpSpPr/>
            <p:nvPr/>
          </p:nvGrpSpPr>
          <p:grpSpPr>
            <a:xfrm>
              <a:off x="3891569" y="1779209"/>
              <a:ext cx="323945" cy="423706"/>
              <a:chOff x="3891569" y="1779209"/>
              <a:chExt cx="323945" cy="423706"/>
            </a:xfrm>
          </p:grpSpPr>
          <p:grpSp>
            <p:nvGrpSpPr>
              <p:cNvPr id="4204" name="Google Shape;4204;p56"/>
              <p:cNvGrpSpPr/>
              <p:nvPr/>
            </p:nvGrpSpPr>
            <p:grpSpPr>
              <a:xfrm>
                <a:off x="3929014" y="1881638"/>
                <a:ext cx="286500" cy="321278"/>
                <a:chOff x="3929014" y="1881638"/>
                <a:chExt cx="286500" cy="321278"/>
              </a:xfrm>
            </p:grpSpPr>
            <p:cxnSp>
              <p:nvCxnSpPr>
                <p:cNvPr id="4205" name="Google Shape;4205;p5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206" name="Google Shape;4206;p5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5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56"/>
            <p:cNvGrpSpPr/>
            <p:nvPr/>
          </p:nvGrpSpPr>
          <p:grpSpPr>
            <a:xfrm>
              <a:off x="4252606" y="1496185"/>
              <a:ext cx="324721" cy="463587"/>
              <a:chOff x="4252606" y="1496185"/>
              <a:chExt cx="324721" cy="463587"/>
            </a:xfrm>
          </p:grpSpPr>
          <p:grpSp>
            <p:nvGrpSpPr>
              <p:cNvPr id="4209" name="Google Shape;4209;p56"/>
              <p:cNvGrpSpPr/>
              <p:nvPr/>
            </p:nvGrpSpPr>
            <p:grpSpPr>
              <a:xfrm>
                <a:off x="4290828" y="1496185"/>
                <a:ext cx="286500" cy="361376"/>
                <a:chOff x="4290828" y="1496185"/>
                <a:chExt cx="286500" cy="361376"/>
              </a:xfrm>
            </p:grpSpPr>
            <p:cxnSp>
              <p:nvCxnSpPr>
                <p:cNvPr id="4210" name="Google Shape;4210;p5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11" name="Google Shape;4211;p5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5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56"/>
            <p:cNvGrpSpPr/>
            <p:nvPr/>
          </p:nvGrpSpPr>
          <p:grpSpPr>
            <a:xfrm>
              <a:off x="4613643" y="1763716"/>
              <a:ext cx="325308" cy="439200"/>
              <a:chOff x="4613643" y="1763716"/>
              <a:chExt cx="325308" cy="439200"/>
            </a:xfrm>
          </p:grpSpPr>
          <p:grpSp>
            <p:nvGrpSpPr>
              <p:cNvPr id="4214" name="Google Shape;4214;p56"/>
              <p:cNvGrpSpPr/>
              <p:nvPr/>
            </p:nvGrpSpPr>
            <p:grpSpPr>
              <a:xfrm>
                <a:off x="4652451" y="1879538"/>
                <a:ext cx="286500" cy="323378"/>
                <a:chOff x="4652451" y="1879538"/>
                <a:chExt cx="286500" cy="323378"/>
              </a:xfrm>
            </p:grpSpPr>
            <p:cxnSp>
              <p:nvCxnSpPr>
                <p:cNvPr id="4215" name="Google Shape;4215;p5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216" name="Google Shape;4216;p5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7" name="Google Shape;4217;p5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8" name="Google Shape;4218;p56"/>
          <p:cNvGrpSpPr/>
          <p:nvPr/>
        </p:nvGrpSpPr>
        <p:grpSpPr>
          <a:xfrm>
            <a:off x="3417981" y="2143759"/>
            <a:ext cx="1652173" cy="391517"/>
            <a:chOff x="3512551" y="2358270"/>
            <a:chExt cx="1597383" cy="378533"/>
          </a:xfrm>
        </p:grpSpPr>
        <p:cxnSp>
          <p:nvCxnSpPr>
            <p:cNvPr id="4219" name="Google Shape;4219;p56"/>
            <p:cNvCxnSpPr>
              <a:stCxn id="4220" idx="6"/>
              <a:endCxn id="422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222" name="Google Shape;4222;p56"/>
            <p:cNvGrpSpPr/>
            <p:nvPr/>
          </p:nvGrpSpPr>
          <p:grpSpPr>
            <a:xfrm>
              <a:off x="3512551" y="2358270"/>
              <a:ext cx="225647" cy="307714"/>
              <a:chOff x="2182679" y="2004714"/>
              <a:chExt cx="792300" cy="1080458"/>
            </a:xfrm>
          </p:grpSpPr>
          <p:cxnSp>
            <p:nvCxnSpPr>
              <p:cNvPr id="4223" name="Google Shape;4223;p56"/>
              <p:cNvCxnSpPr>
                <a:stCxn id="422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20" name="Google Shape;4220;p5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6"/>
            <p:cNvGrpSpPr/>
            <p:nvPr/>
          </p:nvGrpSpPr>
          <p:grpSpPr>
            <a:xfrm>
              <a:off x="3969644" y="2440153"/>
              <a:ext cx="225853" cy="296651"/>
              <a:chOff x="3775710" y="1729289"/>
              <a:chExt cx="136500" cy="179289"/>
            </a:xfrm>
          </p:grpSpPr>
          <p:cxnSp>
            <p:nvCxnSpPr>
              <p:cNvPr id="4226" name="Google Shape;4226;p5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227" name="Google Shape;4227;p5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6"/>
            <p:cNvGrpSpPr/>
            <p:nvPr/>
          </p:nvGrpSpPr>
          <p:grpSpPr>
            <a:xfrm>
              <a:off x="4427051" y="2358270"/>
              <a:ext cx="225647" cy="307714"/>
              <a:chOff x="5393704" y="2004714"/>
              <a:chExt cx="792300" cy="1080458"/>
            </a:xfrm>
          </p:grpSpPr>
          <p:cxnSp>
            <p:nvCxnSpPr>
              <p:cNvPr id="4230" name="Google Shape;4230;p56"/>
              <p:cNvCxnSpPr>
                <a:stCxn id="423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32" name="Google Shape;4232;p5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56"/>
            <p:cNvGrpSpPr/>
            <p:nvPr/>
          </p:nvGrpSpPr>
          <p:grpSpPr>
            <a:xfrm>
              <a:off x="4884287" y="2440252"/>
              <a:ext cx="225647" cy="296532"/>
              <a:chOff x="6999166" y="2292572"/>
              <a:chExt cx="792300" cy="1041192"/>
            </a:xfrm>
          </p:grpSpPr>
          <p:cxnSp>
            <p:nvCxnSpPr>
              <p:cNvPr id="4234" name="Google Shape;4234;p5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221" name="Google Shape;4221;p5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6" name="Google Shape;4236;p56"/>
          <p:cNvGrpSpPr/>
          <p:nvPr/>
        </p:nvGrpSpPr>
        <p:grpSpPr>
          <a:xfrm>
            <a:off x="6838789" y="979959"/>
            <a:ext cx="1581844" cy="732818"/>
            <a:chOff x="634175" y="2986275"/>
            <a:chExt cx="3147949" cy="1458344"/>
          </a:xfrm>
        </p:grpSpPr>
        <p:cxnSp>
          <p:nvCxnSpPr>
            <p:cNvPr id="4237" name="Google Shape;4237;p56"/>
            <p:cNvCxnSpPr>
              <a:stCxn id="4238" idx="4"/>
              <a:endCxn id="423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40" name="Google Shape;4240;p56"/>
            <p:cNvCxnSpPr>
              <a:stCxn id="4239" idx="0"/>
              <a:endCxn id="424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42" name="Google Shape;4242;p56"/>
            <p:cNvCxnSpPr>
              <a:stCxn id="4241" idx="4"/>
              <a:endCxn id="424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44" name="Google Shape;4244;p56"/>
            <p:cNvCxnSpPr>
              <a:stCxn id="4243" idx="0"/>
              <a:endCxn id="424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45" name="Google Shape;4245;p5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41" name="Google Shape;4241;p5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38" name="Google Shape;4238;p5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43" name="Google Shape;4243;p5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39" name="Google Shape;4239;p5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46" name="Google Shape;4246;p56"/>
          <p:cNvGrpSpPr/>
          <p:nvPr/>
        </p:nvGrpSpPr>
        <p:grpSpPr>
          <a:xfrm>
            <a:off x="3406504" y="2674269"/>
            <a:ext cx="1675128" cy="313674"/>
            <a:chOff x="998425" y="1182125"/>
            <a:chExt cx="1065400" cy="199500"/>
          </a:xfrm>
        </p:grpSpPr>
        <p:sp>
          <p:nvSpPr>
            <p:cNvPr id="4247" name="Google Shape;4247;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56"/>
          <p:cNvGrpSpPr/>
          <p:nvPr/>
        </p:nvGrpSpPr>
        <p:grpSpPr>
          <a:xfrm>
            <a:off x="3406503" y="3630235"/>
            <a:ext cx="1675129" cy="525345"/>
            <a:chOff x="5194708" y="3484366"/>
            <a:chExt cx="3148148" cy="987304"/>
          </a:xfrm>
        </p:grpSpPr>
        <p:grpSp>
          <p:nvGrpSpPr>
            <p:cNvPr id="4253" name="Google Shape;4253;p56"/>
            <p:cNvGrpSpPr/>
            <p:nvPr/>
          </p:nvGrpSpPr>
          <p:grpSpPr>
            <a:xfrm>
              <a:off x="7531521" y="3484366"/>
              <a:ext cx="811335" cy="987304"/>
              <a:chOff x="3379425" y="1617275"/>
              <a:chExt cx="1090650" cy="1327200"/>
            </a:xfrm>
          </p:grpSpPr>
          <p:sp>
            <p:nvSpPr>
              <p:cNvPr id="4254" name="Google Shape;4254;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56"/>
            <p:cNvGrpSpPr/>
            <p:nvPr/>
          </p:nvGrpSpPr>
          <p:grpSpPr>
            <a:xfrm>
              <a:off x="6752546" y="3484366"/>
              <a:ext cx="811428" cy="987304"/>
              <a:chOff x="2332275" y="1617275"/>
              <a:chExt cx="1090775" cy="1327200"/>
            </a:xfrm>
          </p:grpSpPr>
          <p:sp>
            <p:nvSpPr>
              <p:cNvPr id="4258" name="Google Shape;4258;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56"/>
            <p:cNvGrpSpPr/>
            <p:nvPr/>
          </p:nvGrpSpPr>
          <p:grpSpPr>
            <a:xfrm>
              <a:off x="5973664" y="3484366"/>
              <a:ext cx="811335" cy="987304"/>
              <a:chOff x="1285250" y="1617275"/>
              <a:chExt cx="1090650" cy="1327200"/>
            </a:xfrm>
          </p:grpSpPr>
          <p:sp>
            <p:nvSpPr>
              <p:cNvPr id="4262" name="Google Shape;4262;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6"/>
            <p:cNvGrpSpPr/>
            <p:nvPr/>
          </p:nvGrpSpPr>
          <p:grpSpPr>
            <a:xfrm>
              <a:off x="5194708" y="3484366"/>
              <a:ext cx="811409" cy="987304"/>
              <a:chOff x="238125" y="1617275"/>
              <a:chExt cx="1090750" cy="1327200"/>
            </a:xfrm>
          </p:grpSpPr>
          <p:sp>
            <p:nvSpPr>
              <p:cNvPr id="4266" name="Google Shape;4266;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9" name="Google Shape;4269;p56"/>
          <p:cNvGrpSpPr/>
          <p:nvPr/>
        </p:nvGrpSpPr>
        <p:grpSpPr>
          <a:xfrm>
            <a:off x="6840188" y="2276124"/>
            <a:ext cx="1579046" cy="522230"/>
            <a:chOff x="6853641" y="2534077"/>
            <a:chExt cx="1515545" cy="501229"/>
          </a:xfrm>
        </p:grpSpPr>
        <p:grpSp>
          <p:nvGrpSpPr>
            <p:cNvPr id="4270" name="Google Shape;4270;p56"/>
            <p:cNvGrpSpPr/>
            <p:nvPr/>
          </p:nvGrpSpPr>
          <p:grpSpPr>
            <a:xfrm>
              <a:off x="6853641" y="2618923"/>
              <a:ext cx="1515545" cy="324556"/>
              <a:chOff x="6853641" y="2618923"/>
              <a:chExt cx="1515545" cy="324556"/>
            </a:xfrm>
          </p:grpSpPr>
          <p:sp>
            <p:nvSpPr>
              <p:cNvPr id="4271" name="Google Shape;4271;p5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6" name="Google Shape;4276;p5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56"/>
          <p:cNvGrpSpPr/>
          <p:nvPr/>
        </p:nvGrpSpPr>
        <p:grpSpPr>
          <a:xfrm>
            <a:off x="3435080" y="3151165"/>
            <a:ext cx="1617976" cy="346616"/>
            <a:chOff x="1808063" y="4294338"/>
            <a:chExt cx="3370782" cy="721817"/>
          </a:xfrm>
        </p:grpSpPr>
        <p:sp>
          <p:nvSpPr>
            <p:cNvPr id="4282" name="Google Shape;4282;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6"/>
          <p:cNvGrpSpPr/>
          <p:nvPr/>
        </p:nvGrpSpPr>
        <p:grpSpPr>
          <a:xfrm>
            <a:off x="5261076" y="3817915"/>
            <a:ext cx="1417067" cy="350605"/>
            <a:chOff x="4234950" y="2101012"/>
            <a:chExt cx="4219974" cy="1044090"/>
          </a:xfrm>
        </p:grpSpPr>
        <p:sp>
          <p:nvSpPr>
            <p:cNvPr id="4293" name="Google Shape;4293;p5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6"/>
          <p:cNvGrpSpPr/>
          <p:nvPr/>
        </p:nvGrpSpPr>
        <p:grpSpPr>
          <a:xfrm>
            <a:off x="6836548" y="1808672"/>
            <a:ext cx="1586327" cy="371557"/>
            <a:chOff x="1247650" y="2075423"/>
            <a:chExt cx="6648477" cy="1557238"/>
          </a:xfrm>
        </p:grpSpPr>
        <p:sp>
          <p:nvSpPr>
            <p:cNvPr id="4310" name="Google Shape;4310;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56"/>
          <p:cNvGrpSpPr/>
          <p:nvPr/>
        </p:nvGrpSpPr>
        <p:grpSpPr>
          <a:xfrm>
            <a:off x="5267818" y="961862"/>
            <a:ext cx="1415601" cy="1648533"/>
            <a:chOff x="1839112" y="2209163"/>
            <a:chExt cx="1918159" cy="2233784"/>
          </a:xfrm>
        </p:grpSpPr>
        <p:sp>
          <p:nvSpPr>
            <p:cNvPr id="4317" name="Google Shape;4317;p5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20" name="Google Shape;4320;p56"/>
            <p:cNvCxnSpPr>
              <a:stCxn id="4317" idx="6"/>
              <a:endCxn id="431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21" name="Google Shape;4321;p56"/>
            <p:cNvCxnSpPr>
              <a:stCxn id="4318" idx="4"/>
              <a:endCxn id="432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23" name="Google Shape;4323;p56"/>
            <p:cNvCxnSpPr>
              <a:stCxn id="4322" idx="6"/>
              <a:endCxn id="431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24" name="Google Shape;4324;p56"/>
            <p:cNvCxnSpPr>
              <a:stCxn id="4319" idx="4"/>
              <a:endCxn id="432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22" name="Google Shape;4322;p5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27" name="Google Shape;4327;p56"/>
            <p:cNvCxnSpPr>
              <a:endCxn id="432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28" name="Google Shape;4328;p56"/>
          <p:cNvGrpSpPr/>
          <p:nvPr/>
        </p:nvGrpSpPr>
        <p:grpSpPr>
          <a:xfrm>
            <a:off x="3425084" y="979946"/>
            <a:ext cx="1637968" cy="154942"/>
            <a:chOff x="238125" y="2506075"/>
            <a:chExt cx="7115411" cy="673075"/>
          </a:xfrm>
        </p:grpSpPr>
        <p:sp>
          <p:nvSpPr>
            <p:cNvPr id="4329" name="Google Shape;4329;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56"/>
          <p:cNvGrpSpPr/>
          <p:nvPr/>
        </p:nvGrpSpPr>
        <p:grpSpPr>
          <a:xfrm>
            <a:off x="1965820" y="1294664"/>
            <a:ext cx="1262932" cy="785408"/>
            <a:chOff x="548861" y="389676"/>
            <a:chExt cx="3843371" cy="2390163"/>
          </a:xfrm>
        </p:grpSpPr>
        <p:cxnSp>
          <p:nvCxnSpPr>
            <p:cNvPr id="4335" name="Google Shape;4335;p5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36" name="Google Shape;4336;p5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37" name="Google Shape;4337;p5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38" name="Google Shape;4338;p5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39" name="Google Shape;4339;p5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40" name="Google Shape;4340;p5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41" name="Google Shape;4341;p5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42" name="Google Shape;4342;p5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8" name="Google Shape;4348;p56"/>
          <p:cNvGrpSpPr/>
          <p:nvPr/>
        </p:nvGrpSpPr>
        <p:grpSpPr>
          <a:xfrm>
            <a:off x="753952" y="2401541"/>
            <a:ext cx="1412054" cy="633562"/>
            <a:chOff x="1187400" y="2529299"/>
            <a:chExt cx="6769193" cy="2241903"/>
          </a:xfrm>
        </p:grpSpPr>
        <p:sp>
          <p:nvSpPr>
            <p:cNvPr id="4349" name="Google Shape;4349;p5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50" name="Google Shape;4350;p5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51" name="Google Shape;4351;p5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52" name="Google Shape;4352;p5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53" name="Google Shape;4353;p5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54" name="Google Shape;4354;p5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55" name="Google Shape;4355;p5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56" name="Google Shape;4356;p56"/>
            <p:cNvCxnSpPr>
              <a:stCxn id="4349" idx="2"/>
              <a:endCxn id="435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57" name="Google Shape;4357;p56"/>
            <p:cNvCxnSpPr>
              <a:stCxn id="4351" idx="0"/>
              <a:endCxn id="434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58" name="Google Shape;4358;p56"/>
            <p:cNvCxnSpPr>
              <a:stCxn id="4351" idx="2"/>
              <a:endCxn id="435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59" name="Google Shape;4359;p56"/>
            <p:cNvCxnSpPr>
              <a:stCxn id="4352" idx="0"/>
              <a:endCxn id="435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60" name="Google Shape;4360;p56"/>
            <p:cNvCxnSpPr>
              <a:stCxn id="4350" idx="2"/>
              <a:endCxn id="435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61" name="Google Shape;4361;p56"/>
            <p:cNvCxnSpPr>
              <a:stCxn id="4354" idx="0"/>
              <a:endCxn id="435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62" name="Google Shape;4362;p56"/>
          <p:cNvGrpSpPr/>
          <p:nvPr/>
        </p:nvGrpSpPr>
        <p:grpSpPr>
          <a:xfrm>
            <a:off x="6840198" y="2894250"/>
            <a:ext cx="1579035" cy="540873"/>
            <a:chOff x="6895650" y="3126697"/>
            <a:chExt cx="1436662" cy="492105"/>
          </a:xfrm>
        </p:grpSpPr>
        <p:sp>
          <p:nvSpPr>
            <p:cNvPr id="4363" name="Google Shape;4363;p5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8" name="Google Shape;4368;p56"/>
            <p:cNvGrpSpPr/>
            <p:nvPr/>
          </p:nvGrpSpPr>
          <p:grpSpPr>
            <a:xfrm>
              <a:off x="6995957" y="3335810"/>
              <a:ext cx="1230393" cy="71754"/>
              <a:chOff x="6995957" y="3287964"/>
              <a:chExt cx="1230393" cy="71754"/>
            </a:xfrm>
          </p:grpSpPr>
          <p:sp>
            <p:nvSpPr>
              <p:cNvPr id="4369" name="Google Shape;4369;p5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4" name="Google Shape;4374;p56"/>
          <p:cNvGrpSpPr/>
          <p:nvPr/>
        </p:nvGrpSpPr>
        <p:grpSpPr>
          <a:xfrm>
            <a:off x="6838780" y="3531013"/>
            <a:ext cx="1581862" cy="650625"/>
            <a:chOff x="6777990" y="3710194"/>
            <a:chExt cx="1646915" cy="677382"/>
          </a:xfrm>
        </p:grpSpPr>
        <p:grpSp>
          <p:nvGrpSpPr>
            <p:cNvPr id="4375" name="Google Shape;4375;p56"/>
            <p:cNvGrpSpPr/>
            <p:nvPr/>
          </p:nvGrpSpPr>
          <p:grpSpPr>
            <a:xfrm>
              <a:off x="6777990" y="3874492"/>
              <a:ext cx="411129" cy="513083"/>
              <a:chOff x="6777990" y="3874492"/>
              <a:chExt cx="411129" cy="513083"/>
            </a:xfrm>
          </p:grpSpPr>
          <p:cxnSp>
            <p:nvCxnSpPr>
              <p:cNvPr id="4376" name="Google Shape;4376;p5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77" name="Google Shape;4377;p5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56"/>
            <p:cNvGrpSpPr/>
            <p:nvPr/>
          </p:nvGrpSpPr>
          <p:grpSpPr>
            <a:xfrm>
              <a:off x="7188425" y="3710194"/>
              <a:ext cx="411123" cy="520535"/>
              <a:chOff x="7188425" y="3710194"/>
              <a:chExt cx="411123" cy="520535"/>
            </a:xfrm>
          </p:grpSpPr>
          <p:cxnSp>
            <p:nvCxnSpPr>
              <p:cNvPr id="4379" name="Google Shape;4379;p5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80" name="Google Shape;4380;p5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56"/>
            <p:cNvGrpSpPr/>
            <p:nvPr/>
          </p:nvGrpSpPr>
          <p:grpSpPr>
            <a:xfrm>
              <a:off x="7603341" y="3874492"/>
              <a:ext cx="411474" cy="513083"/>
              <a:chOff x="7603341" y="3874492"/>
              <a:chExt cx="411474" cy="513083"/>
            </a:xfrm>
          </p:grpSpPr>
          <p:cxnSp>
            <p:nvCxnSpPr>
              <p:cNvPr id="4382" name="Google Shape;4382;p5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83" name="Google Shape;4383;p5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56"/>
            <p:cNvGrpSpPr/>
            <p:nvPr/>
          </p:nvGrpSpPr>
          <p:grpSpPr>
            <a:xfrm>
              <a:off x="8013776" y="3722847"/>
              <a:ext cx="411129" cy="507881"/>
              <a:chOff x="8013776" y="3722847"/>
              <a:chExt cx="411129" cy="507881"/>
            </a:xfrm>
          </p:grpSpPr>
          <p:cxnSp>
            <p:nvCxnSpPr>
              <p:cNvPr id="4385" name="Google Shape;4385;p5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386" name="Google Shape;4386;p5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7" name="Google Shape;4387;p56"/>
          <p:cNvGrpSpPr/>
          <p:nvPr/>
        </p:nvGrpSpPr>
        <p:grpSpPr>
          <a:xfrm>
            <a:off x="5258295" y="2703853"/>
            <a:ext cx="1421889" cy="1020603"/>
            <a:chOff x="5190863" y="2824811"/>
            <a:chExt cx="1544860" cy="1108869"/>
          </a:xfrm>
        </p:grpSpPr>
        <p:grpSp>
          <p:nvGrpSpPr>
            <p:cNvPr id="4388" name="Google Shape;4388;p56"/>
            <p:cNvGrpSpPr/>
            <p:nvPr/>
          </p:nvGrpSpPr>
          <p:grpSpPr>
            <a:xfrm>
              <a:off x="5938695" y="3176919"/>
              <a:ext cx="685761" cy="404739"/>
              <a:chOff x="5938695" y="3176919"/>
              <a:chExt cx="685761" cy="404739"/>
            </a:xfrm>
          </p:grpSpPr>
          <p:grpSp>
            <p:nvGrpSpPr>
              <p:cNvPr id="4389" name="Google Shape;4389;p56"/>
              <p:cNvGrpSpPr/>
              <p:nvPr/>
            </p:nvGrpSpPr>
            <p:grpSpPr>
              <a:xfrm>
                <a:off x="5938695" y="3176919"/>
                <a:ext cx="685761" cy="404739"/>
                <a:chOff x="5938695" y="3176919"/>
                <a:chExt cx="685761" cy="404739"/>
              </a:xfrm>
            </p:grpSpPr>
            <p:sp>
              <p:nvSpPr>
                <p:cNvPr id="4390" name="Google Shape;4390;p5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2" name="Google Shape;4392;p5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56"/>
            <p:cNvGrpSpPr/>
            <p:nvPr/>
          </p:nvGrpSpPr>
          <p:grpSpPr>
            <a:xfrm>
              <a:off x="5305233" y="3176835"/>
              <a:ext cx="685971" cy="404655"/>
              <a:chOff x="5305233" y="3176835"/>
              <a:chExt cx="685971" cy="404655"/>
            </a:xfrm>
          </p:grpSpPr>
          <p:grpSp>
            <p:nvGrpSpPr>
              <p:cNvPr id="4394" name="Google Shape;4394;p56"/>
              <p:cNvGrpSpPr/>
              <p:nvPr/>
            </p:nvGrpSpPr>
            <p:grpSpPr>
              <a:xfrm>
                <a:off x="5305233" y="3176835"/>
                <a:ext cx="685971" cy="404655"/>
                <a:chOff x="5305233" y="3176835"/>
                <a:chExt cx="685971" cy="404655"/>
              </a:xfrm>
            </p:grpSpPr>
            <p:sp>
              <p:nvSpPr>
                <p:cNvPr id="4395" name="Google Shape;4395;p5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7" name="Google Shape;4397;p5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8" name="Google Shape;4398;p5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9" name="Google Shape;4399;p56"/>
            <p:cNvGrpSpPr/>
            <p:nvPr/>
          </p:nvGrpSpPr>
          <p:grpSpPr>
            <a:xfrm>
              <a:off x="5657361" y="2824811"/>
              <a:ext cx="1078361" cy="404655"/>
              <a:chOff x="5657361" y="2824811"/>
              <a:chExt cx="1078361" cy="404655"/>
            </a:xfrm>
          </p:grpSpPr>
          <p:grpSp>
            <p:nvGrpSpPr>
              <p:cNvPr id="4400" name="Google Shape;4400;p56"/>
              <p:cNvGrpSpPr/>
              <p:nvPr/>
            </p:nvGrpSpPr>
            <p:grpSpPr>
              <a:xfrm>
                <a:off x="5657361" y="2824811"/>
                <a:ext cx="1078361" cy="404655"/>
                <a:chOff x="5657361" y="2824811"/>
                <a:chExt cx="1078361" cy="404655"/>
              </a:xfrm>
            </p:grpSpPr>
            <p:grpSp>
              <p:nvGrpSpPr>
                <p:cNvPr id="4401" name="Google Shape;4401;p56"/>
                <p:cNvGrpSpPr/>
                <p:nvPr/>
              </p:nvGrpSpPr>
              <p:grpSpPr>
                <a:xfrm>
                  <a:off x="5938485" y="2824811"/>
                  <a:ext cx="797237" cy="404655"/>
                  <a:chOff x="5938485" y="2824811"/>
                  <a:chExt cx="797237" cy="404655"/>
                </a:xfrm>
              </p:grpSpPr>
              <p:sp>
                <p:nvSpPr>
                  <p:cNvPr id="4402" name="Google Shape;4402;p5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4" name="Google Shape;4404;p5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5" name="Google Shape;4405;p5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6"/>
            <p:cNvGrpSpPr/>
            <p:nvPr/>
          </p:nvGrpSpPr>
          <p:grpSpPr>
            <a:xfrm>
              <a:off x="5190863" y="3528942"/>
              <a:ext cx="1078026" cy="404739"/>
              <a:chOff x="5190863" y="3528942"/>
              <a:chExt cx="1078026" cy="404739"/>
            </a:xfrm>
          </p:grpSpPr>
          <p:sp>
            <p:nvSpPr>
              <p:cNvPr id="4407" name="Google Shape;4407;p5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8" name="Google Shape;4408;p56"/>
              <p:cNvGrpSpPr/>
              <p:nvPr/>
            </p:nvGrpSpPr>
            <p:grpSpPr>
              <a:xfrm>
                <a:off x="5190863" y="3528942"/>
                <a:ext cx="1078026" cy="404739"/>
                <a:chOff x="5190863" y="3528942"/>
                <a:chExt cx="1078026" cy="404739"/>
              </a:xfrm>
            </p:grpSpPr>
            <p:sp>
              <p:nvSpPr>
                <p:cNvPr id="4409" name="Google Shape;4409;p5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11" name="Google Shape;4411;p56"/>
          <p:cNvGrpSpPr/>
          <p:nvPr/>
        </p:nvGrpSpPr>
        <p:grpSpPr>
          <a:xfrm>
            <a:off x="724302" y="1268321"/>
            <a:ext cx="1086719" cy="879487"/>
            <a:chOff x="803162" y="1474292"/>
            <a:chExt cx="1086719" cy="879487"/>
          </a:xfrm>
        </p:grpSpPr>
        <p:grpSp>
          <p:nvGrpSpPr>
            <p:cNvPr id="4412" name="Google Shape;4412;p56"/>
            <p:cNvGrpSpPr/>
            <p:nvPr/>
          </p:nvGrpSpPr>
          <p:grpSpPr>
            <a:xfrm>
              <a:off x="803162" y="1625948"/>
              <a:ext cx="445856" cy="576579"/>
              <a:chOff x="803162" y="1625948"/>
              <a:chExt cx="445856" cy="576579"/>
            </a:xfrm>
          </p:grpSpPr>
          <p:sp>
            <p:nvSpPr>
              <p:cNvPr id="4413" name="Google Shape;4413;p5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4" name="Google Shape;4414;p56"/>
              <p:cNvGrpSpPr/>
              <p:nvPr/>
            </p:nvGrpSpPr>
            <p:grpSpPr>
              <a:xfrm>
                <a:off x="1056023" y="1625948"/>
                <a:ext cx="192995" cy="576579"/>
                <a:chOff x="1056023" y="1625948"/>
                <a:chExt cx="192995" cy="576579"/>
              </a:xfrm>
            </p:grpSpPr>
            <p:sp>
              <p:nvSpPr>
                <p:cNvPr id="4415" name="Google Shape;4415;p5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0" name="Google Shape;4420;p56"/>
            <p:cNvGrpSpPr/>
            <p:nvPr/>
          </p:nvGrpSpPr>
          <p:grpSpPr>
            <a:xfrm>
              <a:off x="1371406" y="1474292"/>
              <a:ext cx="518475" cy="879487"/>
              <a:chOff x="1398231" y="1474292"/>
              <a:chExt cx="518475" cy="879487"/>
            </a:xfrm>
          </p:grpSpPr>
          <p:grpSp>
            <p:nvGrpSpPr>
              <p:cNvPr id="4421" name="Google Shape;4421;p56"/>
              <p:cNvGrpSpPr/>
              <p:nvPr/>
            </p:nvGrpSpPr>
            <p:grpSpPr>
              <a:xfrm>
                <a:off x="1398231" y="1474292"/>
                <a:ext cx="518475" cy="341643"/>
                <a:chOff x="1398231" y="1474292"/>
                <a:chExt cx="518475" cy="341643"/>
              </a:xfrm>
            </p:grpSpPr>
            <p:sp>
              <p:nvSpPr>
                <p:cNvPr id="4422" name="Google Shape;4422;p5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3" name="Google Shape;4423;p56"/>
                <p:cNvGrpSpPr/>
                <p:nvPr/>
              </p:nvGrpSpPr>
              <p:grpSpPr>
                <a:xfrm>
                  <a:off x="1616453" y="1474292"/>
                  <a:ext cx="300253" cy="341643"/>
                  <a:chOff x="1616453" y="1475379"/>
                  <a:chExt cx="300253" cy="341643"/>
                </a:xfrm>
              </p:grpSpPr>
              <p:sp>
                <p:nvSpPr>
                  <p:cNvPr id="4424" name="Google Shape;4424;p5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56"/>
                  <p:cNvGrpSpPr/>
                  <p:nvPr/>
                </p:nvGrpSpPr>
                <p:grpSpPr>
                  <a:xfrm>
                    <a:off x="1839639" y="1475379"/>
                    <a:ext cx="77067" cy="341643"/>
                    <a:chOff x="1839639" y="1475379"/>
                    <a:chExt cx="77067" cy="341643"/>
                  </a:xfrm>
                </p:grpSpPr>
                <p:sp>
                  <p:nvSpPr>
                    <p:cNvPr id="4432" name="Google Shape;4432;p5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34" name="Google Shape;4434;p56"/>
              <p:cNvGrpSpPr/>
              <p:nvPr/>
            </p:nvGrpSpPr>
            <p:grpSpPr>
              <a:xfrm>
                <a:off x="1398451" y="2012951"/>
                <a:ext cx="518255" cy="340828"/>
                <a:chOff x="1398451" y="2012951"/>
                <a:chExt cx="518255" cy="340828"/>
              </a:xfrm>
            </p:grpSpPr>
            <p:sp>
              <p:nvSpPr>
                <p:cNvPr id="4435" name="Google Shape;4435;p5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6" name="Google Shape;4436;p56"/>
                <p:cNvGrpSpPr/>
                <p:nvPr/>
              </p:nvGrpSpPr>
              <p:grpSpPr>
                <a:xfrm>
                  <a:off x="1616453" y="2012951"/>
                  <a:ext cx="300253" cy="340828"/>
                  <a:chOff x="1616453" y="2013538"/>
                  <a:chExt cx="300253" cy="340828"/>
                </a:xfrm>
              </p:grpSpPr>
              <p:sp>
                <p:nvSpPr>
                  <p:cNvPr id="4437" name="Google Shape;4437;p5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 name="Google Shape;4444;p56"/>
                  <p:cNvGrpSpPr/>
                  <p:nvPr/>
                </p:nvGrpSpPr>
                <p:grpSpPr>
                  <a:xfrm>
                    <a:off x="1839639" y="2013538"/>
                    <a:ext cx="77067" cy="340828"/>
                    <a:chOff x="1839639" y="2013538"/>
                    <a:chExt cx="77067" cy="340828"/>
                  </a:xfrm>
                </p:grpSpPr>
                <p:sp>
                  <p:nvSpPr>
                    <p:cNvPr id="4445" name="Google Shape;4445;p5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47" name="Google Shape;4447;p56"/>
          <p:cNvGrpSpPr/>
          <p:nvPr/>
        </p:nvGrpSpPr>
        <p:grpSpPr>
          <a:xfrm>
            <a:off x="721126" y="3399508"/>
            <a:ext cx="1368681" cy="682918"/>
            <a:chOff x="724986" y="3605478"/>
            <a:chExt cx="1368681" cy="682918"/>
          </a:xfrm>
        </p:grpSpPr>
        <p:grpSp>
          <p:nvGrpSpPr>
            <p:cNvPr id="4448" name="Google Shape;4448;p56"/>
            <p:cNvGrpSpPr/>
            <p:nvPr/>
          </p:nvGrpSpPr>
          <p:grpSpPr>
            <a:xfrm>
              <a:off x="1289102" y="3823629"/>
              <a:ext cx="240442" cy="250435"/>
              <a:chOff x="-165066" y="3843615"/>
              <a:chExt cx="221259" cy="230455"/>
            </a:xfrm>
          </p:grpSpPr>
          <p:sp>
            <p:nvSpPr>
              <p:cNvPr id="4449" name="Google Shape;4449;p5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56"/>
            <p:cNvGrpSpPr/>
            <p:nvPr/>
          </p:nvGrpSpPr>
          <p:grpSpPr>
            <a:xfrm>
              <a:off x="724986" y="3605478"/>
              <a:ext cx="1368681" cy="682918"/>
              <a:chOff x="724986" y="3605478"/>
              <a:chExt cx="1368681" cy="682918"/>
            </a:xfrm>
          </p:grpSpPr>
          <p:grpSp>
            <p:nvGrpSpPr>
              <p:cNvPr id="4470" name="Google Shape;4470;p56"/>
              <p:cNvGrpSpPr/>
              <p:nvPr/>
            </p:nvGrpSpPr>
            <p:grpSpPr>
              <a:xfrm>
                <a:off x="1498221" y="4047614"/>
                <a:ext cx="529172" cy="240783"/>
                <a:chOff x="1498221" y="4047614"/>
                <a:chExt cx="529172" cy="240783"/>
              </a:xfrm>
            </p:grpSpPr>
            <p:grpSp>
              <p:nvGrpSpPr>
                <p:cNvPr id="4471" name="Google Shape;4471;p56"/>
                <p:cNvGrpSpPr/>
                <p:nvPr/>
              </p:nvGrpSpPr>
              <p:grpSpPr>
                <a:xfrm>
                  <a:off x="1826655" y="4224370"/>
                  <a:ext cx="200738" cy="25631"/>
                  <a:chOff x="1826655" y="4224370"/>
                  <a:chExt cx="200738" cy="25631"/>
                </a:xfrm>
              </p:grpSpPr>
              <p:sp>
                <p:nvSpPr>
                  <p:cNvPr id="4472" name="Google Shape;4472;p5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56"/>
                <p:cNvGrpSpPr/>
                <p:nvPr/>
              </p:nvGrpSpPr>
              <p:grpSpPr>
                <a:xfrm>
                  <a:off x="1498221" y="4047614"/>
                  <a:ext cx="328444" cy="240783"/>
                  <a:chOff x="1498221" y="4047614"/>
                  <a:chExt cx="328444" cy="240783"/>
                </a:xfrm>
              </p:grpSpPr>
              <p:sp>
                <p:nvSpPr>
                  <p:cNvPr id="4475" name="Google Shape;4475;p5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6" name="Google Shape;4476;p56"/>
                  <p:cNvGrpSpPr/>
                  <p:nvPr/>
                </p:nvGrpSpPr>
                <p:grpSpPr>
                  <a:xfrm>
                    <a:off x="1498221" y="4047614"/>
                    <a:ext cx="150566" cy="190416"/>
                    <a:chOff x="1498221" y="4047614"/>
                    <a:chExt cx="150566" cy="190416"/>
                  </a:xfrm>
                </p:grpSpPr>
                <p:sp>
                  <p:nvSpPr>
                    <p:cNvPr id="4477" name="Google Shape;4477;p5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79" name="Google Shape;4479;p56"/>
              <p:cNvGrpSpPr/>
              <p:nvPr/>
            </p:nvGrpSpPr>
            <p:grpSpPr>
              <a:xfrm>
                <a:off x="1560718" y="3800594"/>
                <a:ext cx="532948" cy="302090"/>
                <a:chOff x="1560718" y="3800594"/>
                <a:chExt cx="532948" cy="302090"/>
              </a:xfrm>
            </p:grpSpPr>
            <p:grpSp>
              <p:nvGrpSpPr>
                <p:cNvPr id="4480" name="Google Shape;4480;p56"/>
                <p:cNvGrpSpPr/>
                <p:nvPr/>
              </p:nvGrpSpPr>
              <p:grpSpPr>
                <a:xfrm>
                  <a:off x="1912179" y="3827344"/>
                  <a:ext cx="181487" cy="25631"/>
                  <a:chOff x="1912179" y="3827344"/>
                  <a:chExt cx="181487" cy="25631"/>
                </a:xfrm>
              </p:grpSpPr>
              <p:sp>
                <p:nvSpPr>
                  <p:cNvPr id="4481" name="Google Shape;4481;p5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56"/>
                <p:cNvGrpSpPr/>
                <p:nvPr/>
              </p:nvGrpSpPr>
              <p:grpSpPr>
                <a:xfrm>
                  <a:off x="1912179" y="4044505"/>
                  <a:ext cx="181487" cy="25622"/>
                  <a:chOff x="1912179" y="4044506"/>
                  <a:chExt cx="181487" cy="25622"/>
                </a:xfrm>
              </p:grpSpPr>
              <p:sp>
                <p:nvSpPr>
                  <p:cNvPr id="4484" name="Google Shape;4484;p5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56"/>
                <p:cNvGrpSpPr/>
                <p:nvPr/>
              </p:nvGrpSpPr>
              <p:grpSpPr>
                <a:xfrm>
                  <a:off x="1560718" y="3800594"/>
                  <a:ext cx="351472" cy="302090"/>
                  <a:chOff x="1560718" y="3800594"/>
                  <a:chExt cx="351472" cy="302090"/>
                </a:xfrm>
              </p:grpSpPr>
              <p:grpSp>
                <p:nvGrpSpPr>
                  <p:cNvPr id="4487" name="Google Shape;4487;p56"/>
                  <p:cNvGrpSpPr/>
                  <p:nvPr/>
                </p:nvGrpSpPr>
                <p:grpSpPr>
                  <a:xfrm>
                    <a:off x="1560718" y="3842857"/>
                    <a:ext cx="173586" cy="217131"/>
                    <a:chOff x="1560718" y="3842857"/>
                    <a:chExt cx="173586" cy="217131"/>
                  </a:xfrm>
                </p:grpSpPr>
                <p:sp>
                  <p:nvSpPr>
                    <p:cNvPr id="4488" name="Google Shape;4488;p5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1" name="Google Shape;4491;p5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93" name="Google Shape;4493;p5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4" name="Google Shape;4494;p56"/>
              <p:cNvGrpSpPr/>
              <p:nvPr/>
            </p:nvGrpSpPr>
            <p:grpSpPr>
              <a:xfrm>
                <a:off x="785350" y="3605478"/>
                <a:ext cx="535311" cy="249245"/>
                <a:chOff x="785350" y="3605478"/>
                <a:chExt cx="535311" cy="249245"/>
              </a:xfrm>
            </p:grpSpPr>
            <p:grpSp>
              <p:nvGrpSpPr>
                <p:cNvPr id="4495" name="Google Shape;4495;p56"/>
                <p:cNvGrpSpPr/>
                <p:nvPr/>
              </p:nvGrpSpPr>
              <p:grpSpPr>
                <a:xfrm>
                  <a:off x="785350" y="3605478"/>
                  <a:ext cx="376191" cy="102736"/>
                  <a:chOff x="785350" y="3605478"/>
                  <a:chExt cx="376191" cy="102736"/>
                </a:xfrm>
              </p:grpSpPr>
              <p:sp>
                <p:nvSpPr>
                  <p:cNvPr id="4496" name="Google Shape;4496;p5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56"/>
                <p:cNvGrpSpPr/>
                <p:nvPr/>
              </p:nvGrpSpPr>
              <p:grpSpPr>
                <a:xfrm>
                  <a:off x="1161530" y="3655851"/>
                  <a:ext cx="159131" cy="198872"/>
                  <a:chOff x="1161530" y="3655851"/>
                  <a:chExt cx="159131" cy="198872"/>
                </a:xfrm>
              </p:grpSpPr>
              <p:sp>
                <p:nvSpPr>
                  <p:cNvPr id="4500" name="Google Shape;4500;p5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2" name="Google Shape;4502;p56"/>
              <p:cNvGrpSpPr/>
              <p:nvPr/>
            </p:nvGrpSpPr>
            <p:grpSpPr>
              <a:xfrm>
                <a:off x="785350" y="4047614"/>
                <a:ext cx="535311" cy="240783"/>
                <a:chOff x="785350" y="4047614"/>
                <a:chExt cx="535311" cy="240783"/>
              </a:xfrm>
            </p:grpSpPr>
            <p:grpSp>
              <p:nvGrpSpPr>
                <p:cNvPr id="4503" name="Google Shape;4503;p56"/>
                <p:cNvGrpSpPr/>
                <p:nvPr/>
              </p:nvGrpSpPr>
              <p:grpSpPr>
                <a:xfrm>
                  <a:off x="1161636" y="4047614"/>
                  <a:ext cx="159025" cy="190415"/>
                  <a:chOff x="1161636" y="4047614"/>
                  <a:chExt cx="159025" cy="190415"/>
                </a:xfrm>
              </p:grpSpPr>
              <p:sp>
                <p:nvSpPr>
                  <p:cNvPr id="4504" name="Google Shape;4504;p5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56"/>
                <p:cNvGrpSpPr/>
                <p:nvPr/>
              </p:nvGrpSpPr>
              <p:grpSpPr>
                <a:xfrm>
                  <a:off x="785350" y="4185661"/>
                  <a:ext cx="376191" cy="102736"/>
                  <a:chOff x="785350" y="4185661"/>
                  <a:chExt cx="376191" cy="102736"/>
                </a:xfrm>
              </p:grpSpPr>
              <p:sp>
                <p:nvSpPr>
                  <p:cNvPr id="4507" name="Google Shape;4507;p5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56"/>
              <p:cNvGrpSpPr/>
              <p:nvPr/>
            </p:nvGrpSpPr>
            <p:grpSpPr>
              <a:xfrm>
                <a:off x="1501054" y="3605478"/>
                <a:ext cx="526340" cy="249240"/>
                <a:chOff x="1501054" y="3605478"/>
                <a:chExt cx="526340" cy="249240"/>
              </a:xfrm>
            </p:grpSpPr>
            <p:grpSp>
              <p:nvGrpSpPr>
                <p:cNvPr id="4511" name="Google Shape;4511;p56"/>
                <p:cNvGrpSpPr/>
                <p:nvPr/>
              </p:nvGrpSpPr>
              <p:grpSpPr>
                <a:xfrm>
                  <a:off x="1834208" y="3643867"/>
                  <a:ext cx="193185" cy="25622"/>
                  <a:chOff x="1834208" y="3643867"/>
                  <a:chExt cx="193185" cy="25622"/>
                </a:xfrm>
              </p:grpSpPr>
              <p:sp>
                <p:nvSpPr>
                  <p:cNvPr id="4512" name="Google Shape;4512;p5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56"/>
                <p:cNvGrpSpPr/>
                <p:nvPr/>
              </p:nvGrpSpPr>
              <p:grpSpPr>
                <a:xfrm>
                  <a:off x="1501054" y="3605478"/>
                  <a:ext cx="333165" cy="249240"/>
                  <a:chOff x="1501054" y="3605478"/>
                  <a:chExt cx="333165" cy="249240"/>
                </a:xfrm>
              </p:grpSpPr>
              <p:sp>
                <p:nvSpPr>
                  <p:cNvPr id="4515" name="Google Shape;4515;p5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6" name="Google Shape;4516;p56"/>
                  <p:cNvGrpSpPr/>
                  <p:nvPr/>
                </p:nvGrpSpPr>
                <p:grpSpPr>
                  <a:xfrm>
                    <a:off x="1501054" y="3655851"/>
                    <a:ext cx="155286" cy="198867"/>
                    <a:chOff x="1501054" y="3655851"/>
                    <a:chExt cx="155286" cy="198867"/>
                  </a:xfrm>
                </p:grpSpPr>
                <p:sp>
                  <p:nvSpPr>
                    <p:cNvPr id="4517" name="Google Shape;4517;p5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19" name="Google Shape;4519;p56"/>
              <p:cNvGrpSpPr/>
              <p:nvPr/>
            </p:nvGrpSpPr>
            <p:grpSpPr>
              <a:xfrm>
                <a:off x="724986" y="3800594"/>
                <a:ext cx="532950" cy="302090"/>
                <a:chOff x="724986" y="3800594"/>
                <a:chExt cx="532950" cy="302090"/>
              </a:xfrm>
            </p:grpSpPr>
            <p:grpSp>
              <p:nvGrpSpPr>
                <p:cNvPr id="4520" name="Google Shape;4520;p56"/>
                <p:cNvGrpSpPr/>
                <p:nvPr/>
              </p:nvGrpSpPr>
              <p:grpSpPr>
                <a:xfrm>
                  <a:off x="724986" y="4044367"/>
                  <a:ext cx="181314" cy="25626"/>
                  <a:chOff x="724986" y="4044367"/>
                  <a:chExt cx="181314" cy="25626"/>
                </a:xfrm>
              </p:grpSpPr>
              <p:sp>
                <p:nvSpPr>
                  <p:cNvPr id="4521" name="Google Shape;4521;p5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56"/>
                <p:cNvGrpSpPr/>
                <p:nvPr/>
              </p:nvGrpSpPr>
              <p:grpSpPr>
                <a:xfrm>
                  <a:off x="906290" y="3800594"/>
                  <a:ext cx="351646" cy="302090"/>
                  <a:chOff x="906290" y="3800594"/>
                  <a:chExt cx="351646" cy="302090"/>
                </a:xfrm>
              </p:grpSpPr>
              <p:grpSp>
                <p:nvGrpSpPr>
                  <p:cNvPr id="4524" name="Google Shape;4524;p56"/>
                  <p:cNvGrpSpPr/>
                  <p:nvPr/>
                </p:nvGrpSpPr>
                <p:grpSpPr>
                  <a:xfrm>
                    <a:off x="1084172" y="3842857"/>
                    <a:ext cx="173764" cy="217131"/>
                    <a:chOff x="1084172" y="3842857"/>
                    <a:chExt cx="173764" cy="217131"/>
                  </a:xfrm>
                </p:grpSpPr>
                <p:grpSp>
                  <p:nvGrpSpPr>
                    <p:cNvPr id="4525" name="Google Shape;4525;p56"/>
                    <p:cNvGrpSpPr/>
                    <p:nvPr/>
                  </p:nvGrpSpPr>
                  <p:grpSpPr>
                    <a:xfrm>
                      <a:off x="1156862" y="3936509"/>
                      <a:ext cx="101073" cy="25622"/>
                      <a:chOff x="1156862" y="3936509"/>
                      <a:chExt cx="101073" cy="25622"/>
                    </a:xfrm>
                  </p:grpSpPr>
                  <p:sp>
                    <p:nvSpPr>
                      <p:cNvPr id="4526" name="Google Shape;4526;p5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8" name="Google Shape;4528;p5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9" name="Google Shape;4529;p5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56"/>
                <p:cNvGrpSpPr/>
                <p:nvPr/>
              </p:nvGrpSpPr>
              <p:grpSpPr>
                <a:xfrm>
                  <a:off x="724986" y="3830189"/>
                  <a:ext cx="189533" cy="25626"/>
                  <a:chOff x="724986" y="3830189"/>
                  <a:chExt cx="189533" cy="25626"/>
                </a:xfrm>
              </p:grpSpPr>
              <p:sp>
                <p:nvSpPr>
                  <p:cNvPr id="4532" name="Google Shape;4532;p5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534" name="Google Shape;4534;p56"/>
          <p:cNvGrpSpPr/>
          <p:nvPr/>
        </p:nvGrpSpPr>
        <p:grpSpPr>
          <a:xfrm>
            <a:off x="2249438" y="2249669"/>
            <a:ext cx="948701" cy="935378"/>
            <a:chOff x="2253298" y="2428317"/>
            <a:chExt cx="948701" cy="935378"/>
          </a:xfrm>
        </p:grpSpPr>
        <p:sp>
          <p:nvSpPr>
            <p:cNvPr id="4535" name="Google Shape;4535;p5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1" name="Shape 4571"/>
        <p:cNvGrpSpPr/>
        <p:nvPr/>
      </p:nvGrpSpPr>
      <p:grpSpPr>
        <a:xfrm>
          <a:off x="0" y="0"/>
          <a:ext cx="0" cy="0"/>
          <a:chOff x="0" y="0"/>
          <a:chExt cx="0" cy="0"/>
        </a:xfrm>
      </p:grpSpPr>
      <p:grpSp>
        <p:nvGrpSpPr>
          <p:cNvPr id="4572" name="Google Shape;4572;p57"/>
          <p:cNvGrpSpPr/>
          <p:nvPr/>
        </p:nvGrpSpPr>
        <p:grpSpPr>
          <a:xfrm>
            <a:off x="3339745" y="952988"/>
            <a:ext cx="2363393" cy="1017867"/>
            <a:chOff x="3292400" y="1219146"/>
            <a:chExt cx="2615240" cy="1110239"/>
          </a:xfrm>
        </p:grpSpPr>
        <p:sp>
          <p:nvSpPr>
            <p:cNvPr id="4573" name="Google Shape;4573;p5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574" name="Google Shape;4574;p5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5" name="Google Shape;4575;p5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576" name="Google Shape;4576;p5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577" name="Google Shape;4577;p5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578" name="Google Shape;4578;p5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579" name="Google Shape;4579;p5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580" name="Google Shape;4580;p5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581" name="Google Shape;4581;p5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582" name="Google Shape;4582;p5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583" name="Google Shape;4583;p5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84" name="Google Shape;4584;p5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585" name="Google Shape;4585;p5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86" name="Google Shape;4586;p5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587" name="Google Shape;4587;p57"/>
            <p:cNvGrpSpPr/>
            <p:nvPr/>
          </p:nvGrpSpPr>
          <p:grpSpPr>
            <a:xfrm>
              <a:off x="3748438" y="1378608"/>
              <a:ext cx="2159202" cy="903971"/>
              <a:chOff x="1683525" y="2179850"/>
              <a:chExt cx="4519050" cy="2134525"/>
            </a:xfrm>
          </p:grpSpPr>
          <p:sp>
            <p:nvSpPr>
              <p:cNvPr id="4588" name="Google Shape;4588;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9" name="Google Shape;4589;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0" name="Google Shape;4590;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1" name="Google Shape;4591;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2" name="Google Shape;4592;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3" name="Google Shape;4593;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4" name="Google Shape;4594;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5" name="Google Shape;4595;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6" name="Google Shape;4596;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7" name="Google Shape;4597;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8" name="Google Shape;4598;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99" name="Google Shape;4599;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600" name="Google Shape;4600;p57"/>
          <p:cNvGraphicFramePr/>
          <p:nvPr/>
        </p:nvGraphicFramePr>
        <p:xfrm>
          <a:off x="5935838" y="2130461"/>
          <a:ext cx="3000000" cy="3000000"/>
        </p:xfrm>
        <a:graphic>
          <a:graphicData uri="http://schemas.openxmlformats.org/drawingml/2006/table">
            <a:tbl>
              <a:tblPr>
                <a:noFill/>
                <a:tableStyleId>{36489EBC-20A0-49D9-801C-75504C25FA00}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601" name="Google Shape;4601;p57"/>
          <p:cNvGrpSpPr/>
          <p:nvPr/>
        </p:nvGrpSpPr>
        <p:grpSpPr>
          <a:xfrm>
            <a:off x="5935948" y="3189058"/>
            <a:ext cx="2496964" cy="1001454"/>
            <a:chOff x="1919611" y="789980"/>
            <a:chExt cx="1474179" cy="606868"/>
          </a:xfrm>
        </p:grpSpPr>
        <p:cxnSp>
          <p:nvCxnSpPr>
            <p:cNvPr id="4602" name="Google Shape;4602;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03" name="Google Shape;4603;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04" name="Google Shape;4604;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605" name="Google Shape;4605;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606" name="Google Shape;4606;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607" name="Google Shape;4607;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608" name="Google Shape;4608;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609" name="Google Shape;4609;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616" name="Google Shape;4616;p57"/>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617" name="Google Shape;4617;p57"/>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618" name="Google Shape;4618;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57"/>
          <p:cNvGrpSpPr/>
          <p:nvPr/>
        </p:nvGrpSpPr>
        <p:grpSpPr>
          <a:xfrm>
            <a:off x="712562" y="998017"/>
            <a:ext cx="2394370" cy="976502"/>
            <a:chOff x="749309" y="1112739"/>
            <a:chExt cx="2371603" cy="976502"/>
          </a:xfrm>
        </p:grpSpPr>
        <p:sp>
          <p:nvSpPr>
            <p:cNvPr id="4620" name="Google Shape;4620;p5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52" name="Google Shape;4652;p57"/>
          <p:cNvGraphicFramePr/>
          <p:nvPr/>
        </p:nvGraphicFramePr>
        <p:xfrm>
          <a:off x="5935863" y="996311"/>
          <a:ext cx="3000000" cy="3000000"/>
        </p:xfrm>
        <a:graphic>
          <a:graphicData uri="http://schemas.openxmlformats.org/drawingml/2006/table">
            <a:tbl>
              <a:tblPr>
                <a:noFill/>
                <a:tableStyleId>{36489EBC-20A0-49D9-801C-75504C25FA00}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53" name="Google Shape;4653;p57"/>
          <p:cNvGraphicFramePr/>
          <p:nvPr/>
        </p:nvGraphicFramePr>
        <p:xfrm>
          <a:off x="3342575" y="2130461"/>
          <a:ext cx="3000000" cy="3000000"/>
        </p:xfrm>
        <a:graphic>
          <a:graphicData uri="http://schemas.openxmlformats.org/drawingml/2006/table">
            <a:tbl>
              <a:tblPr>
                <a:noFill/>
                <a:tableStyleId>{36489EBC-20A0-49D9-801C-75504C25FA00}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54" name="Google Shape;4654;p57"/>
          <p:cNvGrpSpPr/>
          <p:nvPr/>
        </p:nvGrpSpPr>
        <p:grpSpPr>
          <a:xfrm>
            <a:off x="4086505" y="2517104"/>
            <a:ext cx="1517436" cy="74460"/>
            <a:chOff x="3980086" y="2804397"/>
            <a:chExt cx="1227600" cy="66900"/>
          </a:xfrm>
        </p:grpSpPr>
        <p:sp>
          <p:nvSpPr>
            <p:cNvPr id="4655" name="Google Shape;4655;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57"/>
          <p:cNvGrpSpPr/>
          <p:nvPr/>
        </p:nvGrpSpPr>
        <p:grpSpPr>
          <a:xfrm>
            <a:off x="4711569" y="2809692"/>
            <a:ext cx="892956" cy="74460"/>
            <a:chOff x="3980086" y="2804397"/>
            <a:chExt cx="1227600" cy="66900"/>
          </a:xfrm>
        </p:grpSpPr>
        <p:sp>
          <p:nvSpPr>
            <p:cNvPr id="4658" name="Google Shape;4658;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7"/>
          <p:cNvGrpSpPr/>
          <p:nvPr/>
        </p:nvGrpSpPr>
        <p:grpSpPr>
          <a:xfrm>
            <a:off x="3344661" y="3168575"/>
            <a:ext cx="2363244" cy="1005943"/>
            <a:chOff x="3358415" y="3361302"/>
            <a:chExt cx="2363244" cy="1024695"/>
          </a:xfrm>
        </p:grpSpPr>
        <p:grpSp>
          <p:nvGrpSpPr>
            <p:cNvPr id="4661" name="Google Shape;4661;p57"/>
            <p:cNvGrpSpPr/>
            <p:nvPr/>
          </p:nvGrpSpPr>
          <p:grpSpPr>
            <a:xfrm>
              <a:off x="3358415" y="3361302"/>
              <a:ext cx="441300" cy="1024695"/>
              <a:chOff x="3358415" y="3361302"/>
              <a:chExt cx="441300" cy="1024695"/>
            </a:xfrm>
          </p:grpSpPr>
          <p:sp>
            <p:nvSpPr>
              <p:cNvPr id="4662" name="Google Shape;4662;p5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57"/>
            <p:cNvGrpSpPr/>
            <p:nvPr/>
          </p:nvGrpSpPr>
          <p:grpSpPr>
            <a:xfrm>
              <a:off x="3838901" y="3361302"/>
              <a:ext cx="441300" cy="1024695"/>
              <a:chOff x="3838901" y="3361302"/>
              <a:chExt cx="441300" cy="1024695"/>
            </a:xfrm>
          </p:grpSpPr>
          <p:sp>
            <p:nvSpPr>
              <p:cNvPr id="4669" name="Google Shape;4669;p5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7"/>
            <p:cNvGrpSpPr/>
            <p:nvPr/>
          </p:nvGrpSpPr>
          <p:grpSpPr>
            <a:xfrm>
              <a:off x="4319387" y="3361302"/>
              <a:ext cx="441300" cy="1024695"/>
              <a:chOff x="4319387" y="3361302"/>
              <a:chExt cx="441300" cy="1024695"/>
            </a:xfrm>
          </p:grpSpPr>
          <p:sp>
            <p:nvSpPr>
              <p:cNvPr id="4676" name="Google Shape;4676;p5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2" name="Google Shape;4682;p57"/>
            <p:cNvGrpSpPr/>
            <p:nvPr/>
          </p:nvGrpSpPr>
          <p:grpSpPr>
            <a:xfrm>
              <a:off x="4799873" y="3361302"/>
              <a:ext cx="441300" cy="1024695"/>
              <a:chOff x="4799873" y="3361302"/>
              <a:chExt cx="441300" cy="1024695"/>
            </a:xfrm>
          </p:grpSpPr>
          <p:sp>
            <p:nvSpPr>
              <p:cNvPr id="4683" name="Google Shape;4683;p5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57"/>
            <p:cNvGrpSpPr/>
            <p:nvPr/>
          </p:nvGrpSpPr>
          <p:grpSpPr>
            <a:xfrm>
              <a:off x="5280360" y="3361302"/>
              <a:ext cx="441300" cy="1024695"/>
              <a:chOff x="5280360" y="3361302"/>
              <a:chExt cx="441300" cy="1024695"/>
            </a:xfrm>
          </p:grpSpPr>
          <p:sp>
            <p:nvSpPr>
              <p:cNvPr id="4690" name="Google Shape;4690;p5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696" name="Google Shape;4696;p57"/>
          <p:cNvGraphicFramePr/>
          <p:nvPr/>
        </p:nvGraphicFramePr>
        <p:xfrm>
          <a:off x="711088" y="2130461"/>
          <a:ext cx="3000000" cy="3000000"/>
        </p:xfrm>
        <a:graphic>
          <a:graphicData uri="http://schemas.openxmlformats.org/drawingml/2006/table">
            <a:tbl>
              <a:tblPr>
                <a:noFill/>
                <a:tableStyleId>{36489EBC-20A0-49D9-801C-75504C25FA00}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97" name="Google Shape;4697;p57"/>
          <p:cNvGrpSpPr/>
          <p:nvPr/>
        </p:nvGrpSpPr>
        <p:grpSpPr>
          <a:xfrm>
            <a:off x="712613" y="3180186"/>
            <a:ext cx="2403614" cy="1005900"/>
            <a:chOff x="726450" y="3372825"/>
            <a:chExt cx="2403614" cy="1005900"/>
          </a:xfrm>
        </p:grpSpPr>
        <p:grpSp>
          <p:nvGrpSpPr>
            <p:cNvPr id="4698" name="Google Shape;4698;p57"/>
            <p:cNvGrpSpPr/>
            <p:nvPr/>
          </p:nvGrpSpPr>
          <p:grpSpPr>
            <a:xfrm>
              <a:off x="726450" y="3696000"/>
              <a:ext cx="2403614" cy="500898"/>
              <a:chOff x="726450" y="3696000"/>
              <a:chExt cx="2403614" cy="500898"/>
            </a:xfrm>
          </p:grpSpPr>
          <p:sp>
            <p:nvSpPr>
              <p:cNvPr id="4699" name="Google Shape;4699;p5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00" name="Google Shape;4700;p5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01" name="Google Shape;4701;p57"/>
            <p:cNvGrpSpPr/>
            <p:nvPr/>
          </p:nvGrpSpPr>
          <p:grpSpPr>
            <a:xfrm>
              <a:off x="1348050" y="3372825"/>
              <a:ext cx="1720425" cy="1005900"/>
              <a:chOff x="1348050" y="3372825"/>
              <a:chExt cx="1720425" cy="1005900"/>
            </a:xfrm>
          </p:grpSpPr>
          <p:sp>
            <p:nvSpPr>
              <p:cNvPr id="4702" name="Google Shape;4702;p5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03" name="Google Shape;4703;p5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04" name="Google Shape;4704;p5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05" name="Google Shape;4705;p5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06" name="Google Shape;4706;p5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07" name="Google Shape;4707;p57"/>
            <p:cNvGrpSpPr/>
            <p:nvPr/>
          </p:nvGrpSpPr>
          <p:grpSpPr>
            <a:xfrm>
              <a:off x="1455707" y="3731058"/>
              <a:ext cx="1491150" cy="417657"/>
              <a:chOff x="1455707" y="3731058"/>
              <a:chExt cx="1491150" cy="417657"/>
            </a:xfrm>
          </p:grpSpPr>
          <p:grpSp>
            <p:nvGrpSpPr>
              <p:cNvPr id="4708" name="Google Shape;4708;p57"/>
              <p:cNvGrpSpPr/>
              <p:nvPr/>
            </p:nvGrpSpPr>
            <p:grpSpPr>
              <a:xfrm>
                <a:off x="1472938" y="3745828"/>
                <a:ext cx="72126" cy="53788"/>
                <a:chOff x="1472938" y="3745828"/>
                <a:chExt cx="72126" cy="53788"/>
              </a:xfrm>
            </p:grpSpPr>
            <p:sp>
              <p:nvSpPr>
                <p:cNvPr id="4709" name="Google Shape;4709;p5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57"/>
              <p:cNvGrpSpPr/>
              <p:nvPr/>
            </p:nvGrpSpPr>
            <p:grpSpPr>
              <a:xfrm>
                <a:off x="1819181" y="4089633"/>
                <a:ext cx="72126" cy="53788"/>
                <a:chOff x="1819181" y="4089633"/>
                <a:chExt cx="72126" cy="53788"/>
              </a:xfrm>
            </p:grpSpPr>
            <p:sp>
              <p:nvSpPr>
                <p:cNvPr id="4712" name="Google Shape;4712;p5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57"/>
              <p:cNvGrpSpPr/>
              <p:nvPr/>
            </p:nvGrpSpPr>
            <p:grpSpPr>
              <a:xfrm>
                <a:off x="1455707" y="4084171"/>
                <a:ext cx="64321" cy="64544"/>
                <a:chOff x="1455707" y="4084171"/>
                <a:chExt cx="64321" cy="64544"/>
              </a:xfrm>
            </p:grpSpPr>
            <p:sp>
              <p:nvSpPr>
                <p:cNvPr id="4715" name="Google Shape;4715;p5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57"/>
              <p:cNvGrpSpPr/>
              <p:nvPr/>
            </p:nvGrpSpPr>
            <p:grpSpPr>
              <a:xfrm>
                <a:off x="1818610" y="3731058"/>
                <a:ext cx="64321" cy="64544"/>
                <a:chOff x="1818610" y="3731058"/>
                <a:chExt cx="64321" cy="64544"/>
              </a:xfrm>
            </p:grpSpPr>
            <p:sp>
              <p:nvSpPr>
                <p:cNvPr id="4718" name="Google Shape;4718;p5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57"/>
              <p:cNvGrpSpPr/>
              <p:nvPr/>
            </p:nvGrpSpPr>
            <p:grpSpPr>
              <a:xfrm>
                <a:off x="2172491" y="4089633"/>
                <a:ext cx="72126" cy="53788"/>
                <a:chOff x="2172491" y="4089633"/>
                <a:chExt cx="72126" cy="53788"/>
              </a:xfrm>
            </p:grpSpPr>
            <p:sp>
              <p:nvSpPr>
                <p:cNvPr id="4721" name="Google Shape;4721;p5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57"/>
              <p:cNvGrpSpPr/>
              <p:nvPr/>
            </p:nvGrpSpPr>
            <p:grpSpPr>
              <a:xfrm>
                <a:off x="2171920" y="3731058"/>
                <a:ext cx="64321" cy="64544"/>
                <a:chOff x="2171920" y="3731058"/>
                <a:chExt cx="64321" cy="64544"/>
              </a:xfrm>
            </p:grpSpPr>
            <p:sp>
              <p:nvSpPr>
                <p:cNvPr id="4724" name="Google Shape;4724;p5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57"/>
              <p:cNvGrpSpPr/>
              <p:nvPr/>
            </p:nvGrpSpPr>
            <p:grpSpPr>
              <a:xfrm>
                <a:off x="2874730" y="3745828"/>
                <a:ext cx="72126" cy="53788"/>
                <a:chOff x="2874730" y="3745828"/>
                <a:chExt cx="72126" cy="53788"/>
              </a:xfrm>
            </p:grpSpPr>
            <p:sp>
              <p:nvSpPr>
                <p:cNvPr id="4727" name="Google Shape;4727;p5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7"/>
              <p:cNvGrpSpPr/>
              <p:nvPr/>
            </p:nvGrpSpPr>
            <p:grpSpPr>
              <a:xfrm>
                <a:off x="2878589" y="4081481"/>
                <a:ext cx="64321" cy="64544"/>
                <a:chOff x="2878589" y="4081481"/>
                <a:chExt cx="64321" cy="64544"/>
              </a:xfrm>
            </p:grpSpPr>
            <p:sp>
              <p:nvSpPr>
                <p:cNvPr id="4730" name="Google Shape;4730;p5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57"/>
              <p:cNvGrpSpPr/>
              <p:nvPr/>
            </p:nvGrpSpPr>
            <p:grpSpPr>
              <a:xfrm>
                <a:off x="2525796" y="4089633"/>
                <a:ext cx="72126" cy="53788"/>
                <a:chOff x="2525796" y="4089633"/>
                <a:chExt cx="72126" cy="53788"/>
              </a:xfrm>
            </p:grpSpPr>
            <p:sp>
              <p:nvSpPr>
                <p:cNvPr id="4733" name="Google Shape;4733;p5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7"/>
              <p:cNvGrpSpPr/>
              <p:nvPr/>
            </p:nvGrpSpPr>
            <p:grpSpPr>
              <a:xfrm>
                <a:off x="2525225" y="3731058"/>
                <a:ext cx="64321" cy="64544"/>
                <a:chOff x="2525225" y="3731058"/>
                <a:chExt cx="64321" cy="64544"/>
              </a:xfrm>
            </p:grpSpPr>
            <p:sp>
              <p:nvSpPr>
                <p:cNvPr id="4736" name="Google Shape;4736;p5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1" name="Shape 4741"/>
        <p:cNvGrpSpPr/>
        <p:nvPr/>
      </p:nvGrpSpPr>
      <p:grpSpPr>
        <a:xfrm>
          <a:off x="0" y="0"/>
          <a:ext cx="0" cy="0"/>
          <a:chOff x="0" y="0"/>
          <a:chExt cx="0" cy="0"/>
        </a:xfrm>
      </p:grpSpPr>
      <p:grpSp>
        <p:nvGrpSpPr>
          <p:cNvPr id="4742" name="Google Shape;4742;p58"/>
          <p:cNvGrpSpPr/>
          <p:nvPr/>
        </p:nvGrpSpPr>
        <p:grpSpPr>
          <a:xfrm>
            <a:off x="5780153" y="1859606"/>
            <a:ext cx="671400" cy="674856"/>
            <a:chOff x="5780148" y="1859605"/>
            <a:chExt cx="671400" cy="674856"/>
          </a:xfrm>
        </p:grpSpPr>
        <p:sp>
          <p:nvSpPr>
            <p:cNvPr id="4743" name="Google Shape;4743;p58"/>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8"/>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8"/>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8"/>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58"/>
          <p:cNvGrpSpPr/>
          <p:nvPr/>
        </p:nvGrpSpPr>
        <p:grpSpPr>
          <a:xfrm>
            <a:off x="716996" y="971307"/>
            <a:ext cx="845921" cy="690752"/>
            <a:chOff x="732428" y="1198513"/>
            <a:chExt cx="845921" cy="690752"/>
          </a:xfrm>
        </p:grpSpPr>
        <p:grpSp>
          <p:nvGrpSpPr>
            <p:cNvPr id="4748" name="Google Shape;4748;p58"/>
            <p:cNvGrpSpPr/>
            <p:nvPr/>
          </p:nvGrpSpPr>
          <p:grpSpPr>
            <a:xfrm>
              <a:off x="823030" y="1198513"/>
              <a:ext cx="755319" cy="690752"/>
              <a:chOff x="823030" y="1198513"/>
              <a:chExt cx="755319" cy="690752"/>
            </a:xfrm>
          </p:grpSpPr>
          <p:sp>
            <p:nvSpPr>
              <p:cNvPr id="4749" name="Google Shape;4749;p5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58"/>
            <p:cNvGrpSpPr/>
            <p:nvPr/>
          </p:nvGrpSpPr>
          <p:grpSpPr>
            <a:xfrm>
              <a:off x="732428" y="1239937"/>
              <a:ext cx="739912" cy="607886"/>
              <a:chOff x="732428" y="1239937"/>
              <a:chExt cx="739912" cy="607886"/>
            </a:xfrm>
          </p:grpSpPr>
          <p:sp>
            <p:nvSpPr>
              <p:cNvPr id="4752" name="Google Shape;4752;p5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58"/>
            <p:cNvGrpSpPr/>
            <p:nvPr/>
          </p:nvGrpSpPr>
          <p:grpSpPr>
            <a:xfrm>
              <a:off x="732428" y="1277018"/>
              <a:ext cx="702832" cy="533758"/>
              <a:chOff x="732428" y="1277018"/>
              <a:chExt cx="702832" cy="533758"/>
            </a:xfrm>
          </p:grpSpPr>
          <p:sp>
            <p:nvSpPr>
              <p:cNvPr id="4755" name="Google Shape;4755;p5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58"/>
            <p:cNvGrpSpPr/>
            <p:nvPr/>
          </p:nvGrpSpPr>
          <p:grpSpPr>
            <a:xfrm>
              <a:off x="931170" y="1306653"/>
              <a:ext cx="647179" cy="474455"/>
              <a:chOff x="931170" y="1306653"/>
              <a:chExt cx="647179" cy="474455"/>
            </a:xfrm>
          </p:grpSpPr>
          <p:sp>
            <p:nvSpPr>
              <p:cNvPr id="4758" name="Google Shape;4758;p5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0" name="Google Shape;4760;p5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58"/>
          <p:cNvGrpSpPr/>
          <p:nvPr/>
        </p:nvGrpSpPr>
        <p:grpSpPr>
          <a:xfrm>
            <a:off x="3948605" y="971313"/>
            <a:ext cx="634656" cy="699982"/>
            <a:chOff x="5985650" y="2860025"/>
            <a:chExt cx="1396075" cy="1539775"/>
          </a:xfrm>
        </p:grpSpPr>
        <p:sp>
          <p:nvSpPr>
            <p:cNvPr id="4762" name="Google Shape;4762;p5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58"/>
          <p:cNvGrpSpPr/>
          <p:nvPr/>
        </p:nvGrpSpPr>
        <p:grpSpPr>
          <a:xfrm>
            <a:off x="4704254" y="971307"/>
            <a:ext cx="725845" cy="699975"/>
            <a:chOff x="4249973" y="1201875"/>
            <a:chExt cx="1958568" cy="1888762"/>
          </a:xfrm>
        </p:grpSpPr>
        <p:sp>
          <p:nvSpPr>
            <p:cNvPr id="4795" name="Google Shape;4795;p5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6" name="Google Shape;4796;p58"/>
            <p:cNvGrpSpPr/>
            <p:nvPr/>
          </p:nvGrpSpPr>
          <p:grpSpPr>
            <a:xfrm>
              <a:off x="5853086" y="1789142"/>
              <a:ext cx="355454" cy="1048099"/>
              <a:chOff x="5576108" y="2016725"/>
              <a:chExt cx="565200" cy="1666560"/>
            </a:xfrm>
          </p:grpSpPr>
          <p:sp>
            <p:nvSpPr>
              <p:cNvPr id="4797" name="Google Shape;4797;p5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98" name="Google Shape;4798;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58"/>
            <p:cNvGrpSpPr/>
            <p:nvPr/>
          </p:nvGrpSpPr>
          <p:grpSpPr>
            <a:xfrm>
              <a:off x="4869455" y="2691676"/>
              <a:ext cx="1013897" cy="398961"/>
              <a:chOff x="4012057" y="3451825"/>
              <a:chExt cx="1612175" cy="634379"/>
            </a:xfrm>
          </p:grpSpPr>
          <p:sp>
            <p:nvSpPr>
              <p:cNvPr id="4800" name="Google Shape;4800;p5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01" name="Google Shape;4801;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58"/>
            <p:cNvGrpSpPr/>
            <p:nvPr/>
          </p:nvGrpSpPr>
          <p:grpSpPr>
            <a:xfrm>
              <a:off x="4276937" y="2155961"/>
              <a:ext cx="651965" cy="891358"/>
              <a:chOff x="3069908" y="2599997"/>
              <a:chExt cx="1036675" cy="1417328"/>
            </a:xfrm>
          </p:grpSpPr>
          <p:sp>
            <p:nvSpPr>
              <p:cNvPr id="4803" name="Google Shape;4803;p5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04" name="Google Shape;4804;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8"/>
            <p:cNvGrpSpPr/>
            <p:nvPr/>
          </p:nvGrpSpPr>
          <p:grpSpPr>
            <a:xfrm>
              <a:off x="5054918" y="1201875"/>
              <a:ext cx="999548" cy="602711"/>
              <a:chOff x="4306958" y="1082925"/>
              <a:chExt cx="1589359" cy="958358"/>
            </a:xfrm>
          </p:grpSpPr>
          <p:sp>
            <p:nvSpPr>
              <p:cNvPr id="4806" name="Google Shape;4806;p5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07" name="Google Shape;4807;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8"/>
            <p:cNvGrpSpPr/>
            <p:nvPr/>
          </p:nvGrpSpPr>
          <p:grpSpPr>
            <a:xfrm>
              <a:off x="4249973" y="1303451"/>
              <a:ext cx="799317" cy="841334"/>
              <a:chOff x="3027033" y="1244439"/>
              <a:chExt cx="1270977" cy="1337786"/>
            </a:xfrm>
          </p:grpSpPr>
          <p:sp>
            <p:nvSpPr>
              <p:cNvPr id="4809" name="Google Shape;4809;p5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10" name="Google Shape;4810;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1" name="Google Shape;4811;p58"/>
          <p:cNvGrpSpPr/>
          <p:nvPr/>
        </p:nvGrpSpPr>
        <p:grpSpPr>
          <a:xfrm>
            <a:off x="4057119" y="1858087"/>
            <a:ext cx="750769" cy="683784"/>
            <a:chOff x="4204684" y="2104422"/>
            <a:chExt cx="699822" cy="637382"/>
          </a:xfrm>
        </p:grpSpPr>
        <p:grpSp>
          <p:nvGrpSpPr>
            <p:cNvPr id="4812" name="Google Shape;4812;p58"/>
            <p:cNvGrpSpPr/>
            <p:nvPr/>
          </p:nvGrpSpPr>
          <p:grpSpPr>
            <a:xfrm>
              <a:off x="4204684" y="2430067"/>
              <a:ext cx="342957" cy="311738"/>
              <a:chOff x="4204684" y="2430067"/>
              <a:chExt cx="342957" cy="311738"/>
            </a:xfrm>
          </p:grpSpPr>
          <p:sp>
            <p:nvSpPr>
              <p:cNvPr id="4813" name="Google Shape;4813;p5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58"/>
            <p:cNvGrpSpPr/>
            <p:nvPr/>
          </p:nvGrpSpPr>
          <p:grpSpPr>
            <a:xfrm>
              <a:off x="4561586" y="2430067"/>
              <a:ext cx="342920" cy="311738"/>
              <a:chOff x="4561586" y="2430067"/>
              <a:chExt cx="342920" cy="311738"/>
            </a:xfrm>
          </p:grpSpPr>
          <p:sp>
            <p:nvSpPr>
              <p:cNvPr id="4816" name="Google Shape;4816;p5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58"/>
            <p:cNvGrpSpPr/>
            <p:nvPr/>
          </p:nvGrpSpPr>
          <p:grpSpPr>
            <a:xfrm>
              <a:off x="4561586" y="2104422"/>
              <a:ext cx="342920" cy="311738"/>
              <a:chOff x="4561586" y="2104422"/>
              <a:chExt cx="342920" cy="311738"/>
            </a:xfrm>
          </p:grpSpPr>
          <p:sp>
            <p:nvSpPr>
              <p:cNvPr id="4819" name="Google Shape;4819;p5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58"/>
            <p:cNvGrpSpPr/>
            <p:nvPr/>
          </p:nvGrpSpPr>
          <p:grpSpPr>
            <a:xfrm>
              <a:off x="4204684" y="2104422"/>
              <a:ext cx="342957" cy="311664"/>
              <a:chOff x="4204684" y="2104422"/>
              <a:chExt cx="342957" cy="311664"/>
            </a:xfrm>
          </p:grpSpPr>
          <p:sp>
            <p:nvSpPr>
              <p:cNvPr id="4822" name="Google Shape;4822;p5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4" name="Google Shape;4824;p58"/>
          <p:cNvGrpSpPr/>
          <p:nvPr/>
        </p:nvGrpSpPr>
        <p:grpSpPr>
          <a:xfrm>
            <a:off x="5521552" y="971301"/>
            <a:ext cx="660591" cy="688867"/>
            <a:chOff x="5830645" y="1267368"/>
            <a:chExt cx="530340" cy="553040"/>
          </a:xfrm>
        </p:grpSpPr>
        <p:sp>
          <p:nvSpPr>
            <p:cNvPr id="4825" name="Google Shape;4825;p5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6" name="Google Shape;4826;p58"/>
            <p:cNvGrpSpPr/>
            <p:nvPr/>
          </p:nvGrpSpPr>
          <p:grpSpPr>
            <a:xfrm>
              <a:off x="5830645" y="1267368"/>
              <a:ext cx="259743" cy="269909"/>
              <a:chOff x="5830645" y="1267368"/>
              <a:chExt cx="259743" cy="269909"/>
            </a:xfrm>
          </p:grpSpPr>
          <p:sp>
            <p:nvSpPr>
              <p:cNvPr id="4827" name="Google Shape;4827;p5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58"/>
            <p:cNvGrpSpPr/>
            <p:nvPr/>
          </p:nvGrpSpPr>
          <p:grpSpPr>
            <a:xfrm>
              <a:off x="6101293" y="1267368"/>
              <a:ext cx="259692" cy="269909"/>
              <a:chOff x="6101293" y="1267368"/>
              <a:chExt cx="259692" cy="269909"/>
            </a:xfrm>
          </p:grpSpPr>
          <p:sp>
            <p:nvSpPr>
              <p:cNvPr id="4830" name="Google Shape;4830;p5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58"/>
            <p:cNvGrpSpPr/>
            <p:nvPr/>
          </p:nvGrpSpPr>
          <p:grpSpPr>
            <a:xfrm>
              <a:off x="5830645" y="1550500"/>
              <a:ext cx="259692" cy="269909"/>
              <a:chOff x="5830645" y="1550500"/>
              <a:chExt cx="259692" cy="269909"/>
            </a:xfrm>
          </p:grpSpPr>
          <p:sp>
            <p:nvSpPr>
              <p:cNvPr id="4833" name="Google Shape;4833;p5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58"/>
            <p:cNvGrpSpPr/>
            <p:nvPr/>
          </p:nvGrpSpPr>
          <p:grpSpPr>
            <a:xfrm>
              <a:off x="6101293" y="1550500"/>
              <a:ext cx="259692" cy="269909"/>
              <a:chOff x="6101293" y="1550500"/>
              <a:chExt cx="259692" cy="269909"/>
            </a:xfrm>
          </p:grpSpPr>
          <p:sp>
            <p:nvSpPr>
              <p:cNvPr id="4836" name="Google Shape;4836;p5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8" name="Google Shape;4838;p58"/>
          <p:cNvGrpSpPr/>
          <p:nvPr/>
        </p:nvGrpSpPr>
        <p:grpSpPr>
          <a:xfrm>
            <a:off x="723705" y="1861761"/>
            <a:ext cx="697154" cy="679574"/>
            <a:chOff x="2679875" y="2361475"/>
            <a:chExt cx="780425" cy="760575"/>
          </a:xfrm>
        </p:grpSpPr>
        <p:sp>
          <p:nvSpPr>
            <p:cNvPr id="4839" name="Google Shape;4839;p5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8"/>
          <p:cNvGrpSpPr/>
          <p:nvPr/>
        </p:nvGrpSpPr>
        <p:grpSpPr>
          <a:xfrm>
            <a:off x="3122864" y="971353"/>
            <a:ext cx="735829" cy="684547"/>
            <a:chOff x="3351965" y="1148808"/>
            <a:chExt cx="750770" cy="698375"/>
          </a:xfrm>
        </p:grpSpPr>
        <p:grpSp>
          <p:nvGrpSpPr>
            <p:cNvPr id="4846" name="Google Shape;4846;p58"/>
            <p:cNvGrpSpPr/>
            <p:nvPr/>
          </p:nvGrpSpPr>
          <p:grpSpPr>
            <a:xfrm>
              <a:off x="3586796" y="1148808"/>
              <a:ext cx="294857" cy="286830"/>
              <a:chOff x="3750225" y="1774000"/>
              <a:chExt cx="149575" cy="145525"/>
            </a:xfrm>
          </p:grpSpPr>
          <p:sp>
            <p:nvSpPr>
              <p:cNvPr id="4847" name="Google Shape;4847;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58"/>
            <p:cNvGrpSpPr/>
            <p:nvPr/>
          </p:nvGrpSpPr>
          <p:grpSpPr>
            <a:xfrm>
              <a:off x="3779245" y="1375768"/>
              <a:ext cx="323490" cy="286978"/>
              <a:chOff x="3847850" y="1889150"/>
              <a:chExt cx="164100" cy="145600"/>
            </a:xfrm>
          </p:grpSpPr>
          <p:sp>
            <p:nvSpPr>
              <p:cNvPr id="4850" name="Google Shape;4850;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58"/>
            <p:cNvGrpSpPr/>
            <p:nvPr/>
          </p:nvGrpSpPr>
          <p:grpSpPr>
            <a:xfrm>
              <a:off x="3351965" y="1330435"/>
              <a:ext cx="295449" cy="285401"/>
              <a:chOff x="3631100" y="1866150"/>
              <a:chExt cx="149875" cy="144800"/>
            </a:xfrm>
          </p:grpSpPr>
          <p:sp>
            <p:nvSpPr>
              <p:cNvPr id="4853" name="Google Shape;4853;p5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58"/>
            <p:cNvGrpSpPr/>
            <p:nvPr/>
          </p:nvGrpSpPr>
          <p:grpSpPr>
            <a:xfrm>
              <a:off x="3548208" y="1560352"/>
              <a:ext cx="294808" cy="286830"/>
              <a:chOff x="3730650" y="1982800"/>
              <a:chExt cx="149550" cy="145525"/>
            </a:xfrm>
          </p:grpSpPr>
          <p:sp>
            <p:nvSpPr>
              <p:cNvPr id="4856" name="Google Shape;4856;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8" name="Google Shape;4858;p58"/>
          <p:cNvGrpSpPr/>
          <p:nvPr/>
        </p:nvGrpSpPr>
        <p:grpSpPr>
          <a:xfrm>
            <a:off x="7624517" y="971307"/>
            <a:ext cx="804565" cy="677795"/>
            <a:chOff x="7636443" y="1204988"/>
            <a:chExt cx="804565" cy="677795"/>
          </a:xfrm>
        </p:grpSpPr>
        <p:grpSp>
          <p:nvGrpSpPr>
            <p:cNvPr id="4859" name="Google Shape;4859;p58"/>
            <p:cNvGrpSpPr/>
            <p:nvPr/>
          </p:nvGrpSpPr>
          <p:grpSpPr>
            <a:xfrm>
              <a:off x="7636443" y="1509705"/>
              <a:ext cx="804565" cy="373078"/>
              <a:chOff x="7636443" y="1509705"/>
              <a:chExt cx="804565" cy="373078"/>
            </a:xfrm>
          </p:grpSpPr>
          <p:sp>
            <p:nvSpPr>
              <p:cNvPr id="4860" name="Google Shape;4860;p5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58"/>
            <p:cNvGrpSpPr/>
            <p:nvPr/>
          </p:nvGrpSpPr>
          <p:grpSpPr>
            <a:xfrm>
              <a:off x="7636443" y="1408133"/>
              <a:ext cx="804565" cy="373078"/>
              <a:chOff x="7636443" y="1408133"/>
              <a:chExt cx="804565" cy="373078"/>
            </a:xfrm>
          </p:grpSpPr>
          <p:sp>
            <p:nvSpPr>
              <p:cNvPr id="4863" name="Google Shape;4863;p5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58"/>
            <p:cNvGrpSpPr/>
            <p:nvPr/>
          </p:nvGrpSpPr>
          <p:grpSpPr>
            <a:xfrm>
              <a:off x="7636443" y="1306560"/>
              <a:ext cx="804565" cy="373078"/>
              <a:chOff x="7636443" y="1306560"/>
              <a:chExt cx="804565" cy="373078"/>
            </a:xfrm>
          </p:grpSpPr>
          <p:sp>
            <p:nvSpPr>
              <p:cNvPr id="4866" name="Google Shape;4866;p5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58"/>
            <p:cNvGrpSpPr/>
            <p:nvPr/>
          </p:nvGrpSpPr>
          <p:grpSpPr>
            <a:xfrm>
              <a:off x="7636443" y="1204988"/>
              <a:ext cx="804565" cy="373078"/>
              <a:chOff x="7636443" y="1204988"/>
              <a:chExt cx="804565" cy="373078"/>
            </a:xfrm>
          </p:grpSpPr>
          <p:sp>
            <p:nvSpPr>
              <p:cNvPr id="4869" name="Google Shape;4869;p5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1" name="Google Shape;4871;p58"/>
          <p:cNvGrpSpPr/>
          <p:nvPr/>
        </p:nvGrpSpPr>
        <p:grpSpPr>
          <a:xfrm>
            <a:off x="4963363" y="1878721"/>
            <a:ext cx="661339" cy="661188"/>
            <a:chOff x="3990000" y="975400"/>
            <a:chExt cx="3934200" cy="3933300"/>
          </a:xfrm>
        </p:grpSpPr>
        <p:sp>
          <p:nvSpPr>
            <p:cNvPr id="4872" name="Google Shape;4872;p5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58"/>
          <p:cNvGrpSpPr/>
          <p:nvPr/>
        </p:nvGrpSpPr>
        <p:grpSpPr>
          <a:xfrm>
            <a:off x="6607011" y="1857359"/>
            <a:ext cx="868881" cy="684241"/>
            <a:chOff x="6598259" y="2078634"/>
            <a:chExt cx="868881" cy="684241"/>
          </a:xfrm>
        </p:grpSpPr>
        <p:sp>
          <p:nvSpPr>
            <p:cNvPr id="4877" name="Google Shape;4877;p5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3" name="Google Shape;4883;p58"/>
            <p:cNvGrpSpPr/>
            <p:nvPr/>
          </p:nvGrpSpPr>
          <p:grpSpPr>
            <a:xfrm>
              <a:off x="6808175" y="2078634"/>
              <a:ext cx="452229" cy="684241"/>
              <a:chOff x="6808175" y="2078634"/>
              <a:chExt cx="452229" cy="684241"/>
            </a:xfrm>
          </p:grpSpPr>
          <p:sp>
            <p:nvSpPr>
              <p:cNvPr id="4884" name="Google Shape;4884;p5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58"/>
              <p:cNvGrpSpPr/>
              <p:nvPr/>
            </p:nvGrpSpPr>
            <p:grpSpPr>
              <a:xfrm>
                <a:off x="6821586" y="2078634"/>
                <a:ext cx="426871" cy="684241"/>
                <a:chOff x="6821586" y="2078634"/>
                <a:chExt cx="426871" cy="684241"/>
              </a:xfrm>
            </p:grpSpPr>
            <p:grpSp>
              <p:nvGrpSpPr>
                <p:cNvPr id="4891" name="Google Shape;4891;p58"/>
                <p:cNvGrpSpPr/>
                <p:nvPr/>
              </p:nvGrpSpPr>
              <p:grpSpPr>
                <a:xfrm>
                  <a:off x="6821586" y="2078634"/>
                  <a:ext cx="426871" cy="684241"/>
                  <a:chOff x="6821586" y="2078634"/>
                  <a:chExt cx="426871" cy="684241"/>
                </a:xfrm>
              </p:grpSpPr>
              <p:sp>
                <p:nvSpPr>
                  <p:cNvPr id="4892" name="Google Shape;4892;p5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1" name="Google Shape;4911;p5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17" name="Google Shape;4917;p58"/>
          <p:cNvGrpSpPr/>
          <p:nvPr/>
        </p:nvGrpSpPr>
        <p:grpSpPr>
          <a:xfrm>
            <a:off x="716994" y="3531369"/>
            <a:ext cx="1340789" cy="640830"/>
            <a:chOff x="238125" y="1151100"/>
            <a:chExt cx="7139450" cy="3412300"/>
          </a:xfrm>
        </p:grpSpPr>
        <p:sp>
          <p:nvSpPr>
            <p:cNvPr id="4918" name="Google Shape;4918;p5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58"/>
          <p:cNvGrpSpPr/>
          <p:nvPr/>
        </p:nvGrpSpPr>
        <p:grpSpPr>
          <a:xfrm>
            <a:off x="5584217" y="2734650"/>
            <a:ext cx="985357" cy="585764"/>
            <a:chOff x="5145061" y="2881789"/>
            <a:chExt cx="1107641" cy="658458"/>
          </a:xfrm>
        </p:grpSpPr>
        <p:grpSp>
          <p:nvGrpSpPr>
            <p:cNvPr id="4931" name="Google Shape;4931;p58"/>
            <p:cNvGrpSpPr/>
            <p:nvPr/>
          </p:nvGrpSpPr>
          <p:grpSpPr>
            <a:xfrm>
              <a:off x="5722989" y="3244587"/>
              <a:ext cx="529713" cy="295659"/>
              <a:chOff x="5722989" y="3244587"/>
              <a:chExt cx="529713" cy="295659"/>
            </a:xfrm>
          </p:grpSpPr>
          <p:sp>
            <p:nvSpPr>
              <p:cNvPr id="4932" name="Google Shape;4932;p5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33" name="Google Shape;4933;p5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34" name="Google Shape;4934;p58"/>
            <p:cNvGrpSpPr/>
            <p:nvPr/>
          </p:nvGrpSpPr>
          <p:grpSpPr>
            <a:xfrm>
              <a:off x="5145061" y="3244587"/>
              <a:ext cx="536807" cy="295659"/>
              <a:chOff x="5145061" y="3244587"/>
              <a:chExt cx="536807" cy="295659"/>
            </a:xfrm>
          </p:grpSpPr>
          <p:sp>
            <p:nvSpPr>
              <p:cNvPr id="4935" name="Google Shape;4935;p5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36" name="Google Shape;4936;p5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37" name="Google Shape;4937;p58"/>
            <p:cNvGrpSpPr/>
            <p:nvPr/>
          </p:nvGrpSpPr>
          <p:grpSpPr>
            <a:xfrm>
              <a:off x="5341327" y="2898245"/>
              <a:ext cx="532309" cy="614891"/>
              <a:chOff x="5341327" y="2898245"/>
              <a:chExt cx="532309" cy="614891"/>
            </a:xfrm>
          </p:grpSpPr>
          <p:sp>
            <p:nvSpPr>
              <p:cNvPr id="4938" name="Google Shape;4938;p5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39" name="Google Shape;4939;p5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40" name="Google Shape;4940;p58"/>
            <p:cNvGrpSpPr/>
            <p:nvPr/>
          </p:nvGrpSpPr>
          <p:grpSpPr>
            <a:xfrm>
              <a:off x="5532290" y="2881789"/>
              <a:ext cx="620516" cy="305456"/>
              <a:chOff x="5532290" y="2881789"/>
              <a:chExt cx="620516" cy="305456"/>
            </a:xfrm>
          </p:grpSpPr>
          <p:sp>
            <p:nvSpPr>
              <p:cNvPr id="4941" name="Google Shape;4941;p5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42" name="Google Shape;4942;p5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43" name="Google Shape;4943;p58"/>
          <p:cNvGrpSpPr/>
          <p:nvPr/>
        </p:nvGrpSpPr>
        <p:grpSpPr>
          <a:xfrm>
            <a:off x="8163140" y="3526708"/>
            <a:ext cx="269068" cy="645491"/>
            <a:chOff x="7026852" y="3311869"/>
            <a:chExt cx="434331" cy="1041954"/>
          </a:xfrm>
        </p:grpSpPr>
        <p:sp>
          <p:nvSpPr>
            <p:cNvPr id="4944" name="Google Shape;4944;p5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58"/>
          <p:cNvGrpSpPr/>
          <p:nvPr/>
        </p:nvGrpSpPr>
        <p:grpSpPr>
          <a:xfrm>
            <a:off x="6179721" y="3565945"/>
            <a:ext cx="293882" cy="293836"/>
            <a:chOff x="4873519" y="3311869"/>
            <a:chExt cx="499374" cy="499296"/>
          </a:xfrm>
        </p:grpSpPr>
        <p:sp>
          <p:nvSpPr>
            <p:cNvPr id="4948" name="Google Shape;4948;p5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58"/>
          <p:cNvGrpSpPr/>
          <p:nvPr/>
        </p:nvGrpSpPr>
        <p:grpSpPr>
          <a:xfrm>
            <a:off x="6179721" y="3878317"/>
            <a:ext cx="293882" cy="293882"/>
            <a:chOff x="4873519" y="3875839"/>
            <a:chExt cx="499374" cy="499374"/>
          </a:xfrm>
        </p:grpSpPr>
        <p:sp>
          <p:nvSpPr>
            <p:cNvPr id="4951" name="Google Shape;4951;p5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58"/>
          <p:cNvGrpSpPr/>
          <p:nvPr/>
        </p:nvGrpSpPr>
        <p:grpSpPr>
          <a:xfrm>
            <a:off x="2410248" y="1850269"/>
            <a:ext cx="698104" cy="698208"/>
            <a:chOff x="2565073" y="2075876"/>
            <a:chExt cx="672482" cy="672518"/>
          </a:xfrm>
        </p:grpSpPr>
        <p:sp>
          <p:nvSpPr>
            <p:cNvPr id="4954" name="Google Shape;4954;p5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58"/>
          <p:cNvGrpSpPr/>
          <p:nvPr/>
        </p:nvGrpSpPr>
        <p:grpSpPr>
          <a:xfrm>
            <a:off x="5633660" y="3534870"/>
            <a:ext cx="438354" cy="637329"/>
            <a:chOff x="1697726" y="3244179"/>
            <a:chExt cx="788124" cy="1146069"/>
          </a:xfrm>
        </p:grpSpPr>
        <p:sp>
          <p:nvSpPr>
            <p:cNvPr id="4961" name="Google Shape;4961;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3" name="Google Shape;4963;p58"/>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4" name="Google Shape;4964;p58"/>
          <p:cNvGrpSpPr/>
          <p:nvPr/>
        </p:nvGrpSpPr>
        <p:grpSpPr>
          <a:xfrm>
            <a:off x="7634874" y="1863232"/>
            <a:ext cx="799565" cy="670282"/>
            <a:chOff x="7617850" y="2063282"/>
            <a:chExt cx="799565" cy="670282"/>
          </a:xfrm>
        </p:grpSpPr>
        <p:cxnSp>
          <p:nvCxnSpPr>
            <p:cNvPr id="4965" name="Google Shape;4965;p5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66" name="Google Shape;4966;p5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67" name="Google Shape;4967;p5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68" name="Google Shape;4968;p5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69" name="Google Shape;4969;p5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970" name="Google Shape;4970;p5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971" name="Google Shape;4971;p58"/>
            <p:cNvGrpSpPr/>
            <p:nvPr/>
          </p:nvGrpSpPr>
          <p:grpSpPr>
            <a:xfrm>
              <a:off x="7734309" y="2063282"/>
              <a:ext cx="570957" cy="620095"/>
              <a:chOff x="7734309" y="2063282"/>
              <a:chExt cx="570957" cy="620095"/>
            </a:xfrm>
          </p:grpSpPr>
          <p:grpSp>
            <p:nvGrpSpPr>
              <p:cNvPr id="4972" name="Google Shape;4972;p58"/>
              <p:cNvGrpSpPr/>
              <p:nvPr/>
            </p:nvGrpSpPr>
            <p:grpSpPr>
              <a:xfrm>
                <a:off x="8031573" y="2063282"/>
                <a:ext cx="273693" cy="620095"/>
                <a:chOff x="8031573" y="2063282"/>
                <a:chExt cx="273693" cy="620095"/>
              </a:xfrm>
            </p:grpSpPr>
            <p:sp>
              <p:nvSpPr>
                <p:cNvPr id="4973" name="Google Shape;4973;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58"/>
              <p:cNvGrpSpPr/>
              <p:nvPr/>
            </p:nvGrpSpPr>
            <p:grpSpPr>
              <a:xfrm flipH="1">
                <a:off x="7734309" y="2063282"/>
                <a:ext cx="273693" cy="620095"/>
                <a:chOff x="8031573" y="2063282"/>
                <a:chExt cx="273693" cy="620095"/>
              </a:xfrm>
            </p:grpSpPr>
            <p:sp>
              <p:nvSpPr>
                <p:cNvPr id="4978" name="Google Shape;4978;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982" name="Google Shape;4982;p58"/>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4" name="Google Shape;4984;p58"/>
          <p:cNvGrpSpPr/>
          <p:nvPr/>
        </p:nvGrpSpPr>
        <p:grpSpPr>
          <a:xfrm>
            <a:off x="7821480" y="2716716"/>
            <a:ext cx="602567" cy="601884"/>
            <a:chOff x="1186975" y="238125"/>
            <a:chExt cx="5244275" cy="5238325"/>
          </a:xfrm>
        </p:grpSpPr>
        <p:sp>
          <p:nvSpPr>
            <p:cNvPr id="4985" name="Google Shape;4985;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8"/>
          <p:cNvGrpSpPr/>
          <p:nvPr/>
        </p:nvGrpSpPr>
        <p:grpSpPr>
          <a:xfrm>
            <a:off x="3264218" y="1856199"/>
            <a:ext cx="651848" cy="687338"/>
            <a:chOff x="3400515" y="2056248"/>
            <a:chExt cx="698134" cy="735987"/>
          </a:xfrm>
        </p:grpSpPr>
        <p:grpSp>
          <p:nvGrpSpPr>
            <p:cNvPr id="4990" name="Google Shape;4990;p58"/>
            <p:cNvGrpSpPr/>
            <p:nvPr/>
          </p:nvGrpSpPr>
          <p:grpSpPr>
            <a:xfrm>
              <a:off x="3400515" y="2283913"/>
              <a:ext cx="312919" cy="219900"/>
              <a:chOff x="3400515" y="2283913"/>
              <a:chExt cx="312919" cy="219900"/>
            </a:xfrm>
          </p:grpSpPr>
          <p:sp>
            <p:nvSpPr>
              <p:cNvPr id="4991" name="Google Shape;4991;p5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92" name="Google Shape;4992;p5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993" name="Google Shape;4993;p58"/>
            <p:cNvGrpSpPr/>
            <p:nvPr/>
          </p:nvGrpSpPr>
          <p:grpSpPr>
            <a:xfrm>
              <a:off x="3547823" y="2461089"/>
              <a:ext cx="219900" cy="331146"/>
              <a:chOff x="3547823" y="2461089"/>
              <a:chExt cx="219900" cy="331146"/>
            </a:xfrm>
          </p:grpSpPr>
          <p:sp>
            <p:nvSpPr>
              <p:cNvPr id="4994" name="Google Shape;4994;p5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95" name="Google Shape;4995;p5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996" name="Google Shape;4996;p58"/>
            <p:cNvGrpSpPr/>
            <p:nvPr/>
          </p:nvGrpSpPr>
          <p:grpSpPr>
            <a:xfrm>
              <a:off x="3734138" y="2461089"/>
              <a:ext cx="219900" cy="331146"/>
              <a:chOff x="3734138" y="2461089"/>
              <a:chExt cx="219900" cy="331146"/>
            </a:xfrm>
          </p:grpSpPr>
          <p:sp>
            <p:nvSpPr>
              <p:cNvPr id="4997" name="Google Shape;4997;p5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98" name="Google Shape;4998;p5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999" name="Google Shape;4999;p58"/>
            <p:cNvGrpSpPr/>
            <p:nvPr/>
          </p:nvGrpSpPr>
          <p:grpSpPr>
            <a:xfrm>
              <a:off x="3787560" y="2281742"/>
              <a:ext cx="311089" cy="219900"/>
              <a:chOff x="3787560" y="2281742"/>
              <a:chExt cx="311089" cy="219900"/>
            </a:xfrm>
          </p:grpSpPr>
          <p:sp>
            <p:nvSpPr>
              <p:cNvPr id="5000" name="Google Shape;5000;p5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01" name="Google Shape;5001;p5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002" name="Google Shape;5002;p58"/>
            <p:cNvGrpSpPr/>
            <p:nvPr/>
          </p:nvGrpSpPr>
          <p:grpSpPr>
            <a:xfrm>
              <a:off x="3637290" y="2056248"/>
              <a:ext cx="219900" cy="330736"/>
              <a:chOff x="3637290" y="2056248"/>
              <a:chExt cx="219900" cy="330736"/>
            </a:xfrm>
          </p:grpSpPr>
          <p:sp>
            <p:nvSpPr>
              <p:cNvPr id="5003" name="Google Shape;5003;p5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004" name="Google Shape;5004;p5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005" name="Google Shape;5005;p58"/>
          <p:cNvGrpSpPr/>
          <p:nvPr/>
        </p:nvGrpSpPr>
        <p:grpSpPr>
          <a:xfrm>
            <a:off x="2555923" y="2726206"/>
            <a:ext cx="1268144" cy="592394"/>
            <a:chOff x="238125" y="1188750"/>
            <a:chExt cx="7140450" cy="3335550"/>
          </a:xfrm>
        </p:grpSpPr>
        <p:sp>
          <p:nvSpPr>
            <p:cNvPr id="5006" name="Google Shape;5006;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8"/>
          <p:cNvGrpSpPr/>
          <p:nvPr/>
        </p:nvGrpSpPr>
        <p:grpSpPr>
          <a:xfrm>
            <a:off x="6663824" y="2728360"/>
            <a:ext cx="1053944" cy="590147"/>
            <a:chOff x="238125" y="1335475"/>
            <a:chExt cx="5418735" cy="3034175"/>
          </a:xfrm>
        </p:grpSpPr>
        <p:sp>
          <p:nvSpPr>
            <p:cNvPr id="5012" name="Google Shape;5012;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8"/>
          <p:cNvGrpSpPr/>
          <p:nvPr/>
        </p:nvGrpSpPr>
        <p:grpSpPr>
          <a:xfrm>
            <a:off x="4094633" y="3533260"/>
            <a:ext cx="1268207" cy="638939"/>
            <a:chOff x="3967651" y="3645904"/>
            <a:chExt cx="1479304" cy="745292"/>
          </a:xfrm>
        </p:grpSpPr>
        <p:grpSp>
          <p:nvGrpSpPr>
            <p:cNvPr id="5016" name="Google Shape;5016;p58"/>
            <p:cNvGrpSpPr/>
            <p:nvPr/>
          </p:nvGrpSpPr>
          <p:grpSpPr>
            <a:xfrm>
              <a:off x="3967651" y="4009026"/>
              <a:ext cx="1479304" cy="382170"/>
              <a:chOff x="3967651" y="4009026"/>
              <a:chExt cx="1479304" cy="382170"/>
            </a:xfrm>
          </p:grpSpPr>
          <p:grpSp>
            <p:nvGrpSpPr>
              <p:cNvPr id="5017" name="Google Shape;5017;p58"/>
              <p:cNvGrpSpPr/>
              <p:nvPr/>
            </p:nvGrpSpPr>
            <p:grpSpPr>
              <a:xfrm>
                <a:off x="4892216" y="4195630"/>
                <a:ext cx="554739" cy="195566"/>
                <a:chOff x="3604375" y="4892160"/>
                <a:chExt cx="1651500" cy="582215"/>
              </a:xfrm>
            </p:grpSpPr>
            <p:sp>
              <p:nvSpPr>
                <p:cNvPr id="5018" name="Google Shape;5018;p5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58"/>
              <p:cNvGrpSpPr/>
              <p:nvPr/>
            </p:nvGrpSpPr>
            <p:grpSpPr>
              <a:xfrm>
                <a:off x="3967651" y="4146303"/>
                <a:ext cx="579402" cy="244893"/>
                <a:chOff x="851875" y="4745310"/>
                <a:chExt cx="1724925" cy="729065"/>
              </a:xfrm>
            </p:grpSpPr>
            <p:sp>
              <p:nvSpPr>
                <p:cNvPr id="5021" name="Google Shape;5021;p5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58"/>
              <p:cNvGrpSpPr/>
              <p:nvPr/>
            </p:nvGrpSpPr>
            <p:grpSpPr>
              <a:xfrm>
                <a:off x="4460753" y="4009026"/>
                <a:ext cx="493110" cy="382170"/>
                <a:chOff x="2319875" y="4336625"/>
                <a:chExt cx="1468025" cy="1137750"/>
              </a:xfrm>
            </p:grpSpPr>
            <p:sp>
              <p:nvSpPr>
                <p:cNvPr id="5024" name="Google Shape;5024;p5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6" name="Google Shape;5026;p58"/>
            <p:cNvGrpSpPr/>
            <p:nvPr/>
          </p:nvGrpSpPr>
          <p:grpSpPr>
            <a:xfrm>
              <a:off x="4479443" y="3645904"/>
              <a:ext cx="455965" cy="388789"/>
              <a:chOff x="2957425" y="238100"/>
              <a:chExt cx="1910200" cy="1628775"/>
            </a:xfrm>
          </p:grpSpPr>
          <p:sp>
            <p:nvSpPr>
              <p:cNvPr id="5027" name="Google Shape;5027;p5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7" name="Google Shape;5037;p58"/>
          <p:cNvGrpSpPr/>
          <p:nvPr/>
        </p:nvGrpSpPr>
        <p:grpSpPr>
          <a:xfrm>
            <a:off x="2480746" y="3534460"/>
            <a:ext cx="1243128" cy="637739"/>
            <a:chOff x="2496310" y="3693351"/>
            <a:chExt cx="1342906" cy="688926"/>
          </a:xfrm>
        </p:grpSpPr>
        <p:grpSp>
          <p:nvGrpSpPr>
            <p:cNvPr id="5038" name="Google Shape;5038;p58"/>
            <p:cNvGrpSpPr/>
            <p:nvPr/>
          </p:nvGrpSpPr>
          <p:grpSpPr>
            <a:xfrm>
              <a:off x="2496310" y="3693351"/>
              <a:ext cx="1342906" cy="688875"/>
              <a:chOff x="2496310" y="3693351"/>
              <a:chExt cx="1342906" cy="688875"/>
            </a:xfrm>
          </p:grpSpPr>
          <p:sp>
            <p:nvSpPr>
              <p:cNvPr id="5039" name="Google Shape;5039;p5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5" name="Google Shape;5045;p58"/>
              <p:cNvCxnSpPr>
                <a:stCxn id="504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46" name="Google Shape;5046;p58"/>
              <p:cNvCxnSpPr>
                <a:stCxn id="504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47" name="Google Shape;5047;p58"/>
              <p:cNvCxnSpPr>
                <a:stCxn id="504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48" name="Google Shape;5048;p58"/>
              <p:cNvCxnSpPr>
                <a:stCxn id="504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49" name="Google Shape;5049;p58"/>
              <p:cNvCxnSpPr>
                <a:stCxn id="504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50" name="Google Shape;5050;p58"/>
            <p:cNvGrpSpPr/>
            <p:nvPr/>
          </p:nvGrpSpPr>
          <p:grpSpPr>
            <a:xfrm>
              <a:off x="2675275" y="3930557"/>
              <a:ext cx="1003306" cy="451719"/>
              <a:chOff x="2675275" y="4174282"/>
              <a:chExt cx="1003306" cy="451719"/>
            </a:xfrm>
          </p:grpSpPr>
          <p:sp>
            <p:nvSpPr>
              <p:cNvPr id="5051" name="Google Shape;5051;p5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4" name="Google Shape;5054;p58"/>
          <p:cNvGrpSpPr/>
          <p:nvPr/>
        </p:nvGrpSpPr>
        <p:grpSpPr>
          <a:xfrm>
            <a:off x="1654417" y="971307"/>
            <a:ext cx="574511" cy="874709"/>
            <a:chOff x="1715404" y="1112080"/>
            <a:chExt cx="642270" cy="977984"/>
          </a:xfrm>
        </p:grpSpPr>
        <p:grpSp>
          <p:nvGrpSpPr>
            <p:cNvPr id="5055" name="Google Shape;5055;p58"/>
            <p:cNvGrpSpPr/>
            <p:nvPr/>
          </p:nvGrpSpPr>
          <p:grpSpPr>
            <a:xfrm>
              <a:off x="1715404" y="1112080"/>
              <a:ext cx="642270" cy="977984"/>
              <a:chOff x="1715404" y="1112080"/>
              <a:chExt cx="642270" cy="977984"/>
            </a:xfrm>
          </p:grpSpPr>
          <p:sp>
            <p:nvSpPr>
              <p:cNvPr id="5056" name="Google Shape;5056;p5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8"/>
            <p:cNvGrpSpPr/>
            <p:nvPr/>
          </p:nvGrpSpPr>
          <p:grpSpPr>
            <a:xfrm>
              <a:off x="1768927" y="1165603"/>
              <a:ext cx="535225" cy="851367"/>
              <a:chOff x="1768927" y="1165603"/>
              <a:chExt cx="535225" cy="851367"/>
            </a:xfrm>
          </p:grpSpPr>
          <p:sp>
            <p:nvSpPr>
              <p:cNvPr id="5059" name="Google Shape;5059;p5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8"/>
            <p:cNvGrpSpPr/>
            <p:nvPr/>
          </p:nvGrpSpPr>
          <p:grpSpPr>
            <a:xfrm>
              <a:off x="1822449" y="1219125"/>
              <a:ext cx="428180" cy="718859"/>
              <a:chOff x="1822449" y="1219125"/>
              <a:chExt cx="428180" cy="718859"/>
            </a:xfrm>
          </p:grpSpPr>
          <p:sp>
            <p:nvSpPr>
              <p:cNvPr id="5062" name="Google Shape;5062;p5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58"/>
            <p:cNvGrpSpPr/>
            <p:nvPr/>
          </p:nvGrpSpPr>
          <p:grpSpPr>
            <a:xfrm>
              <a:off x="1875972" y="1272648"/>
              <a:ext cx="321135" cy="586939"/>
              <a:chOff x="1875972" y="1272648"/>
              <a:chExt cx="321135" cy="586939"/>
            </a:xfrm>
          </p:grpSpPr>
          <p:sp>
            <p:nvSpPr>
              <p:cNvPr id="5065" name="Google Shape;5065;p5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7" name="Google Shape;5067;p58"/>
          <p:cNvGrpSpPr/>
          <p:nvPr/>
        </p:nvGrpSpPr>
        <p:grpSpPr>
          <a:xfrm>
            <a:off x="7761578" y="3528028"/>
            <a:ext cx="293855" cy="644170"/>
            <a:chOff x="241025" y="3151575"/>
            <a:chExt cx="293855" cy="644170"/>
          </a:xfrm>
        </p:grpSpPr>
        <p:sp>
          <p:nvSpPr>
            <p:cNvPr id="5068" name="Google Shape;5068;p5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58"/>
          <p:cNvGrpSpPr/>
          <p:nvPr/>
        </p:nvGrpSpPr>
        <p:grpSpPr>
          <a:xfrm>
            <a:off x="709562" y="2728028"/>
            <a:ext cx="1779649" cy="591620"/>
            <a:chOff x="246070" y="1983375"/>
            <a:chExt cx="1855347" cy="616849"/>
          </a:xfrm>
        </p:grpSpPr>
        <p:sp>
          <p:nvSpPr>
            <p:cNvPr id="5071" name="Google Shape;5071;p5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58"/>
          <p:cNvGrpSpPr/>
          <p:nvPr/>
        </p:nvGrpSpPr>
        <p:grpSpPr>
          <a:xfrm>
            <a:off x="2320428" y="971307"/>
            <a:ext cx="711055" cy="745993"/>
            <a:chOff x="2496269" y="1171698"/>
            <a:chExt cx="761953" cy="799392"/>
          </a:xfrm>
        </p:grpSpPr>
        <p:grpSp>
          <p:nvGrpSpPr>
            <p:cNvPr id="5081" name="Google Shape;5081;p58"/>
            <p:cNvGrpSpPr/>
            <p:nvPr/>
          </p:nvGrpSpPr>
          <p:grpSpPr>
            <a:xfrm>
              <a:off x="2496269" y="1171698"/>
              <a:ext cx="761953" cy="723022"/>
              <a:chOff x="2496269" y="1171698"/>
              <a:chExt cx="761953" cy="723022"/>
            </a:xfrm>
          </p:grpSpPr>
          <p:sp>
            <p:nvSpPr>
              <p:cNvPr id="5082" name="Google Shape;5082;p5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4" name="Google Shape;5084;p58"/>
              <p:cNvGrpSpPr/>
              <p:nvPr/>
            </p:nvGrpSpPr>
            <p:grpSpPr>
              <a:xfrm>
                <a:off x="2496269" y="1171698"/>
                <a:ext cx="761953" cy="723022"/>
                <a:chOff x="2496269" y="1120652"/>
                <a:chExt cx="761953" cy="723022"/>
              </a:xfrm>
            </p:grpSpPr>
            <p:grpSp>
              <p:nvGrpSpPr>
                <p:cNvPr id="5085" name="Google Shape;5085;p58"/>
                <p:cNvGrpSpPr/>
                <p:nvPr/>
              </p:nvGrpSpPr>
              <p:grpSpPr>
                <a:xfrm>
                  <a:off x="2496269" y="1120652"/>
                  <a:ext cx="761953" cy="723022"/>
                  <a:chOff x="2496269" y="1120652"/>
                  <a:chExt cx="761953" cy="723022"/>
                </a:xfrm>
              </p:grpSpPr>
              <p:grpSp>
                <p:nvGrpSpPr>
                  <p:cNvPr id="5086" name="Google Shape;5086;p58"/>
                  <p:cNvGrpSpPr/>
                  <p:nvPr/>
                </p:nvGrpSpPr>
                <p:grpSpPr>
                  <a:xfrm>
                    <a:off x="2496269" y="1304589"/>
                    <a:ext cx="407089" cy="305057"/>
                    <a:chOff x="2496269" y="1304589"/>
                    <a:chExt cx="407089" cy="305057"/>
                  </a:xfrm>
                </p:grpSpPr>
                <p:sp>
                  <p:nvSpPr>
                    <p:cNvPr id="5087" name="Google Shape;5087;p5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58"/>
                  <p:cNvGrpSpPr/>
                  <p:nvPr/>
                </p:nvGrpSpPr>
                <p:grpSpPr>
                  <a:xfrm>
                    <a:off x="2586468" y="1493376"/>
                    <a:ext cx="358850" cy="349656"/>
                    <a:chOff x="2586468" y="1493376"/>
                    <a:chExt cx="358850" cy="349656"/>
                  </a:xfrm>
                </p:grpSpPr>
                <p:sp>
                  <p:nvSpPr>
                    <p:cNvPr id="5090" name="Google Shape;5090;p5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8"/>
                  <p:cNvGrpSpPr/>
                  <p:nvPr/>
                </p:nvGrpSpPr>
                <p:grpSpPr>
                  <a:xfrm>
                    <a:off x="2807939" y="1494024"/>
                    <a:ext cx="358857" cy="349650"/>
                    <a:chOff x="2807939" y="1494024"/>
                    <a:chExt cx="358857" cy="349650"/>
                  </a:xfrm>
                </p:grpSpPr>
                <p:sp>
                  <p:nvSpPr>
                    <p:cNvPr id="5093" name="Google Shape;5093;p5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58"/>
                  <p:cNvGrpSpPr/>
                  <p:nvPr/>
                </p:nvGrpSpPr>
                <p:grpSpPr>
                  <a:xfrm>
                    <a:off x="2851133" y="1305635"/>
                    <a:ext cx="407089" cy="305057"/>
                    <a:chOff x="2851133" y="1305635"/>
                    <a:chExt cx="407089" cy="305057"/>
                  </a:xfrm>
                </p:grpSpPr>
                <p:sp>
                  <p:nvSpPr>
                    <p:cNvPr id="5096" name="Google Shape;5096;p5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58"/>
                  <p:cNvGrpSpPr/>
                  <p:nvPr/>
                </p:nvGrpSpPr>
                <p:grpSpPr>
                  <a:xfrm>
                    <a:off x="2727495" y="1120652"/>
                    <a:ext cx="300271" cy="396358"/>
                    <a:chOff x="2727495" y="1120652"/>
                    <a:chExt cx="300271" cy="396358"/>
                  </a:xfrm>
                </p:grpSpPr>
                <p:sp>
                  <p:nvSpPr>
                    <p:cNvPr id="5099" name="Google Shape;5099;p5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1" name="Google Shape;5101;p58"/>
                <p:cNvGrpSpPr/>
                <p:nvPr/>
              </p:nvGrpSpPr>
              <p:grpSpPr>
                <a:xfrm>
                  <a:off x="2722305" y="1350460"/>
                  <a:ext cx="308357" cy="308344"/>
                  <a:chOff x="2722305" y="1350460"/>
                  <a:chExt cx="308357" cy="308344"/>
                </a:xfrm>
              </p:grpSpPr>
              <p:sp>
                <p:nvSpPr>
                  <p:cNvPr id="5102" name="Google Shape;5102;p5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3" name="Google Shape;5103;p58"/>
                  <p:cNvGrpSpPr/>
                  <p:nvPr/>
                </p:nvGrpSpPr>
                <p:grpSpPr>
                  <a:xfrm>
                    <a:off x="2725064" y="1364529"/>
                    <a:ext cx="297954" cy="280182"/>
                    <a:chOff x="2725064" y="1364529"/>
                    <a:chExt cx="297954" cy="280182"/>
                  </a:xfrm>
                </p:grpSpPr>
                <p:sp>
                  <p:nvSpPr>
                    <p:cNvPr id="5104" name="Google Shape;5104;p5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09" name="Google Shape;5109;p5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8"/>
          <p:cNvGrpSpPr/>
          <p:nvPr/>
        </p:nvGrpSpPr>
        <p:grpSpPr>
          <a:xfrm>
            <a:off x="3909129" y="2727412"/>
            <a:ext cx="1569144" cy="591015"/>
            <a:chOff x="3820100" y="3023049"/>
            <a:chExt cx="1303926" cy="491162"/>
          </a:xfrm>
        </p:grpSpPr>
        <p:grpSp>
          <p:nvGrpSpPr>
            <p:cNvPr id="5115" name="Google Shape;5115;p58"/>
            <p:cNvGrpSpPr/>
            <p:nvPr/>
          </p:nvGrpSpPr>
          <p:grpSpPr>
            <a:xfrm>
              <a:off x="3820100" y="3023072"/>
              <a:ext cx="1303926" cy="491139"/>
              <a:chOff x="3820100" y="3023072"/>
              <a:chExt cx="1303926" cy="491139"/>
            </a:xfrm>
          </p:grpSpPr>
          <p:sp>
            <p:nvSpPr>
              <p:cNvPr id="5116" name="Google Shape;5116;p5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8"/>
            <p:cNvGrpSpPr/>
            <p:nvPr/>
          </p:nvGrpSpPr>
          <p:grpSpPr>
            <a:xfrm>
              <a:off x="4132439" y="3023645"/>
              <a:ext cx="393633" cy="177096"/>
              <a:chOff x="4132439" y="3023645"/>
              <a:chExt cx="393633" cy="177096"/>
            </a:xfrm>
          </p:grpSpPr>
          <p:sp>
            <p:nvSpPr>
              <p:cNvPr id="5119" name="Google Shape;5119;p5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58"/>
            <p:cNvGrpSpPr/>
            <p:nvPr/>
          </p:nvGrpSpPr>
          <p:grpSpPr>
            <a:xfrm>
              <a:off x="3921811" y="3023049"/>
              <a:ext cx="1002397" cy="388943"/>
              <a:chOff x="3921811" y="3023049"/>
              <a:chExt cx="1002397" cy="388943"/>
            </a:xfrm>
          </p:grpSpPr>
          <p:sp>
            <p:nvSpPr>
              <p:cNvPr id="5122" name="Google Shape;5122;p5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58"/>
            <p:cNvGrpSpPr/>
            <p:nvPr/>
          </p:nvGrpSpPr>
          <p:grpSpPr>
            <a:xfrm>
              <a:off x="4023645" y="3023049"/>
              <a:ext cx="683032" cy="286722"/>
              <a:chOff x="4023645" y="3023049"/>
              <a:chExt cx="683032" cy="286722"/>
            </a:xfrm>
          </p:grpSpPr>
          <p:sp>
            <p:nvSpPr>
              <p:cNvPr id="5125" name="Google Shape;5125;p5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58"/>
          <p:cNvGrpSpPr/>
          <p:nvPr/>
        </p:nvGrpSpPr>
        <p:grpSpPr>
          <a:xfrm>
            <a:off x="1541251" y="1854258"/>
            <a:ext cx="713522" cy="688025"/>
            <a:chOff x="1706078" y="2092648"/>
            <a:chExt cx="660913" cy="637296"/>
          </a:xfrm>
        </p:grpSpPr>
        <p:sp>
          <p:nvSpPr>
            <p:cNvPr id="5128" name="Google Shape;5128;p5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9" name="Google Shape;5129;p58"/>
            <p:cNvGrpSpPr/>
            <p:nvPr/>
          </p:nvGrpSpPr>
          <p:grpSpPr>
            <a:xfrm>
              <a:off x="1706078" y="2092648"/>
              <a:ext cx="660913" cy="575241"/>
              <a:chOff x="1706078" y="2092648"/>
              <a:chExt cx="660913" cy="575241"/>
            </a:xfrm>
          </p:grpSpPr>
          <p:sp>
            <p:nvSpPr>
              <p:cNvPr id="5130" name="Google Shape;5130;p5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3" name="Google Shape;5133;p58"/>
          <p:cNvGrpSpPr/>
          <p:nvPr/>
        </p:nvGrpSpPr>
        <p:grpSpPr>
          <a:xfrm>
            <a:off x="6303109" y="971806"/>
            <a:ext cx="1317459" cy="684168"/>
            <a:chOff x="238125" y="999450"/>
            <a:chExt cx="7140700" cy="3708225"/>
          </a:xfrm>
        </p:grpSpPr>
        <p:sp>
          <p:nvSpPr>
            <p:cNvPr id="5134" name="Google Shape;5134;p5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6" name="Shape 5146"/>
        <p:cNvGrpSpPr/>
        <p:nvPr/>
      </p:nvGrpSpPr>
      <p:grpSpPr>
        <a:xfrm>
          <a:off x="0" y="0"/>
          <a:ext cx="0" cy="0"/>
          <a:chOff x="0" y="0"/>
          <a:chExt cx="0" cy="0"/>
        </a:xfrm>
      </p:grpSpPr>
      <p:grpSp>
        <p:nvGrpSpPr>
          <p:cNvPr id="5147" name="Google Shape;5147;p59"/>
          <p:cNvGrpSpPr/>
          <p:nvPr/>
        </p:nvGrpSpPr>
        <p:grpSpPr>
          <a:xfrm>
            <a:off x="717027" y="967622"/>
            <a:ext cx="1636117" cy="1526144"/>
            <a:chOff x="729238" y="1179665"/>
            <a:chExt cx="1636117" cy="1526144"/>
          </a:xfrm>
        </p:grpSpPr>
        <p:grpSp>
          <p:nvGrpSpPr>
            <p:cNvPr id="5148" name="Google Shape;5148;p59"/>
            <p:cNvGrpSpPr/>
            <p:nvPr/>
          </p:nvGrpSpPr>
          <p:grpSpPr>
            <a:xfrm>
              <a:off x="729238" y="1179665"/>
              <a:ext cx="80700" cy="1526144"/>
              <a:chOff x="729238" y="1179665"/>
              <a:chExt cx="80700" cy="1526144"/>
            </a:xfrm>
          </p:grpSpPr>
          <p:sp>
            <p:nvSpPr>
              <p:cNvPr id="5149" name="Google Shape;5149;p5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9"/>
            <p:cNvGrpSpPr/>
            <p:nvPr/>
          </p:nvGrpSpPr>
          <p:grpSpPr>
            <a:xfrm>
              <a:off x="903098" y="1179665"/>
              <a:ext cx="80700" cy="1526144"/>
              <a:chOff x="903098" y="1179665"/>
              <a:chExt cx="80700" cy="1526144"/>
            </a:xfrm>
          </p:grpSpPr>
          <p:sp>
            <p:nvSpPr>
              <p:cNvPr id="5160" name="Google Shape;5160;p5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9"/>
            <p:cNvGrpSpPr/>
            <p:nvPr/>
          </p:nvGrpSpPr>
          <p:grpSpPr>
            <a:xfrm>
              <a:off x="1076958" y="1179665"/>
              <a:ext cx="80700" cy="1526144"/>
              <a:chOff x="1076958" y="1179665"/>
              <a:chExt cx="80700" cy="1526144"/>
            </a:xfrm>
          </p:grpSpPr>
          <p:sp>
            <p:nvSpPr>
              <p:cNvPr id="5171" name="Google Shape;5171;p5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9"/>
            <p:cNvGrpSpPr/>
            <p:nvPr/>
          </p:nvGrpSpPr>
          <p:grpSpPr>
            <a:xfrm>
              <a:off x="1247707" y="1179665"/>
              <a:ext cx="80700" cy="1526144"/>
              <a:chOff x="1247707" y="1179665"/>
              <a:chExt cx="80700" cy="1526144"/>
            </a:xfrm>
          </p:grpSpPr>
          <p:sp>
            <p:nvSpPr>
              <p:cNvPr id="5182" name="Google Shape;5182;p5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9"/>
            <p:cNvGrpSpPr/>
            <p:nvPr/>
          </p:nvGrpSpPr>
          <p:grpSpPr>
            <a:xfrm>
              <a:off x="1421567" y="1179665"/>
              <a:ext cx="80700" cy="1526144"/>
              <a:chOff x="1421567" y="1179665"/>
              <a:chExt cx="80700" cy="1526144"/>
            </a:xfrm>
          </p:grpSpPr>
          <p:sp>
            <p:nvSpPr>
              <p:cNvPr id="5193" name="Google Shape;5193;p5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9"/>
            <p:cNvGrpSpPr/>
            <p:nvPr/>
          </p:nvGrpSpPr>
          <p:grpSpPr>
            <a:xfrm>
              <a:off x="1592327" y="1179665"/>
              <a:ext cx="80700" cy="1526144"/>
              <a:chOff x="1592327" y="1179665"/>
              <a:chExt cx="80700" cy="1526144"/>
            </a:xfrm>
          </p:grpSpPr>
          <p:sp>
            <p:nvSpPr>
              <p:cNvPr id="5204" name="Google Shape;5204;p5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9"/>
            <p:cNvGrpSpPr/>
            <p:nvPr/>
          </p:nvGrpSpPr>
          <p:grpSpPr>
            <a:xfrm>
              <a:off x="1766187" y="1179665"/>
              <a:ext cx="80700" cy="1526144"/>
              <a:chOff x="1766187" y="1179665"/>
              <a:chExt cx="80700" cy="1526144"/>
            </a:xfrm>
          </p:grpSpPr>
          <p:sp>
            <p:nvSpPr>
              <p:cNvPr id="5215" name="Google Shape;5215;p5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9"/>
            <p:cNvGrpSpPr/>
            <p:nvPr/>
          </p:nvGrpSpPr>
          <p:grpSpPr>
            <a:xfrm>
              <a:off x="1936935" y="1179665"/>
              <a:ext cx="80700" cy="1526144"/>
              <a:chOff x="1936935" y="1179665"/>
              <a:chExt cx="80700" cy="1526144"/>
            </a:xfrm>
          </p:grpSpPr>
          <p:sp>
            <p:nvSpPr>
              <p:cNvPr id="5226" name="Google Shape;5226;p5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59"/>
            <p:cNvGrpSpPr/>
            <p:nvPr/>
          </p:nvGrpSpPr>
          <p:grpSpPr>
            <a:xfrm>
              <a:off x="2110795" y="1179665"/>
              <a:ext cx="80700" cy="1526144"/>
              <a:chOff x="2110795" y="1179665"/>
              <a:chExt cx="80700" cy="1526144"/>
            </a:xfrm>
          </p:grpSpPr>
          <p:sp>
            <p:nvSpPr>
              <p:cNvPr id="5237" name="Google Shape;5237;p5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59"/>
            <p:cNvGrpSpPr/>
            <p:nvPr/>
          </p:nvGrpSpPr>
          <p:grpSpPr>
            <a:xfrm>
              <a:off x="2284655" y="1179665"/>
              <a:ext cx="80700" cy="1526144"/>
              <a:chOff x="2284655" y="1179665"/>
              <a:chExt cx="80700" cy="1526144"/>
            </a:xfrm>
          </p:grpSpPr>
          <p:sp>
            <p:nvSpPr>
              <p:cNvPr id="5248" name="Google Shape;5248;p5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8" name="Google Shape;5258;p59"/>
          <p:cNvGrpSpPr/>
          <p:nvPr/>
        </p:nvGrpSpPr>
        <p:grpSpPr>
          <a:xfrm>
            <a:off x="2611693" y="986760"/>
            <a:ext cx="1364248" cy="1102133"/>
            <a:chOff x="2623904" y="1198803"/>
            <a:chExt cx="1364248" cy="1102133"/>
          </a:xfrm>
        </p:grpSpPr>
        <p:grpSp>
          <p:nvGrpSpPr>
            <p:cNvPr id="5259" name="Google Shape;5259;p59"/>
            <p:cNvGrpSpPr/>
            <p:nvPr/>
          </p:nvGrpSpPr>
          <p:grpSpPr>
            <a:xfrm>
              <a:off x="2623907" y="1198803"/>
              <a:ext cx="1364245" cy="273000"/>
              <a:chOff x="2623907" y="1198803"/>
              <a:chExt cx="1364245" cy="273000"/>
            </a:xfrm>
          </p:grpSpPr>
          <p:sp>
            <p:nvSpPr>
              <p:cNvPr id="5260" name="Google Shape;5260;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59"/>
            <p:cNvGrpSpPr/>
            <p:nvPr/>
          </p:nvGrpSpPr>
          <p:grpSpPr>
            <a:xfrm>
              <a:off x="2623904" y="1476964"/>
              <a:ext cx="1364245" cy="273000"/>
              <a:chOff x="2623904" y="1476964"/>
              <a:chExt cx="1364245" cy="273000"/>
            </a:xfrm>
          </p:grpSpPr>
          <p:sp>
            <p:nvSpPr>
              <p:cNvPr id="5266" name="Google Shape;5266;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9"/>
            <p:cNvGrpSpPr/>
            <p:nvPr/>
          </p:nvGrpSpPr>
          <p:grpSpPr>
            <a:xfrm>
              <a:off x="2623907" y="1749775"/>
              <a:ext cx="1364245" cy="273000"/>
              <a:chOff x="2623907" y="1749775"/>
              <a:chExt cx="1364245" cy="273000"/>
            </a:xfrm>
          </p:grpSpPr>
          <p:sp>
            <p:nvSpPr>
              <p:cNvPr id="5272" name="Google Shape;5272;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59"/>
            <p:cNvGrpSpPr/>
            <p:nvPr/>
          </p:nvGrpSpPr>
          <p:grpSpPr>
            <a:xfrm>
              <a:off x="2623904" y="2027936"/>
              <a:ext cx="1364245" cy="273000"/>
              <a:chOff x="2623904" y="2027936"/>
              <a:chExt cx="1364245" cy="273000"/>
            </a:xfrm>
          </p:grpSpPr>
          <p:sp>
            <p:nvSpPr>
              <p:cNvPr id="5278" name="Google Shape;5278;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3" name="Google Shape;5283;p59"/>
          <p:cNvGrpSpPr/>
          <p:nvPr/>
        </p:nvGrpSpPr>
        <p:grpSpPr>
          <a:xfrm>
            <a:off x="2601154" y="2445833"/>
            <a:ext cx="1387541" cy="159124"/>
            <a:chOff x="3200660" y="2180272"/>
            <a:chExt cx="2563824" cy="378237"/>
          </a:xfrm>
        </p:grpSpPr>
        <p:sp>
          <p:nvSpPr>
            <p:cNvPr id="5284" name="Google Shape;5284;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59"/>
          <p:cNvGrpSpPr/>
          <p:nvPr/>
        </p:nvGrpSpPr>
        <p:grpSpPr>
          <a:xfrm>
            <a:off x="2597679" y="2723597"/>
            <a:ext cx="1390502" cy="159625"/>
            <a:chOff x="3530150" y="2790075"/>
            <a:chExt cx="1962600" cy="225300"/>
          </a:xfrm>
        </p:grpSpPr>
        <p:sp>
          <p:nvSpPr>
            <p:cNvPr id="5303" name="Google Shape;5303;p5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9"/>
          <p:cNvGrpSpPr/>
          <p:nvPr/>
        </p:nvGrpSpPr>
        <p:grpSpPr>
          <a:xfrm>
            <a:off x="2597736" y="3001862"/>
            <a:ext cx="1411629" cy="154175"/>
            <a:chOff x="3558802" y="4011244"/>
            <a:chExt cx="1866000" cy="111600"/>
          </a:xfrm>
        </p:grpSpPr>
        <p:sp>
          <p:nvSpPr>
            <p:cNvPr id="5306" name="Google Shape;5306;p5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9"/>
          <p:cNvGrpSpPr/>
          <p:nvPr/>
        </p:nvGrpSpPr>
        <p:grpSpPr>
          <a:xfrm>
            <a:off x="2598024" y="2207432"/>
            <a:ext cx="1383503" cy="119761"/>
            <a:chOff x="3465975" y="2270258"/>
            <a:chExt cx="1986364" cy="171947"/>
          </a:xfrm>
        </p:grpSpPr>
        <p:sp>
          <p:nvSpPr>
            <p:cNvPr id="5309" name="Google Shape;5309;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59"/>
          <p:cNvGrpSpPr/>
          <p:nvPr/>
        </p:nvGrpSpPr>
        <p:grpSpPr>
          <a:xfrm>
            <a:off x="2609031" y="3571205"/>
            <a:ext cx="1369531" cy="195460"/>
            <a:chOff x="723300" y="4253549"/>
            <a:chExt cx="2276482" cy="324900"/>
          </a:xfrm>
        </p:grpSpPr>
        <p:sp>
          <p:nvSpPr>
            <p:cNvPr id="5318" name="Google Shape;5318;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59"/>
          <p:cNvGrpSpPr/>
          <p:nvPr/>
        </p:nvGrpSpPr>
        <p:grpSpPr>
          <a:xfrm>
            <a:off x="2598592" y="3272446"/>
            <a:ext cx="1389066" cy="180119"/>
            <a:chOff x="705948" y="3788465"/>
            <a:chExt cx="2308953" cy="299400"/>
          </a:xfrm>
        </p:grpSpPr>
        <p:sp>
          <p:nvSpPr>
            <p:cNvPr id="5324" name="Google Shape;5324;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59"/>
          <p:cNvGrpSpPr/>
          <p:nvPr/>
        </p:nvGrpSpPr>
        <p:grpSpPr>
          <a:xfrm>
            <a:off x="4195583" y="1876400"/>
            <a:ext cx="1433821" cy="191501"/>
            <a:chOff x="4273350" y="2088443"/>
            <a:chExt cx="1433821" cy="191501"/>
          </a:xfrm>
        </p:grpSpPr>
        <p:grpSp>
          <p:nvGrpSpPr>
            <p:cNvPr id="5330" name="Google Shape;5330;p59"/>
            <p:cNvGrpSpPr/>
            <p:nvPr/>
          </p:nvGrpSpPr>
          <p:grpSpPr>
            <a:xfrm>
              <a:off x="4273350" y="2088443"/>
              <a:ext cx="1433821" cy="0"/>
              <a:chOff x="5224975" y="2962250"/>
              <a:chExt cx="1544400" cy="0"/>
            </a:xfrm>
          </p:grpSpPr>
          <p:cxnSp>
            <p:nvCxnSpPr>
              <p:cNvPr id="5331" name="Google Shape;5331;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32" name="Google Shape;5332;p5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333" name="Google Shape;5333;p59"/>
            <p:cNvGrpSpPr/>
            <p:nvPr/>
          </p:nvGrpSpPr>
          <p:grpSpPr>
            <a:xfrm>
              <a:off x="4273350" y="2279944"/>
              <a:ext cx="1433821" cy="0"/>
              <a:chOff x="5224975" y="2962250"/>
              <a:chExt cx="1544400" cy="0"/>
            </a:xfrm>
          </p:grpSpPr>
          <p:cxnSp>
            <p:nvCxnSpPr>
              <p:cNvPr id="5334" name="Google Shape;5334;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35" name="Google Shape;5335;p5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336" name="Google Shape;5336;p59"/>
          <p:cNvGrpSpPr/>
          <p:nvPr/>
        </p:nvGrpSpPr>
        <p:grpSpPr>
          <a:xfrm>
            <a:off x="2646529" y="3885304"/>
            <a:ext cx="1304609" cy="294074"/>
            <a:chOff x="2658741" y="4097347"/>
            <a:chExt cx="1304609" cy="294074"/>
          </a:xfrm>
        </p:grpSpPr>
        <p:grpSp>
          <p:nvGrpSpPr>
            <p:cNvPr id="5337" name="Google Shape;5337;p59"/>
            <p:cNvGrpSpPr/>
            <p:nvPr/>
          </p:nvGrpSpPr>
          <p:grpSpPr>
            <a:xfrm>
              <a:off x="2658741" y="4097347"/>
              <a:ext cx="118572" cy="294074"/>
              <a:chOff x="3343310" y="4475555"/>
              <a:chExt cx="127717" cy="316753"/>
            </a:xfrm>
          </p:grpSpPr>
          <p:sp>
            <p:nvSpPr>
              <p:cNvPr id="5338" name="Google Shape;5338;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59"/>
            <p:cNvGrpSpPr/>
            <p:nvPr/>
          </p:nvGrpSpPr>
          <p:grpSpPr>
            <a:xfrm>
              <a:off x="3815519" y="4098388"/>
              <a:ext cx="147831" cy="291991"/>
              <a:chOff x="3527539" y="4476677"/>
              <a:chExt cx="159232" cy="314510"/>
            </a:xfrm>
          </p:grpSpPr>
          <p:sp>
            <p:nvSpPr>
              <p:cNvPr id="5341" name="Google Shape;534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 name="Google Shape;5343;p59"/>
            <p:cNvGrpSpPr/>
            <p:nvPr/>
          </p:nvGrpSpPr>
          <p:grpSpPr>
            <a:xfrm>
              <a:off x="3511696" y="4098388"/>
              <a:ext cx="147831" cy="291991"/>
              <a:chOff x="3527539" y="4476677"/>
              <a:chExt cx="159232" cy="314510"/>
            </a:xfrm>
          </p:grpSpPr>
          <p:sp>
            <p:nvSpPr>
              <p:cNvPr id="5344" name="Google Shape;534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59"/>
            <p:cNvGrpSpPr/>
            <p:nvPr/>
          </p:nvGrpSpPr>
          <p:grpSpPr>
            <a:xfrm>
              <a:off x="3207874" y="4098388"/>
              <a:ext cx="147831" cy="291991"/>
              <a:chOff x="3527539" y="4476677"/>
              <a:chExt cx="159232" cy="314510"/>
            </a:xfrm>
          </p:grpSpPr>
          <p:sp>
            <p:nvSpPr>
              <p:cNvPr id="5347" name="Google Shape;5347;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59"/>
            <p:cNvGrpSpPr/>
            <p:nvPr/>
          </p:nvGrpSpPr>
          <p:grpSpPr>
            <a:xfrm>
              <a:off x="2933305" y="4097347"/>
              <a:ext cx="118572" cy="294074"/>
              <a:chOff x="3343310" y="4475555"/>
              <a:chExt cx="127717" cy="316753"/>
            </a:xfrm>
          </p:grpSpPr>
          <p:sp>
            <p:nvSpPr>
              <p:cNvPr id="5350" name="Google Shape;5350;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2" name="Google Shape;5352;p59"/>
          <p:cNvGrpSpPr/>
          <p:nvPr/>
        </p:nvGrpSpPr>
        <p:grpSpPr>
          <a:xfrm>
            <a:off x="4197138" y="963998"/>
            <a:ext cx="1430711" cy="751237"/>
            <a:chOff x="5159450" y="1919950"/>
            <a:chExt cx="1541050" cy="862500"/>
          </a:xfrm>
        </p:grpSpPr>
        <p:sp>
          <p:nvSpPr>
            <p:cNvPr id="5353" name="Google Shape;5353;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54" name="Google Shape;5354;p59"/>
            <p:cNvGrpSpPr/>
            <p:nvPr/>
          </p:nvGrpSpPr>
          <p:grpSpPr>
            <a:xfrm>
              <a:off x="5159450" y="1919950"/>
              <a:ext cx="1541050" cy="862500"/>
              <a:chOff x="5159450" y="1919950"/>
              <a:chExt cx="1541050" cy="862500"/>
            </a:xfrm>
          </p:grpSpPr>
          <p:cxnSp>
            <p:nvCxnSpPr>
              <p:cNvPr id="5355" name="Google Shape;5355;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56" name="Google Shape;5356;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57" name="Google Shape;5357;p59"/>
          <p:cNvGrpSpPr/>
          <p:nvPr/>
        </p:nvGrpSpPr>
        <p:grpSpPr>
          <a:xfrm>
            <a:off x="4245275" y="2227768"/>
            <a:ext cx="1334436" cy="967914"/>
            <a:chOff x="4294923" y="2439811"/>
            <a:chExt cx="1334436" cy="967914"/>
          </a:xfrm>
        </p:grpSpPr>
        <p:grpSp>
          <p:nvGrpSpPr>
            <p:cNvPr id="5358" name="Google Shape;5358;p59"/>
            <p:cNvGrpSpPr/>
            <p:nvPr/>
          </p:nvGrpSpPr>
          <p:grpSpPr>
            <a:xfrm>
              <a:off x="4960455" y="2469658"/>
              <a:ext cx="668904" cy="885524"/>
              <a:chOff x="4960455" y="2469658"/>
              <a:chExt cx="668904" cy="885524"/>
            </a:xfrm>
          </p:grpSpPr>
          <p:sp>
            <p:nvSpPr>
              <p:cNvPr id="5359" name="Google Shape;5359;p5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59"/>
            <p:cNvGrpSpPr/>
            <p:nvPr/>
          </p:nvGrpSpPr>
          <p:grpSpPr>
            <a:xfrm>
              <a:off x="4294923" y="2469658"/>
              <a:ext cx="668951" cy="885524"/>
              <a:chOff x="4294923" y="2469658"/>
              <a:chExt cx="668951" cy="885524"/>
            </a:xfrm>
          </p:grpSpPr>
          <p:sp>
            <p:nvSpPr>
              <p:cNvPr id="5366" name="Google Shape;5366;p5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2" name="Google Shape;5372;p5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59"/>
          <p:cNvGrpSpPr/>
          <p:nvPr/>
        </p:nvGrpSpPr>
        <p:grpSpPr>
          <a:xfrm>
            <a:off x="4231478" y="3282213"/>
            <a:ext cx="1430949" cy="897289"/>
            <a:chOff x="4351371" y="3547942"/>
            <a:chExt cx="1345130" cy="843475"/>
          </a:xfrm>
        </p:grpSpPr>
        <p:grpSp>
          <p:nvGrpSpPr>
            <p:cNvPr id="5374" name="Google Shape;5374;p59"/>
            <p:cNvGrpSpPr/>
            <p:nvPr/>
          </p:nvGrpSpPr>
          <p:grpSpPr>
            <a:xfrm>
              <a:off x="4351371" y="4209917"/>
              <a:ext cx="1345130" cy="181500"/>
              <a:chOff x="4351371" y="4209917"/>
              <a:chExt cx="1345130" cy="181500"/>
            </a:xfrm>
          </p:grpSpPr>
          <p:sp>
            <p:nvSpPr>
              <p:cNvPr id="5375" name="Google Shape;5375;p5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6" name="Google Shape;5376;p5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377" name="Google Shape;5377;p59"/>
            <p:cNvGrpSpPr/>
            <p:nvPr/>
          </p:nvGrpSpPr>
          <p:grpSpPr>
            <a:xfrm>
              <a:off x="4403010" y="3985221"/>
              <a:ext cx="1109518" cy="181500"/>
              <a:chOff x="4403010" y="3985221"/>
              <a:chExt cx="1109518" cy="181500"/>
            </a:xfrm>
          </p:grpSpPr>
          <p:sp>
            <p:nvSpPr>
              <p:cNvPr id="5378" name="Google Shape;5378;p5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9" name="Google Shape;5379;p5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380" name="Google Shape;5380;p59"/>
            <p:cNvGrpSpPr/>
            <p:nvPr/>
          </p:nvGrpSpPr>
          <p:grpSpPr>
            <a:xfrm>
              <a:off x="4618704" y="3766582"/>
              <a:ext cx="807858" cy="181500"/>
              <a:chOff x="4618704" y="3766582"/>
              <a:chExt cx="807858" cy="181500"/>
            </a:xfrm>
          </p:grpSpPr>
          <p:sp>
            <p:nvSpPr>
              <p:cNvPr id="5381" name="Google Shape;5381;p5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2" name="Google Shape;5382;p5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383" name="Google Shape;5383;p59"/>
            <p:cNvGrpSpPr/>
            <p:nvPr/>
          </p:nvGrpSpPr>
          <p:grpSpPr>
            <a:xfrm>
              <a:off x="4735238" y="3547942"/>
              <a:ext cx="462839" cy="181500"/>
              <a:chOff x="4735238" y="3547942"/>
              <a:chExt cx="462839" cy="181500"/>
            </a:xfrm>
          </p:grpSpPr>
          <p:sp>
            <p:nvSpPr>
              <p:cNvPr id="5384" name="Google Shape;5384;p5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5" name="Google Shape;5385;p5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86" name="Google Shape;5386;p59"/>
          <p:cNvGrpSpPr/>
          <p:nvPr/>
        </p:nvGrpSpPr>
        <p:grpSpPr>
          <a:xfrm>
            <a:off x="7407836" y="2217537"/>
            <a:ext cx="1020955" cy="928853"/>
            <a:chOff x="926675" y="238125"/>
            <a:chExt cx="5755100" cy="5232975"/>
          </a:xfrm>
        </p:grpSpPr>
        <p:sp>
          <p:nvSpPr>
            <p:cNvPr id="5387" name="Google Shape;5387;p5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9"/>
          <p:cNvGrpSpPr/>
          <p:nvPr/>
        </p:nvGrpSpPr>
        <p:grpSpPr>
          <a:xfrm>
            <a:off x="715210" y="2616272"/>
            <a:ext cx="1695374" cy="1560837"/>
            <a:chOff x="727421" y="2828315"/>
            <a:chExt cx="1695374" cy="1560837"/>
          </a:xfrm>
        </p:grpSpPr>
        <p:grpSp>
          <p:nvGrpSpPr>
            <p:cNvPr id="5392" name="Google Shape;5392;p59"/>
            <p:cNvGrpSpPr/>
            <p:nvPr/>
          </p:nvGrpSpPr>
          <p:grpSpPr>
            <a:xfrm>
              <a:off x="727421" y="2828315"/>
              <a:ext cx="1695374" cy="1560837"/>
              <a:chOff x="734799" y="2782450"/>
              <a:chExt cx="1571100" cy="1577400"/>
            </a:xfrm>
          </p:grpSpPr>
          <p:cxnSp>
            <p:nvCxnSpPr>
              <p:cNvPr id="5393" name="Google Shape;5393;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394" name="Google Shape;5394;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395" name="Google Shape;5395;p59"/>
            <p:cNvGrpSpPr/>
            <p:nvPr/>
          </p:nvGrpSpPr>
          <p:grpSpPr>
            <a:xfrm>
              <a:off x="819108" y="2882501"/>
              <a:ext cx="1556791" cy="1426186"/>
              <a:chOff x="819108" y="2882501"/>
              <a:chExt cx="1556791" cy="1426186"/>
            </a:xfrm>
          </p:grpSpPr>
          <p:grpSp>
            <p:nvGrpSpPr>
              <p:cNvPr id="5396" name="Google Shape;5396;p59"/>
              <p:cNvGrpSpPr/>
              <p:nvPr/>
            </p:nvGrpSpPr>
            <p:grpSpPr>
              <a:xfrm>
                <a:off x="819108" y="2882501"/>
                <a:ext cx="103104" cy="1426186"/>
                <a:chOff x="4674013" y="3100904"/>
                <a:chExt cx="122758" cy="1698043"/>
              </a:xfrm>
            </p:grpSpPr>
            <p:sp>
              <p:nvSpPr>
                <p:cNvPr id="5397" name="Google Shape;5397;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59"/>
              <p:cNvGrpSpPr/>
              <p:nvPr/>
            </p:nvGrpSpPr>
            <p:grpSpPr>
              <a:xfrm>
                <a:off x="1062475" y="2882501"/>
                <a:ext cx="103104" cy="1426186"/>
                <a:chOff x="4940438" y="3100904"/>
                <a:chExt cx="122758" cy="1698043"/>
              </a:xfrm>
            </p:grpSpPr>
            <p:sp>
              <p:nvSpPr>
                <p:cNvPr id="5405" name="Google Shape;5405;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9"/>
              <p:cNvGrpSpPr/>
              <p:nvPr/>
            </p:nvGrpSpPr>
            <p:grpSpPr>
              <a:xfrm>
                <a:off x="1299324" y="2882501"/>
                <a:ext cx="103104" cy="1426186"/>
                <a:chOff x="5206863" y="3100904"/>
                <a:chExt cx="122758" cy="1698043"/>
              </a:xfrm>
            </p:grpSpPr>
            <p:sp>
              <p:nvSpPr>
                <p:cNvPr id="5413" name="Google Shape;5413;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59"/>
              <p:cNvGrpSpPr/>
              <p:nvPr/>
            </p:nvGrpSpPr>
            <p:grpSpPr>
              <a:xfrm>
                <a:off x="1786057" y="2882501"/>
                <a:ext cx="103104" cy="1426186"/>
                <a:chOff x="6006138" y="3143629"/>
                <a:chExt cx="122758" cy="1698043"/>
              </a:xfrm>
            </p:grpSpPr>
            <p:sp>
              <p:nvSpPr>
                <p:cNvPr id="5421" name="Google Shape;5421;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59"/>
              <p:cNvGrpSpPr/>
              <p:nvPr/>
            </p:nvGrpSpPr>
            <p:grpSpPr>
              <a:xfrm>
                <a:off x="2029422" y="2882501"/>
                <a:ext cx="103104" cy="1426186"/>
                <a:chOff x="6805413" y="3100904"/>
                <a:chExt cx="122758" cy="1698043"/>
              </a:xfrm>
            </p:grpSpPr>
            <p:sp>
              <p:nvSpPr>
                <p:cNvPr id="5429" name="Google Shape;5429;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59"/>
              <p:cNvGrpSpPr/>
              <p:nvPr/>
            </p:nvGrpSpPr>
            <p:grpSpPr>
              <a:xfrm>
                <a:off x="2272795" y="2882501"/>
                <a:ext cx="103104" cy="1426186"/>
                <a:chOff x="5206863" y="3100904"/>
                <a:chExt cx="122758" cy="1698043"/>
              </a:xfrm>
            </p:grpSpPr>
            <p:sp>
              <p:nvSpPr>
                <p:cNvPr id="5437" name="Google Shape;5437;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9"/>
              <p:cNvGrpSpPr/>
              <p:nvPr/>
            </p:nvGrpSpPr>
            <p:grpSpPr>
              <a:xfrm>
                <a:off x="1542694" y="2882501"/>
                <a:ext cx="103104" cy="1426186"/>
                <a:chOff x="6006138" y="3143629"/>
                <a:chExt cx="122758" cy="1698043"/>
              </a:xfrm>
            </p:grpSpPr>
            <p:sp>
              <p:nvSpPr>
                <p:cNvPr id="5445" name="Google Shape;5445;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52" name="Google Shape;5452;p59"/>
          <p:cNvGrpSpPr/>
          <p:nvPr/>
        </p:nvGrpSpPr>
        <p:grpSpPr>
          <a:xfrm>
            <a:off x="5671260" y="3305994"/>
            <a:ext cx="2749952" cy="870677"/>
            <a:chOff x="238125" y="1725700"/>
            <a:chExt cx="7139025" cy="2260325"/>
          </a:xfrm>
        </p:grpSpPr>
        <p:sp>
          <p:nvSpPr>
            <p:cNvPr id="5453" name="Google Shape;5453;p5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59"/>
          <p:cNvGrpSpPr/>
          <p:nvPr/>
        </p:nvGrpSpPr>
        <p:grpSpPr>
          <a:xfrm>
            <a:off x="5941424" y="2247740"/>
            <a:ext cx="1105452" cy="916747"/>
            <a:chOff x="5249100" y="1210600"/>
            <a:chExt cx="3502700" cy="2904775"/>
          </a:xfrm>
        </p:grpSpPr>
        <p:sp>
          <p:nvSpPr>
            <p:cNvPr id="5464" name="Google Shape;5464;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8" name="Google Shape;5468;p5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469" name="Google Shape;5469;p5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470" name="Google Shape;5470;p5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471" name="Google Shape;5471;p5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472" name="Google Shape;5472;p5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59"/>
          <p:cNvGrpSpPr/>
          <p:nvPr/>
        </p:nvGrpSpPr>
        <p:grpSpPr>
          <a:xfrm>
            <a:off x="7123972" y="967158"/>
            <a:ext cx="1304650" cy="1124856"/>
            <a:chOff x="7287122" y="1165658"/>
            <a:chExt cx="1219413" cy="1051365"/>
          </a:xfrm>
        </p:grpSpPr>
        <p:grpSp>
          <p:nvGrpSpPr>
            <p:cNvPr id="5474" name="Google Shape;5474;p59"/>
            <p:cNvGrpSpPr/>
            <p:nvPr/>
          </p:nvGrpSpPr>
          <p:grpSpPr>
            <a:xfrm>
              <a:off x="7287122" y="1969723"/>
              <a:ext cx="1219413" cy="247300"/>
              <a:chOff x="7287122" y="1969723"/>
              <a:chExt cx="1219413" cy="247300"/>
            </a:xfrm>
          </p:grpSpPr>
          <p:sp>
            <p:nvSpPr>
              <p:cNvPr id="5475" name="Google Shape;5475;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6" name="Google Shape;5476;p59"/>
              <p:cNvGrpSpPr/>
              <p:nvPr/>
            </p:nvGrpSpPr>
            <p:grpSpPr>
              <a:xfrm>
                <a:off x="7287122" y="2063892"/>
                <a:ext cx="1151753" cy="73428"/>
                <a:chOff x="7287122" y="2063892"/>
                <a:chExt cx="1151753" cy="73428"/>
              </a:xfrm>
            </p:grpSpPr>
            <p:sp>
              <p:nvSpPr>
                <p:cNvPr id="5477" name="Google Shape;5477;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8" name="Google Shape;5478;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479" name="Google Shape;5479;p59"/>
            <p:cNvGrpSpPr/>
            <p:nvPr/>
          </p:nvGrpSpPr>
          <p:grpSpPr>
            <a:xfrm>
              <a:off x="7287122" y="1712201"/>
              <a:ext cx="1219403" cy="246767"/>
              <a:chOff x="7287122" y="1712201"/>
              <a:chExt cx="1219403" cy="246767"/>
            </a:xfrm>
          </p:grpSpPr>
          <p:sp>
            <p:nvSpPr>
              <p:cNvPr id="5480" name="Google Shape;5480;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1" name="Google Shape;5481;p59"/>
              <p:cNvGrpSpPr/>
              <p:nvPr/>
            </p:nvGrpSpPr>
            <p:grpSpPr>
              <a:xfrm>
                <a:off x="7287122" y="1842861"/>
                <a:ext cx="1005303" cy="73419"/>
                <a:chOff x="7287122" y="1842861"/>
                <a:chExt cx="1005303" cy="73419"/>
              </a:xfrm>
            </p:grpSpPr>
            <p:sp>
              <p:nvSpPr>
                <p:cNvPr id="5482" name="Google Shape;5482;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3" name="Google Shape;5483;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484" name="Google Shape;5484;p59"/>
            <p:cNvGrpSpPr/>
            <p:nvPr/>
          </p:nvGrpSpPr>
          <p:grpSpPr>
            <a:xfrm>
              <a:off x="7287122" y="1447520"/>
              <a:ext cx="1219403" cy="286667"/>
              <a:chOff x="7287122" y="1447520"/>
              <a:chExt cx="1219403" cy="286667"/>
            </a:xfrm>
          </p:grpSpPr>
          <p:sp>
            <p:nvSpPr>
              <p:cNvPr id="5485" name="Google Shape;5485;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59"/>
              <p:cNvGrpSpPr/>
              <p:nvPr/>
            </p:nvGrpSpPr>
            <p:grpSpPr>
              <a:xfrm>
                <a:off x="7287122" y="1581977"/>
                <a:ext cx="852803" cy="73428"/>
                <a:chOff x="7287122" y="1581977"/>
                <a:chExt cx="852803" cy="73428"/>
              </a:xfrm>
            </p:grpSpPr>
            <p:sp>
              <p:nvSpPr>
                <p:cNvPr id="5487" name="Google Shape;5487;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8" name="Google Shape;5488;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489" name="Google Shape;5489;p59"/>
            <p:cNvGrpSpPr/>
            <p:nvPr/>
          </p:nvGrpSpPr>
          <p:grpSpPr>
            <a:xfrm>
              <a:off x="7287122" y="1165658"/>
              <a:ext cx="1219403" cy="344253"/>
              <a:chOff x="7287122" y="1165658"/>
              <a:chExt cx="1219403" cy="344253"/>
            </a:xfrm>
          </p:grpSpPr>
          <p:sp>
            <p:nvSpPr>
              <p:cNvPr id="5490" name="Google Shape;5490;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59"/>
              <p:cNvGrpSpPr/>
              <p:nvPr/>
            </p:nvGrpSpPr>
            <p:grpSpPr>
              <a:xfrm>
                <a:off x="7287122" y="1341025"/>
                <a:ext cx="695703" cy="73419"/>
                <a:chOff x="7287122" y="1341025"/>
                <a:chExt cx="695703" cy="73419"/>
              </a:xfrm>
            </p:grpSpPr>
            <p:sp>
              <p:nvSpPr>
                <p:cNvPr id="5492" name="Google Shape;5492;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3" name="Google Shape;5493;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494" name="Google Shape;5494;p59"/>
          <p:cNvGrpSpPr/>
          <p:nvPr/>
        </p:nvGrpSpPr>
        <p:grpSpPr>
          <a:xfrm>
            <a:off x="5790464" y="973181"/>
            <a:ext cx="1397729" cy="1098540"/>
            <a:chOff x="5900602" y="1193063"/>
            <a:chExt cx="1299851" cy="1021707"/>
          </a:xfrm>
        </p:grpSpPr>
        <p:grpSp>
          <p:nvGrpSpPr>
            <p:cNvPr id="5495" name="Google Shape;5495;p59"/>
            <p:cNvGrpSpPr/>
            <p:nvPr/>
          </p:nvGrpSpPr>
          <p:grpSpPr>
            <a:xfrm>
              <a:off x="6520337" y="1193063"/>
              <a:ext cx="341815" cy="799959"/>
              <a:chOff x="6520337" y="1193063"/>
              <a:chExt cx="341815" cy="799959"/>
            </a:xfrm>
          </p:grpSpPr>
          <p:grpSp>
            <p:nvGrpSpPr>
              <p:cNvPr id="5496" name="Google Shape;5496;p59"/>
              <p:cNvGrpSpPr/>
              <p:nvPr/>
            </p:nvGrpSpPr>
            <p:grpSpPr>
              <a:xfrm>
                <a:off x="6520337" y="1589527"/>
                <a:ext cx="213950" cy="403494"/>
                <a:chOff x="6520337" y="1589527"/>
                <a:chExt cx="213950" cy="403494"/>
              </a:xfrm>
            </p:grpSpPr>
            <p:sp>
              <p:nvSpPr>
                <p:cNvPr id="5497" name="Google Shape;5497;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59"/>
              <p:cNvGrpSpPr/>
              <p:nvPr/>
            </p:nvGrpSpPr>
            <p:grpSpPr>
              <a:xfrm>
                <a:off x="6577204" y="1193063"/>
                <a:ext cx="284947" cy="464512"/>
                <a:chOff x="6577204" y="1193063"/>
                <a:chExt cx="284947" cy="464512"/>
              </a:xfrm>
            </p:grpSpPr>
            <p:sp>
              <p:nvSpPr>
                <p:cNvPr id="5500" name="Google Shape;5500;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1" name="Google Shape;5501;p5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502" name="Google Shape;5502;p59"/>
            <p:cNvGrpSpPr/>
            <p:nvPr/>
          </p:nvGrpSpPr>
          <p:grpSpPr>
            <a:xfrm>
              <a:off x="6238903" y="1193063"/>
              <a:ext cx="300475" cy="900152"/>
              <a:chOff x="6238903" y="1193063"/>
              <a:chExt cx="300475" cy="900152"/>
            </a:xfrm>
          </p:grpSpPr>
          <p:grpSp>
            <p:nvGrpSpPr>
              <p:cNvPr id="5503" name="Google Shape;5503;p59"/>
              <p:cNvGrpSpPr/>
              <p:nvPr/>
            </p:nvGrpSpPr>
            <p:grpSpPr>
              <a:xfrm>
                <a:off x="6290865" y="1489315"/>
                <a:ext cx="248514" cy="603900"/>
                <a:chOff x="6290865" y="1489315"/>
                <a:chExt cx="248514" cy="603900"/>
              </a:xfrm>
            </p:grpSpPr>
            <p:sp>
              <p:nvSpPr>
                <p:cNvPr id="5504" name="Google Shape;5504;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59"/>
              <p:cNvGrpSpPr/>
              <p:nvPr/>
            </p:nvGrpSpPr>
            <p:grpSpPr>
              <a:xfrm>
                <a:off x="6238903" y="1193063"/>
                <a:ext cx="284947" cy="333087"/>
                <a:chOff x="6238903" y="1193063"/>
                <a:chExt cx="284947" cy="333087"/>
              </a:xfrm>
            </p:grpSpPr>
            <p:sp>
              <p:nvSpPr>
                <p:cNvPr id="5507" name="Google Shape;5507;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8" name="Google Shape;5508;p5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509" name="Google Shape;5509;p59"/>
            <p:cNvGrpSpPr/>
            <p:nvPr/>
          </p:nvGrpSpPr>
          <p:grpSpPr>
            <a:xfrm>
              <a:off x="5900602" y="1193063"/>
              <a:ext cx="444345" cy="1021707"/>
              <a:chOff x="5900602" y="1193063"/>
              <a:chExt cx="444345" cy="1021707"/>
            </a:xfrm>
          </p:grpSpPr>
          <p:grpSp>
            <p:nvGrpSpPr>
              <p:cNvPr id="5510" name="Google Shape;5510;p59"/>
              <p:cNvGrpSpPr/>
              <p:nvPr/>
            </p:nvGrpSpPr>
            <p:grpSpPr>
              <a:xfrm>
                <a:off x="6046501" y="1367785"/>
                <a:ext cx="298446" cy="846986"/>
                <a:chOff x="6046501" y="1367785"/>
                <a:chExt cx="298446" cy="846986"/>
              </a:xfrm>
            </p:grpSpPr>
            <p:sp>
              <p:nvSpPr>
                <p:cNvPr id="5511" name="Google Shape;5511;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59"/>
              <p:cNvGrpSpPr/>
              <p:nvPr/>
            </p:nvGrpSpPr>
            <p:grpSpPr>
              <a:xfrm>
                <a:off x="5900602" y="1193063"/>
                <a:ext cx="284947" cy="182312"/>
                <a:chOff x="5900602" y="1193063"/>
                <a:chExt cx="284947" cy="182312"/>
              </a:xfrm>
            </p:grpSpPr>
            <p:sp>
              <p:nvSpPr>
                <p:cNvPr id="5514" name="Google Shape;5514;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5" name="Google Shape;5515;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516" name="Google Shape;5516;p59"/>
            <p:cNvGrpSpPr/>
            <p:nvPr/>
          </p:nvGrpSpPr>
          <p:grpSpPr>
            <a:xfrm>
              <a:off x="6738300" y="1193063"/>
              <a:ext cx="462153" cy="707634"/>
              <a:chOff x="6738300" y="1193063"/>
              <a:chExt cx="462153" cy="707634"/>
            </a:xfrm>
          </p:grpSpPr>
          <p:grpSp>
            <p:nvGrpSpPr>
              <p:cNvPr id="5517" name="Google Shape;5517;p59"/>
              <p:cNvGrpSpPr/>
              <p:nvPr/>
            </p:nvGrpSpPr>
            <p:grpSpPr>
              <a:xfrm>
                <a:off x="6915505" y="1193063"/>
                <a:ext cx="284947" cy="597387"/>
                <a:chOff x="6915505" y="1193063"/>
                <a:chExt cx="284947" cy="597387"/>
              </a:xfrm>
            </p:grpSpPr>
            <p:sp>
              <p:nvSpPr>
                <p:cNvPr id="5518" name="Google Shape;5518;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9" name="Google Shape;5519;p5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520" name="Google Shape;5520;p59"/>
              <p:cNvGrpSpPr/>
              <p:nvPr/>
            </p:nvGrpSpPr>
            <p:grpSpPr>
              <a:xfrm>
                <a:off x="6738300" y="1684725"/>
                <a:ext cx="230066" cy="215971"/>
                <a:chOff x="6738300" y="1684725"/>
                <a:chExt cx="230066" cy="215971"/>
              </a:xfrm>
            </p:grpSpPr>
            <p:sp>
              <p:nvSpPr>
                <p:cNvPr id="5521" name="Google Shape;5521;p5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26" name="Shape 5526"/>
        <p:cNvGrpSpPr/>
        <p:nvPr/>
      </p:nvGrpSpPr>
      <p:grpSpPr>
        <a:xfrm>
          <a:off x="0" y="0"/>
          <a:ext cx="0" cy="0"/>
          <a:chOff x="0" y="0"/>
          <a:chExt cx="0" cy="0"/>
        </a:xfrm>
      </p:grpSpPr>
      <p:grpSp>
        <p:nvGrpSpPr>
          <p:cNvPr id="5527" name="Google Shape;5527;p60"/>
          <p:cNvGrpSpPr/>
          <p:nvPr/>
        </p:nvGrpSpPr>
        <p:grpSpPr>
          <a:xfrm>
            <a:off x="821785" y="2307635"/>
            <a:ext cx="339235" cy="298186"/>
            <a:chOff x="898875" y="244725"/>
            <a:chExt cx="481800" cy="423500"/>
          </a:xfrm>
        </p:grpSpPr>
        <p:sp>
          <p:nvSpPr>
            <p:cNvPr id="5528" name="Google Shape;5528;p6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9" name="Google Shape;5529;p6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0" name="Google Shape;5530;p6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1" name="Google Shape;5531;p6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2" name="Google Shape;5532;p6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3" name="Google Shape;5533;p6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4" name="Google Shape;5534;p60"/>
          <p:cNvGrpSpPr/>
          <p:nvPr/>
        </p:nvGrpSpPr>
        <p:grpSpPr>
          <a:xfrm>
            <a:off x="1260167" y="2287103"/>
            <a:ext cx="298169" cy="339253"/>
            <a:chOff x="1529350" y="258825"/>
            <a:chExt cx="423475" cy="481825"/>
          </a:xfrm>
        </p:grpSpPr>
        <p:sp>
          <p:nvSpPr>
            <p:cNvPr id="5535" name="Google Shape;5535;p6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6" name="Google Shape;5536;p6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7" name="Google Shape;5537;p60"/>
          <p:cNvGrpSpPr/>
          <p:nvPr/>
        </p:nvGrpSpPr>
        <p:grpSpPr>
          <a:xfrm>
            <a:off x="2102437" y="2287102"/>
            <a:ext cx="298169" cy="339253"/>
            <a:chOff x="2707500" y="249400"/>
            <a:chExt cx="423475" cy="481825"/>
          </a:xfrm>
        </p:grpSpPr>
        <p:sp>
          <p:nvSpPr>
            <p:cNvPr id="5538" name="Google Shape;5538;p6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9" name="Google Shape;5539;p6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0" name="Google Shape;5540;p60"/>
          <p:cNvGrpSpPr/>
          <p:nvPr/>
        </p:nvGrpSpPr>
        <p:grpSpPr>
          <a:xfrm>
            <a:off x="2516052" y="2287428"/>
            <a:ext cx="305386" cy="338602"/>
            <a:chOff x="3300325" y="249875"/>
            <a:chExt cx="433725" cy="480900"/>
          </a:xfrm>
        </p:grpSpPr>
        <p:sp>
          <p:nvSpPr>
            <p:cNvPr id="5541" name="Google Shape;5541;p6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2" name="Google Shape;5542;p6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3" name="Google Shape;5543;p6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4" name="Google Shape;5544;p6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5" name="Google Shape;5545;p6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6" name="Google Shape;5546;p6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7" name="Google Shape;5547;p60"/>
          <p:cNvGrpSpPr/>
          <p:nvPr/>
        </p:nvGrpSpPr>
        <p:grpSpPr>
          <a:xfrm>
            <a:off x="1653142" y="2367273"/>
            <a:ext cx="340890" cy="178912"/>
            <a:chOff x="2084325" y="363300"/>
            <a:chExt cx="484150" cy="254100"/>
          </a:xfrm>
        </p:grpSpPr>
        <p:sp>
          <p:nvSpPr>
            <p:cNvPr id="5548" name="Google Shape;5548;p6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9" name="Google Shape;5549;p6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0" name="Google Shape;5550;p60"/>
          <p:cNvGrpSpPr/>
          <p:nvPr/>
        </p:nvGrpSpPr>
        <p:grpSpPr>
          <a:xfrm>
            <a:off x="2905137" y="2287349"/>
            <a:ext cx="352349" cy="338760"/>
            <a:chOff x="3854700" y="249750"/>
            <a:chExt cx="500425" cy="481125"/>
          </a:xfrm>
        </p:grpSpPr>
        <p:sp>
          <p:nvSpPr>
            <p:cNvPr id="5551" name="Google Shape;5551;p6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2" name="Google Shape;5552;p6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3" name="Google Shape;5553;p6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4" name="Google Shape;5554;p6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5" name="Google Shape;5555;p6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6" name="Google Shape;5556;p6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7" name="Google Shape;5557;p6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8" name="Google Shape;5558;p6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9" name="Google Shape;5559;p60"/>
          <p:cNvGrpSpPr/>
          <p:nvPr/>
        </p:nvGrpSpPr>
        <p:grpSpPr>
          <a:xfrm>
            <a:off x="3323126" y="2287349"/>
            <a:ext cx="352349" cy="338760"/>
            <a:chOff x="4447550" y="249750"/>
            <a:chExt cx="500425" cy="481125"/>
          </a:xfrm>
        </p:grpSpPr>
        <p:sp>
          <p:nvSpPr>
            <p:cNvPr id="5560" name="Google Shape;5560;p6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1" name="Google Shape;5561;p6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2" name="Google Shape;5562;p60"/>
          <p:cNvGrpSpPr/>
          <p:nvPr/>
        </p:nvGrpSpPr>
        <p:grpSpPr>
          <a:xfrm>
            <a:off x="3752328" y="2287102"/>
            <a:ext cx="339253" cy="339253"/>
            <a:chOff x="5049725" y="249400"/>
            <a:chExt cx="481825" cy="481825"/>
          </a:xfrm>
        </p:grpSpPr>
        <p:sp>
          <p:nvSpPr>
            <p:cNvPr id="5563" name="Google Shape;5563;p6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4" name="Google Shape;5564;p6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5" name="Google Shape;5565;p60"/>
          <p:cNvGrpSpPr/>
          <p:nvPr/>
        </p:nvGrpSpPr>
        <p:grpSpPr>
          <a:xfrm>
            <a:off x="4166269" y="2287102"/>
            <a:ext cx="339253" cy="339253"/>
            <a:chOff x="5660400" y="238125"/>
            <a:chExt cx="481825" cy="481825"/>
          </a:xfrm>
        </p:grpSpPr>
        <p:sp>
          <p:nvSpPr>
            <p:cNvPr id="5566" name="Google Shape;5566;p6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7" name="Google Shape;5567;p6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8" name="Google Shape;5568;p60"/>
          <p:cNvGrpSpPr/>
          <p:nvPr/>
        </p:nvGrpSpPr>
        <p:grpSpPr>
          <a:xfrm>
            <a:off x="4582955" y="2287102"/>
            <a:ext cx="339253" cy="339253"/>
            <a:chOff x="6235400" y="249400"/>
            <a:chExt cx="481825" cy="481825"/>
          </a:xfrm>
        </p:grpSpPr>
        <p:sp>
          <p:nvSpPr>
            <p:cNvPr id="5569" name="Google Shape;5569;p6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0" name="Google Shape;5570;p6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1" name="Google Shape;5571;p6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2" name="Google Shape;5572;p6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3" name="Google Shape;5573;p6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4" name="Google Shape;5574;p60"/>
          <p:cNvGrpSpPr/>
          <p:nvPr/>
        </p:nvGrpSpPr>
        <p:grpSpPr>
          <a:xfrm>
            <a:off x="821301" y="2731810"/>
            <a:ext cx="340204" cy="298116"/>
            <a:chOff x="899850" y="871450"/>
            <a:chExt cx="483175" cy="423400"/>
          </a:xfrm>
        </p:grpSpPr>
        <p:sp>
          <p:nvSpPr>
            <p:cNvPr id="5575" name="Google Shape;5575;p6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6" name="Google Shape;5576;p6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7" name="Google Shape;5577;p6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8" name="Google Shape;5578;p6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79" name="Google Shape;5579;p60"/>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80" name="Google Shape;5580;p60"/>
          <p:cNvGrpSpPr/>
          <p:nvPr/>
        </p:nvGrpSpPr>
        <p:grpSpPr>
          <a:xfrm>
            <a:off x="1653301" y="2711232"/>
            <a:ext cx="340573" cy="339271"/>
            <a:chOff x="2085450" y="842250"/>
            <a:chExt cx="483700" cy="481850"/>
          </a:xfrm>
        </p:grpSpPr>
        <p:sp>
          <p:nvSpPr>
            <p:cNvPr id="5581" name="Google Shape;5581;p6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2" name="Google Shape;5582;p6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3" name="Google Shape;5583;p6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4" name="Google Shape;5584;p60"/>
          <p:cNvGrpSpPr/>
          <p:nvPr/>
        </p:nvGrpSpPr>
        <p:grpSpPr>
          <a:xfrm>
            <a:off x="2081868" y="2711241"/>
            <a:ext cx="339306" cy="339253"/>
            <a:chOff x="2685825" y="840375"/>
            <a:chExt cx="481900" cy="481825"/>
          </a:xfrm>
        </p:grpSpPr>
        <p:sp>
          <p:nvSpPr>
            <p:cNvPr id="5585" name="Google Shape;5585;p6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6" name="Google Shape;5586;p6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7" name="Google Shape;5587;p60"/>
          <p:cNvGrpSpPr/>
          <p:nvPr/>
        </p:nvGrpSpPr>
        <p:grpSpPr>
          <a:xfrm>
            <a:off x="2493529" y="2710924"/>
            <a:ext cx="350431" cy="339887"/>
            <a:chOff x="3270675" y="841800"/>
            <a:chExt cx="497700" cy="482725"/>
          </a:xfrm>
        </p:grpSpPr>
        <p:sp>
          <p:nvSpPr>
            <p:cNvPr id="5588" name="Google Shape;5588;p6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9" name="Google Shape;5589;p6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0" name="Google Shape;5590;p6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91" name="Google Shape;5591;p60"/>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92" name="Google Shape;5592;p60"/>
          <p:cNvGrpSpPr/>
          <p:nvPr/>
        </p:nvGrpSpPr>
        <p:grpSpPr>
          <a:xfrm>
            <a:off x="3329675" y="2731783"/>
            <a:ext cx="339253" cy="298169"/>
            <a:chOff x="4467200" y="877100"/>
            <a:chExt cx="481825" cy="423475"/>
          </a:xfrm>
        </p:grpSpPr>
        <p:sp>
          <p:nvSpPr>
            <p:cNvPr id="5593" name="Google Shape;5593;p6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4" name="Google Shape;5594;p6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5" name="Google Shape;5595;p6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6" name="Google Shape;5596;p6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7" name="Google Shape;5597;p60"/>
          <p:cNvGrpSpPr/>
          <p:nvPr/>
        </p:nvGrpSpPr>
        <p:grpSpPr>
          <a:xfrm>
            <a:off x="3744565" y="2711232"/>
            <a:ext cx="354778" cy="339271"/>
            <a:chOff x="5045500" y="842250"/>
            <a:chExt cx="503875" cy="481850"/>
          </a:xfrm>
        </p:grpSpPr>
        <p:sp>
          <p:nvSpPr>
            <p:cNvPr id="5598" name="Google Shape;5598;p6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9" name="Google Shape;5599;p6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0" name="Google Shape;5600;p60"/>
          <p:cNvGrpSpPr/>
          <p:nvPr/>
        </p:nvGrpSpPr>
        <p:grpSpPr>
          <a:xfrm>
            <a:off x="4167413" y="2737451"/>
            <a:ext cx="336965" cy="286833"/>
            <a:chOff x="5645200" y="879425"/>
            <a:chExt cx="478575" cy="407375"/>
          </a:xfrm>
        </p:grpSpPr>
        <p:sp>
          <p:nvSpPr>
            <p:cNvPr id="5601" name="Google Shape;5601;p6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2" name="Google Shape;5602;p6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3" name="Google Shape;5603;p6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4" name="Google Shape;5604;p6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5" name="Google Shape;5605;p6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6" name="Google Shape;5606;p6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7" name="Google Shape;5607;p60"/>
          <p:cNvGrpSpPr/>
          <p:nvPr/>
        </p:nvGrpSpPr>
        <p:grpSpPr>
          <a:xfrm>
            <a:off x="4603488" y="2711241"/>
            <a:ext cx="298186" cy="339253"/>
            <a:chOff x="6264525" y="842250"/>
            <a:chExt cx="423500" cy="481825"/>
          </a:xfrm>
        </p:grpSpPr>
        <p:sp>
          <p:nvSpPr>
            <p:cNvPr id="5608" name="Google Shape;5608;p6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9" name="Google Shape;5609;p6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0" name="Google Shape;5610;p6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1" name="Google Shape;5611;p6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2" name="Google Shape;5612;p6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6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6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5" name="Google Shape;5615;p60"/>
          <p:cNvGrpSpPr/>
          <p:nvPr/>
        </p:nvGrpSpPr>
        <p:grpSpPr>
          <a:xfrm>
            <a:off x="821776" y="3125895"/>
            <a:ext cx="339253" cy="339253"/>
            <a:chOff x="900750" y="1436075"/>
            <a:chExt cx="481825" cy="481825"/>
          </a:xfrm>
        </p:grpSpPr>
        <p:sp>
          <p:nvSpPr>
            <p:cNvPr id="5616" name="Google Shape;5616;p6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6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6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9" name="Google Shape;5619;p6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0" name="Google Shape;5620;p60"/>
          <p:cNvGrpSpPr/>
          <p:nvPr/>
        </p:nvGrpSpPr>
        <p:grpSpPr>
          <a:xfrm>
            <a:off x="1239624" y="3186183"/>
            <a:ext cx="339253" cy="218676"/>
            <a:chOff x="1492675" y="1520750"/>
            <a:chExt cx="481825" cy="310575"/>
          </a:xfrm>
        </p:grpSpPr>
        <p:sp>
          <p:nvSpPr>
            <p:cNvPr id="5621" name="Google Shape;5621;p6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2" name="Google Shape;5622;p6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3" name="Google Shape;5623;p60"/>
          <p:cNvGrpSpPr/>
          <p:nvPr/>
        </p:nvGrpSpPr>
        <p:grpSpPr>
          <a:xfrm>
            <a:off x="1647421" y="3125877"/>
            <a:ext cx="352332" cy="339288"/>
            <a:chOff x="2071000" y="1435025"/>
            <a:chExt cx="500400" cy="481875"/>
          </a:xfrm>
        </p:grpSpPr>
        <p:sp>
          <p:nvSpPr>
            <p:cNvPr id="5624" name="Google Shape;5624;p6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6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6" name="Google Shape;5626;p6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7" name="Google Shape;5627;p60"/>
          <p:cNvGrpSpPr/>
          <p:nvPr/>
        </p:nvGrpSpPr>
        <p:grpSpPr>
          <a:xfrm>
            <a:off x="2073509" y="3167747"/>
            <a:ext cx="351874" cy="297623"/>
            <a:chOff x="2678350" y="1464650"/>
            <a:chExt cx="499750" cy="422700"/>
          </a:xfrm>
        </p:grpSpPr>
        <p:sp>
          <p:nvSpPr>
            <p:cNvPr id="5628" name="Google Shape;5628;p6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9" name="Google Shape;5629;p6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0" name="Google Shape;5630;p6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1" name="Google Shape;5631;p60"/>
          <p:cNvGrpSpPr/>
          <p:nvPr/>
        </p:nvGrpSpPr>
        <p:grpSpPr>
          <a:xfrm>
            <a:off x="2499118" y="3125895"/>
            <a:ext cx="339253" cy="339253"/>
            <a:chOff x="3271200" y="1435075"/>
            <a:chExt cx="481825" cy="481825"/>
          </a:xfrm>
        </p:grpSpPr>
        <p:sp>
          <p:nvSpPr>
            <p:cNvPr id="5632" name="Google Shape;5632;p6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6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4" name="Google Shape;5634;p60"/>
          <p:cNvGrpSpPr/>
          <p:nvPr/>
        </p:nvGrpSpPr>
        <p:grpSpPr>
          <a:xfrm>
            <a:off x="2909591" y="3125877"/>
            <a:ext cx="343442" cy="339288"/>
            <a:chOff x="3858100" y="1435075"/>
            <a:chExt cx="487775" cy="481875"/>
          </a:xfrm>
        </p:grpSpPr>
        <p:sp>
          <p:nvSpPr>
            <p:cNvPr id="5635" name="Google Shape;5635;p6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6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6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6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9" name="Google Shape;5639;p6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0" name="Google Shape;5640;p60"/>
          <p:cNvGrpSpPr/>
          <p:nvPr/>
        </p:nvGrpSpPr>
        <p:grpSpPr>
          <a:xfrm>
            <a:off x="3329674" y="3125895"/>
            <a:ext cx="339253" cy="339253"/>
            <a:chOff x="4456875" y="1435075"/>
            <a:chExt cx="481825" cy="481825"/>
          </a:xfrm>
        </p:grpSpPr>
        <p:sp>
          <p:nvSpPr>
            <p:cNvPr id="5641" name="Google Shape;5641;p6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2" name="Google Shape;5642;p6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3" name="Google Shape;5643;p6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4" name="Google Shape;5644;p6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5" name="Google Shape;5645;p6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6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6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8" name="Google Shape;5648;p6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9" name="Google Shape;5649;p6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0" name="Google Shape;5650;p6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6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6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3" name="Google Shape;5653;p6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4" name="Google Shape;5654;p6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5" name="Google Shape;5655;p6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6" name="Google Shape;5656;p6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7" name="Google Shape;5657;p6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8" name="Google Shape;5658;p6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9" name="Google Shape;5659;p6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0" name="Google Shape;5660;p60"/>
          <p:cNvGrpSpPr/>
          <p:nvPr/>
        </p:nvGrpSpPr>
        <p:grpSpPr>
          <a:xfrm>
            <a:off x="3750665" y="3125886"/>
            <a:ext cx="342580" cy="339271"/>
            <a:chOff x="5049725" y="1435050"/>
            <a:chExt cx="486550" cy="481850"/>
          </a:xfrm>
        </p:grpSpPr>
        <p:sp>
          <p:nvSpPr>
            <p:cNvPr id="5661" name="Google Shape;5661;p6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2" name="Google Shape;5662;p6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3" name="Google Shape;5663;p6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4" name="Google Shape;5664;p6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5" name="Google Shape;5665;p60"/>
          <p:cNvGrpSpPr/>
          <p:nvPr/>
        </p:nvGrpSpPr>
        <p:grpSpPr>
          <a:xfrm>
            <a:off x="4166216" y="3125895"/>
            <a:ext cx="339359" cy="339253"/>
            <a:chOff x="5642475" y="1435075"/>
            <a:chExt cx="481975" cy="481825"/>
          </a:xfrm>
        </p:grpSpPr>
        <p:sp>
          <p:nvSpPr>
            <p:cNvPr id="5666" name="Google Shape;5666;p6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7" name="Google Shape;5667;p6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8" name="Google Shape;5668;p6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9" name="Google Shape;5669;p60"/>
          <p:cNvGrpSpPr/>
          <p:nvPr/>
        </p:nvGrpSpPr>
        <p:grpSpPr>
          <a:xfrm>
            <a:off x="4580702" y="3125886"/>
            <a:ext cx="343759" cy="339271"/>
            <a:chOff x="6232000" y="1435050"/>
            <a:chExt cx="488225" cy="481850"/>
          </a:xfrm>
        </p:grpSpPr>
        <p:sp>
          <p:nvSpPr>
            <p:cNvPr id="5670" name="Google Shape;5670;p6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1" name="Google Shape;5671;p6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2" name="Google Shape;5672;p6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3" name="Google Shape;5673;p6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4" name="Google Shape;5674;p6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5" name="Google Shape;5675;p60"/>
          <p:cNvGrpSpPr/>
          <p:nvPr/>
        </p:nvGrpSpPr>
        <p:grpSpPr>
          <a:xfrm>
            <a:off x="841438" y="3539545"/>
            <a:ext cx="299929" cy="337792"/>
            <a:chOff x="924450" y="2028975"/>
            <a:chExt cx="425975" cy="479750"/>
          </a:xfrm>
        </p:grpSpPr>
        <p:sp>
          <p:nvSpPr>
            <p:cNvPr id="5676" name="Google Shape;5676;p6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7" name="Google Shape;5677;p6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8" name="Google Shape;5678;p6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9" name="Google Shape;5679;p60"/>
          <p:cNvGrpSpPr/>
          <p:nvPr/>
        </p:nvGrpSpPr>
        <p:grpSpPr>
          <a:xfrm>
            <a:off x="1653934" y="3559347"/>
            <a:ext cx="339306" cy="298186"/>
            <a:chOff x="2085450" y="2057100"/>
            <a:chExt cx="481900" cy="423500"/>
          </a:xfrm>
        </p:grpSpPr>
        <p:sp>
          <p:nvSpPr>
            <p:cNvPr id="5680" name="Google Shape;5680;p6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1" name="Google Shape;5681;p6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2" name="Google Shape;5682;p6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3" name="Google Shape;5683;p60"/>
          <p:cNvGrpSpPr/>
          <p:nvPr/>
        </p:nvGrpSpPr>
        <p:grpSpPr>
          <a:xfrm>
            <a:off x="2081868" y="3582592"/>
            <a:ext cx="339306" cy="251698"/>
            <a:chOff x="2678275" y="2090100"/>
            <a:chExt cx="481900" cy="357475"/>
          </a:xfrm>
        </p:grpSpPr>
        <p:sp>
          <p:nvSpPr>
            <p:cNvPr id="5684" name="Google Shape;5684;p6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5" name="Google Shape;5685;p6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6" name="Google Shape;5686;p6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6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6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9" name="Google Shape;5689;p60"/>
          <p:cNvGrpSpPr/>
          <p:nvPr/>
        </p:nvGrpSpPr>
        <p:grpSpPr>
          <a:xfrm>
            <a:off x="2559072" y="3594790"/>
            <a:ext cx="219345" cy="227301"/>
            <a:chOff x="3357325" y="2093500"/>
            <a:chExt cx="311525" cy="322825"/>
          </a:xfrm>
        </p:grpSpPr>
        <p:sp>
          <p:nvSpPr>
            <p:cNvPr id="5690" name="Google Shape;5690;p6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1" name="Google Shape;5691;p6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2" name="Google Shape;5692;p6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93" name="Google Shape;5693;p60"/>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94" name="Google Shape;5694;p60"/>
          <p:cNvGrpSpPr/>
          <p:nvPr/>
        </p:nvGrpSpPr>
        <p:grpSpPr>
          <a:xfrm>
            <a:off x="3353262" y="3538814"/>
            <a:ext cx="292078" cy="339253"/>
            <a:chOff x="4492800" y="2027925"/>
            <a:chExt cx="414825" cy="481825"/>
          </a:xfrm>
        </p:grpSpPr>
        <p:sp>
          <p:nvSpPr>
            <p:cNvPr id="5695" name="Google Shape;5695;p6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6" name="Google Shape;5696;p6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7" name="Google Shape;5697;p60"/>
          <p:cNvGrpSpPr/>
          <p:nvPr/>
        </p:nvGrpSpPr>
        <p:grpSpPr>
          <a:xfrm>
            <a:off x="3752354" y="3538805"/>
            <a:ext cx="339200" cy="339271"/>
            <a:chOff x="5049725" y="2027900"/>
            <a:chExt cx="481750" cy="481850"/>
          </a:xfrm>
        </p:grpSpPr>
        <p:sp>
          <p:nvSpPr>
            <p:cNvPr id="5698" name="Google Shape;5698;p6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9" name="Google Shape;5699;p6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0" name="Google Shape;5700;p6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1" name="Google Shape;5701;p6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2" name="Google Shape;5702;p6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3" name="Google Shape;5703;p6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4" name="Google Shape;5704;p6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5" name="Google Shape;5705;p6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6" name="Google Shape;5706;p60"/>
          <p:cNvGrpSpPr/>
          <p:nvPr/>
        </p:nvGrpSpPr>
        <p:grpSpPr>
          <a:xfrm>
            <a:off x="4225950" y="3538893"/>
            <a:ext cx="219890" cy="339095"/>
            <a:chOff x="5726350" y="2028150"/>
            <a:chExt cx="312300" cy="481600"/>
          </a:xfrm>
        </p:grpSpPr>
        <p:sp>
          <p:nvSpPr>
            <p:cNvPr id="5707" name="Google Shape;5707;p6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8" name="Google Shape;5708;p6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6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0" name="Google Shape;5710;p60"/>
          <p:cNvGrpSpPr/>
          <p:nvPr/>
        </p:nvGrpSpPr>
        <p:grpSpPr>
          <a:xfrm>
            <a:off x="4586141" y="3542000"/>
            <a:ext cx="332881" cy="332881"/>
            <a:chOff x="6239925" y="2032450"/>
            <a:chExt cx="472775" cy="472775"/>
          </a:xfrm>
        </p:grpSpPr>
        <p:sp>
          <p:nvSpPr>
            <p:cNvPr id="5711" name="Google Shape;5711;p6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2" name="Google Shape;5712;p6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3" name="Google Shape;5713;p60"/>
          <p:cNvGrpSpPr/>
          <p:nvPr/>
        </p:nvGrpSpPr>
        <p:grpSpPr>
          <a:xfrm>
            <a:off x="5035233" y="2364092"/>
            <a:ext cx="334641" cy="185425"/>
            <a:chOff x="903075" y="2730000"/>
            <a:chExt cx="475275" cy="263350"/>
          </a:xfrm>
        </p:grpSpPr>
        <p:sp>
          <p:nvSpPr>
            <p:cNvPr id="5714" name="Google Shape;5714;p6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5" name="Google Shape;5715;p6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6" name="Google Shape;5716;p6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7" name="Google Shape;5717;p60"/>
          <p:cNvGrpSpPr/>
          <p:nvPr/>
        </p:nvGrpSpPr>
        <p:grpSpPr>
          <a:xfrm>
            <a:off x="1239624" y="3538814"/>
            <a:ext cx="339253" cy="339253"/>
            <a:chOff x="1492675" y="2027925"/>
            <a:chExt cx="481825" cy="481825"/>
          </a:xfrm>
        </p:grpSpPr>
        <p:sp>
          <p:nvSpPr>
            <p:cNvPr id="5718" name="Google Shape;5718;p6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9" name="Google Shape;5719;p6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6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1" name="Google Shape;5721;p6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2" name="Google Shape;5722;p6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3" name="Google Shape;5723;p60"/>
          <p:cNvGrpSpPr/>
          <p:nvPr/>
        </p:nvGrpSpPr>
        <p:grpSpPr>
          <a:xfrm>
            <a:off x="5466000" y="2287178"/>
            <a:ext cx="339253" cy="339253"/>
            <a:chOff x="1492675" y="2620775"/>
            <a:chExt cx="481825" cy="481825"/>
          </a:xfrm>
        </p:grpSpPr>
        <p:sp>
          <p:nvSpPr>
            <p:cNvPr id="5724" name="Google Shape;5724;p6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5" name="Google Shape;5725;p6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26" name="Google Shape;5726;p60"/>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27" name="Google Shape;5727;p60"/>
          <p:cNvGrpSpPr/>
          <p:nvPr/>
        </p:nvGrpSpPr>
        <p:grpSpPr>
          <a:xfrm>
            <a:off x="6289754" y="2303161"/>
            <a:ext cx="333585" cy="307287"/>
            <a:chOff x="2682350" y="2643425"/>
            <a:chExt cx="473775" cy="436425"/>
          </a:xfrm>
        </p:grpSpPr>
        <p:sp>
          <p:nvSpPr>
            <p:cNvPr id="5728" name="Google Shape;5728;p6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6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0" name="Google Shape;5730;p6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1" name="Google Shape;5731;p6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2" name="Google Shape;5732;p6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6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6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5" name="Google Shape;5735;p60"/>
          <p:cNvGrpSpPr/>
          <p:nvPr/>
        </p:nvGrpSpPr>
        <p:grpSpPr>
          <a:xfrm>
            <a:off x="6755243" y="2287178"/>
            <a:ext cx="238531" cy="339253"/>
            <a:chOff x="3342725" y="2620775"/>
            <a:chExt cx="338775" cy="481825"/>
          </a:xfrm>
        </p:grpSpPr>
        <p:sp>
          <p:nvSpPr>
            <p:cNvPr id="5736" name="Google Shape;5736;p6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7" name="Google Shape;5737;p6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6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9" name="Google Shape;5739;p60"/>
          <p:cNvGrpSpPr/>
          <p:nvPr/>
        </p:nvGrpSpPr>
        <p:grpSpPr>
          <a:xfrm>
            <a:off x="7148994" y="2287178"/>
            <a:ext cx="278296" cy="339253"/>
            <a:chOff x="3907325" y="2620775"/>
            <a:chExt cx="395250" cy="481825"/>
          </a:xfrm>
        </p:grpSpPr>
        <p:sp>
          <p:nvSpPr>
            <p:cNvPr id="5740" name="Google Shape;5740;p6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6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2" name="Google Shape;5742;p6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3" name="Google Shape;5743;p6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4" name="Google Shape;5744;p60"/>
          <p:cNvGrpSpPr/>
          <p:nvPr/>
        </p:nvGrpSpPr>
        <p:grpSpPr>
          <a:xfrm>
            <a:off x="7542181" y="2297783"/>
            <a:ext cx="339253" cy="318042"/>
            <a:chOff x="4456875" y="2635825"/>
            <a:chExt cx="481825" cy="451700"/>
          </a:xfrm>
        </p:grpSpPr>
        <p:sp>
          <p:nvSpPr>
            <p:cNvPr id="5745" name="Google Shape;5745;p6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6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6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8" name="Google Shape;5748;p6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9" name="Google Shape;5749;p6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0" name="Google Shape;5750;p6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1" name="Google Shape;5751;p60"/>
          <p:cNvGrpSpPr/>
          <p:nvPr/>
        </p:nvGrpSpPr>
        <p:grpSpPr>
          <a:xfrm>
            <a:off x="7967105" y="2297783"/>
            <a:ext cx="339253" cy="318042"/>
            <a:chOff x="5049725" y="2635825"/>
            <a:chExt cx="481825" cy="451700"/>
          </a:xfrm>
        </p:grpSpPr>
        <p:sp>
          <p:nvSpPr>
            <p:cNvPr id="5752" name="Google Shape;5752;p6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3" name="Google Shape;5753;p6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4" name="Google Shape;5754;p6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5" name="Google Shape;5755;p60"/>
          <p:cNvGrpSpPr/>
          <p:nvPr/>
        </p:nvGrpSpPr>
        <p:grpSpPr>
          <a:xfrm>
            <a:off x="2211475" y="3952243"/>
            <a:ext cx="338566" cy="338373"/>
            <a:chOff x="5643000" y="2621375"/>
            <a:chExt cx="480850" cy="480575"/>
          </a:xfrm>
        </p:grpSpPr>
        <p:sp>
          <p:nvSpPr>
            <p:cNvPr id="5756" name="Google Shape;5756;p6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7" name="Google Shape;5757;p6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8" name="Google Shape;5758;p6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9" name="Google Shape;5759;p6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0" name="Google Shape;5760;p6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1" name="Google Shape;5761;p6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6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3" name="Google Shape;5763;p60"/>
          <p:cNvGrpSpPr/>
          <p:nvPr/>
        </p:nvGrpSpPr>
        <p:grpSpPr>
          <a:xfrm>
            <a:off x="4032695" y="3951803"/>
            <a:ext cx="339359" cy="339253"/>
            <a:chOff x="6235250" y="2620775"/>
            <a:chExt cx="481975" cy="481825"/>
          </a:xfrm>
        </p:grpSpPr>
        <p:sp>
          <p:nvSpPr>
            <p:cNvPr id="5764" name="Google Shape;5764;p6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5" name="Google Shape;5765;p6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6" name="Google Shape;5766;p6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7" name="Google Shape;5767;p6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6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69" name="Google Shape;5769;p60"/>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70" name="Google Shape;5770;p60"/>
          <p:cNvGrpSpPr/>
          <p:nvPr/>
        </p:nvGrpSpPr>
        <p:grpSpPr>
          <a:xfrm>
            <a:off x="5465078" y="2711317"/>
            <a:ext cx="341101" cy="339253"/>
            <a:chOff x="1535000" y="3223325"/>
            <a:chExt cx="484450" cy="481825"/>
          </a:xfrm>
        </p:grpSpPr>
        <p:sp>
          <p:nvSpPr>
            <p:cNvPr id="5771" name="Google Shape;5771;p6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2" name="Google Shape;5772;p6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6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4" name="Google Shape;5774;p60"/>
          <p:cNvGrpSpPr/>
          <p:nvPr/>
        </p:nvGrpSpPr>
        <p:grpSpPr>
          <a:xfrm>
            <a:off x="5872645" y="2746618"/>
            <a:ext cx="339253" cy="268649"/>
            <a:chOff x="2085525" y="3263750"/>
            <a:chExt cx="481825" cy="381550"/>
          </a:xfrm>
        </p:grpSpPr>
        <p:sp>
          <p:nvSpPr>
            <p:cNvPr id="5775" name="Google Shape;5775;p6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6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77" name="Google Shape;5777;p60"/>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78" name="Google Shape;5778;p60"/>
          <p:cNvGrpSpPr/>
          <p:nvPr/>
        </p:nvGrpSpPr>
        <p:grpSpPr>
          <a:xfrm>
            <a:off x="6704407" y="2711308"/>
            <a:ext cx="340204" cy="339271"/>
            <a:chOff x="3270450" y="3213625"/>
            <a:chExt cx="483175" cy="481850"/>
          </a:xfrm>
        </p:grpSpPr>
        <p:sp>
          <p:nvSpPr>
            <p:cNvPr id="5779" name="Google Shape;5779;p6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6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1" name="Google Shape;5781;p60"/>
          <p:cNvGrpSpPr/>
          <p:nvPr/>
        </p:nvGrpSpPr>
        <p:grpSpPr>
          <a:xfrm>
            <a:off x="7203676" y="2711317"/>
            <a:ext cx="168931" cy="339253"/>
            <a:chOff x="3984950" y="3213600"/>
            <a:chExt cx="239925" cy="481825"/>
          </a:xfrm>
        </p:grpSpPr>
        <p:sp>
          <p:nvSpPr>
            <p:cNvPr id="5782" name="Google Shape;5782;p6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6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84" name="Google Shape;5784;p60"/>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60"/>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86" name="Google Shape;5786;p60"/>
          <p:cNvGrpSpPr/>
          <p:nvPr/>
        </p:nvGrpSpPr>
        <p:grpSpPr>
          <a:xfrm>
            <a:off x="1736111" y="3981487"/>
            <a:ext cx="355218" cy="279880"/>
            <a:chOff x="5629975" y="3255775"/>
            <a:chExt cx="504500" cy="397500"/>
          </a:xfrm>
        </p:grpSpPr>
        <p:sp>
          <p:nvSpPr>
            <p:cNvPr id="5787" name="Google Shape;5787;p6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6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6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0" name="Google Shape;5790;p6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6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2" name="Google Shape;5792;p60"/>
          <p:cNvGrpSpPr/>
          <p:nvPr/>
        </p:nvGrpSpPr>
        <p:grpSpPr>
          <a:xfrm>
            <a:off x="3572294" y="3981593"/>
            <a:ext cx="340256" cy="279669"/>
            <a:chOff x="6234950" y="3255925"/>
            <a:chExt cx="483250" cy="397200"/>
          </a:xfrm>
        </p:grpSpPr>
        <p:sp>
          <p:nvSpPr>
            <p:cNvPr id="5793" name="Google Shape;5793;p6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4" name="Google Shape;5794;p6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5" name="Google Shape;5795;p6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6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7" name="Google Shape;5797;p6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8" name="Google Shape;5798;p6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9" name="Google Shape;5799;p60"/>
          <p:cNvGrpSpPr/>
          <p:nvPr/>
        </p:nvGrpSpPr>
        <p:grpSpPr>
          <a:xfrm>
            <a:off x="5043532" y="3125970"/>
            <a:ext cx="318042" cy="339253"/>
            <a:chOff x="914900" y="3806450"/>
            <a:chExt cx="451700" cy="481825"/>
          </a:xfrm>
        </p:grpSpPr>
        <p:sp>
          <p:nvSpPr>
            <p:cNvPr id="5800" name="Google Shape;5800;p6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1" name="Google Shape;5801;p6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2" name="Google Shape;5802;p6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3" name="Google Shape;5803;p6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6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5" name="Google Shape;5805;p60"/>
          <p:cNvGrpSpPr/>
          <p:nvPr/>
        </p:nvGrpSpPr>
        <p:grpSpPr>
          <a:xfrm>
            <a:off x="5462454" y="3125785"/>
            <a:ext cx="346347" cy="339623"/>
            <a:chOff x="1490050" y="3805975"/>
            <a:chExt cx="491900" cy="482350"/>
          </a:xfrm>
        </p:grpSpPr>
        <p:sp>
          <p:nvSpPr>
            <p:cNvPr id="5806" name="Google Shape;5806;p6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6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8" name="Google Shape;5808;p6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6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0" name="Google Shape;5810;p60"/>
          <p:cNvGrpSpPr/>
          <p:nvPr/>
        </p:nvGrpSpPr>
        <p:grpSpPr>
          <a:xfrm>
            <a:off x="5886322" y="3125970"/>
            <a:ext cx="311899" cy="339253"/>
            <a:chOff x="2104275" y="3806450"/>
            <a:chExt cx="442975" cy="481825"/>
          </a:xfrm>
        </p:grpSpPr>
        <p:sp>
          <p:nvSpPr>
            <p:cNvPr id="5811" name="Google Shape;5811;p6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2" name="Google Shape;5812;p6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3" name="Google Shape;5813;p60"/>
          <p:cNvGrpSpPr/>
          <p:nvPr/>
        </p:nvGrpSpPr>
        <p:grpSpPr>
          <a:xfrm>
            <a:off x="6309839" y="3125970"/>
            <a:ext cx="293416" cy="339253"/>
            <a:chOff x="2710875" y="3806450"/>
            <a:chExt cx="416725" cy="481825"/>
          </a:xfrm>
        </p:grpSpPr>
        <p:sp>
          <p:nvSpPr>
            <p:cNvPr id="5814" name="Google Shape;5814;p6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6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6" name="Google Shape;5816;p60"/>
          <p:cNvGrpSpPr/>
          <p:nvPr/>
        </p:nvGrpSpPr>
        <p:grpSpPr>
          <a:xfrm>
            <a:off x="6704883" y="3166412"/>
            <a:ext cx="339253" cy="258369"/>
            <a:chOff x="3271200" y="3863875"/>
            <a:chExt cx="481825" cy="366950"/>
          </a:xfrm>
        </p:grpSpPr>
        <p:sp>
          <p:nvSpPr>
            <p:cNvPr id="5817" name="Google Shape;5817;p6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8" name="Google Shape;5818;p6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9" name="Google Shape;5819;p60"/>
          <p:cNvGrpSpPr/>
          <p:nvPr/>
        </p:nvGrpSpPr>
        <p:grpSpPr>
          <a:xfrm>
            <a:off x="7140377" y="3126199"/>
            <a:ext cx="295528" cy="338795"/>
            <a:chOff x="3895050" y="3806775"/>
            <a:chExt cx="419725" cy="481175"/>
          </a:xfrm>
        </p:grpSpPr>
        <p:sp>
          <p:nvSpPr>
            <p:cNvPr id="5820" name="Google Shape;5820;p6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1" name="Google Shape;5821;p6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2" name="Google Shape;5822;p60"/>
          <p:cNvGrpSpPr/>
          <p:nvPr/>
        </p:nvGrpSpPr>
        <p:grpSpPr>
          <a:xfrm>
            <a:off x="7543659" y="3125979"/>
            <a:ext cx="336296" cy="339235"/>
            <a:chOff x="4464775" y="3806475"/>
            <a:chExt cx="477625" cy="481800"/>
          </a:xfrm>
        </p:grpSpPr>
        <p:sp>
          <p:nvSpPr>
            <p:cNvPr id="5823" name="Google Shape;5823;p6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6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5" name="Google Shape;5825;p6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6" name="Google Shape;5826;p6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6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6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9" name="Google Shape;5829;p60"/>
          <p:cNvGrpSpPr/>
          <p:nvPr/>
        </p:nvGrpSpPr>
        <p:grpSpPr>
          <a:xfrm>
            <a:off x="7967105" y="3125970"/>
            <a:ext cx="339253" cy="339253"/>
            <a:chOff x="5049725" y="3806450"/>
            <a:chExt cx="481825" cy="481825"/>
          </a:xfrm>
        </p:grpSpPr>
        <p:sp>
          <p:nvSpPr>
            <p:cNvPr id="5830" name="Google Shape;5830;p6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6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6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3" name="Google Shape;5833;p60"/>
          <p:cNvGrpSpPr/>
          <p:nvPr/>
        </p:nvGrpSpPr>
        <p:grpSpPr>
          <a:xfrm>
            <a:off x="1276714" y="3951798"/>
            <a:ext cx="339253" cy="339253"/>
            <a:chOff x="5651375" y="3806450"/>
            <a:chExt cx="481825" cy="481825"/>
          </a:xfrm>
        </p:grpSpPr>
        <p:sp>
          <p:nvSpPr>
            <p:cNvPr id="5834" name="Google Shape;5834;p6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6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6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7" name="Google Shape;5837;p6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8" name="Google Shape;5838;p60"/>
          <p:cNvGrpSpPr/>
          <p:nvPr/>
        </p:nvGrpSpPr>
        <p:grpSpPr>
          <a:xfrm>
            <a:off x="3153646" y="3953787"/>
            <a:ext cx="298503" cy="335275"/>
            <a:chOff x="6264300" y="3809300"/>
            <a:chExt cx="423950" cy="476175"/>
          </a:xfrm>
        </p:grpSpPr>
        <p:sp>
          <p:nvSpPr>
            <p:cNvPr id="5839" name="Google Shape;5839;p6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6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6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2" name="Google Shape;5842;p60"/>
          <p:cNvGrpSpPr/>
          <p:nvPr/>
        </p:nvGrpSpPr>
        <p:grpSpPr>
          <a:xfrm>
            <a:off x="5032267" y="3538881"/>
            <a:ext cx="340573" cy="339271"/>
            <a:chOff x="898875" y="4399275"/>
            <a:chExt cx="483700" cy="481850"/>
          </a:xfrm>
        </p:grpSpPr>
        <p:sp>
          <p:nvSpPr>
            <p:cNvPr id="5843" name="Google Shape;5843;p6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60"/>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6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6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6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6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6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6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1" name="Google Shape;5851;p60"/>
          <p:cNvGrpSpPr/>
          <p:nvPr/>
        </p:nvGrpSpPr>
        <p:grpSpPr>
          <a:xfrm>
            <a:off x="5466000" y="3554133"/>
            <a:ext cx="339253" cy="308765"/>
            <a:chOff x="1492675" y="4420975"/>
            <a:chExt cx="481825" cy="438525"/>
          </a:xfrm>
        </p:grpSpPr>
        <p:sp>
          <p:nvSpPr>
            <p:cNvPr id="5852" name="Google Shape;5852;p6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3" name="Google Shape;5853;p6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6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6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6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7" name="Google Shape;5857;p60"/>
          <p:cNvGrpSpPr/>
          <p:nvPr/>
        </p:nvGrpSpPr>
        <p:grpSpPr>
          <a:xfrm>
            <a:off x="5870982" y="3539558"/>
            <a:ext cx="342580" cy="337915"/>
            <a:chOff x="2084100" y="4400250"/>
            <a:chExt cx="486550" cy="479925"/>
          </a:xfrm>
        </p:grpSpPr>
        <p:sp>
          <p:nvSpPr>
            <p:cNvPr id="5858" name="Google Shape;5858;p6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6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6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6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6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6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4" name="Google Shape;5864;p60"/>
          <p:cNvGrpSpPr/>
          <p:nvPr/>
        </p:nvGrpSpPr>
        <p:grpSpPr>
          <a:xfrm>
            <a:off x="6307462" y="3538907"/>
            <a:ext cx="298169" cy="339218"/>
            <a:chOff x="2707950" y="4399325"/>
            <a:chExt cx="423475" cy="481775"/>
          </a:xfrm>
        </p:grpSpPr>
        <p:sp>
          <p:nvSpPr>
            <p:cNvPr id="5865" name="Google Shape;5865;p6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6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6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8" name="Google Shape;5868;p6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6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6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1" name="Google Shape;5871;p6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6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6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6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6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6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7" name="Google Shape;5877;p60"/>
          <p:cNvGrpSpPr/>
          <p:nvPr/>
        </p:nvGrpSpPr>
        <p:grpSpPr>
          <a:xfrm>
            <a:off x="6736981" y="3538881"/>
            <a:ext cx="275057" cy="339271"/>
            <a:chOff x="3330525" y="4399275"/>
            <a:chExt cx="390650" cy="481850"/>
          </a:xfrm>
        </p:grpSpPr>
        <p:sp>
          <p:nvSpPr>
            <p:cNvPr id="5878" name="Google Shape;5878;p6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6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6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1" name="Google Shape;5881;p6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6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6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6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5" name="Google Shape;5885;p60"/>
          <p:cNvGrpSpPr/>
          <p:nvPr/>
        </p:nvGrpSpPr>
        <p:grpSpPr>
          <a:xfrm>
            <a:off x="7161510" y="3538890"/>
            <a:ext cx="253265" cy="339253"/>
            <a:chOff x="3938800" y="4399275"/>
            <a:chExt cx="359700" cy="481825"/>
          </a:xfrm>
        </p:grpSpPr>
        <p:sp>
          <p:nvSpPr>
            <p:cNvPr id="5886" name="Google Shape;5886;p6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6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6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6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6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1" name="Google Shape;5891;p60"/>
          <p:cNvGrpSpPr/>
          <p:nvPr/>
        </p:nvGrpSpPr>
        <p:grpSpPr>
          <a:xfrm>
            <a:off x="7632288" y="3538890"/>
            <a:ext cx="159039" cy="339253"/>
            <a:chOff x="4584850" y="4399275"/>
            <a:chExt cx="225875" cy="481825"/>
          </a:xfrm>
        </p:grpSpPr>
        <p:sp>
          <p:nvSpPr>
            <p:cNvPr id="5892" name="Google Shape;5892;p6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6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94" name="Google Shape;5894;p60"/>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95" name="Google Shape;5895;p60"/>
          <p:cNvGrpSpPr/>
          <p:nvPr/>
        </p:nvGrpSpPr>
        <p:grpSpPr>
          <a:xfrm>
            <a:off x="817316" y="3951795"/>
            <a:ext cx="339253" cy="339253"/>
            <a:chOff x="5642550" y="4399275"/>
            <a:chExt cx="481825" cy="481825"/>
          </a:xfrm>
        </p:grpSpPr>
        <p:sp>
          <p:nvSpPr>
            <p:cNvPr id="5896" name="Google Shape;5896;p6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6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8" name="Google Shape;5898;p60"/>
          <p:cNvGrpSpPr/>
          <p:nvPr/>
        </p:nvGrpSpPr>
        <p:grpSpPr>
          <a:xfrm>
            <a:off x="2670186" y="3963703"/>
            <a:ext cx="363316" cy="315437"/>
            <a:chOff x="6218300" y="4416175"/>
            <a:chExt cx="516000" cy="448000"/>
          </a:xfrm>
        </p:grpSpPr>
        <p:sp>
          <p:nvSpPr>
            <p:cNvPr id="5899" name="Google Shape;5899;p6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0" name="Google Shape;5900;p6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6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2" name="Google Shape;5902;p60"/>
          <p:cNvGrpSpPr/>
          <p:nvPr/>
        </p:nvGrpSpPr>
        <p:grpSpPr>
          <a:xfrm>
            <a:off x="5870391" y="3951792"/>
            <a:ext cx="339253" cy="339253"/>
            <a:chOff x="899850" y="4992125"/>
            <a:chExt cx="481825" cy="481825"/>
          </a:xfrm>
        </p:grpSpPr>
        <p:sp>
          <p:nvSpPr>
            <p:cNvPr id="5903" name="Google Shape;5903;p6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6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6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6" name="Google Shape;5906;p60"/>
          <p:cNvGrpSpPr/>
          <p:nvPr/>
        </p:nvGrpSpPr>
        <p:grpSpPr>
          <a:xfrm>
            <a:off x="5410993" y="3951792"/>
            <a:ext cx="339253" cy="339253"/>
            <a:chOff x="1492675" y="4992125"/>
            <a:chExt cx="481825" cy="481825"/>
          </a:xfrm>
        </p:grpSpPr>
        <p:sp>
          <p:nvSpPr>
            <p:cNvPr id="5907" name="Google Shape;5907;p6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6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9" name="Google Shape;5909;p60"/>
          <p:cNvGrpSpPr/>
          <p:nvPr/>
        </p:nvGrpSpPr>
        <p:grpSpPr>
          <a:xfrm>
            <a:off x="4951595" y="3951792"/>
            <a:ext cx="339253" cy="339253"/>
            <a:chOff x="2085525" y="4992125"/>
            <a:chExt cx="481825" cy="481825"/>
          </a:xfrm>
        </p:grpSpPr>
        <p:sp>
          <p:nvSpPr>
            <p:cNvPr id="5910" name="Google Shape;5910;p6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6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2" name="Google Shape;5912;p60"/>
          <p:cNvGrpSpPr/>
          <p:nvPr/>
        </p:nvGrpSpPr>
        <p:grpSpPr>
          <a:xfrm>
            <a:off x="6789344" y="3951792"/>
            <a:ext cx="339253" cy="339253"/>
            <a:chOff x="2678350" y="4992125"/>
            <a:chExt cx="481825" cy="481825"/>
          </a:xfrm>
        </p:grpSpPr>
        <p:sp>
          <p:nvSpPr>
            <p:cNvPr id="5913" name="Google Shape;5913;p6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6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6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6" name="Google Shape;5916;p60"/>
          <p:cNvGrpSpPr/>
          <p:nvPr/>
        </p:nvGrpSpPr>
        <p:grpSpPr>
          <a:xfrm>
            <a:off x="4492198" y="3951792"/>
            <a:ext cx="339253" cy="339253"/>
            <a:chOff x="3271200" y="4992125"/>
            <a:chExt cx="481825" cy="481825"/>
          </a:xfrm>
        </p:grpSpPr>
        <p:sp>
          <p:nvSpPr>
            <p:cNvPr id="5917" name="Google Shape;5917;p6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6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6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0" name="Google Shape;5920;p60"/>
          <p:cNvGrpSpPr/>
          <p:nvPr/>
        </p:nvGrpSpPr>
        <p:grpSpPr>
          <a:xfrm>
            <a:off x="6329788" y="3952813"/>
            <a:ext cx="339411" cy="337211"/>
            <a:chOff x="5049575" y="4993600"/>
            <a:chExt cx="482050" cy="478925"/>
          </a:xfrm>
        </p:grpSpPr>
        <p:sp>
          <p:nvSpPr>
            <p:cNvPr id="5921" name="Google Shape;5921;p6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2" name="Google Shape;5922;p6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6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6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25" name="Google Shape;5925;p60"/>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926" name="Google Shape;5926;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927" name="Google Shape;5927;p60"/>
          <p:cNvGrpSpPr/>
          <p:nvPr/>
        </p:nvGrpSpPr>
        <p:grpSpPr>
          <a:xfrm>
            <a:off x="7248742" y="3975375"/>
            <a:ext cx="195300" cy="343772"/>
            <a:chOff x="3999225" y="4364775"/>
            <a:chExt cx="195300" cy="343772"/>
          </a:xfrm>
        </p:grpSpPr>
        <p:grpSp>
          <p:nvGrpSpPr>
            <p:cNvPr id="5928" name="Google Shape;5928;p60"/>
            <p:cNvGrpSpPr/>
            <p:nvPr/>
          </p:nvGrpSpPr>
          <p:grpSpPr>
            <a:xfrm>
              <a:off x="4048568" y="4562577"/>
              <a:ext cx="97317" cy="145970"/>
              <a:chOff x="1529575" y="2222650"/>
              <a:chExt cx="203125" cy="304675"/>
            </a:xfrm>
          </p:grpSpPr>
          <p:sp>
            <p:nvSpPr>
              <p:cNvPr id="5929" name="Google Shape;5929;p60"/>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0"/>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60"/>
            <p:cNvGrpSpPr/>
            <p:nvPr/>
          </p:nvGrpSpPr>
          <p:grpSpPr>
            <a:xfrm>
              <a:off x="3999225" y="4364775"/>
              <a:ext cx="195300" cy="195300"/>
              <a:chOff x="3999225" y="4364775"/>
              <a:chExt cx="195300" cy="195300"/>
            </a:xfrm>
          </p:grpSpPr>
          <p:sp>
            <p:nvSpPr>
              <p:cNvPr id="5932" name="Google Shape;5932;p60"/>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0"/>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4" name="Google Shape;5934;p60"/>
          <p:cNvGrpSpPr/>
          <p:nvPr/>
        </p:nvGrpSpPr>
        <p:grpSpPr>
          <a:xfrm>
            <a:off x="7564186" y="3991627"/>
            <a:ext cx="277088" cy="259611"/>
            <a:chOff x="4335888" y="4398114"/>
            <a:chExt cx="277088" cy="259611"/>
          </a:xfrm>
        </p:grpSpPr>
        <p:grpSp>
          <p:nvGrpSpPr>
            <p:cNvPr id="5935" name="Google Shape;5935;p60"/>
            <p:cNvGrpSpPr/>
            <p:nvPr/>
          </p:nvGrpSpPr>
          <p:grpSpPr>
            <a:xfrm>
              <a:off x="4335888" y="4462425"/>
              <a:ext cx="195300" cy="195300"/>
              <a:chOff x="4335888" y="4462425"/>
              <a:chExt cx="195300" cy="195300"/>
            </a:xfrm>
          </p:grpSpPr>
          <p:sp>
            <p:nvSpPr>
              <p:cNvPr id="5936" name="Google Shape;5936;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0"/>
            <p:cNvGrpSpPr/>
            <p:nvPr/>
          </p:nvGrpSpPr>
          <p:grpSpPr>
            <a:xfrm>
              <a:off x="4509813" y="4398114"/>
              <a:ext cx="103162" cy="103198"/>
              <a:chOff x="2277975" y="2021700"/>
              <a:chExt cx="215325" cy="215400"/>
            </a:xfrm>
          </p:grpSpPr>
          <p:sp>
            <p:nvSpPr>
              <p:cNvPr id="5939" name="Google Shape;5939;p60"/>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1" name="Google Shape;5941;p60"/>
          <p:cNvGrpSpPr/>
          <p:nvPr/>
        </p:nvGrpSpPr>
        <p:grpSpPr>
          <a:xfrm>
            <a:off x="7961419" y="4049613"/>
            <a:ext cx="392275" cy="195300"/>
            <a:chOff x="4752588" y="4440200"/>
            <a:chExt cx="392275" cy="195300"/>
          </a:xfrm>
        </p:grpSpPr>
        <p:grpSp>
          <p:nvGrpSpPr>
            <p:cNvPr id="5942" name="Google Shape;5942;p60"/>
            <p:cNvGrpSpPr/>
            <p:nvPr/>
          </p:nvGrpSpPr>
          <p:grpSpPr>
            <a:xfrm>
              <a:off x="4950384" y="4469728"/>
              <a:ext cx="194479" cy="136244"/>
              <a:chOff x="3163375" y="2175125"/>
              <a:chExt cx="405925" cy="284375"/>
            </a:xfrm>
          </p:grpSpPr>
          <p:sp>
            <p:nvSpPr>
              <p:cNvPr id="5943" name="Google Shape;5943;p60"/>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0"/>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60"/>
            <p:cNvGrpSpPr/>
            <p:nvPr/>
          </p:nvGrpSpPr>
          <p:grpSpPr>
            <a:xfrm>
              <a:off x="4752588" y="4440200"/>
              <a:ext cx="195300" cy="195300"/>
              <a:chOff x="4335888" y="4462425"/>
              <a:chExt cx="195300" cy="195300"/>
            </a:xfrm>
          </p:grpSpPr>
          <p:sp>
            <p:nvSpPr>
              <p:cNvPr id="5947" name="Google Shape;5947;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52" name="Shape 5952"/>
        <p:cNvGrpSpPr/>
        <p:nvPr/>
      </p:nvGrpSpPr>
      <p:grpSpPr>
        <a:xfrm>
          <a:off x="0" y="0"/>
          <a:ext cx="0" cy="0"/>
          <a:chOff x="0" y="0"/>
          <a:chExt cx="0" cy="0"/>
        </a:xfrm>
      </p:grpSpPr>
      <p:grpSp>
        <p:nvGrpSpPr>
          <p:cNvPr id="5953" name="Google Shape;5953;p61"/>
          <p:cNvGrpSpPr/>
          <p:nvPr/>
        </p:nvGrpSpPr>
        <p:grpSpPr>
          <a:xfrm>
            <a:off x="856199" y="1311179"/>
            <a:ext cx="322099" cy="370529"/>
            <a:chOff x="-42971725" y="3217825"/>
            <a:chExt cx="275675" cy="317125"/>
          </a:xfrm>
        </p:grpSpPr>
        <p:sp>
          <p:nvSpPr>
            <p:cNvPr id="5954" name="Google Shape;5954;p6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61"/>
          <p:cNvGrpSpPr/>
          <p:nvPr/>
        </p:nvGrpSpPr>
        <p:grpSpPr>
          <a:xfrm>
            <a:off x="828113" y="1779835"/>
            <a:ext cx="378270" cy="337551"/>
            <a:chOff x="-42996150" y="3612600"/>
            <a:chExt cx="323750" cy="288900"/>
          </a:xfrm>
        </p:grpSpPr>
        <p:sp>
          <p:nvSpPr>
            <p:cNvPr id="5958" name="Google Shape;5958;p6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61"/>
          <p:cNvGrpSpPr/>
          <p:nvPr/>
        </p:nvGrpSpPr>
        <p:grpSpPr>
          <a:xfrm>
            <a:off x="830874" y="2189205"/>
            <a:ext cx="372749" cy="370909"/>
            <a:chOff x="-42994575" y="3950300"/>
            <a:chExt cx="319025" cy="317450"/>
          </a:xfrm>
        </p:grpSpPr>
        <p:sp>
          <p:nvSpPr>
            <p:cNvPr id="5962" name="Google Shape;5962;p6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61"/>
          <p:cNvGrpSpPr/>
          <p:nvPr/>
        </p:nvGrpSpPr>
        <p:grpSpPr>
          <a:xfrm>
            <a:off x="2984269" y="1336037"/>
            <a:ext cx="371785" cy="370879"/>
            <a:chOff x="-41111350" y="3239100"/>
            <a:chExt cx="318200" cy="317425"/>
          </a:xfrm>
        </p:grpSpPr>
        <p:sp>
          <p:nvSpPr>
            <p:cNvPr id="5966" name="Google Shape;5966;p6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1"/>
          <p:cNvGrpSpPr/>
          <p:nvPr/>
        </p:nvGrpSpPr>
        <p:grpSpPr>
          <a:xfrm>
            <a:off x="2980588" y="1771568"/>
            <a:ext cx="379146" cy="370967"/>
            <a:chOff x="-41117650" y="3605525"/>
            <a:chExt cx="324500" cy="317500"/>
          </a:xfrm>
        </p:grpSpPr>
        <p:sp>
          <p:nvSpPr>
            <p:cNvPr id="5971" name="Google Shape;5971;p6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4" name="Google Shape;5974;p61"/>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5" name="Google Shape;5975;p61"/>
          <p:cNvGrpSpPr/>
          <p:nvPr/>
        </p:nvGrpSpPr>
        <p:grpSpPr>
          <a:xfrm>
            <a:off x="1806843" y="2663092"/>
            <a:ext cx="216271" cy="371814"/>
            <a:chOff x="-39205300" y="3220175"/>
            <a:chExt cx="185100" cy="318225"/>
          </a:xfrm>
        </p:grpSpPr>
        <p:sp>
          <p:nvSpPr>
            <p:cNvPr id="5976" name="Google Shape;5976;p6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1"/>
          <p:cNvGrpSpPr/>
          <p:nvPr/>
        </p:nvGrpSpPr>
        <p:grpSpPr>
          <a:xfrm>
            <a:off x="1772370" y="3123163"/>
            <a:ext cx="300016" cy="369273"/>
            <a:chOff x="-39248625" y="3588600"/>
            <a:chExt cx="256775" cy="316050"/>
          </a:xfrm>
        </p:grpSpPr>
        <p:sp>
          <p:nvSpPr>
            <p:cNvPr id="5979" name="Google Shape;5979;p6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1" name="Google Shape;5981;p61"/>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3" name="Google Shape;5983;p61"/>
          <p:cNvGrpSpPr/>
          <p:nvPr/>
        </p:nvGrpSpPr>
        <p:grpSpPr>
          <a:xfrm>
            <a:off x="1223084" y="1311179"/>
            <a:ext cx="429504" cy="370879"/>
            <a:chOff x="-42651700" y="3217825"/>
            <a:chExt cx="367600" cy="317425"/>
          </a:xfrm>
        </p:grpSpPr>
        <p:sp>
          <p:nvSpPr>
            <p:cNvPr id="5984" name="Google Shape;5984;p6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61"/>
          <p:cNvGrpSpPr/>
          <p:nvPr/>
        </p:nvGrpSpPr>
        <p:grpSpPr>
          <a:xfrm>
            <a:off x="1258516" y="1750829"/>
            <a:ext cx="358640" cy="363226"/>
            <a:chOff x="-42617300" y="3587775"/>
            <a:chExt cx="306950" cy="310875"/>
          </a:xfrm>
        </p:grpSpPr>
        <p:sp>
          <p:nvSpPr>
            <p:cNvPr id="5989" name="Google Shape;5989;p6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1" name="Google Shape;5991;p61"/>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2" name="Google Shape;5992;p61"/>
          <p:cNvGrpSpPr/>
          <p:nvPr/>
        </p:nvGrpSpPr>
        <p:grpSpPr>
          <a:xfrm>
            <a:off x="3430343" y="1335569"/>
            <a:ext cx="376926" cy="370324"/>
            <a:chOff x="-40748275" y="3238700"/>
            <a:chExt cx="322600" cy="316950"/>
          </a:xfrm>
        </p:grpSpPr>
        <p:sp>
          <p:nvSpPr>
            <p:cNvPr id="5993" name="Google Shape;5993;p6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61"/>
          <p:cNvGrpSpPr/>
          <p:nvPr/>
        </p:nvGrpSpPr>
        <p:grpSpPr>
          <a:xfrm>
            <a:off x="3432899" y="1803553"/>
            <a:ext cx="371814" cy="338690"/>
            <a:chOff x="-40745125" y="3632900"/>
            <a:chExt cx="318225" cy="289875"/>
          </a:xfrm>
        </p:grpSpPr>
        <p:sp>
          <p:nvSpPr>
            <p:cNvPr id="6000" name="Google Shape;6000;p6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1"/>
          <p:cNvGrpSpPr/>
          <p:nvPr/>
        </p:nvGrpSpPr>
        <p:grpSpPr>
          <a:xfrm>
            <a:off x="3437047" y="2214764"/>
            <a:ext cx="363518" cy="370178"/>
            <a:chOff x="-40742750" y="3972175"/>
            <a:chExt cx="311125" cy="316825"/>
          </a:xfrm>
        </p:grpSpPr>
        <p:sp>
          <p:nvSpPr>
            <p:cNvPr id="6008" name="Google Shape;6008;p6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61"/>
          <p:cNvGrpSpPr/>
          <p:nvPr/>
        </p:nvGrpSpPr>
        <p:grpSpPr>
          <a:xfrm>
            <a:off x="2219708" y="2664932"/>
            <a:ext cx="266892" cy="369974"/>
            <a:chOff x="-38860325" y="3221750"/>
            <a:chExt cx="228425" cy="316650"/>
          </a:xfrm>
        </p:grpSpPr>
        <p:sp>
          <p:nvSpPr>
            <p:cNvPr id="6011" name="Google Shape;6011;p6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61"/>
          <p:cNvGrpSpPr/>
          <p:nvPr/>
        </p:nvGrpSpPr>
        <p:grpSpPr>
          <a:xfrm>
            <a:off x="2170515" y="3126989"/>
            <a:ext cx="380081" cy="367111"/>
            <a:chOff x="-38905225" y="3591875"/>
            <a:chExt cx="325300" cy="314200"/>
          </a:xfrm>
        </p:grpSpPr>
        <p:sp>
          <p:nvSpPr>
            <p:cNvPr id="6016" name="Google Shape;6016;p6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9" name="Google Shape;6019;p61"/>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0" name="Google Shape;6020;p61"/>
          <p:cNvGrpSpPr/>
          <p:nvPr/>
        </p:nvGrpSpPr>
        <p:grpSpPr>
          <a:xfrm>
            <a:off x="3977265" y="3112069"/>
            <a:ext cx="290815" cy="369740"/>
            <a:chOff x="-37370925" y="3579105"/>
            <a:chExt cx="248900" cy="316450"/>
          </a:xfrm>
        </p:grpSpPr>
        <p:sp>
          <p:nvSpPr>
            <p:cNvPr id="6021" name="Google Shape;6021;p6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3" name="Google Shape;6023;p61"/>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5" name="Google Shape;6025;p61"/>
          <p:cNvGrpSpPr/>
          <p:nvPr/>
        </p:nvGrpSpPr>
        <p:grpSpPr>
          <a:xfrm>
            <a:off x="1670640" y="2190140"/>
            <a:ext cx="371814" cy="369974"/>
            <a:chOff x="-42259725" y="3951100"/>
            <a:chExt cx="318225" cy="316650"/>
          </a:xfrm>
        </p:grpSpPr>
        <p:sp>
          <p:nvSpPr>
            <p:cNvPr id="6026" name="Google Shape;6026;p6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61"/>
          <p:cNvGrpSpPr/>
          <p:nvPr/>
        </p:nvGrpSpPr>
        <p:grpSpPr>
          <a:xfrm>
            <a:off x="3869002" y="1369161"/>
            <a:ext cx="370879" cy="337755"/>
            <a:chOff x="-40378075" y="3267450"/>
            <a:chExt cx="317425" cy="289075"/>
          </a:xfrm>
        </p:grpSpPr>
        <p:sp>
          <p:nvSpPr>
            <p:cNvPr id="6029" name="Google Shape;6029;p6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61"/>
          <p:cNvGrpSpPr/>
          <p:nvPr/>
        </p:nvGrpSpPr>
        <p:grpSpPr>
          <a:xfrm>
            <a:off x="3872668" y="1770429"/>
            <a:ext cx="363548" cy="369974"/>
            <a:chOff x="-40372575" y="3604550"/>
            <a:chExt cx="311150" cy="316650"/>
          </a:xfrm>
        </p:grpSpPr>
        <p:sp>
          <p:nvSpPr>
            <p:cNvPr id="6034" name="Google Shape;6034;p6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7" name="Google Shape;6037;p61"/>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61"/>
          <p:cNvGrpSpPr/>
          <p:nvPr/>
        </p:nvGrpSpPr>
        <p:grpSpPr>
          <a:xfrm>
            <a:off x="2596617" y="2663092"/>
            <a:ext cx="399038" cy="372165"/>
            <a:chOff x="-38542250" y="3220175"/>
            <a:chExt cx="341525" cy="318525"/>
          </a:xfrm>
        </p:grpSpPr>
        <p:sp>
          <p:nvSpPr>
            <p:cNvPr id="6039" name="Google Shape;6039;p6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61"/>
          <p:cNvGrpSpPr/>
          <p:nvPr/>
        </p:nvGrpSpPr>
        <p:grpSpPr>
          <a:xfrm>
            <a:off x="2618549" y="3122462"/>
            <a:ext cx="369974" cy="369068"/>
            <a:chOff x="-38537400" y="3588000"/>
            <a:chExt cx="316650" cy="315875"/>
          </a:xfrm>
        </p:grpSpPr>
        <p:sp>
          <p:nvSpPr>
            <p:cNvPr id="6043" name="Google Shape;6043;p6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61"/>
          <p:cNvGrpSpPr/>
          <p:nvPr/>
        </p:nvGrpSpPr>
        <p:grpSpPr>
          <a:xfrm>
            <a:off x="2617629" y="3579991"/>
            <a:ext cx="371814" cy="369974"/>
            <a:chOff x="-38538975" y="3954250"/>
            <a:chExt cx="318225" cy="316650"/>
          </a:xfrm>
        </p:grpSpPr>
        <p:sp>
          <p:nvSpPr>
            <p:cNvPr id="6048" name="Google Shape;6048;p6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61"/>
          <p:cNvGrpSpPr/>
          <p:nvPr/>
        </p:nvGrpSpPr>
        <p:grpSpPr>
          <a:xfrm>
            <a:off x="3934941" y="3574918"/>
            <a:ext cx="375465" cy="371814"/>
            <a:chOff x="-37385100" y="3949908"/>
            <a:chExt cx="321350" cy="318225"/>
          </a:xfrm>
        </p:grpSpPr>
        <p:sp>
          <p:nvSpPr>
            <p:cNvPr id="6051" name="Google Shape;6051;p6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61"/>
          <p:cNvGrpSpPr/>
          <p:nvPr/>
        </p:nvGrpSpPr>
        <p:grpSpPr>
          <a:xfrm>
            <a:off x="2110600" y="1310478"/>
            <a:ext cx="370909" cy="370675"/>
            <a:chOff x="-41895050" y="3217225"/>
            <a:chExt cx="317450" cy="317250"/>
          </a:xfrm>
        </p:grpSpPr>
        <p:sp>
          <p:nvSpPr>
            <p:cNvPr id="6054" name="Google Shape;6054;p6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61"/>
          <p:cNvGrpSpPr/>
          <p:nvPr/>
        </p:nvGrpSpPr>
        <p:grpSpPr>
          <a:xfrm>
            <a:off x="2110148" y="1747412"/>
            <a:ext cx="371814" cy="369974"/>
            <a:chOff x="-41893475" y="3584850"/>
            <a:chExt cx="318225" cy="316650"/>
          </a:xfrm>
        </p:grpSpPr>
        <p:sp>
          <p:nvSpPr>
            <p:cNvPr id="6060" name="Google Shape;6060;p6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4" name="Google Shape;6064;p61"/>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6" name="Google Shape;6066;p61"/>
          <p:cNvGrpSpPr/>
          <p:nvPr/>
        </p:nvGrpSpPr>
        <p:grpSpPr>
          <a:xfrm>
            <a:off x="880176" y="3142704"/>
            <a:ext cx="337522" cy="370909"/>
            <a:chOff x="-39998250" y="3605325"/>
            <a:chExt cx="288875" cy="317450"/>
          </a:xfrm>
        </p:grpSpPr>
        <p:sp>
          <p:nvSpPr>
            <p:cNvPr id="6067" name="Google Shape;6067;p6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61"/>
          <p:cNvGrpSpPr/>
          <p:nvPr/>
        </p:nvGrpSpPr>
        <p:grpSpPr>
          <a:xfrm>
            <a:off x="863950" y="3601168"/>
            <a:ext cx="369974" cy="369945"/>
            <a:chOff x="-40011050" y="3972375"/>
            <a:chExt cx="316650" cy="316625"/>
          </a:xfrm>
        </p:grpSpPr>
        <p:sp>
          <p:nvSpPr>
            <p:cNvPr id="6070" name="Google Shape;6070;p6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61"/>
          <p:cNvGrpSpPr/>
          <p:nvPr/>
        </p:nvGrpSpPr>
        <p:grpSpPr>
          <a:xfrm>
            <a:off x="3095881" y="2665867"/>
            <a:ext cx="266921" cy="369039"/>
            <a:chOff x="-38129425" y="3222550"/>
            <a:chExt cx="228450" cy="315850"/>
          </a:xfrm>
        </p:grpSpPr>
        <p:sp>
          <p:nvSpPr>
            <p:cNvPr id="6073" name="Google Shape;6073;p6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61"/>
          <p:cNvGrpSpPr/>
          <p:nvPr/>
        </p:nvGrpSpPr>
        <p:grpSpPr>
          <a:xfrm>
            <a:off x="3050850" y="3122462"/>
            <a:ext cx="371785" cy="369974"/>
            <a:chOff x="-38172725" y="3588000"/>
            <a:chExt cx="318200" cy="316650"/>
          </a:xfrm>
        </p:grpSpPr>
        <p:sp>
          <p:nvSpPr>
            <p:cNvPr id="6076" name="Google Shape;6076;p6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1"/>
          <p:cNvGrpSpPr/>
          <p:nvPr/>
        </p:nvGrpSpPr>
        <p:grpSpPr>
          <a:xfrm>
            <a:off x="3126752" y="3580897"/>
            <a:ext cx="219981" cy="369974"/>
            <a:chOff x="-38109725" y="3955025"/>
            <a:chExt cx="188275" cy="316650"/>
          </a:xfrm>
        </p:grpSpPr>
        <p:sp>
          <p:nvSpPr>
            <p:cNvPr id="6085" name="Google Shape;6085;p6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7" name="Google Shape;6087;p61"/>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8" name="Google Shape;6088;p61"/>
          <p:cNvGrpSpPr/>
          <p:nvPr/>
        </p:nvGrpSpPr>
        <p:grpSpPr>
          <a:xfrm>
            <a:off x="2542151" y="1312318"/>
            <a:ext cx="373654" cy="369068"/>
            <a:chOff x="-41530375" y="3218800"/>
            <a:chExt cx="319800" cy="315875"/>
          </a:xfrm>
        </p:grpSpPr>
        <p:sp>
          <p:nvSpPr>
            <p:cNvPr id="6089" name="Google Shape;6089;p6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61"/>
          <p:cNvGrpSpPr/>
          <p:nvPr/>
        </p:nvGrpSpPr>
        <p:grpSpPr>
          <a:xfrm>
            <a:off x="2544444" y="1827476"/>
            <a:ext cx="369068" cy="289004"/>
            <a:chOff x="-41526450" y="3653375"/>
            <a:chExt cx="315875" cy="247350"/>
          </a:xfrm>
        </p:grpSpPr>
        <p:sp>
          <p:nvSpPr>
            <p:cNvPr id="6092" name="Google Shape;6092;p6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61"/>
          <p:cNvGrpSpPr/>
          <p:nvPr/>
        </p:nvGrpSpPr>
        <p:grpSpPr>
          <a:xfrm>
            <a:off x="2545831" y="2190140"/>
            <a:ext cx="366293" cy="369974"/>
            <a:chOff x="-41526450" y="3951100"/>
            <a:chExt cx="313500" cy="316650"/>
          </a:xfrm>
        </p:grpSpPr>
        <p:sp>
          <p:nvSpPr>
            <p:cNvPr id="6095" name="Google Shape;6095;p6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61"/>
          <p:cNvGrpSpPr/>
          <p:nvPr/>
        </p:nvGrpSpPr>
        <p:grpSpPr>
          <a:xfrm>
            <a:off x="1311086" y="2684269"/>
            <a:ext cx="339595" cy="371814"/>
            <a:chOff x="-39625900" y="3238300"/>
            <a:chExt cx="290650" cy="318225"/>
          </a:xfrm>
        </p:grpSpPr>
        <p:sp>
          <p:nvSpPr>
            <p:cNvPr id="6099" name="Google Shape;6099;p6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1" name="Google Shape;6101;p61"/>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2" name="Google Shape;6102;p61"/>
          <p:cNvGrpSpPr/>
          <p:nvPr/>
        </p:nvGrpSpPr>
        <p:grpSpPr>
          <a:xfrm>
            <a:off x="1305137" y="3600730"/>
            <a:ext cx="366293" cy="370441"/>
            <a:chOff x="-39647175" y="3972000"/>
            <a:chExt cx="313500" cy="317050"/>
          </a:xfrm>
        </p:grpSpPr>
        <p:sp>
          <p:nvSpPr>
            <p:cNvPr id="6103" name="Google Shape;6103;p6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61"/>
          <p:cNvGrpSpPr/>
          <p:nvPr/>
        </p:nvGrpSpPr>
        <p:grpSpPr>
          <a:xfrm>
            <a:off x="3474265" y="2664728"/>
            <a:ext cx="375495" cy="370879"/>
            <a:chOff x="-37808850" y="3221575"/>
            <a:chExt cx="321375" cy="317425"/>
          </a:xfrm>
        </p:grpSpPr>
        <p:sp>
          <p:nvSpPr>
            <p:cNvPr id="6107" name="Google Shape;6107;p6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61"/>
          <p:cNvGrpSpPr/>
          <p:nvPr/>
        </p:nvGrpSpPr>
        <p:grpSpPr>
          <a:xfrm>
            <a:off x="3483038" y="3186759"/>
            <a:ext cx="372749" cy="241158"/>
            <a:chOff x="-37806500" y="3643030"/>
            <a:chExt cx="319025" cy="206400"/>
          </a:xfrm>
        </p:grpSpPr>
        <p:sp>
          <p:nvSpPr>
            <p:cNvPr id="6110" name="Google Shape;6110;p6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61"/>
          <p:cNvGrpSpPr/>
          <p:nvPr/>
        </p:nvGrpSpPr>
        <p:grpSpPr>
          <a:xfrm>
            <a:off x="3485346" y="3579056"/>
            <a:ext cx="368134" cy="371814"/>
            <a:chOff x="-37804925" y="3953450"/>
            <a:chExt cx="315075" cy="318225"/>
          </a:xfrm>
        </p:grpSpPr>
        <p:sp>
          <p:nvSpPr>
            <p:cNvPr id="6113" name="Google Shape;6113;p6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6" name="Google Shape;6116;p61"/>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7" name="Google Shape;6117;p61"/>
          <p:cNvGrpSpPr/>
          <p:nvPr/>
        </p:nvGrpSpPr>
        <p:grpSpPr>
          <a:xfrm>
            <a:off x="4840364" y="1328538"/>
            <a:ext cx="355663" cy="308725"/>
            <a:chOff x="-28462125" y="3199700"/>
            <a:chExt cx="298550" cy="259150"/>
          </a:xfrm>
        </p:grpSpPr>
        <p:sp>
          <p:nvSpPr>
            <p:cNvPr id="6118" name="Google Shape;6118;p6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61"/>
          <p:cNvGrpSpPr/>
          <p:nvPr/>
        </p:nvGrpSpPr>
        <p:grpSpPr>
          <a:xfrm>
            <a:off x="4841317" y="1763228"/>
            <a:ext cx="353757" cy="352833"/>
            <a:chOff x="-28461325" y="3545475"/>
            <a:chExt cx="296950" cy="296175"/>
          </a:xfrm>
        </p:grpSpPr>
        <p:sp>
          <p:nvSpPr>
            <p:cNvPr id="6122" name="Google Shape;6122;p6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61"/>
          <p:cNvGrpSpPr/>
          <p:nvPr/>
        </p:nvGrpSpPr>
        <p:grpSpPr>
          <a:xfrm>
            <a:off x="4837550" y="2213272"/>
            <a:ext cx="361292" cy="352803"/>
            <a:chOff x="-28463700" y="3914875"/>
            <a:chExt cx="303275" cy="296150"/>
          </a:xfrm>
        </p:grpSpPr>
        <p:sp>
          <p:nvSpPr>
            <p:cNvPr id="6129" name="Google Shape;6129;p6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61"/>
          <p:cNvGrpSpPr/>
          <p:nvPr/>
        </p:nvGrpSpPr>
        <p:grpSpPr>
          <a:xfrm>
            <a:off x="7072335" y="1369355"/>
            <a:ext cx="351880" cy="227092"/>
            <a:chOff x="-26573400" y="3224125"/>
            <a:chExt cx="295375" cy="190625"/>
          </a:xfrm>
        </p:grpSpPr>
        <p:sp>
          <p:nvSpPr>
            <p:cNvPr id="6132" name="Google Shape;6132;p6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61"/>
          <p:cNvGrpSpPr/>
          <p:nvPr/>
        </p:nvGrpSpPr>
        <p:grpSpPr>
          <a:xfrm>
            <a:off x="7072335" y="1763690"/>
            <a:ext cx="351880" cy="351910"/>
            <a:chOff x="-26573400" y="3546250"/>
            <a:chExt cx="295375" cy="295400"/>
          </a:xfrm>
        </p:grpSpPr>
        <p:sp>
          <p:nvSpPr>
            <p:cNvPr id="6135" name="Google Shape;6135;p6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61"/>
          <p:cNvGrpSpPr/>
          <p:nvPr/>
        </p:nvGrpSpPr>
        <p:grpSpPr>
          <a:xfrm>
            <a:off x="7060615" y="2213599"/>
            <a:ext cx="375319" cy="352148"/>
            <a:chOff x="-26583625" y="3917025"/>
            <a:chExt cx="315050" cy="295600"/>
          </a:xfrm>
        </p:grpSpPr>
        <p:sp>
          <p:nvSpPr>
            <p:cNvPr id="6141" name="Google Shape;6141;p6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5" name="Google Shape;6145;p61"/>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6" name="Google Shape;6146;p61"/>
          <p:cNvGrpSpPr/>
          <p:nvPr/>
        </p:nvGrpSpPr>
        <p:grpSpPr>
          <a:xfrm>
            <a:off x="5759130" y="3172629"/>
            <a:ext cx="289039" cy="352833"/>
            <a:chOff x="-24694925" y="3518700"/>
            <a:chExt cx="242625" cy="296175"/>
          </a:xfrm>
        </p:grpSpPr>
        <p:sp>
          <p:nvSpPr>
            <p:cNvPr id="6147" name="Google Shape;6147;p6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1"/>
          <p:cNvGrpSpPr/>
          <p:nvPr/>
        </p:nvGrpSpPr>
        <p:grpSpPr>
          <a:xfrm>
            <a:off x="5758668" y="3622657"/>
            <a:ext cx="289962" cy="352833"/>
            <a:chOff x="-24709100" y="3888875"/>
            <a:chExt cx="243400" cy="296175"/>
          </a:xfrm>
        </p:grpSpPr>
        <p:sp>
          <p:nvSpPr>
            <p:cNvPr id="6152" name="Google Shape;6152;p6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61"/>
          <p:cNvGrpSpPr/>
          <p:nvPr/>
        </p:nvGrpSpPr>
        <p:grpSpPr>
          <a:xfrm>
            <a:off x="7958668" y="2695320"/>
            <a:ext cx="356556" cy="349557"/>
            <a:chOff x="-22863675" y="3131775"/>
            <a:chExt cx="299300" cy="293425"/>
          </a:xfrm>
        </p:grpSpPr>
        <p:sp>
          <p:nvSpPr>
            <p:cNvPr id="6156" name="Google Shape;6156;p6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61"/>
          <p:cNvGrpSpPr/>
          <p:nvPr/>
        </p:nvGrpSpPr>
        <p:grpSpPr>
          <a:xfrm>
            <a:off x="5301532" y="1306499"/>
            <a:ext cx="310602" cy="352803"/>
            <a:chOff x="-28069875" y="3175300"/>
            <a:chExt cx="260725" cy="296150"/>
          </a:xfrm>
        </p:grpSpPr>
        <p:sp>
          <p:nvSpPr>
            <p:cNvPr id="6160" name="Google Shape;6160;p6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9" name="Google Shape;6169;p61"/>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0" name="Google Shape;6170;p61"/>
          <p:cNvGrpSpPr/>
          <p:nvPr/>
        </p:nvGrpSpPr>
        <p:grpSpPr>
          <a:xfrm>
            <a:off x="5342810" y="2213733"/>
            <a:ext cx="228045" cy="351880"/>
            <a:chOff x="-28032075" y="3916450"/>
            <a:chExt cx="191425" cy="295375"/>
          </a:xfrm>
        </p:grpSpPr>
        <p:sp>
          <p:nvSpPr>
            <p:cNvPr id="6171" name="Google Shape;6171;p6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61"/>
          <p:cNvGrpSpPr/>
          <p:nvPr/>
        </p:nvGrpSpPr>
        <p:grpSpPr>
          <a:xfrm>
            <a:off x="7508157" y="1306484"/>
            <a:ext cx="352833" cy="352833"/>
            <a:chOff x="-26201650" y="3176075"/>
            <a:chExt cx="296175" cy="296175"/>
          </a:xfrm>
        </p:grpSpPr>
        <p:sp>
          <p:nvSpPr>
            <p:cNvPr id="6175" name="Google Shape;6175;p6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61"/>
          <p:cNvGrpSpPr/>
          <p:nvPr/>
        </p:nvGrpSpPr>
        <p:grpSpPr>
          <a:xfrm>
            <a:off x="7507680" y="1763705"/>
            <a:ext cx="353786" cy="351880"/>
            <a:chOff x="-26204800" y="3547050"/>
            <a:chExt cx="296975" cy="295375"/>
          </a:xfrm>
        </p:grpSpPr>
        <p:sp>
          <p:nvSpPr>
            <p:cNvPr id="6178" name="Google Shape;6178;p6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0" name="Google Shape;6180;p61"/>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1" name="Google Shape;6181;p61"/>
          <p:cNvGrpSpPr/>
          <p:nvPr/>
        </p:nvGrpSpPr>
        <p:grpSpPr>
          <a:xfrm>
            <a:off x="6178935" y="2693683"/>
            <a:ext cx="345328" cy="352833"/>
            <a:chOff x="-24353875" y="3147725"/>
            <a:chExt cx="289875" cy="296175"/>
          </a:xfrm>
        </p:grpSpPr>
        <p:sp>
          <p:nvSpPr>
            <p:cNvPr id="6182" name="Google Shape;6182;p6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61"/>
          <p:cNvGrpSpPr/>
          <p:nvPr/>
        </p:nvGrpSpPr>
        <p:grpSpPr>
          <a:xfrm>
            <a:off x="6186917" y="3173090"/>
            <a:ext cx="329365" cy="351910"/>
            <a:chOff x="-24344425" y="3519475"/>
            <a:chExt cx="276475" cy="295400"/>
          </a:xfrm>
        </p:grpSpPr>
        <p:sp>
          <p:nvSpPr>
            <p:cNvPr id="6185" name="Google Shape;6185;p6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61"/>
          <p:cNvGrpSpPr/>
          <p:nvPr/>
        </p:nvGrpSpPr>
        <p:grpSpPr>
          <a:xfrm>
            <a:off x="6176597" y="3625010"/>
            <a:ext cx="350004" cy="348128"/>
            <a:chOff x="-24353075" y="3891250"/>
            <a:chExt cx="293800" cy="292225"/>
          </a:xfrm>
        </p:grpSpPr>
        <p:sp>
          <p:nvSpPr>
            <p:cNvPr id="6188" name="Google Shape;6188;p6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61"/>
          <p:cNvGrpSpPr/>
          <p:nvPr/>
        </p:nvGrpSpPr>
        <p:grpSpPr>
          <a:xfrm>
            <a:off x="7960068" y="3173313"/>
            <a:ext cx="353757" cy="351463"/>
            <a:chOff x="-22845575" y="3504075"/>
            <a:chExt cx="296950" cy="295025"/>
          </a:xfrm>
        </p:grpSpPr>
        <p:sp>
          <p:nvSpPr>
            <p:cNvPr id="6191" name="Google Shape;6191;p6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61"/>
          <p:cNvGrpSpPr/>
          <p:nvPr/>
        </p:nvGrpSpPr>
        <p:grpSpPr>
          <a:xfrm>
            <a:off x="5753249" y="1306961"/>
            <a:ext cx="299344" cy="351880"/>
            <a:chOff x="-27691025" y="3175300"/>
            <a:chExt cx="251275" cy="295375"/>
          </a:xfrm>
        </p:grpSpPr>
        <p:sp>
          <p:nvSpPr>
            <p:cNvPr id="6194" name="Google Shape;6194;p6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61"/>
          <p:cNvGrpSpPr/>
          <p:nvPr/>
        </p:nvGrpSpPr>
        <p:grpSpPr>
          <a:xfrm>
            <a:off x="5725566" y="1825637"/>
            <a:ext cx="354710" cy="228015"/>
            <a:chOff x="-27721750" y="3598250"/>
            <a:chExt cx="297750" cy="191400"/>
          </a:xfrm>
        </p:grpSpPr>
        <p:sp>
          <p:nvSpPr>
            <p:cNvPr id="6199" name="Google Shape;6199;p6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61"/>
          <p:cNvGrpSpPr/>
          <p:nvPr/>
        </p:nvGrpSpPr>
        <p:grpSpPr>
          <a:xfrm>
            <a:off x="5726966" y="2219183"/>
            <a:ext cx="351910" cy="340980"/>
            <a:chOff x="-27719400" y="3925600"/>
            <a:chExt cx="295400" cy="286225"/>
          </a:xfrm>
        </p:grpSpPr>
        <p:sp>
          <p:nvSpPr>
            <p:cNvPr id="6202" name="Google Shape;6202;p6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61"/>
          <p:cNvGrpSpPr/>
          <p:nvPr/>
        </p:nvGrpSpPr>
        <p:grpSpPr>
          <a:xfrm>
            <a:off x="7948238" y="1306023"/>
            <a:ext cx="353757" cy="353757"/>
            <a:chOff x="-25834600" y="3176875"/>
            <a:chExt cx="296950" cy="296950"/>
          </a:xfrm>
        </p:grpSpPr>
        <p:sp>
          <p:nvSpPr>
            <p:cNvPr id="6205" name="Google Shape;6205;p6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61"/>
          <p:cNvGrpSpPr/>
          <p:nvPr/>
        </p:nvGrpSpPr>
        <p:grpSpPr>
          <a:xfrm>
            <a:off x="7948238" y="1774024"/>
            <a:ext cx="353757" cy="331241"/>
            <a:chOff x="-25834600" y="3564375"/>
            <a:chExt cx="296950" cy="278050"/>
          </a:xfrm>
        </p:grpSpPr>
        <p:sp>
          <p:nvSpPr>
            <p:cNvPr id="6211" name="Google Shape;6211;p6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61"/>
          <p:cNvGrpSpPr/>
          <p:nvPr/>
        </p:nvGrpSpPr>
        <p:grpSpPr>
          <a:xfrm>
            <a:off x="7946362" y="2213376"/>
            <a:ext cx="357509" cy="352595"/>
            <a:chOff x="-25834600" y="3915850"/>
            <a:chExt cx="300100" cy="295975"/>
          </a:xfrm>
        </p:grpSpPr>
        <p:sp>
          <p:nvSpPr>
            <p:cNvPr id="6220" name="Google Shape;6220;p6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61"/>
          <p:cNvGrpSpPr/>
          <p:nvPr/>
        </p:nvGrpSpPr>
        <p:grpSpPr>
          <a:xfrm>
            <a:off x="6681790" y="2694606"/>
            <a:ext cx="228968" cy="350987"/>
            <a:chOff x="-23930925" y="3149300"/>
            <a:chExt cx="192200" cy="294625"/>
          </a:xfrm>
        </p:grpSpPr>
        <p:sp>
          <p:nvSpPr>
            <p:cNvPr id="6224" name="Google Shape;6224;p6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61"/>
          <p:cNvGrpSpPr/>
          <p:nvPr/>
        </p:nvGrpSpPr>
        <p:grpSpPr>
          <a:xfrm>
            <a:off x="6638620" y="3173090"/>
            <a:ext cx="315307" cy="351910"/>
            <a:chOff x="-23962425" y="3519475"/>
            <a:chExt cx="264675" cy="295400"/>
          </a:xfrm>
        </p:grpSpPr>
        <p:sp>
          <p:nvSpPr>
            <p:cNvPr id="6229" name="Google Shape;6229;p6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1" name="Google Shape;6231;p61"/>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2" name="Google Shape;6232;p61"/>
          <p:cNvGrpSpPr/>
          <p:nvPr/>
        </p:nvGrpSpPr>
        <p:grpSpPr>
          <a:xfrm>
            <a:off x="8017295" y="3623134"/>
            <a:ext cx="239302" cy="351880"/>
            <a:chOff x="-22788075" y="3904625"/>
            <a:chExt cx="200875" cy="295375"/>
          </a:xfrm>
        </p:grpSpPr>
        <p:sp>
          <p:nvSpPr>
            <p:cNvPr id="6233" name="Google Shape;6233;p6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61"/>
          <p:cNvGrpSpPr/>
          <p:nvPr/>
        </p:nvGrpSpPr>
        <p:grpSpPr>
          <a:xfrm>
            <a:off x="6172593" y="1306499"/>
            <a:ext cx="354710" cy="352803"/>
            <a:chOff x="-27351575" y="3175300"/>
            <a:chExt cx="297750" cy="296150"/>
          </a:xfrm>
        </p:grpSpPr>
        <p:sp>
          <p:nvSpPr>
            <p:cNvPr id="6238" name="Google Shape;6238;p6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61"/>
          <p:cNvGrpSpPr/>
          <p:nvPr/>
        </p:nvGrpSpPr>
        <p:grpSpPr>
          <a:xfrm>
            <a:off x="6218402" y="1758809"/>
            <a:ext cx="269293" cy="353072"/>
            <a:chOff x="-27313750" y="3545275"/>
            <a:chExt cx="226050" cy="296375"/>
          </a:xfrm>
        </p:grpSpPr>
        <p:sp>
          <p:nvSpPr>
            <p:cNvPr id="6243" name="Google Shape;6243;p6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61"/>
          <p:cNvGrpSpPr/>
          <p:nvPr/>
        </p:nvGrpSpPr>
        <p:grpSpPr>
          <a:xfrm>
            <a:off x="6172593" y="2211380"/>
            <a:ext cx="354710" cy="356586"/>
            <a:chOff x="-27351575" y="3915650"/>
            <a:chExt cx="297750" cy="299325"/>
          </a:xfrm>
        </p:grpSpPr>
        <p:sp>
          <p:nvSpPr>
            <p:cNvPr id="6247" name="Google Shape;6247;p6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61"/>
          <p:cNvGrpSpPr/>
          <p:nvPr/>
        </p:nvGrpSpPr>
        <p:grpSpPr>
          <a:xfrm>
            <a:off x="4860084" y="2693579"/>
            <a:ext cx="319060" cy="353042"/>
            <a:chOff x="-25445525" y="3175900"/>
            <a:chExt cx="267825" cy="296350"/>
          </a:xfrm>
        </p:grpSpPr>
        <p:sp>
          <p:nvSpPr>
            <p:cNvPr id="6250" name="Google Shape;6250;p6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1"/>
          <p:cNvGrpSpPr/>
          <p:nvPr/>
        </p:nvGrpSpPr>
        <p:grpSpPr>
          <a:xfrm>
            <a:off x="4841797" y="3183902"/>
            <a:ext cx="355633" cy="330288"/>
            <a:chOff x="-25465200" y="3565175"/>
            <a:chExt cx="298525" cy="277250"/>
          </a:xfrm>
        </p:grpSpPr>
        <p:sp>
          <p:nvSpPr>
            <p:cNvPr id="6254" name="Google Shape;6254;p6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61"/>
          <p:cNvGrpSpPr/>
          <p:nvPr/>
        </p:nvGrpSpPr>
        <p:grpSpPr>
          <a:xfrm>
            <a:off x="4841336" y="3623432"/>
            <a:ext cx="356556" cy="351285"/>
            <a:chOff x="-25465200" y="3916150"/>
            <a:chExt cx="299300" cy="294875"/>
          </a:xfrm>
        </p:grpSpPr>
        <p:sp>
          <p:nvSpPr>
            <p:cNvPr id="6257" name="Google Shape;6257;p6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61"/>
          <p:cNvGrpSpPr/>
          <p:nvPr/>
        </p:nvGrpSpPr>
        <p:grpSpPr>
          <a:xfrm>
            <a:off x="7068775" y="2693698"/>
            <a:ext cx="351880" cy="352803"/>
            <a:chOff x="-23615075" y="3148525"/>
            <a:chExt cx="295375" cy="296150"/>
          </a:xfrm>
        </p:grpSpPr>
        <p:sp>
          <p:nvSpPr>
            <p:cNvPr id="6260" name="Google Shape;6260;p6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61"/>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61"/>
          <p:cNvGrpSpPr/>
          <p:nvPr/>
        </p:nvGrpSpPr>
        <p:grpSpPr>
          <a:xfrm>
            <a:off x="7068299" y="3632977"/>
            <a:ext cx="352833" cy="332194"/>
            <a:chOff x="-23615075" y="3906200"/>
            <a:chExt cx="296175" cy="278850"/>
          </a:xfrm>
        </p:grpSpPr>
        <p:sp>
          <p:nvSpPr>
            <p:cNvPr id="6266" name="Google Shape;6266;p6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9" name="Google Shape;6269;p61"/>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0" name="Google Shape;6270;p61"/>
          <p:cNvGrpSpPr/>
          <p:nvPr/>
        </p:nvGrpSpPr>
        <p:grpSpPr>
          <a:xfrm>
            <a:off x="6617268" y="1306618"/>
            <a:ext cx="353757" cy="352565"/>
            <a:chOff x="-26980600" y="3175500"/>
            <a:chExt cx="296950" cy="295950"/>
          </a:xfrm>
        </p:grpSpPr>
        <p:sp>
          <p:nvSpPr>
            <p:cNvPr id="6271" name="Google Shape;6271;p6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4" name="Google Shape;6274;p61"/>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5" name="Google Shape;6275;p61"/>
          <p:cNvGrpSpPr/>
          <p:nvPr/>
        </p:nvGrpSpPr>
        <p:grpSpPr>
          <a:xfrm>
            <a:off x="6617744" y="2245154"/>
            <a:ext cx="352803" cy="289039"/>
            <a:chOff x="-26981375" y="3951875"/>
            <a:chExt cx="296150" cy="242625"/>
          </a:xfrm>
        </p:grpSpPr>
        <p:sp>
          <p:nvSpPr>
            <p:cNvPr id="6276" name="Google Shape;6276;p6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1"/>
          <p:cNvGrpSpPr/>
          <p:nvPr/>
        </p:nvGrpSpPr>
        <p:grpSpPr>
          <a:xfrm>
            <a:off x="5282787" y="2692745"/>
            <a:ext cx="351910" cy="354710"/>
            <a:chOff x="-25094250" y="3176075"/>
            <a:chExt cx="295400" cy="297750"/>
          </a:xfrm>
        </p:grpSpPr>
        <p:sp>
          <p:nvSpPr>
            <p:cNvPr id="6280" name="Google Shape;6280;p6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61"/>
          <p:cNvGrpSpPr/>
          <p:nvPr/>
        </p:nvGrpSpPr>
        <p:grpSpPr>
          <a:xfrm>
            <a:off x="5282787" y="3173106"/>
            <a:ext cx="351910" cy="351880"/>
            <a:chOff x="-25094250" y="3547050"/>
            <a:chExt cx="295400" cy="295375"/>
          </a:xfrm>
        </p:grpSpPr>
        <p:sp>
          <p:nvSpPr>
            <p:cNvPr id="6284" name="Google Shape;6284;p6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61"/>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0" name="Google Shape;6290;p61"/>
          <p:cNvGrpSpPr/>
          <p:nvPr/>
        </p:nvGrpSpPr>
        <p:grpSpPr>
          <a:xfrm>
            <a:off x="7514864" y="2693698"/>
            <a:ext cx="352803" cy="352803"/>
            <a:chOff x="-23245675" y="3148525"/>
            <a:chExt cx="296150" cy="296150"/>
          </a:xfrm>
        </p:grpSpPr>
        <p:sp>
          <p:nvSpPr>
            <p:cNvPr id="6291" name="Google Shape;6291;p6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4" name="Google Shape;6294;p61"/>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5" name="Google Shape;6295;p61"/>
          <p:cNvGrpSpPr/>
          <p:nvPr/>
        </p:nvGrpSpPr>
        <p:grpSpPr>
          <a:xfrm>
            <a:off x="7515325" y="3622672"/>
            <a:ext cx="351880" cy="352803"/>
            <a:chOff x="-23244900" y="3888100"/>
            <a:chExt cx="295375" cy="296150"/>
          </a:xfrm>
        </p:grpSpPr>
        <p:sp>
          <p:nvSpPr>
            <p:cNvPr id="6296" name="Google Shape;6296;p6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61"/>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309" name="Google Shape;6309;p61"/>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13" name="Shape 6313"/>
        <p:cNvGrpSpPr/>
        <p:nvPr/>
      </p:nvGrpSpPr>
      <p:grpSpPr>
        <a:xfrm>
          <a:off x="0" y="0"/>
          <a:ext cx="0" cy="0"/>
          <a:chOff x="0" y="0"/>
          <a:chExt cx="0" cy="0"/>
        </a:xfrm>
      </p:grpSpPr>
      <p:sp>
        <p:nvSpPr>
          <p:cNvPr id="6314" name="Google Shape;6314;p62"/>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5" name="Google Shape;6315;p62"/>
          <p:cNvGrpSpPr/>
          <p:nvPr/>
        </p:nvGrpSpPr>
        <p:grpSpPr>
          <a:xfrm>
            <a:off x="832654" y="1819647"/>
            <a:ext cx="367261" cy="367261"/>
            <a:chOff x="-65145700" y="3727425"/>
            <a:chExt cx="317425" cy="317425"/>
          </a:xfrm>
        </p:grpSpPr>
        <p:sp>
          <p:nvSpPr>
            <p:cNvPr id="6316" name="Google Shape;6316;p6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62"/>
          <p:cNvGrpSpPr/>
          <p:nvPr/>
        </p:nvGrpSpPr>
        <p:grpSpPr>
          <a:xfrm>
            <a:off x="835851" y="2248561"/>
            <a:ext cx="360868" cy="367261"/>
            <a:chOff x="-65144125" y="4094450"/>
            <a:chExt cx="311900" cy="317425"/>
          </a:xfrm>
        </p:grpSpPr>
        <p:sp>
          <p:nvSpPr>
            <p:cNvPr id="6319" name="Google Shape;6319;p6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2" name="Google Shape;6322;p62"/>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3" name="Google Shape;6323;p62"/>
          <p:cNvGrpSpPr/>
          <p:nvPr/>
        </p:nvGrpSpPr>
        <p:grpSpPr>
          <a:xfrm>
            <a:off x="3039420" y="1819256"/>
            <a:ext cx="370645" cy="368042"/>
            <a:chOff x="-63250675" y="3744075"/>
            <a:chExt cx="320350" cy="318100"/>
          </a:xfrm>
        </p:grpSpPr>
        <p:sp>
          <p:nvSpPr>
            <p:cNvPr id="6324" name="Google Shape;6324;p6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62"/>
          <p:cNvGrpSpPr/>
          <p:nvPr/>
        </p:nvGrpSpPr>
        <p:grpSpPr>
          <a:xfrm>
            <a:off x="3041112" y="2248561"/>
            <a:ext cx="367261" cy="367261"/>
            <a:chOff x="-63250675" y="4110200"/>
            <a:chExt cx="317425" cy="317425"/>
          </a:xfrm>
        </p:grpSpPr>
        <p:sp>
          <p:nvSpPr>
            <p:cNvPr id="6328" name="Google Shape;6328;p6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2"/>
          <p:cNvGrpSpPr/>
          <p:nvPr/>
        </p:nvGrpSpPr>
        <p:grpSpPr>
          <a:xfrm>
            <a:off x="1720159" y="2745656"/>
            <a:ext cx="359075" cy="358844"/>
            <a:chOff x="-61351725" y="3372400"/>
            <a:chExt cx="310350" cy="310150"/>
          </a:xfrm>
        </p:grpSpPr>
        <p:sp>
          <p:nvSpPr>
            <p:cNvPr id="6338" name="Google Shape;6338;p6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62"/>
          <p:cNvGrpSpPr/>
          <p:nvPr/>
        </p:nvGrpSpPr>
        <p:grpSpPr>
          <a:xfrm>
            <a:off x="1716514" y="3208713"/>
            <a:ext cx="366364" cy="333534"/>
            <a:chOff x="-61354875" y="3751050"/>
            <a:chExt cx="316650" cy="288275"/>
          </a:xfrm>
        </p:grpSpPr>
        <p:sp>
          <p:nvSpPr>
            <p:cNvPr id="6342" name="Google Shape;6342;p6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2"/>
          <p:cNvGrpSpPr/>
          <p:nvPr/>
        </p:nvGrpSpPr>
        <p:grpSpPr>
          <a:xfrm>
            <a:off x="1716514" y="3650352"/>
            <a:ext cx="366364" cy="367290"/>
            <a:chOff x="-61354875" y="4101525"/>
            <a:chExt cx="316650" cy="317450"/>
          </a:xfrm>
        </p:grpSpPr>
        <p:sp>
          <p:nvSpPr>
            <p:cNvPr id="6346" name="Google Shape;6346;p6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62"/>
          <p:cNvGrpSpPr/>
          <p:nvPr/>
        </p:nvGrpSpPr>
        <p:grpSpPr>
          <a:xfrm>
            <a:off x="3932949" y="2742228"/>
            <a:ext cx="368157" cy="365699"/>
            <a:chOff x="-59470075" y="3308975"/>
            <a:chExt cx="318200" cy="316075"/>
          </a:xfrm>
        </p:grpSpPr>
        <p:sp>
          <p:nvSpPr>
            <p:cNvPr id="6349" name="Google Shape;6349;p6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2"/>
          <p:cNvGrpSpPr/>
          <p:nvPr/>
        </p:nvGrpSpPr>
        <p:grpSpPr>
          <a:xfrm>
            <a:off x="1278379" y="1377933"/>
            <a:ext cx="367261" cy="364686"/>
            <a:chOff x="-64781025" y="3361050"/>
            <a:chExt cx="317425" cy="315200"/>
          </a:xfrm>
        </p:grpSpPr>
        <p:sp>
          <p:nvSpPr>
            <p:cNvPr id="6359" name="Google Shape;6359;p6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3" name="Google Shape;6363;p62"/>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6" name="Google Shape;6366;p62"/>
          <p:cNvGrpSpPr/>
          <p:nvPr/>
        </p:nvGrpSpPr>
        <p:grpSpPr>
          <a:xfrm>
            <a:off x="3482779" y="1819372"/>
            <a:ext cx="382765" cy="367810"/>
            <a:chOff x="-62890750" y="3747425"/>
            <a:chExt cx="330825" cy="317900"/>
          </a:xfrm>
        </p:grpSpPr>
        <p:sp>
          <p:nvSpPr>
            <p:cNvPr id="6367" name="Google Shape;6367;p6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2"/>
          <p:cNvGrpSpPr/>
          <p:nvPr/>
        </p:nvGrpSpPr>
        <p:grpSpPr>
          <a:xfrm>
            <a:off x="3490531" y="2249009"/>
            <a:ext cx="367261" cy="366364"/>
            <a:chOff x="-62884425" y="4111775"/>
            <a:chExt cx="317425" cy="316650"/>
          </a:xfrm>
        </p:grpSpPr>
        <p:sp>
          <p:nvSpPr>
            <p:cNvPr id="6382" name="Google Shape;6382;p6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2"/>
          <p:cNvGrpSpPr/>
          <p:nvPr/>
        </p:nvGrpSpPr>
        <p:grpSpPr>
          <a:xfrm>
            <a:off x="2163165" y="2745078"/>
            <a:ext cx="365438" cy="360001"/>
            <a:chOff x="-60991775" y="3376900"/>
            <a:chExt cx="315850" cy="311150"/>
          </a:xfrm>
        </p:grpSpPr>
        <p:sp>
          <p:nvSpPr>
            <p:cNvPr id="6385" name="Google Shape;6385;p6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2"/>
          <p:cNvGrpSpPr/>
          <p:nvPr/>
        </p:nvGrpSpPr>
        <p:grpSpPr>
          <a:xfrm>
            <a:off x="2162702" y="3195942"/>
            <a:ext cx="366364" cy="359075"/>
            <a:chOff x="-60988625" y="3740800"/>
            <a:chExt cx="316650" cy="310350"/>
          </a:xfrm>
        </p:grpSpPr>
        <p:sp>
          <p:nvSpPr>
            <p:cNvPr id="6389" name="Google Shape;6389;p6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2"/>
          <p:cNvGrpSpPr/>
          <p:nvPr/>
        </p:nvGrpSpPr>
        <p:grpSpPr>
          <a:xfrm>
            <a:off x="2162702" y="3651393"/>
            <a:ext cx="366364" cy="365207"/>
            <a:chOff x="-60987850" y="4100950"/>
            <a:chExt cx="316650" cy="315650"/>
          </a:xfrm>
        </p:grpSpPr>
        <p:sp>
          <p:nvSpPr>
            <p:cNvPr id="6393" name="Google Shape;6393;p6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62"/>
          <p:cNvGrpSpPr/>
          <p:nvPr/>
        </p:nvGrpSpPr>
        <p:grpSpPr>
          <a:xfrm>
            <a:off x="3932486" y="3196853"/>
            <a:ext cx="369083" cy="357253"/>
            <a:chOff x="-59447250" y="3706150"/>
            <a:chExt cx="319000" cy="308775"/>
          </a:xfrm>
        </p:grpSpPr>
        <p:sp>
          <p:nvSpPr>
            <p:cNvPr id="6399" name="Google Shape;6399;p6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62"/>
          <p:cNvGrpSpPr/>
          <p:nvPr/>
        </p:nvGrpSpPr>
        <p:grpSpPr>
          <a:xfrm>
            <a:off x="1721214" y="1378164"/>
            <a:ext cx="368186" cy="364224"/>
            <a:chOff x="-64406125" y="3362225"/>
            <a:chExt cx="318225" cy="314800"/>
          </a:xfrm>
        </p:grpSpPr>
        <p:sp>
          <p:nvSpPr>
            <p:cNvPr id="6404" name="Google Shape;6404;p6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62"/>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62"/>
          <p:cNvGrpSpPr/>
          <p:nvPr/>
        </p:nvGrpSpPr>
        <p:grpSpPr>
          <a:xfrm>
            <a:off x="1721677" y="2249009"/>
            <a:ext cx="367261" cy="366364"/>
            <a:chOff x="-64410850" y="4094450"/>
            <a:chExt cx="317425" cy="316650"/>
          </a:xfrm>
        </p:grpSpPr>
        <p:sp>
          <p:nvSpPr>
            <p:cNvPr id="6408" name="Google Shape;6408;p6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62"/>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2" name="Google Shape;6412;p62"/>
          <p:cNvGrpSpPr/>
          <p:nvPr/>
        </p:nvGrpSpPr>
        <p:grpSpPr>
          <a:xfrm>
            <a:off x="3943225" y="1819083"/>
            <a:ext cx="365467" cy="368389"/>
            <a:chOff x="-62516625" y="3743175"/>
            <a:chExt cx="315875" cy="318400"/>
          </a:xfrm>
        </p:grpSpPr>
        <p:sp>
          <p:nvSpPr>
            <p:cNvPr id="6413" name="Google Shape;6413;p6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62"/>
          <p:cNvGrpSpPr/>
          <p:nvPr/>
        </p:nvGrpSpPr>
        <p:grpSpPr>
          <a:xfrm>
            <a:off x="3950065" y="2269054"/>
            <a:ext cx="351786" cy="326274"/>
            <a:chOff x="-62511900" y="4129100"/>
            <a:chExt cx="304050" cy="282000"/>
          </a:xfrm>
        </p:grpSpPr>
        <p:sp>
          <p:nvSpPr>
            <p:cNvPr id="6416" name="Google Shape;6416;p6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2"/>
          <p:cNvGrpSpPr/>
          <p:nvPr/>
        </p:nvGrpSpPr>
        <p:grpSpPr>
          <a:xfrm>
            <a:off x="2628187" y="2741448"/>
            <a:ext cx="310770" cy="367261"/>
            <a:chOff x="-60597975" y="3367475"/>
            <a:chExt cx="268600" cy="317425"/>
          </a:xfrm>
        </p:grpSpPr>
        <p:sp>
          <p:nvSpPr>
            <p:cNvPr id="6422" name="Google Shape;6422;p6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62"/>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8" name="Google Shape;6428;p62"/>
          <p:cNvGrpSpPr/>
          <p:nvPr/>
        </p:nvGrpSpPr>
        <p:grpSpPr>
          <a:xfrm>
            <a:off x="2600390" y="3702764"/>
            <a:ext cx="366364" cy="262465"/>
            <a:chOff x="-60621600" y="4145650"/>
            <a:chExt cx="316650" cy="226850"/>
          </a:xfrm>
        </p:grpSpPr>
        <p:sp>
          <p:nvSpPr>
            <p:cNvPr id="6429" name="Google Shape;6429;p6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62"/>
          <p:cNvGrpSpPr/>
          <p:nvPr/>
        </p:nvGrpSpPr>
        <p:grpSpPr>
          <a:xfrm>
            <a:off x="3937042" y="3651263"/>
            <a:ext cx="359972" cy="365467"/>
            <a:chOff x="-59400775" y="4084200"/>
            <a:chExt cx="311125" cy="315875"/>
          </a:xfrm>
        </p:grpSpPr>
        <p:sp>
          <p:nvSpPr>
            <p:cNvPr id="6433" name="Google Shape;6433;p6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2"/>
          <p:cNvGrpSpPr/>
          <p:nvPr/>
        </p:nvGrpSpPr>
        <p:grpSpPr>
          <a:xfrm>
            <a:off x="2161136" y="1377094"/>
            <a:ext cx="365438" cy="366364"/>
            <a:chOff x="-64044600" y="3360375"/>
            <a:chExt cx="315850" cy="316650"/>
          </a:xfrm>
        </p:grpSpPr>
        <p:sp>
          <p:nvSpPr>
            <p:cNvPr id="6440" name="Google Shape;6440;p6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62"/>
          <p:cNvGrpSpPr/>
          <p:nvPr/>
        </p:nvGrpSpPr>
        <p:grpSpPr>
          <a:xfrm>
            <a:off x="2187559" y="1819647"/>
            <a:ext cx="312592" cy="367261"/>
            <a:chOff x="-64022550" y="3727425"/>
            <a:chExt cx="270175" cy="317425"/>
          </a:xfrm>
        </p:grpSpPr>
        <p:sp>
          <p:nvSpPr>
            <p:cNvPr id="6444" name="Google Shape;6444;p6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2"/>
          <p:cNvGrpSpPr/>
          <p:nvPr/>
        </p:nvGrpSpPr>
        <p:grpSpPr>
          <a:xfrm>
            <a:off x="2211697" y="2248547"/>
            <a:ext cx="264317" cy="367290"/>
            <a:chOff x="-64001300" y="4093650"/>
            <a:chExt cx="228450" cy="317450"/>
          </a:xfrm>
        </p:grpSpPr>
        <p:sp>
          <p:nvSpPr>
            <p:cNvPr id="6448" name="Google Shape;6448;p6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62"/>
          <p:cNvGrpSpPr/>
          <p:nvPr/>
        </p:nvGrpSpPr>
        <p:grpSpPr>
          <a:xfrm>
            <a:off x="830701" y="2741838"/>
            <a:ext cx="359972" cy="366480"/>
            <a:chOff x="-62148800" y="3377700"/>
            <a:chExt cx="311125" cy="316750"/>
          </a:xfrm>
        </p:grpSpPr>
        <p:sp>
          <p:nvSpPr>
            <p:cNvPr id="6453" name="Google Shape;6453;p6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62"/>
          <p:cNvGrpSpPr/>
          <p:nvPr/>
        </p:nvGrpSpPr>
        <p:grpSpPr>
          <a:xfrm>
            <a:off x="826608" y="3191835"/>
            <a:ext cx="368157" cy="367290"/>
            <a:chOff x="-62154300" y="3743950"/>
            <a:chExt cx="318200" cy="317450"/>
          </a:xfrm>
        </p:grpSpPr>
        <p:sp>
          <p:nvSpPr>
            <p:cNvPr id="6456" name="Google Shape;6456;p6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2"/>
          <p:cNvGrpSpPr/>
          <p:nvPr/>
        </p:nvGrpSpPr>
        <p:grpSpPr>
          <a:xfrm>
            <a:off x="826594" y="3650815"/>
            <a:ext cx="368186" cy="366364"/>
            <a:chOff x="-62151950" y="4111775"/>
            <a:chExt cx="318225" cy="316650"/>
          </a:xfrm>
        </p:grpSpPr>
        <p:sp>
          <p:nvSpPr>
            <p:cNvPr id="6459" name="Google Shape;6459;p6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2"/>
          <p:cNvGrpSpPr/>
          <p:nvPr/>
        </p:nvGrpSpPr>
        <p:grpSpPr>
          <a:xfrm>
            <a:off x="3045218" y="2741361"/>
            <a:ext cx="368157" cy="367434"/>
            <a:chOff x="-60254550" y="3367325"/>
            <a:chExt cx="318200" cy="317575"/>
          </a:xfrm>
        </p:grpSpPr>
        <p:sp>
          <p:nvSpPr>
            <p:cNvPr id="6464" name="Google Shape;6464;p6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2"/>
          <p:cNvGrpSpPr/>
          <p:nvPr/>
        </p:nvGrpSpPr>
        <p:grpSpPr>
          <a:xfrm>
            <a:off x="3046115" y="3192355"/>
            <a:ext cx="366364" cy="366248"/>
            <a:chOff x="-60255350" y="3733825"/>
            <a:chExt cx="316650" cy="316550"/>
          </a:xfrm>
        </p:grpSpPr>
        <p:sp>
          <p:nvSpPr>
            <p:cNvPr id="6469" name="Google Shape;6469;p6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62"/>
          <p:cNvGrpSpPr/>
          <p:nvPr/>
        </p:nvGrpSpPr>
        <p:grpSpPr>
          <a:xfrm>
            <a:off x="3073912" y="3651263"/>
            <a:ext cx="310770" cy="365467"/>
            <a:chOff x="-60232500" y="4101525"/>
            <a:chExt cx="268600" cy="315875"/>
          </a:xfrm>
        </p:grpSpPr>
        <p:sp>
          <p:nvSpPr>
            <p:cNvPr id="6477" name="Google Shape;6477;p6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9" name="Google Shape;6479;p62"/>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62"/>
          <p:cNvGrpSpPr/>
          <p:nvPr/>
        </p:nvGrpSpPr>
        <p:grpSpPr>
          <a:xfrm>
            <a:off x="2606912" y="1377094"/>
            <a:ext cx="368186" cy="366364"/>
            <a:chOff x="-63679950" y="3360375"/>
            <a:chExt cx="318225" cy="316650"/>
          </a:xfrm>
        </p:grpSpPr>
        <p:sp>
          <p:nvSpPr>
            <p:cNvPr id="6481" name="Google Shape;6481;p6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5" name="Google Shape;6485;p62"/>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6" name="Google Shape;6486;p62"/>
          <p:cNvGrpSpPr/>
          <p:nvPr/>
        </p:nvGrpSpPr>
        <p:grpSpPr>
          <a:xfrm>
            <a:off x="2605539" y="2248431"/>
            <a:ext cx="370934" cy="367521"/>
            <a:chOff x="-63679950" y="4093450"/>
            <a:chExt cx="320600" cy="317650"/>
          </a:xfrm>
        </p:grpSpPr>
        <p:sp>
          <p:nvSpPr>
            <p:cNvPr id="6487" name="Google Shape;6487;p6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62"/>
          <p:cNvGrpSpPr/>
          <p:nvPr/>
        </p:nvGrpSpPr>
        <p:grpSpPr>
          <a:xfrm>
            <a:off x="1265656" y="2741433"/>
            <a:ext cx="366364" cy="367290"/>
            <a:chOff x="-61784125" y="3377700"/>
            <a:chExt cx="316650" cy="317450"/>
          </a:xfrm>
        </p:grpSpPr>
        <p:sp>
          <p:nvSpPr>
            <p:cNvPr id="6491" name="Google Shape;6491;p6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62"/>
          <p:cNvGrpSpPr/>
          <p:nvPr/>
        </p:nvGrpSpPr>
        <p:grpSpPr>
          <a:xfrm>
            <a:off x="1265656" y="3191835"/>
            <a:ext cx="366364" cy="367290"/>
            <a:chOff x="-61783350" y="3743950"/>
            <a:chExt cx="316650" cy="317450"/>
          </a:xfrm>
        </p:grpSpPr>
        <p:sp>
          <p:nvSpPr>
            <p:cNvPr id="6499" name="Google Shape;6499;p6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1" name="Google Shape;6501;p62"/>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4" name="Google Shape;6504;p62"/>
          <p:cNvGrpSpPr/>
          <p:nvPr/>
        </p:nvGrpSpPr>
        <p:grpSpPr>
          <a:xfrm>
            <a:off x="3487080" y="3651668"/>
            <a:ext cx="369112" cy="364657"/>
            <a:chOff x="-59869425" y="4102225"/>
            <a:chExt cx="319025" cy="315175"/>
          </a:xfrm>
        </p:grpSpPr>
        <p:sp>
          <p:nvSpPr>
            <p:cNvPr id="6505" name="Google Shape;6505;p6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62"/>
          <p:cNvGrpSpPr/>
          <p:nvPr/>
        </p:nvGrpSpPr>
        <p:grpSpPr>
          <a:xfrm>
            <a:off x="2605883" y="4120490"/>
            <a:ext cx="366364" cy="365467"/>
            <a:chOff x="-59029025" y="3711650"/>
            <a:chExt cx="316650" cy="315875"/>
          </a:xfrm>
        </p:grpSpPr>
        <p:sp>
          <p:nvSpPr>
            <p:cNvPr id="6510" name="Google Shape;6510;p6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62"/>
          <p:cNvGrpSpPr/>
          <p:nvPr/>
        </p:nvGrpSpPr>
        <p:grpSpPr>
          <a:xfrm>
            <a:off x="4841373" y="1398014"/>
            <a:ext cx="351940" cy="348188"/>
            <a:chOff x="581525" y="3254850"/>
            <a:chExt cx="297750" cy="294575"/>
          </a:xfrm>
        </p:grpSpPr>
        <p:sp>
          <p:nvSpPr>
            <p:cNvPr id="6518" name="Google Shape;6518;p6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62"/>
          <p:cNvGrpSpPr/>
          <p:nvPr/>
        </p:nvGrpSpPr>
        <p:grpSpPr>
          <a:xfrm>
            <a:off x="4840442" y="1836950"/>
            <a:ext cx="353802" cy="351497"/>
            <a:chOff x="580725" y="3617925"/>
            <a:chExt cx="299325" cy="297375"/>
          </a:xfrm>
        </p:grpSpPr>
        <p:sp>
          <p:nvSpPr>
            <p:cNvPr id="6522" name="Google Shape;6522;p6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62"/>
          <p:cNvGrpSpPr/>
          <p:nvPr/>
        </p:nvGrpSpPr>
        <p:grpSpPr>
          <a:xfrm>
            <a:off x="4842304" y="2284140"/>
            <a:ext cx="350079" cy="350079"/>
            <a:chOff x="583100" y="3982600"/>
            <a:chExt cx="296175" cy="296175"/>
          </a:xfrm>
        </p:grpSpPr>
        <p:sp>
          <p:nvSpPr>
            <p:cNvPr id="6528" name="Google Shape;6528;p6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62"/>
          <p:cNvGrpSpPr/>
          <p:nvPr/>
        </p:nvGrpSpPr>
        <p:grpSpPr>
          <a:xfrm>
            <a:off x="7074918" y="1397764"/>
            <a:ext cx="307231" cy="348690"/>
            <a:chOff x="2423775" y="3226875"/>
            <a:chExt cx="259925" cy="295000"/>
          </a:xfrm>
        </p:grpSpPr>
        <p:sp>
          <p:nvSpPr>
            <p:cNvPr id="6536" name="Google Shape;6536;p6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2"/>
          <p:cNvGrpSpPr/>
          <p:nvPr/>
        </p:nvGrpSpPr>
        <p:grpSpPr>
          <a:xfrm>
            <a:off x="7052106" y="1839049"/>
            <a:ext cx="352857" cy="347301"/>
            <a:chOff x="2404875" y="3592725"/>
            <a:chExt cx="298525" cy="293825"/>
          </a:xfrm>
        </p:grpSpPr>
        <p:sp>
          <p:nvSpPr>
            <p:cNvPr id="6540" name="Google Shape;6540;p6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2"/>
          <p:cNvGrpSpPr/>
          <p:nvPr/>
        </p:nvGrpSpPr>
        <p:grpSpPr>
          <a:xfrm>
            <a:off x="7053036" y="2284614"/>
            <a:ext cx="350995" cy="349133"/>
            <a:chOff x="2404875" y="3955825"/>
            <a:chExt cx="296950" cy="295375"/>
          </a:xfrm>
        </p:grpSpPr>
        <p:sp>
          <p:nvSpPr>
            <p:cNvPr id="6544" name="Google Shape;6544;p6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2"/>
          <p:cNvGrpSpPr/>
          <p:nvPr/>
        </p:nvGrpSpPr>
        <p:grpSpPr>
          <a:xfrm>
            <a:off x="5747016" y="2748808"/>
            <a:ext cx="349163" cy="350079"/>
            <a:chOff x="4263650" y="3235150"/>
            <a:chExt cx="295400" cy="296175"/>
          </a:xfrm>
        </p:grpSpPr>
        <p:sp>
          <p:nvSpPr>
            <p:cNvPr id="6549" name="Google Shape;6549;p6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62"/>
          <p:cNvGrpSpPr/>
          <p:nvPr/>
        </p:nvGrpSpPr>
        <p:grpSpPr>
          <a:xfrm>
            <a:off x="5744696" y="3207969"/>
            <a:ext cx="353802" cy="327739"/>
            <a:chOff x="4266025" y="3609275"/>
            <a:chExt cx="299325" cy="277275"/>
          </a:xfrm>
        </p:grpSpPr>
        <p:sp>
          <p:nvSpPr>
            <p:cNvPr id="6555" name="Google Shape;6555;p6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62"/>
          <p:cNvGrpSpPr/>
          <p:nvPr/>
        </p:nvGrpSpPr>
        <p:grpSpPr>
          <a:xfrm>
            <a:off x="5745154" y="3673356"/>
            <a:ext cx="352886" cy="349133"/>
            <a:chOff x="4263650" y="3963700"/>
            <a:chExt cx="298550" cy="295375"/>
          </a:xfrm>
        </p:grpSpPr>
        <p:sp>
          <p:nvSpPr>
            <p:cNvPr id="6558" name="Google Shape;6558;p6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62"/>
          <p:cNvGrpSpPr/>
          <p:nvPr/>
        </p:nvGrpSpPr>
        <p:grpSpPr>
          <a:xfrm>
            <a:off x="8023491" y="2748809"/>
            <a:ext cx="226264" cy="350079"/>
            <a:chOff x="6164975" y="3211525"/>
            <a:chExt cx="191425" cy="296175"/>
          </a:xfrm>
        </p:grpSpPr>
        <p:sp>
          <p:nvSpPr>
            <p:cNvPr id="6566" name="Google Shape;6566;p6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62"/>
          <p:cNvGrpSpPr/>
          <p:nvPr/>
        </p:nvGrpSpPr>
        <p:grpSpPr>
          <a:xfrm>
            <a:off x="5285528" y="1397084"/>
            <a:ext cx="352886" cy="350049"/>
            <a:chOff x="946175" y="3253275"/>
            <a:chExt cx="298550" cy="296150"/>
          </a:xfrm>
        </p:grpSpPr>
        <p:sp>
          <p:nvSpPr>
            <p:cNvPr id="6574" name="Google Shape;6574;p6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62"/>
          <p:cNvGrpSpPr/>
          <p:nvPr/>
        </p:nvGrpSpPr>
        <p:grpSpPr>
          <a:xfrm>
            <a:off x="5286459" y="1839048"/>
            <a:ext cx="351024" cy="347301"/>
            <a:chOff x="946175" y="3619500"/>
            <a:chExt cx="296975" cy="293825"/>
          </a:xfrm>
        </p:grpSpPr>
        <p:sp>
          <p:nvSpPr>
            <p:cNvPr id="6580" name="Google Shape;6580;p6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62"/>
          <p:cNvGrpSpPr/>
          <p:nvPr/>
        </p:nvGrpSpPr>
        <p:grpSpPr>
          <a:xfrm>
            <a:off x="5286001" y="2283682"/>
            <a:ext cx="351940" cy="350995"/>
            <a:chOff x="944600" y="3981825"/>
            <a:chExt cx="297750" cy="296950"/>
          </a:xfrm>
        </p:grpSpPr>
        <p:sp>
          <p:nvSpPr>
            <p:cNvPr id="6587" name="Google Shape;6587;p6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62"/>
          <p:cNvGrpSpPr/>
          <p:nvPr/>
        </p:nvGrpSpPr>
        <p:grpSpPr>
          <a:xfrm>
            <a:off x="7502937" y="1397542"/>
            <a:ext cx="350079" cy="349133"/>
            <a:chOff x="2768750" y="3227275"/>
            <a:chExt cx="296175" cy="295375"/>
          </a:xfrm>
        </p:grpSpPr>
        <p:sp>
          <p:nvSpPr>
            <p:cNvPr id="6592" name="Google Shape;6592;p6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62"/>
          <p:cNvGrpSpPr/>
          <p:nvPr/>
        </p:nvGrpSpPr>
        <p:grpSpPr>
          <a:xfrm>
            <a:off x="7523888" y="1838414"/>
            <a:ext cx="308177" cy="348572"/>
            <a:chOff x="2786075" y="3591800"/>
            <a:chExt cx="260725" cy="294900"/>
          </a:xfrm>
        </p:grpSpPr>
        <p:sp>
          <p:nvSpPr>
            <p:cNvPr id="6601" name="Google Shape;6601;p6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2"/>
          <p:cNvGrpSpPr/>
          <p:nvPr/>
        </p:nvGrpSpPr>
        <p:grpSpPr>
          <a:xfrm>
            <a:off x="7564387" y="2284141"/>
            <a:ext cx="227180" cy="350079"/>
            <a:chOff x="2819150" y="3955025"/>
            <a:chExt cx="192200" cy="296175"/>
          </a:xfrm>
        </p:grpSpPr>
        <p:sp>
          <p:nvSpPr>
            <p:cNvPr id="6607" name="Google Shape;6607;p6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2"/>
          <p:cNvGrpSpPr/>
          <p:nvPr/>
        </p:nvGrpSpPr>
        <p:grpSpPr>
          <a:xfrm>
            <a:off x="6188160" y="2749739"/>
            <a:ext cx="349133" cy="348217"/>
            <a:chOff x="4629125" y="3235150"/>
            <a:chExt cx="295375" cy="294600"/>
          </a:xfrm>
        </p:grpSpPr>
        <p:sp>
          <p:nvSpPr>
            <p:cNvPr id="6612" name="Google Shape;6612;p6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62"/>
          <p:cNvGrpSpPr/>
          <p:nvPr/>
        </p:nvGrpSpPr>
        <p:grpSpPr>
          <a:xfrm>
            <a:off x="6188145" y="3197272"/>
            <a:ext cx="349163" cy="349133"/>
            <a:chOff x="4628325" y="3599825"/>
            <a:chExt cx="295400" cy="295375"/>
          </a:xfrm>
        </p:grpSpPr>
        <p:sp>
          <p:nvSpPr>
            <p:cNvPr id="6618" name="Google Shape;6618;p6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2"/>
          <p:cNvGrpSpPr/>
          <p:nvPr/>
        </p:nvGrpSpPr>
        <p:grpSpPr>
          <a:xfrm>
            <a:off x="6209096" y="3672883"/>
            <a:ext cx="307261" cy="350079"/>
            <a:chOff x="4645650" y="3962900"/>
            <a:chExt cx="259950" cy="296175"/>
          </a:xfrm>
        </p:grpSpPr>
        <p:sp>
          <p:nvSpPr>
            <p:cNvPr id="6631" name="Google Shape;6631;p6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62"/>
          <p:cNvGrpSpPr/>
          <p:nvPr/>
        </p:nvGrpSpPr>
        <p:grpSpPr>
          <a:xfrm>
            <a:off x="7962056" y="3197745"/>
            <a:ext cx="349133" cy="348188"/>
            <a:chOff x="6143725" y="3582500"/>
            <a:chExt cx="295375" cy="294575"/>
          </a:xfrm>
        </p:grpSpPr>
        <p:sp>
          <p:nvSpPr>
            <p:cNvPr id="6638" name="Google Shape;6638;p6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62"/>
          <p:cNvGrpSpPr/>
          <p:nvPr/>
        </p:nvGrpSpPr>
        <p:grpSpPr>
          <a:xfrm>
            <a:off x="5730883" y="1397084"/>
            <a:ext cx="350995" cy="350049"/>
            <a:chOff x="1310075" y="3253275"/>
            <a:chExt cx="296950" cy="296150"/>
          </a:xfrm>
        </p:grpSpPr>
        <p:sp>
          <p:nvSpPr>
            <p:cNvPr id="6646" name="Google Shape;6646;p6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9" name="Google Shape;6649;p62"/>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62"/>
          <p:cNvGrpSpPr/>
          <p:nvPr/>
        </p:nvGrpSpPr>
        <p:grpSpPr>
          <a:xfrm>
            <a:off x="5730410" y="2283343"/>
            <a:ext cx="351941" cy="351675"/>
            <a:chOff x="1310075" y="3980250"/>
            <a:chExt cx="297750" cy="297525"/>
          </a:xfrm>
        </p:grpSpPr>
        <p:sp>
          <p:nvSpPr>
            <p:cNvPr id="6651" name="Google Shape;6651;p6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2"/>
          <p:cNvGrpSpPr/>
          <p:nvPr/>
        </p:nvGrpSpPr>
        <p:grpSpPr>
          <a:xfrm>
            <a:off x="7995198" y="1397542"/>
            <a:ext cx="266305" cy="349133"/>
            <a:chOff x="3167275" y="3227275"/>
            <a:chExt cx="225300" cy="295375"/>
          </a:xfrm>
        </p:grpSpPr>
        <p:sp>
          <p:nvSpPr>
            <p:cNvPr id="6656" name="Google Shape;6656;p6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1" name="Google Shape;6661;p62"/>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62"/>
          <p:cNvGrpSpPr/>
          <p:nvPr/>
        </p:nvGrpSpPr>
        <p:grpSpPr>
          <a:xfrm>
            <a:off x="7952380" y="2284599"/>
            <a:ext cx="351940" cy="349163"/>
            <a:chOff x="3133425" y="3955025"/>
            <a:chExt cx="297750" cy="295400"/>
          </a:xfrm>
        </p:grpSpPr>
        <p:sp>
          <p:nvSpPr>
            <p:cNvPr id="6663" name="Google Shape;6663;p6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62"/>
          <p:cNvGrpSpPr/>
          <p:nvPr/>
        </p:nvGrpSpPr>
        <p:grpSpPr>
          <a:xfrm>
            <a:off x="6632554" y="2748187"/>
            <a:ext cx="350079" cy="351320"/>
            <a:chOff x="4991425" y="3234750"/>
            <a:chExt cx="296175" cy="297225"/>
          </a:xfrm>
        </p:grpSpPr>
        <p:sp>
          <p:nvSpPr>
            <p:cNvPr id="6667" name="Google Shape;6667;p6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2"/>
          <p:cNvGrpSpPr/>
          <p:nvPr/>
        </p:nvGrpSpPr>
        <p:grpSpPr>
          <a:xfrm>
            <a:off x="6632554" y="3217750"/>
            <a:ext cx="350079" cy="308177"/>
            <a:chOff x="4991425" y="3617150"/>
            <a:chExt cx="296175" cy="260725"/>
          </a:xfrm>
        </p:grpSpPr>
        <p:sp>
          <p:nvSpPr>
            <p:cNvPr id="6674" name="Google Shape;6674;p6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62"/>
          <p:cNvGrpSpPr/>
          <p:nvPr/>
        </p:nvGrpSpPr>
        <p:grpSpPr>
          <a:xfrm>
            <a:off x="6709827" y="3673341"/>
            <a:ext cx="195532" cy="349163"/>
            <a:chOff x="5056800" y="3962900"/>
            <a:chExt cx="165425" cy="295400"/>
          </a:xfrm>
        </p:grpSpPr>
        <p:sp>
          <p:nvSpPr>
            <p:cNvPr id="6682" name="Google Shape;6682;p6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2"/>
          <p:cNvGrpSpPr/>
          <p:nvPr/>
        </p:nvGrpSpPr>
        <p:grpSpPr>
          <a:xfrm>
            <a:off x="7961125" y="3673357"/>
            <a:ext cx="350995" cy="349133"/>
            <a:chOff x="6168925" y="3936925"/>
            <a:chExt cx="296950" cy="295375"/>
          </a:xfrm>
        </p:grpSpPr>
        <p:sp>
          <p:nvSpPr>
            <p:cNvPr id="6686" name="Google Shape;6686;p6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2"/>
          <p:cNvGrpSpPr/>
          <p:nvPr/>
        </p:nvGrpSpPr>
        <p:grpSpPr>
          <a:xfrm>
            <a:off x="6174844" y="1390429"/>
            <a:ext cx="348188" cy="349133"/>
            <a:chOff x="1674750" y="3254050"/>
            <a:chExt cx="294575" cy="295375"/>
          </a:xfrm>
        </p:grpSpPr>
        <p:sp>
          <p:nvSpPr>
            <p:cNvPr id="6693" name="Google Shape;6693;p6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2"/>
          <p:cNvGrpSpPr/>
          <p:nvPr/>
        </p:nvGrpSpPr>
        <p:grpSpPr>
          <a:xfrm>
            <a:off x="6189239" y="1838132"/>
            <a:ext cx="319347" cy="349133"/>
            <a:chOff x="1687350" y="3618725"/>
            <a:chExt cx="270175" cy="295375"/>
          </a:xfrm>
        </p:grpSpPr>
        <p:sp>
          <p:nvSpPr>
            <p:cNvPr id="6697" name="Google Shape;6697;p6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62"/>
          <p:cNvGrpSpPr/>
          <p:nvPr/>
        </p:nvGrpSpPr>
        <p:grpSpPr>
          <a:xfrm>
            <a:off x="6172942" y="2284613"/>
            <a:ext cx="351940" cy="349133"/>
            <a:chOff x="1672375" y="3982600"/>
            <a:chExt cx="297750" cy="295375"/>
          </a:xfrm>
        </p:grpSpPr>
        <p:sp>
          <p:nvSpPr>
            <p:cNvPr id="6701" name="Google Shape;6701;p6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2"/>
          <p:cNvGrpSpPr/>
          <p:nvPr/>
        </p:nvGrpSpPr>
        <p:grpSpPr>
          <a:xfrm>
            <a:off x="4864934" y="2748808"/>
            <a:ext cx="350079" cy="350079"/>
            <a:chOff x="3497300" y="3227275"/>
            <a:chExt cx="296175" cy="296175"/>
          </a:xfrm>
        </p:grpSpPr>
        <p:sp>
          <p:nvSpPr>
            <p:cNvPr id="6705" name="Google Shape;6705;p6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62"/>
          <p:cNvGrpSpPr/>
          <p:nvPr/>
        </p:nvGrpSpPr>
        <p:grpSpPr>
          <a:xfrm>
            <a:off x="4865407" y="3198203"/>
            <a:ext cx="349133" cy="347272"/>
            <a:chOff x="3497300" y="3591950"/>
            <a:chExt cx="295375" cy="293800"/>
          </a:xfrm>
        </p:grpSpPr>
        <p:sp>
          <p:nvSpPr>
            <p:cNvPr id="6714" name="Google Shape;6714;p6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62"/>
          <p:cNvGrpSpPr/>
          <p:nvPr/>
        </p:nvGrpSpPr>
        <p:grpSpPr>
          <a:xfrm>
            <a:off x="4865407" y="3673341"/>
            <a:ext cx="349133" cy="349163"/>
            <a:chOff x="3497300" y="3955025"/>
            <a:chExt cx="295375" cy="295400"/>
          </a:xfrm>
        </p:grpSpPr>
        <p:sp>
          <p:nvSpPr>
            <p:cNvPr id="6723" name="Google Shape;6723;p6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62"/>
          <p:cNvGrpSpPr/>
          <p:nvPr/>
        </p:nvGrpSpPr>
        <p:grpSpPr>
          <a:xfrm>
            <a:off x="7089979" y="2749532"/>
            <a:ext cx="327739" cy="348631"/>
            <a:chOff x="5364750" y="3235150"/>
            <a:chExt cx="277275" cy="294950"/>
          </a:xfrm>
        </p:grpSpPr>
        <p:sp>
          <p:nvSpPr>
            <p:cNvPr id="6727" name="Google Shape;6727;p6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62"/>
          <p:cNvGrpSpPr/>
          <p:nvPr/>
        </p:nvGrpSpPr>
        <p:grpSpPr>
          <a:xfrm>
            <a:off x="7078337" y="3195868"/>
            <a:ext cx="351024" cy="351941"/>
            <a:chOff x="5355300" y="3598250"/>
            <a:chExt cx="296975" cy="297750"/>
          </a:xfrm>
        </p:grpSpPr>
        <p:sp>
          <p:nvSpPr>
            <p:cNvPr id="6736" name="Google Shape;6736;p6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2"/>
          <p:cNvGrpSpPr/>
          <p:nvPr/>
        </p:nvGrpSpPr>
        <p:grpSpPr>
          <a:xfrm>
            <a:off x="7082533" y="3734790"/>
            <a:ext cx="342632" cy="226264"/>
            <a:chOff x="5358450" y="4015675"/>
            <a:chExt cx="289875" cy="191425"/>
          </a:xfrm>
        </p:grpSpPr>
        <p:sp>
          <p:nvSpPr>
            <p:cNvPr id="6745" name="Google Shape;6745;p6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62"/>
          <p:cNvGrpSpPr/>
          <p:nvPr/>
        </p:nvGrpSpPr>
        <p:grpSpPr>
          <a:xfrm>
            <a:off x="6209015" y="4117322"/>
            <a:ext cx="351024" cy="325464"/>
            <a:chOff x="6543825" y="3202075"/>
            <a:chExt cx="296975" cy="275350"/>
          </a:xfrm>
        </p:grpSpPr>
        <p:sp>
          <p:nvSpPr>
            <p:cNvPr id="6750" name="Google Shape;6750;p6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62"/>
          <p:cNvGrpSpPr/>
          <p:nvPr/>
        </p:nvGrpSpPr>
        <p:grpSpPr>
          <a:xfrm>
            <a:off x="6615996" y="1397069"/>
            <a:ext cx="350079" cy="350079"/>
            <a:chOff x="2037825" y="3254050"/>
            <a:chExt cx="296175" cy="296175"/>
          </a:xfrm>
        </p:grpSpPr>
        <p:sp>
          <p:nvSpPr>
            <p:cNvPr id="6758" name="Google Shape;6758;p6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2"/>
          <p:cNvGrpSpPr/>
          <p:nvPr/>
        </p:nvGrpSpPr>
        <p:grpSpPr>
          <a:xfrm>
            <a:off x="6614135" y="1838236"/>
            <a:ext cx="353802" cy="348926"/>
            <a:chOff x="2034675" y="3617925"/>
            <a:chExt cx="299325" cy="295200"/>
          </a:xfrm>
        </p:grpSpPr>
        <p:sp>
          <p:nvSpPr>
            <p:cNvPr id="6765" name="Google Shape;6765;p6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2"/>
          <p:cNvGrpSpPr/>
          <p:nvPr/>
        </p:nvGrpSpPr>
        <p:grpSpPr>
          <a:xfrm>
            <a:off x="6615996" y="2284613"/>
            <a:ext cx="350079" cy="349133"/>
            <a:chOff x="2037825" y="3981825"/>
            <a:chExt cx="296175" cy="295375"/>
          </a:xfrm>
        </p:grpSpPr>
        <p:sp>
          <p:nvSpPr>
            <p:cNvPr id="6771" name="Google Shape;6771;p6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2"/>
          <p:cNvGrpSpPr/>
          <p:nvPr/>
        </p:nvGrpSpPr>
        <p:grpSpPr>
          <a:xfrm>
            <a:off x="5301014" y="2780929"/>
            <a:ext cx="350079" cy="285837"/>
            <a:chOff x="3860400" y="3254050"/>
            <a:chExt cx="296175" cy="241825"/>
          </a:xfrm>
        </p:grpSpPr>
        <p:sp>
          <p:nvSpPr>
            <p:cNvPr id="6775" name="Google Shape;6775;p6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62"/>
          <p:cNvGrpSpPr/>
          <p:nvPr/>
        </p:nvGrpSpPr>
        <p:grpSpPr>
          <a:xfrm>
            <a:off x="5300541" y="3196800"/>
            <a:ext cx="351024" cy="350079"/>
            <a:chOff x="3859600" y="3591950"/>
            <a:chExt cx="296975" cy="296175"/>
          </a:xfrm>
        </p:grpSpPr>
        <p:sp>
          <p:nvSpPr>
            <p:cNvPr id="6783" name="Google Shape;6783;p6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2"/>
          <p:cNvGrpSpPr/>
          <p:nvPr/>
        </p:nvGrpSpPr>
        <p:grpSpPr>
          <a:xfrm>
            <a:off x="5301014" y="3672883"/>
            <a:ext cx="350079" cy="350079"/>
            <a:chOff x="3860400" y="3955025"/>
            <a:chExt cx="296175" cy="296175"/>
          </a:xfrm>
        </p:grpSpPr>
        <p:sp>
          <p:nvSpPr>
            <p:cNvPr id="6787" name="Google Shape;6787;p6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62"/>
          <p:cNvGrpSpPr/>
          <p:nvPr/>
        </p:nvGrpSpPr>
        <p:grpSpPr>
          <a:xfrm>
            <a:off x="7516230" y="2749281"/>
            <a:ext cx="355664" cy="349133"/>
            <a:chOff x="5716825" y="3235950"/>
            <a:chExt cx="300900" cy="295375"/>
          </a:xfrm>
        </p:grpSpPr>
        <p:sp>
          <p:nvSpPr>
            <p:cNvPr id="6793" name="Google Shape;6793;p6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62"/>
          <p:cNvGrpSpPr/>
          <p:nvPr/>
        </p:nvGrpSpPr>
        <p:grpSpPr>
          <a:xfrm>
            <a:off x="7529261" y="3207969"/>
            <a:ext cx="329601" cy="327739"/>
            <a:chOff x="5727850" y="3609275"/>
            <a:chExt cx="278850" cy="277275"/>
          </a:xfrm>
        </p:grpSpPr>
        <p:sp>
          <p:nvSpPr>
            <p:cNvPr id="6798" name="Google Shape;6798;p6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62"/>
          <p:cNvGrpSpPr/>
          <p:nvPr/>
        </p:nvGrpSpPr>
        <p:grpSpPr>
          <a:xfrm>
            <a:off x="7540446" y="3673356"/>
            <a:ext cx="307231" cy="349133"/>
            <a:chOff x="5736525" y="3963700"/>
            <a:chExt cx="259925" cy="295375"/>
          </a:xfrm>
        </p:grpSpPr>
        <p:sp>
          <p:nvSpPr>
            <p:cNvPr id="6804" name="Google Shape;6804;p6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62"/>
          <p:cNvGrpSpPr/>
          <p:nvPr/>
        </p:nvGrpSpPr>
        <p:grpSpPr>
          <a:xfrm>
            <a:off x="6632026" y="4122683"/>
            <a:ext cx="351024" cy="350079"/>
            <a:chOff x="6553275" y="3604550"/>
            <a:chExt cx="296975" cy="296175"/>
          </a:xfrm>
        </p:grpSpPr>
        <p:sp>
          <p:nvSpPr>
            <p:cNvPr id="6812" name="Google Shape;6812;p6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8" name="Google Shape;6818;p62"/>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819" name="Google Shape;6819;p62"/>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23" name="Shape 6823"/>
        <p:cNvGrpSpPr/>
        <p:nvPr/>
      </p:nvGrpSpPr>
      <p:grpSpPr>
        <a:xfrm>
          <a:off x="0" y="0"/>
          <a:ext cx="0" cy="0"/>
          <a:chOff x="0" y="0"/>
          <a:chExt cx="0" cy="0"/>
        </a:xfrm>
      </p:grpSpPr>
      <p:grpSp>
        <p:nvGrpSpPr>
          <p:cNvPr id="6824" name="Google Shape;6824;p63"/>
          <p:cNvGrpSpPr/>
          <p:nvPr/>
        </p:nvGrpSpPr>
        <p:grpSpPr>
          <a:xfrm>
            <a:off x="859032" y="1380546"/>
            <a:ext cx="294401" cy="353645"/>
            <a:chOff x="-35814600" y="3202075"/>
            <a:chExt cx="242625" cy="291450"/>
          </a:xfrm>
        </p:grpSpPr>
        <p:sp>
          <p:nvSpPr>
            <p:cNvPr id="6825" name="Google Shape;6825;p6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63"/>
          <p:cNvGrpSpPr/>
          <p:nvPr/>
        </p:nvGrpSpPr>
        <p:grpSpPr>
          <a:xfrm>
            <a:off x="829410" y="1821466"/>
            <a:ext cx="353645" cy="353888"/>
            <a:chOff x="-35839800" y="3561025"/>
            <a:chExt cx="291450" cy="291650"/>
          </a:xfrm>
        </p:grpSpPr>
        <p:sp>
          <p:nvSpPr>
            <p:cNvPr id="6833" name="Google Shape;6833;p6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0" name="Google Shape;6840;p63"/>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1" name="Google Shape;6841;p63"/>
          <p:cNvGrpSpPr/>
          <p:nvPr/>
        </p:nvGrpSpPr>
        <p:grpSpPr>
          <a:xfrm>
            <a:off x="3066955" y="1380546"/>
            <a:ext cx="353645" cy="353645"/>
            <a:chOff x="-34003850" y="3227275"/>
            <a:chExt cx="291450" cy="291450"/>
          </a:xfrm>
        </p:grpSpPr>
        <p:sp>
          <p:nvSpPr>
            <p:cNvPr id="6842" name="Google Shape;6842;p6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3"/>
          <p:cNvGrpSpPr/>
          <p:nvPr/>
        </p:nvGrpSpPr>
        <p:grpSpPr>
          <a:xfrm>
            <a:off x="3066485" y="1821238"/>
            <a:ext cx="354586" cy="354343"/>
            <a:chOff x="-34004625" y="3585850"/>
            <a:chExt cx="292225" cy="292025"/>
          </a:xfrm>
        </p:grpSpPr>
        <p:sp>
          <p:nvSpPr>
            <p:cNvPr id="6848" name="Google Shape;6848;p6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63"/>
          <p:cNvGrpSpPr/>
          <p:nvPr/>
        </p:nvGrpSpPr>
        <p:grpSpPr>
          <a:xfrm>
            <a:off x="3066000" y="2256439"/>
            <a:ext cx="355557" cy="354616"/>
            <a:chOff x="-34005425" y="3945575"/>
            <a:chExt cx="293025" cy="292250"/>
          </a:xfrm>
        </p:grpSpPr>
        <p:sp>
          <p:nvSpPr>
            <p:cNvPr id="6854" name="Google Shape;6854;p6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63"/>
          <p:cNvGrpSpPr/>
          <p:nvPr/>
        </p:nvGrpSpPr>
        <p:grpSpPr>
          <a:xfrm>
            <a:off x="1713099" y="2729615"/>
            <a:ext cx="358408" cy="355557"/>
            <a:chOff x="-32174975" y="3192625"/>
            <a:chExt cx="295375" cy="293025"/>
          </a:xfrm>
        </p:grpSpPr>
        <p:sp>
          <p:nvSpPr>
            <p:cNvPr id="6858" name="Google Shape;6858;p6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2" name="Google Shape;6862;p63"/>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63"/>
          <p:cNvGrpSpPr/>
          <p:nvPr/>
        </p:nvGrpSpPr>
        <p:grpSpPr>
          <a:xfrm>
            <a:off x="3952249" y="2730570"/>
            <a:ext cx="354586" cy="353645"/>
            <a:chOff x="-30345325" y="3184750"/>
            <a:chExt cx="292225" cy="291450"/>
          </a:xfrm>
        </p:grpSpPr>
        <p:sp>
          <p:nvSpPr>
            <p:cNvPr id="6865" name="Google Shape;6865;p6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63"/>
          <p:cNvGrpSpPr/>
          <p:nvPr/>
        </p:nvGrpSpPr>
        <p:grpSpPr>
          <a:xfrm>
            <a:off x="1277001" y="1380546"/>
            <a:ext cx="353645" cy="353645"/>
            <a:chOff x="-35481425" y="3202075"/>
            <a:chExt cx="291450" cy="291450"/>
          </a:xfrm>
        </p:grpSpPr>
        <p:sp>
          <p:nvSpPr>
            <p:cNvPr id="6871" name="Google Shape;6871;p6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63"/>
          <p:cNvGrpSpPr/>
          <p:nvPr/>
        </p:nvGrpSpPr>
        <p:grpSpPr>
          <a:xfrm>
            <a:off x="1276531" y="1822072"/>
            <a:ext cx="354586" cy="352675"/>
            <a:chOff x="-35482200" y="3561225"/>
            <a:chExt cx="292225" cy="290650"/>
          </a:xfrm>
        </p:grpSpPr>
        <p:sp>
          <p:nvSpPr>
            <p:cNvPr id="6879" name="Google Shape;6879;p6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63"/>
          <p:cNvGrpSpPr/>
          <p:nvPr/>
        </p:nvGrpSpPr>
        <p:grpSpPr>
          <a:xfrm>
            <a:off x="1277001" y="2256940"/>
            <a:ext cx="353645" cy="353615"/>
            <a:chOff x="-35481425" y="3919600"/>
            <a:chExt cx="291450" cy="291425"/>
          </a:xfrm>
        </p:grpSpPr>
        <p:sp>
          <p:nvSpPr>
            <p:cNvPr id="6883" name="Google Shape;6883;p6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3"/>
          <p:cNvGrpSpPr/>
          <p:nvPr/>
        </p:nvGrpSpPr>
        <p:grpSpPr>
          <a:xfrm>
            <a:off x="3512636" y="1381031"/>
            <a:ext cx="357468" cy="352675"/>
            <a:chOff x="-33645475" y="3228075"/>
            <a:chExt cx="294600" cy="290650"/>
          </a:xfrm>
        </p:grpSpPr>
        <p:sp>
          <p:nvSpPr>
            <p:cNvPr id="6892" name="Google Shape;6892;p6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63"/>
          <p:cNvGrpSpPr/>
          <p:nvPr/>
        </p:nvGrpSpPr>
        <p:grpSpPr>
          <a:xfrm>
            <a:off x="3513606" y="1821116"/>
            <a:ext cx="355526" cy="354586"/>
            <a:chOff x="-33646250" y="3586425"/>
            <a:chExt cx="293000" cy="292225"/>
          </a:xfrm>
        </p:grpSpPr>
        <p:sp>
          <p:nvSpPr>
            <p:cNvPr id="6900" name="Google Shape;6900;p6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63"/>
          <p:cNvGrpSpPr/>
          <p:nvPr/>
        </p:nvGrpSpPr>
        <p:grpSpPr>
          <a:xfrm>
            <a:off x="3514076" y="2255969"/>
            <a:ext cx="354586" cy="355557"/>
            <a:chOff x="-33645475" y="3944800"/>
            <a:chExt cx="292225" cy="293025"/>
          </a:xfrm>
        </p:grpSpPr>
        <p:sp>
          <p:nvSpPr>
            <p:cNvPr id="6903" name="Google Shape;6903;p6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3"/>
          <p:cNvGrpSpPr/>
          <p:nvPr/>
        </p:nvGrpSpPr>
        <p:grpSpPr>
          <a:xfrm>
            <a:off x="2167295" y="2729706"/>
            <a:ext cx="352675" cy="355375"/>
            <a:chOff x="-31809525" y="3192625"/>
            <a:chExt cx="290650" cy="292875"/>
          </a:xfrm>
        </p:grpSpPr>
        <p:sp>
          <p:nvSpPr>
            <p:cNvPr id="6914" name="Google Shape;6914;p6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63"/>
          <p:cNvGrpSpPr/>
          <p:nvPr/>
        </p:nvGrpSpPr>
        <p:grpSpPr>
          <a:xfrm>
            <a:off x="2166810" y="3200258"/>
            <a:ext cx="353645" cy="355557"/>
            <a:chOff x="-31811100" y="3550975"/>
            <a:chExt cx="291450" cy="293025"/>
          </a:xfrm>
        </p:grpSpPr>
        <p:sp>
          <p:nvSpPr>
            <p:cNvPr id="6919" name="Google Shape;6919;p6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3"/>
          <p:cNvGrpSpPr/>
          <p:nvPr/>
        </p:nvGrpSpPr>
        <p:grpSpPr>
          <a:xfrm>
            <a:off x="2160606" y="3664562"/>
            <a:ext cx="366052" cy="356831"/>
            <a:chOff x="-31817400" y="3910025"/>
            <a:chExt cx="301675" cy="294075"/>
          </a:xfrm>
        </p:grpSpPr>
        <p:sp>
          <p:nvSpPr>
            <p:cNvPr id="6927" name="Google Shape;6927;p6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63"/>
          <p:cNvGrpSpPr/>
          <p:nvPr/>
        </p:nvGrpSpPr>
        <p:grpSpPr>
          <a:xfrm>
            <a:off x="3952234" y="3200743"/>
            <a:ext cx="354616" cy="354586"/>
            <a:chOff x="-30354000" y="3569100"/>
            <a:chExt cx="292250" cy="292225"/>
          </a:xfrm>
        </p:grpSpPr>
        <p:sp>
          <p:nvSpPr>
            <p:cNvPr id="6931" name="Google Shape;6931;p6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3"/>
          <p:cNvGrpSpPr/>
          <p:nvPr/>
        </p:nvGrpSpPr>
        <p:grpSpPr>
          <a:xfrm>
            <a:off x="1730812" y="1380546"/>
            <a:ext cx="342148" cy="353645"/>
            <a:chOff x="-35118325" y="3202075"/>
            <a:chExt cx="281975" cy="291450"/>
          </a:xfrm>
        </p:grpSpPr>
        <p:sp>
          <p:nvSpPr>
            <p:cNvPr id="6938" name="Google Shape;6938;p6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63"/>
          <p:cNvGrpSpPr/>
          <p:nvPr/>
        </p:nvGrpSpPr>
        <p:grpSpPr>
          <a:xfrm>
            <a:off x="1724593" y="1821799"/>
            <a:ext cx="354586" cy="353221"/>
            <a:chOff x="-35123050" y="3561225"/>
            <a:chExt cx="292225" cy="291100"/>
          </a:xfrm>
        </p:grpSpPr>
        <p:sp>
          <p:nvSpPr>
            <p:cNvPr id="6943" name="Google Shape;6943;p6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3"/>
          <p:cNvGrpSpPr/>
          <p:nvPr/>
        </p:nvGrpSpPr>
        <p:grpSpPr>
          <a:xfrm>
            <a:off x="1766652" y="2256940"/>
            <a:ext cx="270467" cy="353615"/>
            <a:chOff x="-35089175" y="3919600"/>
            <a:chExt cx="222900" cy="291425"/>
          </a:xfrm>
        </p:grpSpPr>
        <p:sp>
          <p:nvSpPr>
            <p:cNvPr id="6946" name="Google Shape;6946;p6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63"/>
          <p:cNvGrpSpPr/>
          <p:nvPr/>
        </p:nvGrpSpPr>
        <p:grpSpPr>
          <a:xfrm>
            <a:off x="3963648" y="1380303"/>
            <a:ext cx="336445" cy="354131"/>
            <a:chOff x="-33277650" y="3226875"/>
            <a:chExt cx="277275" cy="291850"/>
          </a:xfrm>
        </p:grpSpPr>
        <p:sp>
          <p:nvSpPr>
            <p:cNvPr id="6949" name="Google Shape;6949;p6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63"/>
          <p:cNvGrpSpPr/>
          <p:nvPr/>
        </p:nvGrpSpPr>
        <p:grpSpPr>
          <a:xfrm>
            <a:off x="3955048" y="1821587"/>
            <a:ext cx="353645" cy="353645"/>
            <a:chOff x="-33286325" y="3586425"/>
            <a:chExt cx="291450" cy="291450"/>
          </a:xfrm>
        </p:grpSpPr>
        <p:sp>
          <p:nvSpPr>
            <p:cNvPr id="6957" name="Google Shape;6957;p6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63"/>
          <p:cNvGrpSpPr/>
          <p:nvPr/>
        </p:nvGrpSpPr>
        <p:grpSpPr>
          <a:xfrm>
            <a:off x="3955048" y="2255969"/>
            <a:ext cx="353645" cy="355557"/>
            <a:chOff x="-33286325" y="3944800"/>
            <a:chExt cx="291450" cy="293025"/>
          </a:xfrm>
        </p:grpSpPr>
        <p:sp>
          <p:nvSpPr>
            <p:cNvPr id="6963" name="Google Shape;6963;p6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3"/>
          <p:cNvGrpSpPr/>
          <p:nvPr/>
        </p:nvGrpSpPr>
        <p:grpSpPr>
          <a:xfrm>
            <a:off x="2613445" y="2729129"/>
            <a:ext cx="353645" cy="356527"/>
            <a:chOff x="-31452725" y="3191825"/>
            <a:chExt cx="291450" cy="293825"/>
          </a:xfrm>
        </p:grpSpPr>
        <p:sp>
          <p:nvSpPr>
            <p:cNvPr id="6968" name="Google Shape;6968;p6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63"/>
          <p:cNvGrpSpPr/>
          <p:nvPr/>
        </p:nvGrpSpPr>
        <p:grpSpPr>
          <a:xfrm>
            <a:off x="2612975" y="3200744"/>
            <a:ext cx="354586" cy="354586"/>
            <a:chOff x="-31452725" y="3551775"/>
            <a:chExt cx="292225" cy="292225"/>
          </a:xfrm>
        </p:grpSpPr>
        <p:sp>
          <p:nvSpPr>
            <p:cNvPr id="6973" name="Google Shape;6973;p6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3"/>
          <p:cNvGrpSpPr/>
          <p:nvPr/>
        </p:nvGrpSpPr>
        <p:grpSpPr>
          <a:xfrm>
            <a:off x="2611534" y="3664729"/>
            <a:ext cx="357468" cy="356497"/>
            <a:chOff x="-31455100" y="3909350"/>
            <a:chExt cx="294600" cy="293800"/>
          </a:xfrm>
        </p:grpSpPr>
        <p:sp>
          <p:nvSpPr>
            <p:cNvPr id="6978" name="Google Shape;6978;p6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3"/>
          <p:cNvGrpSpPr/>
          <p:nvPr/>
        </p:nvGrpSpPr>
        <p:grpSpPr>
          <a:xfrm>
            <a:off x="3952719" y="3665684"/>
            <a:ext cx="353645" cy="354586"/>
            <a:chOff x="-30345325" y="3918800"/>
            <a:chExt cx="291450" cy="292225"/>
          </a:xfrm>
        </p:grpSpPr>
        <p:sp>
          <p:nvSpPr>
            <p:cNvPr id="6981" name="Google Shape;6981;p6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3"/>
          <p:cNvGrpSpPr/>
          <p:nvPr/>
        </p:nvGrpSpPr>
        <p:grpSpPr>
          <a:xfrm>
            <a:off x="2172184" y="1821587"/>
            <a:ext cx="353645" cy="353645"/>
            <a:chOff x="-34763900" y="3561225"/>
            <a:chExt cx="291450" cy="291450"/>
          </a:xfrm>
        </p:grpSpPr>
        <p:sp>
          <p:nvSpPr>
            <p:cNvPr id="6987" name="Google Shape;6987;p6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0" name="Google Shape;6990;p63"/>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1" name="Google Shape;6991;p63"/>
          <p:cNvGrpSpPr/>
          <p:nvPr/>
        </p:nvGrpSpPr>
        <p:grpSpPr>
          <a:xfrm>
            <a:off x="827081" y="2730099"/>
            <a:ext cx="354586" cy="354586"/>
            <a:chOff x="-32927950" y="3227275"/>
            <a:chExt cx="292225" cy="292225"/>
          </a:xfrm>
        </p:grpSpPr>
        <p:sp>
          <p:nvSpPr>
            <p:cNvPr id="6992" name="Google Shape;6992;p6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63"/>
          <p:cNvGrpSpPr/>
          <p:nvPr/>
        </p:nvGrpSpPr>
        <p:grpSpPr>
          <a:xfrm>
            <a:off x="826596" y="3201213"/>
            <a:ext cx="355557" cy="353645"/>
            <a:chOff x="-32927950" y="3586425"/>
            <a:chExt cx="293025" cy="291450"/>
          </a:xfrm>
        </p:grpSpPr>
        <p:sp>
          <p:nvSpPr>
            <p:cNvPr id="6998" name="Google Shape;6998;p6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63"/>
          <p:cNvGrpSpPr/>
          <p:nvPr/>
        </p:nvGrpSpPr>
        <p:grpSpPr>
          <a:xfrm>
            <a:off x="827081" y="3665198"/>
            <a:ext cx="354586" cy="355557"/>
            <a:chOff x="-32927950" y="3944800"/>
            <a:chExt cx="292225" cy="293025"/>
          </a:xfrm>
        </p:grpSpPr>
        <p:sp>
          <p:nvSpPr>
            <p:cNvPr id="7004" name="Google Shape;7004;p6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63"/>
          <p:cNvGrpSpPr/>
          <p:nvPr/>
        </p:nvGrpSpPr>
        <p:grpSpPr>
          <a:xfrm>
            <a:off x="3055873" y="2730449"/>
            <a:ext cx="354586" cy="353888"/>
            <a:chOff x="-31094350" y="3194000"/>
            <a:chExt cx="292225" cy="291650"/>
          </a:xfrm>
        </p:grpSpPr>
        <p:sp>
          <p:nvSpPr>
            <p:cNvPr id="7014" name="Google Shape;7014;p6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3"/>
          <p:cNvGrpSpPr/>
          <p:nvPr/>
        </p:nvGrpSpPr>
        <p:grpSpPr>
          <a:xfrm>
            <a:off x="3056343" y="3200941"/>
            <a:ext cx="353645" cy="354191"/>
            <a:chOff x="-31093575" y="3552550"/>
            <a:chExt cx="291450" cy="291900"/>
          </a:xfrm>
        </p:grpSpPr>
        <p:sp>
          <p:nvSpPr>
            <p:cNvPr id="7023" name="Google Shape;7023;p6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63"/>
          <p:cNvGrpSpPr/>
          <p:nvPr/>
        </p:nvGrpSpPr>
        <p:grpSpPr>
          <a:xfrm>
            <a:off x="2182711" y="1380546"/>
            <a:ext cx="332593" cy="353645"/>
            <a:chOff x="-34755225" y="3202075"/>
            <a:chExt cx="274100" cy="291450"/>
          </a:xfrm>
        </p:grpSpPr>
        <p:sp>
          <p:nvSpPr>
            <p:cNvPr id="7028" name="Google Shape;7028;p6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3"/>
          <p:cNvGrpSpPr/>
          <p:nvPr/>
        </p:nvGrpSpPr>
        <p:grpSpPr>
          <a:xfrm>
            <a:off x="3056343" y="3666169"/>
            <a:ext cx="353645" cy="353615"/>
            <a:chOff x="-31093575" y="3911725"/>
            <a:chExt cx="291450" cy="291425"/>
          </a:xfrm>
        </p:grpSpPr>
        <p:sp>
          <p:nvSpPr>
            <p:cNvPr id="7036" name="Google Shape;7036;p6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63"/>
          <p:cNvGrpSpPr/>
          <p:nvPr/>
        </p:nvGrpSpPr>
        <p:grpSpPr>
          <a:xfrm>
            <a:off x="2165773" y="4123136"/>
            <a:ext cx="356497" cy="354586"/>
            <a:chOff x="-29946000" y="3183175"/>
            <a:chExt cx="293800" cy="292225"/>
          </a:xfrm>
        </p:grpSpPr>
        <p:sp>
          <p:nvSpPr>
            <p:cNvPr id="7039" name="Google Shape;7039;p6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3"/>
          <p:cNvGrpSpPr/>
          <p:nvPr/>
        </p:nvGrpSpPr>
        <p:grpSpPr>
          <a:xfrm>
            <a:off x="2610305" y="1380289"/>
            <a:ext cx="358408" cy="354161"/>
            <a:chOff x="-34408675" y="3202075"/>
            <a:chExt cx="295375" cy="291875"/>
          </a:xfrm>
        </p:grpSpPr>
        <p:sp>
          <p:nvSpPr>
            <p:cNvPr id="7046" name="Google Shape;7046;p6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63"/>
          <p:cNvGrpSpPr/>
          <p:nvPr/>
        </p:nvGrpSpPr>
        <p:grpSpPr>
          <a:xfrm>
            <a:off x="2612216" y="1820283"/>
            <a:ext cx="354586" cy="356254"/>
            <a:chOff x="-34405525" y="3558075"/>
            <a:chExt cx="292225" cy="293600"/>
          </a:xfrm>
        </p:grpSpPr>
        <p:sp>
          <p:nvSpPr>
            <p:cNvPr id="7051" name="Google Shape;7051;p6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63"/>
          <p:cNvGrpSpPr/>
          <p:nvPr/>
        </p:nvGrpSpPr>
        <p:grpSpPr>
          <a:xfrm>
            <a:off x="2611730" y="2256940"/>
            <a:ext cx="355557" cy="353615"/>
            <a:chOff x="-34406325" y="3919600"/>
            <a:chExt cx="293025" cy="291425"/>
          </a:xfrm>
        </p:grpSpPr>
        <p:sp>
          <p:nvSpPr>
            <p:cNvPr id="7055" name="Google Shape;7055;p6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3"/>
          <p:cNvGrpSpPr/>
          <p:nvPr/>
        </p:nvGrpSpPr>
        <p:grpSpPr>
          <a:xfrm>
            <a:off x="1275628" y="2736303"/>
            <a:ext cx="353645" cy="342179"/>
            <a:chOff x="-32568800" y="3232000"/>
            <a:chExt cx="291450" cy="282000"/>
          </a:xfrm>
        </p:grpSpPr>
        <p:sp>
          <p:nvSpPr>
            <p:cNvPr id="7063" name="Google Shape;7063;p6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63"/>
          <p:cNvGrpSpPr/>
          <p:nvPr/>
        </p:nvGrpSpPr>
        <p:grpSpPr>
          <a:xfrm>
            <a:off x="1275158" y="3201213"/>
            <a:ext cx="354586" cy="353645"/>
            <a:chOff x="-32569575" y="3586425"/>
            <a:chExt cx="292225" cy="291450"/>
          </a:xfrm>
        </p:grpSpPr>
        <p:sp>
          <p:nvSpPr>
            <p:cNvPr id="7066" name="Google Shape;7066;p6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63"/>
          <p:cNvGrpSpPr/>
          <p:nvPr/>
        </p:nvGrpSpPr>
        <p:grpSpPr>
          <a:xfrm>
            <a:off x="1266073" y="3665805"/>
            <a:ext cx="372756" cy="354343"/>
            <a:chOff x="-32576675" y="3944600"/>
            <a:chExt cx="307200" cy="292025"/>
          </a:xfrm>
        </p:grpSpPr>
        <p:sp>
          <p:nvSpPr>
            <p:cNvPr id="7069" name="Google Shape;7069;p6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63"/>
          <p:cNvGrpSpPr/>
          <p:nvPr/>
        </p:nvGrpSpPr>
        <p:grpSpPr>
          <a:xfrm>
            <a:off x="3511040" y="2730100"/>
            <a:ext cx="354586" cy="354586"/>
            <a:chOff x="-30735200" y="3192625"/>
            <a:chExt cx="292225" cy="292225"/>
          </a:xfrm>
        </p:grpSpPr>
        <p:sp>
          <p:nvSpPr>
            <p:cNvPr id="7072" name="Google Shape;7072;p6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63"/>
          <p:cNvGrpSpPr/>
          <p:nvPr/>
        </p:nvGrpSpPr>
        <p:grpSpPr>
          <a:xfrm>
            <a:off x="3511040" y="3201532"/>
            <a:ext cx="354586" cy="353008"/>
            <a:chOff x="-30735200" y="3552550"/>
            <a:chExt cx="292225" cy="290925"/>
          </a:xfrm>
        </p:grpSpPr>
        <p:sp>
          <p:nvSpPr>
            <p:cNvPr id="7080" name="Google Shape;7080;p6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3"/>
          <p:cNvGrpSpPr/>
          <p:nvPr/>
        </p:nvGrpSpPr>
        <p:grpSpPr>
          <a:xfrm>
            <a:off x="3511040" y="3666154"/>
            <a:ext cx="354586" cy="353645"/>
            <a:chOff x="-30735200" y="3910925"/>
            <a:chExt cx="292225" cy="291450"/>
          </a:xfrm>
        </p:grpSpPr>
        <p:sp>
          <p:nvSpPr>
            <p:cNvPr id="7083" name="Google Shape;7083;p6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5" name="Google Shape;7085;p63"/>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6" name="Google Shape;7086;p63"/>
          <p:cNvGrpSpPr/>
          <p:nvPr/>
        </p:nvGrpSpPr>
        <p:grpSpPr>
          <a:xfrm>
            <a:off x="4864547" y="1375808"/>
            <a:ext cx="358971" cy="359224"/>
            <a:chOff x="-57956275" y="3197925"/>
            <a:chExt cx="319000" cy="319225"/>
          </a:xfrm>
        </p:grpSpPr>
        <p:sp>
          <p:nvSpPr>
            <p:cNvPr id="7087" name="Google Shape;7087;p6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3"/>
          <p:cNvGrpSpPr/>
          <p:nvPr/>
        </p:nvGrpSpPr>
        <p:grpSpPr>
          <a:xfrm>
            <a:off x="4886701" y="1832234"/>
            <a:ext cx="314662" cy="358971"/>
            <a:chOff x="-57940525" y="3590375"/>
            <a:chExt cx="279625" cy="319000"/>
          </a:xfrm>
        </p:grpSpPr>
        <p:sp>
          <p:nvSpPr>
            <p:cNvPr id="7095" name="Google Shape;7095;p6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3"/>
          <p:cNvGrpSpPr/>
          <p:nvPr/>
        </p:nvGrpSpPr>
        <p:grpSpPr>
          <a:xfrm>
            <a:off x="4857582" y="2273605"/>
            <a:ext cx="358099" cy="358999"/>
            <a:chOff x="-57959425" y="3982600"/>
            <a:chExt cx="318225" cy="319025"/>
          </a:xfrm>
        </p:grpSpPr>
        <p:sp>
          <p:nvSpPr>
            <p:cNvPr id="7101" name="Google Shape;7101;p6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3"/>
          <p:cNvGrpSpPr/>
          <p:nvPr/>
        </p:nvGrpSpPr>
        <p:grpSpPr>
          <a:xfrm>
            <a:off x="7057749" y="1376934"/>
            <a:ext cx="357226" cy="357226"/>
            <a:chOff x="-55987225" y="3198925"/>
            <a:chExt cx="317450" cy="317450"/>
          </a:xfrm>
        </p:grpSpPr>
        <p:sp>
          <p:nvSpPr>
            <p:cNvPr id="7106" name="Google Shape;7106;p6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63"/>
          <p:cNvGrpSpPr/>
          <p:nvPr/>
        </p:nvGrpSpPr>
        <p:grpSpPr>
          <a:xfrm>
            <a:off x="7057749" y="1832965"/>
            <a:ext cx="357226" cy="357367"/>
            <a:chOff x="-55987225" y="3591025"/>
            <a:chExt cx="317450" cy="317575"/>
          </a:xfrm>
        </p:grpSpPr>
        <p:sp>
          <p:nvSpPr>
            <p:cNvPr id="7111" name="Google Shape;7111;p6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63"/>
          <p:cNvGrpSpPr/>
          <p:nvPr/>
        </p:nvGrpSpPr>
        <p:grpSpPr>
          <a:xfrm>
            <a:off x="7071665" y="2273605"/>
            <a:ext cx="358999" cy="358999"/>
            <a:chOff x="-55988800" y="3982600"/>
            <a:chExt cx="319025" cy="319025"/>
          </a:xfrm>
        </p:grpSpPr>
        <p:sp>
          <p:nvSpPr>
            <p:cNvPr id="7117" name="Google Shape;7117;p6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63"/>
          <p:cNvGrpSpPr/>
          <p:nvPr/>
        </p:nvGrpSpPr>
        <p:grpSpPr>
          <a:xfrm>
            <a:off x="5730184" y="2731562"/>
            <a:ext cx="356326" cy="358971"/>
            <a:chOff x="-54026025" y="3192625"/>
            <a:chExt cx="316650" cy="319000"/>
          </a:xfrm>
        </p:grpSpPr>
        <p:sp>
          <p:nvSpPr>
            <p:cNvPr id="7123" name="Google Shape;7123;p6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3"/>
          <p:cNvGrpSpPr/>
          <p:nvPr/>
        </p:nvGrpSpPr>
        <p:grpSpPr>
          <a:xfrm>
            <a:off x="5750130" y="3202536"/>
            <a:ext cx="316434" cy="358099"/>
            <a:chOff x="-54007925" y="3584850"/>
            <a:chExt cx="281200" cy="318225"/>
          </a:xfrm>
        </p:grpSpPr>
        <p:sp>
          <p:nvSpPr>
            <p:cNvPr id="7132" name="Google Shape;7132;p6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3"/>
          <p:cNvGrpSpPr/>
          <p:nvPr/>
        </p:nvGrpSpPr>
        <p:grpSpPr>
          <a:xfrm>
            <a:off x="5750130" y="3664421"/>
            <a:ext cx="316434" cy="358914"/>
            <a:chOff x="-54007925" y="3975575"/>
            <a:chExt cx="281200" cy="318950"/>
          </a:xfrm>
        </p:grpSpPr>
        <p:sp>
          <p:nvSpPr>
            <p:cNvPr id="7139" name="Google Shape;7139;p6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3"/>
          <p:cNvGrpSpPr/>
          <p:nvPr/>
        </p:nvGrpSpPr>
        <p:grpSpPr>
          <a:xfrm>
            <a:off x="7984996" y="2748891"/>
            <a:ext cx="274770" cy="358492"/>
            <a:chOff x="-52005775" y="3208025"/>
            <a:chExt cx="244175" cy="318575"/>
          </a:xfrm>
        </p:grpSpPr>
        <p:sp>
          <p:nvSpPr>
            <p:cNvPr id="7144" name="Google Shape;7144;p6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3"/>
          <p:cNvGrpSpPr/>
          <p:nvPr/>
        </p:nvGrpSpPr>
        <p:grpSpPr>
          <a:xfrm>
            <a:off x="5291462" y="1376934"/>
            <a:ext cx="358099" cy="358099"/>
            <a:chOff x="-57568775" y="3198925"/>
            <a:chExt cx="318225" cy="318225"/>
          </a:xfrm>
        </p:grpSpPr>
        <p:sp>
          <p:nvSpPr>
            <p:cNvPr id="7156" name="Google Shape;7156;p6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63"/>
          <p:cNvGrpSpPr/>
          <p:nvPr/>
        </p:nvGrpSpPr>
        <p:grpSpPr>
          <a:xfrm>
            <a:off x="5313181" y="1832234"/>
            <a:ext cx="314662" cy="358099"/>
            <a:chOff x="-57549075" y="3590375"/>
            <a:chExt cx="279625" cy="318225"/>
          </a:xfrm>
        </p:grpSpPr>
        <p:sp>
          <p:nvSpPr>
            <p:cNvPr id="7163" name="Google Shape;7163;p6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3"/>
          <p:cNvGrpSpPr/>
          <p:nvPr/>
        </p:nvGrpSpPr>
        <p:grpSpPr>
          <a:xfrm>
            <a:off x="5305378" y="2273605"/>
            <a:ext cx="359871" cy="359871"/>
            <a:chOff x="-57570350" y="3982600"/>
            <a:chExt cx="319800" cy="319800"/>
          </a:xfrm>
        </p:grpSpPr>
        <p:sp>
          <p:nvSpPr>
            <p:cNvPr id="7168" name="Google Shape;7168;p6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3"/>
          <p:cNvGrpSpPr/>
          <p:nvPr/>
        </p:nvGrpSpPr>
        <p:grpSpPr>
          <a:xfrm>
            <a:off x="7520416" y="1376033"/>
            <a:ext cx="314662" cy="358999"/>
            <a:chOff x="-55576850" y="3198125"/>
            <a:chExt cx="279625" cy="319025"/>
          </a:xfrm>
        </p:grpSpPr>
        <p:sp>
          <p:nvSpPr>
            <p:cNvPr id="7173" name="Google Shape;7173;p6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3"/>
          <p:cNvGrpSpPr/>
          <p:nvPr/>
        </p:nvGrpSpPr>
        <p:grpSpPr>
          <a:xfrm>
            <a:off x="7497812" y="1832009"/>
            <a:ext cx="359871" cy="358324"/>
            <a:chOff x="-55596550" y="3590175"/>
            <a:chExt cx="319800" cy="318425"/>
          </a:xfrm>
        </p:grpSpPr>
        <p:sp>
          <p:nvSpPr>
            <p:cNvPr id="7178" name="Google Shape;7178;p6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3"/>
          <p:cNvGrpSpPr/>
          <p:nvPr/>
        </p:nvGrpSpPr>
        <p:grpSpPr>
          <a:xfrm>
            <a:off x="7513049" y="2273351"/>
            <a:ext cx="358999" cy="359252"/>
            <a:chOff x="-55595775" y="3982375"/>
            <a:chExt cx="319025" cy="319250"/>
          </a:xfrm>
        </p:grpSpPr>
        <p:sp>
          <p:nvSpPr>
            <p:cNvPr id="7183" name="Google Shape;7183;p6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3"/>
          <p:cNvGrpSpPr/>
          <p:nvPr/>
        </p:nvGrpSpPr>
        <p:grpSpPr>
          <a:xfrm>
            <a:off x="6170232" y="2731562"/>
            <a:ext cx="358999" cy="358099"/>
            <a:chOff x="-53635375" y="3192625"/>
            <a:chExt cx="319025" cy="318225"/>
          </a:xfrm>
        </p:grpSpPr>
        <p:sp>
          <p:nvSpPr>
            <p:cNvPr id="7190" name="Google Shape;7190;p6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3"/>
          <p:cNvGrpSpPr/>
          <p:nvPr/>
        </p:nvGrpSpPr>
        <p:grpSpPr>
          <a:xfrm>
            <a:off x="6192401" y="3202536"/>
            <a:ext cx="314662" cy="358999"/>
            <a:chOff x="-53615675" y="3584850"/>
            <a:chExt cx="279625" cy="319025"/>
          </a:xfrm>
        </p:grpSpPr>
        <p:sp>
          <p:nvSpPr>
            <p:cNvPr id="7194" name="Google Shape;7194;p6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3"/>
          <p:cNvGrpSpPr/>
          <p:nvPr/>
        </p:nvGrpSpPr>
        <p:grpSpPr>
          <a:xfrm>
            <a:off x="6170246" y="3665461"/>
            <a:ext cx="358971" cy="357874"/>
            <a:chOff x="-53634575" y="3976500"/>
            <a:chExt cx="319000" cy="318025"/>
          </a:xfrm>
        </p:grpSpPr>
        <p:sp>
          <p:nvSpPr>
            <p:cNvPr id="7198" name="Google Shape;7198;p6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3"/>
          <p:cNvGrpSpPr/>
          <p:nvPr/>
        </p:nvGrpSpPr>
        <p:grpSpPr>
          <a:xfrm>
            <a:off x="7965050" y="3208415"/>
            <a:ext cx="314662" cy="358436"/>
            <a:chOff x="-52023900" y="3590075"/>
            <a:chExt cx="279625" cy="318525"/>
          </a:xfrm>
        </p:grpSpPr>
        <p:sp>
          <p:nvSpPr>
            <p:cNvPr id="7207" name="Google Shape;7207;p6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3"/>
          <p:cNvGrpSpPr/>
          <p:nvPr/>
        </p:nvGrpSpPr>
        <p:grpSpPr>
          <a:xfrm>
            <a:off x="5728292" y="1376934"/>
            <a:ext cx="358971" cy="358971"/>
            <a:chOff x="-57173375" y="3198925"/>
            <a:chExt cx="319000" cy="319000"/>
          </a:xfrm>
        </p:grpSpPr>
        <p:sp>
          <p:nvSpPr>
            <p:cNvPr id="7215" name="Google Shape;7215;p6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3"/>
          <p:cNvGrpSpPr/>
          <p:nvPr/>
        </p:nvGrpSpPr>
        <p:grpSpPr>
          <a:xfrm>
            <a:off x="5729178" y="1854374"/>
            <a:ext cx="357198" cy="314690"/>
            <a:chOff x="-57176525" y="3610050"/>
            <a:chExt cx="317425" cy="279650"/>
          </a:xfrm>
        </p:grpSpPr>
        <p:sp>
          <p:nvSpPr>
            <p:cNvPr id="7220" name="Google Shape;7220;p6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63"/>
          <p:cNvGrpSpPr/>
          <p:nvPr/>
        </p:nvGrpSpPr>
        <p:grpSpPr>
          <a:xfrm>
            <a:off x="7939633" y="1376934"/>
            <a:ext cx="358099" cy="356326"/>
            <a:chOff x="-55202750" y="3198925"/>
            <a:chExt cx="318225" cy="316650"/>
          </a:xfrm>
        </p:grpSpPr>
        <p:sp>
          <p:nvSpPr>
            <p:cNvPr id="7226" name="Google Shape;7226;p6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3"/>
          <p:cNvGrpSpPr/>
          <p:nvPr/>
        </p:nvGrpSpPr>
        <p:grpSpPr>
          <a:xfrm>
            <a:off x="7950267" y="1832234"/>
            <a:ext cx="336830" cy="358099"/>
            <a:chOff x="-55194875" y="3590375"/>
            <a:chExt cx="299325" cy="318225"/>
          </a:xfrm>
        </p:grpSpPr>
        <p:sp>
          <p:nvSpPr>
            <p:cNvPr id="7229" name="Google Shape;7229;p6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63"/>
          <p:cNvGrpSpPr/>
          <p:nvPr/>
        </p:nvGrpSpPr>
        <p:grpSpPr>
          <a:xfrm>
            <a:off x="7954884" y="2274505"/>
            <a:ext cx="357198" cy="357198"/>
            <a:chOff x="-55203525" y="3983400"/>
            <a:chExt cx="317425" cy="317425"/>
          </a:xfrm>
        </p:grpSpPr>
        <p:sp>
          <p:nvSpPr>
            <p:cNvPr id="7235" name="Google Shape;7235;p6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3"/>
          <p:cNvGrpSpPr/>
          <p:nvPr/>
        </p:nvGrpSpPr>
        <p:grpSpPr>
          <a:xfrm>
            <a:off x="6621365" y="2731562"/>
            <a:ext cx="335930" cy="358971"/>
            <a:chOff x="-53232900" y="3192625"/>
            <a:chExt cx="298525" cy="319000"/>
          </a:xfrm>
        </p:grpSpPr>
        <p:sp>
          <p:nvSpPr>
            <p:cNvPr id="7239" name="Google Shape;7239;p6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63"/>
          <p:cNvGrpSpPr/>
          <p:nvPr/>
        </p:nvGrpSpPr>
        <p:grpSpPr>
          <a:xfrm>
            <a:off x="6610731" y="3202536"/>
            <a:ext cx="357198" cy="356326"/>
            <a:chOff x="-53242350" y="3584850"/>
            <a:chExt cx="317425" cy="316650"/>
          </a:xfrm>
        </p:grpSpPr>
        <p:sp>
          <p:nvSpPr>
            <p:cNvPr id="7248" name="Google Shape;7248;p6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63"/>
          <p:cNvGrpSpPr/>
          <p:nvPr/>
        </p:nvGrpSpPr>
        <p:grpSpPr>
          <a:xfrm>
            <a:off x="6631999" y="3665236"/>
            <a:ext cx="314662" cy="358999"/>
            <a:chOff x="-53224225" y="3976300"/>
            <a:chExt cx="279625" cy="319025"/>
          </a:xfrm>
        </p:grpSpPr>
        <p:sp>
          <p:nvSpPr>
            <p:cNvPr id="7254" name="Google Shape;7254;p6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3"/>
          <p:cNvGrpSpPr/>
          <p:nvPr/>
        </p:nvGrpSpPr>
        <p:grpSpPr>
          <a:xfrm>
            <a:off x="7942896" y="3672917"/>
            <a:ext cx="358971" cy="358408"/>
            <a:chOff x="-52043575" y="3983125"/>
            <a:chExt cx="319000" cy="318500"/>
          </a:xfrm>
        </p:grpSpPr>
        <p:sp>
          <p:nvSpPr>
            <p:cNvPr id="7262" name="Google Shape;7262;p6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3"/>
          <p:cNvGrpSpPr/>
          <p:nvPr/>
        </p:nvGrpSpPr>
        <p:grpSpPr>
          <a:xfrm>
            <a:off x="6196836" y="1376934"/>
            <a:ext cx="314662" cy="358971"/>
            <a:chOff x="-56766175" y="3198925"/>
            <a:chExt cx="279625" cy="319000"/>
          </a:xfrm>
        </p:grpSpPr>
        <p:sp>
          <p:nvSpPr>
            <p:cNvPr id="7272" name="Google Shape;7272;p6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3"/>
          <p:cNvGrpSpPr/>
          <p:nvPr/>
        </p:nvGrpSpPr>
        <p:grpSpPr>
          <a:xfrm>
            <a:off x="6195950" y="1832234"/>
            <a:ext cx="316434" cy="358099"/>
            <a:chOff x="-56766175" y="3590375"/>
            <a:chExt cx="281200" cy="318225"/>
          </a:xfrm>
        </p:grpSpPr>
        <p:sp>
          <p:nvSpPr>
            <p:cNvPr id="7280" name="Google Shape;7280;p6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63"/>
          <p:cNvGrpSpPr/>
          <p:nvPr/>
        </p:nvGrpSpPr>
        <p:grpSpPr>
          <a:xfrm>
            <a:off x="6232906" y="2273605"/>
            <a:ext cx="272126" cy="358099"/>
            <a:chOff x="-56747275" y="3982600"/>
            <a:chExt cx="241825" cy="318225"/>
          </a:xfrm>
        </p:grpSpPr>
        <p:sp>
          <p:nvSpPr>
            <p:cNvPr id="7285" name="Google Shape;7285;p6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3"/>
          <p:cNvGrpSpPr/>
          <p:nvPr/>
        </p:nvGrpSpPr>
        <p:grpSpPr>
          <a:xfrm>
            <a:off x="4840657" y="3215842"/>
            <a:ext cx="358999" cy="342991"/>
            <a:chOff x="-54812875" y="3596675"/>
            <a:chExt cx="319025" cy="304800"/>
          </a:xfrm>
        </p:grpSpPr>
        <p:sp>
          <p:nvSpPr>
            <p:cNvPr id="7293" name="Google Shape;7293;p6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0" name="Google Shape;7300;p63"/>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2" name="Google Shape;7302;p63"/>
          <p:cNvGrpSpPr/>
          <p:nvPr/>
        </p:nvGrpSpPr>
        <p:grpSpPr>
          <a:xfrm>
            <a:off x="4862826" y="3672326"/>
            <a:ext cx="314662" cy="358099"/>
            <a:chOff x="-54793175" y="3982600"/>
            <a:chExt cx="279625" cy="318225"/>
          </a:xfrm>
        </p:grpSpPr>
        <p:sp>
          <p:nvSpPr>
            <p:cNvPr id="7303" name="Google Shape;7303;p6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63"/>
          <p:cNvGrpSpPr/>
          <p:nvPr/>
        </p:nvGrpSpPr>
        <p:grpSpPr>
          <a:xfrm>
            <a:off x="7074284" y="2731562"/>
            <a:ext cx="314662" cy="358099"/>
            <a:chOff x="-52832000" y="3192625"/>
            <a:chExt cx="279625" cy="318225"/>
          </a:xfrm>
        </p:grpSpPr>
        <p:sp>
          <p:nvSpPr>
            <p:cNvPr id="7311" name="Google Shape;7311;p6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3"/>
          <p:cNvGrpSpPr/>
          <p:nvPr/>
        </p:nvGrpSpPr>
        <p:grpSpPr>
          <a:xfrm>
            <a:off x="5760817" y="2272929"/>
            <a:ext cx="323524" cy="358774"/>
            <a:chOff x="-57162350" y="3982000"/>
            <a:chExt cx="287500" cy="318825"/>
          </a:xfrm>
        </p:grpSpPr>
        <p:sp>
          <p:nvSpPr>
            <p:cNvPr id="7320" name="Google Shape;7320;p6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3"/>
          <p:cNvGrpSpPr/>
          <p:nvPr/>
        </p:nvGrpSpPr>
        <p:grpSpPr>
          <a:xfrm>
            <a:off x="7052130" y="3203436"/>
            <a:ext cx="358971" cy="357198"/>
            <a:chOff x="-52851675" y="3585650"/>
            <a:chExt cx="319000" cy="317425"/>
          </a:xfrm>
        </p:grpSpPr>
        <p:sp>
          <p:nvSpPr>
            <p:cNvPr id="7329" name="Google Shape;7329;p6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3"/>
          <p:cNvGrpSpPr/>
          <p:nvPr/>
        </p:nvGrpSpPr>
        <p:grpSpPr>
          <a:xfrm>
            <a:off x="7074284" y="3665236"/>
            <a:ext cx="314662" cy="358999"/>
            <a:chOff x="-52832000" y="3976300"/>
            <a:chExt cx="279625" cy="319025"/>
          </a:xfrm>
        </p:grpSpPr>
        <p:sp>
          <p:nvSpPr>
            <p:cNvPr id="7336" name="Google Shape;7336;p6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3"/>
          <p:cNvGrpSpPr/>
          <p:nvPr/>
        </p:nvGrpSpPr>
        <p:grpSpPr>
          <a:xfrm>
            <a:off x="6191490" y="4119884"/>
            <a:ext cx="316434" cy="358099"/>
            <a:chOff x="-51633225" y="3198925"/>
            <a:chExt cx="281200" cy="318225"/>
          </a:xfrm>
        </p:grpSpPr>
        <p:sp>
          <p:nvSpPr>
            <p:cNvPr id="7342" name="Google Shape;7342;p6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3"/>
          <p:cNvGrpSpPr/>
          <p:nvPr/>
        </p:nvGrpSpPr>
        <p:grpSpPr>
          <a:xfrm>
            <a:off x="6610314" y="1377806"/>
            <a:ext cx="365188" cy="357226"/>
            <a:chOff x="-56396775" y="3199700"/>
            <a:chExt cx="324525" cy="317450"/>
          </a:xfrm>
        </p:grpSpPr>
        <p:sp>
          <p:nvSpPr>
            <p:cNvPr id="7350" name="Google Shape;7350;p6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3"/>
          <p:cNvGrpSpPr/>
          <p:nvPr/>
        </p:nvGrpSpPr>
        <p:grpSpPr>
          <a:xfrm>
            <a:off x="6613408" y="1843740"/>
            <a:ext cx="358999" cy="335958"/>
            <a:chOff x="-56394425" y="3600600"/>
            <a:chExt cx="319025" cy="298550"/>
          </a:xfrm>
        </p:grpSpPr>
        <p:sp>
          <p:nvSpPr>
            <p:cNvPr id="7357" name="Google Shape;7357;p6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3"/>
          <p:cNvGrpSpPr/>
          <p:nvPr/>
        </p:nvGrpSpPr>
        <p:grpSpPr>
          <a:xfrm>
            <a:off x="6644175" y="2274505"/>
            <a:ext cx="327068" cy="357198"/>
            <a:chOff x="-56379450" y="3983400"/>
            <a:chExt cx="290650" cy="317425"/>
          </a:xfrm>
        </p:grpSpPr>
        <p:sp>
          <p:nvSpPr>
            <p:cNvPr id="7361" name="Google Shape;7361;p6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3"/>
          <p:cNvGrpSpPr/>
          <p:nvPr/>
        </p:nvGrpSpPr>
        <p:grpSpPr>
          <a:xfrm>
            <a:off x="5307879" y="2738651"/>
            <a:ext cx="316434" cy="358971"/>
            <a:chOff x="-54401725" y="3198925"/>
            <a:chExt cx="281200" cy="319000"/>
          </a:xfrm>
        </p:grpSpPr>
        <p:sp>
          <p:nvSpPr>
            <p:cNvPr id="7370" name="Google Shape;7370;p6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3"/>
          <p:cNvGrpSpPr/>
          <p:nvPr/>
        </p:nvGrpSpPr>
        <p:grpSpPr>
          <a:xfrm>
            <a:off x="5308766" y="3208753"/>
            <a:ext cx="314662" cy="358099"/>
            <a:chOff x="-54401725" y="3590375"/>
            <a:chExt cx="279625" cy="318225"/>
          </a:xfrm>
        </p:grpSpPr>
        <p:sp>
          <p:nvSpPr>
            <p:cNvPr id="7382" name="Google Shape;7382;p6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3"/>
          <p:cNvGrpSpPr/>
          <p:nvPr/>
        </p:nvGrpSpPr>
        <p:grpSpPr>
          <a:xfrm>
            <a:off x="5306557" y="3672326"/>
            <a:ext cx="319079" cy="358099"/>
            <a:chOff x="-54403300" y="3982600"/>
            <a:chExt cx="283550" cy="318225"/>
          </a:xfrm>
        </p:grpSpPr>
        <p:sp>
          <p:nvSpPr>
            <p:cNvPr id="7389" name="Google Shape;7389;p6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3"/>
          <p:cNvGrpSpPr/>
          <p:nvPr/>
        </p:nvGrpSpPr>
        <p:grpSpPr>
          <a:xfrm>
            <a:off x="7493951" y="2733559"/>
            <a:ext cx="356298" cy="356973"/>
            <a:chOff x="-52458650" y="3194400"/>
            <a:chExt cx="316625" cy="317225"/>
          </a:xfrm>
        </p:grpSpPr>
        <p:sp>
          <p:nvSpPr>
            <p:cNvPr id="7395" name="Google Shape;7395;p6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63"/>
          <p:cNvGrpSpPr/>
          <p:nvPr/>
        </p:nvGrpSpPr>
        <p:grpSpPr>
          <a:xfrm>
            <a:off x="4862826" y="2738651"/>
            <a:ext cx="314662" cy="358971"/>
            <a:chOff x="-54793175" y="3198925"/>
            <a:chExt cx="279625" cy="319000"/>
          </a:xfrm>
        </p:grpSpPr>
        <p:sp>
          <p:nvSpPr>
            <p:cNvPr id="7404" name="Google Shape;7404;p6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3"/>
          <p:cNvGrpSpPr/>
          <p:nvPr/>
        </p:nvGrpSpPr>
        <p:grpSpPr>
          <a:xfrm>
            <a:off x="7503249" y="3202536"/>
            <a:ext cx="337703" cy="357845"/>
            <a:chOff x="-52450000" y="3584850"/>
            <a:chExt cx="300100" cy="318000"/>
          </a:xfrm>
        </p:grpSpPr>
        <p:sp>
          <p:nvSpPr>
            <p:cNvPr id="7412" name="Google Shape;7412;p6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3"/>
          <p:cNvGrpSpPr/>
          <p:nvPr/>
        </p:nvGrpSpPr>
        <p:grpSpPr>
          <a:xfrm>
            <a:off x="7514769" y="3667009"/>
            <a:ext cx="314662" cy="357226"/>
            <a:chOff x="-52440550" y="3977875"/>
            <a:chExt cx="279625" cy="317450"/>
          </a:xfrm>
        </p:grpSpPr>
        <p:sp>
          <p:nvSpPr>
            <p:cNvPr id="7420" name="Google Shape;7420;p6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3"/>
          <p:cNvGrpSpPr/>
          <p:nvPr/>
        </p:nvGrpSpPr>
        <p:grpSpPr>
          <a:xfrm>
            <a:off x="6626703" y="4123215"/>
            <a:ext cx="314662" cy="358999"/>
            <a:chOff x="-51623775" y="3584850"/>
            <a:chExt cx="279625" cy="319025"/>
          </a:xfrm>
        </p:grpSpPr>
        <p:sp>
          <p:nvSpPr>
            <p:cNvPr id="7429" name="Google Shape;7429;p6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8" name="Google Shape;7438;p63"/>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439" name="Google Shape;7439;p63"/>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3" name="Shape 7443"/>
        <p:cNvGrpSpPr/>
        <p:nvPr/>
      </p:nvGrpSpPr>
      <p:grpSpPr>
        <a:xfrm>
          <a:off x="0" y="0"/>
          <a:ext cx="0" cy="0"/>
          <a:chOff x="0" y="0"/>
          <a:chExt cx="0" cy="0"/>
        </a:xfrm>
      </p:grpSpPr>
      <p:grpSp>
        <p:nvGrpSpPr>
          <p:cNvPr id="7444" name="Google Shape;7444;p64"/>
          <p:cNvGrpSpPr/>
          <p:nvPr/>
        </p:nvGrpSpPr>
        <p:grpSpPr>
          <a:xfrm>
            <a:off x="866775" y="1386849"/>
            <a:ext cx="276003" cy="357300"/>
            <a:chOff x="-50469125" y="3183175"/>
            <a:chExt cx="233150" cy="301825"/>
          </a:xfrm>
        </p:grpSpPr>
        <p:sp>
          <p:nvSpPr>
            <p:cNvPr id="7445" name="Google Shape;7445;p6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4"/>
          <p:cNvGrpSpPr/>
          <p:nvPr/>
        </p:nvGrpSpPr>
        <p:grpSpPr>
          <a:xfrm>
            <a:off x="826674" y="1822251"/>
            <a:ext cx="356205" cy="355288"/>
            <a:chOff x="-50504575" y="3550975"/>
            <a:chExt cx="300900" cy="300125"/>
          </a:xfrm>
        </p:grpSpPr>
        <p:sp>
          <p:nvSpPr>
            <p:cNvPr id="7449" name="Google Shape;7449;p6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4"/>
          <p:cNvGrpSpPr/>
          <p:nvPr/>
        </p:nvGrpSpPr>
        <p:grpSpPr>
          <a:xfrm>
            <a:off x="826674" y="2260493"/>
            <a:ext cx="356205" cy="354341"/>
            <a:chOff x="-50503000" y="3921175"/>
            <a:chExt cx="300900" cy="299325"/>
          </a:xfrm>
        </p:grpSpPr>
        <p:sp>
          <p:nvSpPr>
            <p:cNvPr id="7454" name="Google Shape;7454;p6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4"/>
          <p:cNvGrpSpPr/>
          <p:nvPr/>
        </p:nvGrpSpPr>
        <p:grpSpPr>
          <a:xfrm>
            <a:off x="3030727" y="1406411"/>
            <a:ext cx="355258" cy="356205"/>
            <a:chOff x="-48630025" y="3199700"/>
            <a:chExt cx="300100" cy="300900"/>
          </a:xfrm>
        </p:grpSpPr>
        <p:sp>
          <p:nvSpPr>
            <p:cNvPr id="7460" name="Google Shape;7460;p6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64"/>
          <p:cNvGrpSpPr/>
          <p:nvPr/>
        </p:nvGrpSpPr>
        <p:grpSpPr>
          <a:xfrm>
            <a:off x="3030727" y="1843707"/>
            <a:ext cx="355258" cy="355258"/>
            <a:chOff x="-48630025" y="3569100"/>
            <a:chExt cx="300100" cy="300100"/>
          </a:xfrm>
        </p:grpSpPr>
        <p:sp>
          <p:nvSpPr>
            <p:cNvPr id="7464" name="Google Shape;7464;p6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4"/>
          <p:cNvGrpSpPr/>
          <p:nvPr/>
        </p:nvGrpSpPr>
        <p:grpSpPr>
          <a:xfrm>
            <a:off x="3031201" y="2281003"/>
            <a:ext cx="354311" cy="353394"/>
            <a:chOff x="-48629225" y="3938500"/>
            <a:chExt cx="299300" cy="298525"/>
          </a:xfrm>
        </p:grpSpPr>
        <p:sp>
          <p:nvSpPr>
            <p:cNvPr id="7475" name="Google Shape;7475;p6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4"/>
          <p:cNvGrpSpPr/>
          <p:nvPr/>
        </p:nvGrpSpPr>
        <p:grpSpPr>
          <a:xfrm>
            <a:off x="1766604" y="2752344"/>
            <a:ext cx="311458" cy="354341"/>
            <a:chOff x="-46762575" y="3200500"/>
            <a:chExt cx="263100" cy="299325"/>
          </a:xfrm>
        </p:grpSpPr>
        <p:sp>
          <p:nvSpPr>
            <p:cNvPr id="7480" name="Google Shape;7480;p6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4"/>
          <p:cNvGrpSpPr/>
          <p:nvPr/>
        </p:nvGrpSpPr>
        <p:grpSpPr>
          <a:xfrm>
            <a:off x="1744689" y="3211066"/>
            <a:ext cx="355288" cy="312375"/>
            <a:chOff x="-46779900" y="3588000"/>
            <a:chExt cx="300125" cy="263875"/>
          </a:xfrm>
        </p:grpSpPr>
        <p:sp>
          <p:nvSpPr>
            <p:cNvPr id="7486" name="Google Shape;7486;p6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4"/>
          <p:cNvGrpSpPr/>
          <p:nvPr/>
        </p:nvGrpSpPr>
        <p:grpSpPr>
          <a:xfrm>
            <a:off x="1745162" y="3625988"/>
            <a:ext cx="354341" cy="353394"/>
            <a:chOff x="-46779100" y="3938500"/>
            <a:chExt cx="299325" cy="298525"/>
          </a:xfrm>
        </p:grpSpPr>
        <p:sp>
          <p:nvSpPr>
            <p:cNvPr id="7491" name="Google Shape;7491;p6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4"/>
          <p:cNvGrpSpPr/>
          <p:nvPr/>
        </p:nvGrpSpPr>
        <p:grpSpPr>
          <a:xfrm>
            <a:off x="3952900" y="2758855"/>
            <a:ext cx="355258" cy="355288"/>
            <a:chOff x="-44924250" y="3206000"/>
            <a:chExt cx="300100" cy="300125"/>
          </a:xfrm>
        </p:grpSpPr>
        <p:sp>
          <p:nvSpPr>
            <p:cNvPr id="7494" name="Google Shape;7494;p6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4"/>
          <p:cNvGrpSpPr/>
          <p:nvPr/>
        </p:nvGrpSpPr>
        <p:grpSpPr>
          <a:xfrm>
            <a:off x="1267386" y="1386849"/>
            <a:ext cx="355258" cy="355258"/>
            <a:chOff x="-50134375" y="3183175"/>
            <a:chExt cx="300100" cy="300100"/>
          </a:xfrm>
        </p:grpSpPr>
        <p:sp>
          <p:nvSpPr>
            <p:cNvPr id="7500" name="Google Shape;7500;p6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4"/>
          <p:cNvGrpSpPr/>
          <p:nvPr/>
        </p:nvGrpSpPr>
        <p:grpSpPr>
          <a:xfrm>
            <a:off x="1267386" y="1822251"/>
            <a:ext cx="355258" cy="355288"/>
            <a:chOff x="-50134375" y="3550975"/>
            <a:chExt cx="300100" cy="300125"/>
          </a:xfrm>
        </p:grpSpPr>
        <p:sp>
          <p:nvSpPr>
            <p:cNvPr id="7511" name="Google Shape;7511;p6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4"/>
          <p:cNvGrpSpPr/>
          <p:nvPr/>
        </p:nvGrpSpPr>
        <p:grpSpPr>
          <a:xfrm>
            <a:off x="1267386" y="2259783"/>
            <a:ext cx="355258" cy="355051"/>
            <a:chOff x="-50134375" y="3920575"/>
            <a:chExt cx="300100" cy="299925"/>
          </a:xfrm>
        </p:grpSpPr>
        <p:sp>
          <p:nvSpPr>
            <p:cNvPr id="7514" name="Google Shape;7514;p6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4"/>
          <p:cNvGrpSpPr/>
          <p:nvPr/>
        </p:nvGrpSpPr>
        <p:grpSpPr>
          <a:xfrm>
            <a:off x="3478110" y="1407358"/>
            <a:ext cx="357123" cy="355258"/>
            <a:chOff x="-48262200" y="3200500"/>
            <a:chExt cx="301675" cy="300100"/>
          </a:xfrm>
        </p:grpSpPr>
        <p:sp>
          <p:nvSpPr>
            <p:cNvPr id="7518" name="Google Shape;7518;p6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64"/>
          <p:cNvGrpSpPr/>
          <p:nvPr/>
        </p:nvGrpSpPr>
        <p:grpSpPr>
          <a:xfrm>
            <a:off x="3507483" y="1844447"/>
            <a:ext cx="298377" cy="354519"/>
            <a:chOff x="-48233050" y="3569725"/>
            <a:chExt cx="252050" cy="299475"/>
          </a:xfrm>
        </p:grpSpPr>
        <p:sp>
          <p:nvSpPr>
            <p:cNvPr id="7528" name="Google Shape;7528;p6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4"/>
          <p:cNvGrpSpPr/>
          <p:nvPr/>
        </p:nvGrpSpPr>
        <p:grpSpPr>
          <a:xfrm>
            <a:off x="3531248" y="2278191"/>
            <a:ext cx="250847" cy="358070"/>
            <a:chOff x="-48216525" y="3936125"/>
            <a:chExt cx="211900" cy="302475"/>
          </a:xfrm>
        </p:grpSpPr>
        <p:sp>
          <p:nvSpPr>
            <p:cNvPr id="7532" name="Google Shape;7532;p6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4"/>
          <p:cNvGrpSpPr/>
          <p:nvPr/>
        </p:nvGrpSpPr>
        <p:grpSpPr>
          <a:xfrm>
            <a:off x="2186966" y="2753261"/>
            <a:ext cx="355258" cy="355288"/>
            <a:chOff x="-46410500" y="3201275"/>
            <a:chExt cx="300100" cy="300125"/>
          </a:xfrm>
        </p:grpSpPr>
        <p:sp>
          <p:nvSpPr>
            <p:cNvPr id="7537" name="Google Shape;7537;p6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4"/>
          <p:cNvGrpSpPr/>
          <p:nvPr/>
        </p:nvGrpSpPr>
        <p:grpSpPr>
          <a:xfrm>
            <a:off x="2186966" y="3188692"/>
            <a:ext cx="355258" cy="356205"/>
            <a:chOff x="-46409700" y="3569100"/>
            <a:chExt cx="300100" cy="300900"/>
          </a:xfrm>
        </p:grpSpPr>
        <p:sp>
          <p:nvSpPr>
            <p:cNvPr id="7543" name="Google Shape;7543;p6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4"/>
          <p:cNvGrpSpPr/>
          <p:nvPr/>
        </p:nvGrpSpPr>
        <p:grpSpPr>
          <a:xfrm>
            <a:off x="2174847" y="3624124"/>
            <a:ext cx="379497" cy="358070"/>
            <a:chOff x="-46422300" y="3936925"/>
            <a:chExt cx="320575" cy="302475"/>
          </a:xfrm>
        </p:grpSpPr>
        <p:sp>
          <p:nvSpPr>
            <p:cNvPr id="7549" name="Google Shape;7549;p6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4"/>
          <p:cNvGrpSpPr/>
          <p:nvPr/>
        </p:nvGrpSpPr>
        <p:grpSpPr>
          <a:xfrm>
            <a:off x="3952426" y="3178452"/>
            <a:ext cx="356205" cy="355258"/>
            <a:chOff x="-44914800" y="3560450"/>
            <a:chExt cx="300900" cy="300100"/>
          </a:xfrm>
        </p:grpSpPr>
        <p:sp>
          <p:nvSpPr>
            <p:cNvPr id="7552" name="Google Shape;7552;p6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64"/>
          <p:cNvGrpSpPr/>
          <p:nvPr/>
        </p:nvGrpSpPr>
        <p:grpSpPr>
          <a:xfrm>
            <a:off x="1707478" y="1387086"/>
            <a:ext cx="354311" cy="354104"/>
            <a:chOff x="-49764975" y="3183375"/>
            <a:chExt cx="299300" cy="299125"/>
          </a:xfrm>
        </p:grpSpPr>
        <p:sp>
          <p:nvSpPr>
            <p:cNvPr id="7558" name="Google Shape;7558;p6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4"/>
          <p:cNvGrpSpPr/>
          <p:nvPr/>
        </p:nvGrpSpPr>
        <p:grpSpPr>
          <a:xfrm>
            <a:off x="1707478" y="1822547"/>
            <a:ext cx="354311" cy="355909"/>
            <a:chOff x="-49764975" y="3551225"/>
            <a:chExt cx="299300" cy="300650"/>
          </a:xfrm>
        </p:grpSpPr>
        <p:sp>
          <p:nvSpPr>
            <p:cNvPr id="7568" name="Google Shape;7568;p6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4"/>
          <p:cNvGrpSpPr/>
          <p:nvPr/>
        </p:nvGrpSpPr>
        <p:grpSpPr>
          <a:xfrm>
            <a:off x="1705140" y="2259310"/>
            <a:ext cx="358987" cy="355525"/>
            <a:chOff x="-49766550" y="3920175"/>
            <a:chExt cx="303250" cy="300325"/>
          </a:xfrm>
        </p:grpSpPr>
        <p:sp>
          <p:nvSpPr>
            <p:cNvPr id="7580" name="Google Shape;7580;p6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4"/>
          <p:cNvGrpSpPr/>
          <p:nvPr/>
        </p:nvGrpSpPr>
        <p:grpSpPr>
          <a:xfrm>
            <a:off x="3920671" y="1407358"/>
            <a:ext cx="357123" cy="354341"/>
            <a:chOff x="-47892800" y="3200500"/>
            <a:chExt cx="301675" cy="299325"/>
          </a:xfrm>
        </p:grpSpPr>
        <p:sp>
          <p:nvSpPr>
            <p:cNvPr id="7585" name="Google Shape;7585;p6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4"/>
          <p:cNvGrpSpPr/>
          <p:nvPr/>
        </p:nvGrpSpPr>
        <p:grpSpPr>
          <a:xfrm>
            <a:off x="3984537" y="1843707"/>
            <a:ext cx="229391" cy="355258"/>
            <a:chOff x="-47839250" y="3569100"/>
            <a:chExt cx="193775" cy="300100"/>
          </a:xfrm>
        </p:grpSpPr>
        <p:sp>
          <p:nvSpPr>
            <p:cNvPr id="7592" name="Google Shape;7592;p6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4"/>
          <p:cNvGrpSpPr/>
          <p:nvPr/>
        </p:nvGrpSpPr>
        <p:grpSpPr>
          <a:xfrm>
            <a:off x="3921603" y="2280056"/>
            <a:ext cx="355258" cy="356205"/>
            <a:chOff x="-47892800" y="3937700"/>
            <a:chExt cx="300100" cy="300900"/>
          </a:xfrm>
        </p:grpSpPr>
        <p:sp>
          <p:nvSpPr>
            <p:cNvPr id="7599" name="Google Shape;7599;p6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4"/>
          <p:cNvGrpSpPr/>
          <p:nvPr/>
        </p:nvGrpSpPr>
        <p:grpSpPr>
          <a:xfrm>
            <a:off x="2626898" y="2773770"/>
            <a:ext cx="355258" cy="311458"/>
            <a:chOff x="-46042675" y="3218600"/>
            <a:chExt cx="300100" cy="263100"/>
          </a:xfrm>
        </p:grpSpPr>
        <p:sp>
          <p:nvSpPr>
            <p:cNvPr id="7608" name="Google Shape;7608;p6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4"/>
          <p:cNvGrpSpPr/>
          <p:nvPr/>
        </p:nvGrpSpPr>
        <p:grpSpPr>
          <a:xfrm>
            <a:off x="2626898" y="3188219"/>
            <a:ext cx="355258" cy="323118"/>
            <a:chOff x="-46042675" y="3568700"/>
            <a:chExt cx="300100" cy="272950"/>
          </a:xfrm>
        </p:grpSpPr>
        <p:sp>
          <p:nvSpPr>
            <p:cNvPr id="7615" name="Google Shape;7615;p6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64"/>
          <p:cNvGrpSpPr/>
          <p:nvPr/>
        </p:nvGrpSpPr>
        <p:grpSpPr>
          <a:xfrm>
            <a:off x="2668849" y="3625189"/>
            <a:ext cx="271357" cy="356057"/>
            <a:chOff x="-46007225" y="3937825"/>
            <a:chExt cx="229225" cy="300775"/>
          </a:xfrm>
        </p:grpSpPr>
        <p:sp>
          <p:nvSpPr>
            <p:cNvPr id="7620" name="Google Shape;7620;p6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4"/>
          <p:cNvGrpSpPr/>
          <p:nvPr/>
        </p:nvGrpSpPr>
        <p:grpSpPr>
          <a:xfrm>
            <a:off x="3974341" y="3615275"/>
            <a:ext cx="312375" cy="357596"/>
            <a:chOff x="-44895900" y="3929450"/>
            <a:chExt cx="263875" cy="302075"/>
          </a:xfrm>
        </p:grpSpPr>
        <p:sp>
          <p:nvSpPr>
            <p:cNvPr id="7631" name="Google Shape;7631;p6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4"/>
          <p:cNvGrpSpPr/>
          <p:nvPr/>
        </p:nvGrpSpPr>
        <p:grpSpPr>
          <a:xfrm>
            <a:off x="2148160" y="1398036"/>
            <a:ext cx="356205" cy="332885"/>
            <a:chOff x="-49397175" y="3192625"/>
            <a:chExt cx="300900" cy="281200"/>
          </a:xfrm>
        </p:grpSpPr>
        <p:sp>
          <p:nvSpPr>
            <p:cNvPr id="7638" name="Google Shape;7638;p6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4"/>
          <p:cNvGrpSpPr/>
          <p:nvPr/>
        </p:nvGrpSpPr>
        <p:grpSpPr>
          <a:xfrm>
            <a:off x="2174263" y="1822251"/>
            <a:ext cx="304000" cy="356205"/>
            <a:chOff x="-49375900" y="3550975"/>
            <a:chExt cx="256800" cy="300900"/>
          </a:xfrm>
        </p:grpSpPr>
        <p:sp>
          <p:nvSpPr>
            <p:cNvPr id="7646" name="Google Shape;7646;p6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4"/>
          <p:cNvGrpSpPr/>
          <p:nvPr/>
        </p:nvGrpSpPr>
        <p:grpSpPr>
          <a:xfrm>
            <a:off x="2169616" y="2259546"/>
            <a:ext cx="313293" cy="356205"/>
            <a:chOff x="-49378250" y="3920375"/>
            <a:chExt cx="264650" cy="300900"/>
          </a:xfrm>
        </p:grpSpPr>
        <p:sp>
          <p:nvSpPr>
            <p:cNvPr id="7658" name="Google Shape;7658;p6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64"/>
          <p:cNvGrpSpPr/>
          <p:nvPr/>
        </p:nvGrpSpPr>
        <p:grpSpPr>
          <a:xfrm>
            <a:off x="888604" y="2752344"/>
            <a:ext cx="312375" cy="357123"/>
            <a:chOff x="-47505300" y="3200500"/>
            <a:chExt cx="263875" cy="301675"/>
          </a:xfrm>
        </p:grpSpPr>
        <p:sp>
          <p:nvSpPr>
            <p:cNvPr id="7666" name="Google Shape;7666;p6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4"/>
          <p:cNvGrpSpPr/>
          <p:nvPr/>
        </p:nvGrpSpPr>
        <p:grpSpPr>
          <a:xfrm>
            <a:off x="866704" y="3188692"/>
            <a:ext cx="356176" cy="355051"/>
            <a:chOff x="-47524975" y="3569100"/>
            <a:chExt cx="300875" cy="299925"/>
          </a:xfrm>
        </p:grpSpPr>
        <p:sp>
          <p:nvSpPr>
            <p:cNvPr id="7680" name="Google Shape;7680;p6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4"/>
          <p:cNvGrpSpPr/>
          <p:nvPr/>
        </p:nvGrpSpPr>
        <p:grpSpPr>
          <a:xfrm>
            <a:off x="867162" y="3667954"/>
            <a:ext cx="355258" cy="270410"/>
            <a:chOff x="-47523400" y="3973950"/>
            <a:chExt cx="300100" cy="228425"/>
          </a:xfrm>
        </p:grpSpPr>
        <p:sp>
          <p:nvSpPr>
            <p:cNvPr id="7686" name="Google Shape;7686;p6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64"/>
          <p:cNvGrpSpPr/>
          <p:nvPr/>
        </p:nvGrpSpPr>
        <p:grpSpPr>
          <a:xfrm>
            <a:off x="3072283" y="2750953"/>
            <a:ext cx="354341" cy="357596"/>
            <a:chOff x="-45673275" y="3199325"/>
            <a:chExt cx="299325" cy="302075"/>
          </a:xfrm>
        </p:grpSpPr>
        <p:sp>
          <p:nvSpPr>
            <p:cNvPr id="7692" name="Google Shape;7692;p6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4"/>
          <p:cNvGrpSpPr/>
          <p:nvPr/>
        </p:nvGrpSpPr>
        <p:grpSpPr>
          <a:xfrm>
            <a:off x="3071351" y="3209202"/>
            <a:ext cx="356205" cy="314240"/>
            <a:chOff x="-45674075" y="3586425"/>
            <a:chExt cx="300900" cy="265450"/>
          </a:xfrm>
        </p:grpSpPr>
        <p:sp>
          <p:nvSpPr>
            <p:cNvPr id="7696" name="Google Shape;7696;p6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4"/>
          <p:cNvGrpSpPr/>
          <p:nvPr/>
        </p:nvGrpSpPr>
        <p:grpSpPr>
          <a:xfrm>
            <a:off x="3072283" y="3625041"/>
            <a:ext cx="354341" cy="356205"/>
            <a:chOff x="-45673275" y="3937700"/>
            <a:chExt cx="299325" cy="300900"/>
          </a:xfrm>
        </p:grpSpPr>
        <p:sp>
          <p:nvSpPr>
            <p:cNvPr id="7699" name="Google Shape;7699;p6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64"/>
          <p:cNvGrpSpPr/>
          <p:nvPr/>
        </p:nvGrpSpPr>
        <p:grpSpPr>
          <a:xfrm>
            <a:off x="2186449" y="4117825"/>
            <a:ext cx="356205" cy="356205"/>
            <a:chOff x="-44512325" y="3176075"/>
            <a:chExt cx="300900" cy="300900"/>
          </a:xfrm>
        </p:grpSpPr>
        <p:sp>
          <p:nvSpPr>
            <p:cNvPr id="7706" name="Google Shape;7706;p6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4"/>
          <p:cNvGrpSpPr/>
          <p:nvPr/>
        </p:nvGrpSpPr>
        <p:grpSpPr>
          <a:xfrm>
            <a:off x="2589789" y="1386849"/>
            <a:ext cx="354341" cy="354341"/>
            <a:chOff x="-49027775" y="3183175"/>
            <a:chExt cx="299325" cy="299325"/>
          </a:xfrm>
        </p:grpSpPr>
        <p:sp>
          <p:nvSpPr>
            <p:cNvPr id="7710" name="Google Shape;7710;p6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4"/>
          <p:cNvGrpSpPr/>
          <p:nvPr/>
        </p:nvGrpSpPr>
        <p:grpSpPr>
          <a:xfrm>
            <a:off x="2589330" y="1822251"/>
            <a:ext cx="355258" cy="357152"/>
            <a:chOff x="-49027775" y="3550975"/>
            <a:chExt cx="300100" cy="301700"/>
          </a:xfrm>
        </p:grpSpPr>
        <p:sp>
          <p:nvSpPr>
            <p:cNvPr id="7715" name="Google Shape;7715;p6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4"/>
          <p:cNvGrpSpPr/>
          <p:nvPr/>
        </p:nvGrpSpPr>
        <p:grpSpPr>
          <a:xfrm>
            <a:off x="2587406" y="2259310"/>
            <a:ext cx="359106" cy="355525"/>
            <a:chOff x="-49031025" y="3920175"/>
            <a:chExt cx="303350" cy="300325"/>
          </a:xfrm>
        </p:grpSpPr>
        <p:sp>
          <p:nvSpPr>
            <p:cNvPr id="7726" name="Google Shape;7726;p6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64"/>
          <p:cNvGrpSpPr/>
          <p:nvPr/>
        </p:nvGrpSpPr>
        <p:grpSpPr>
          <a:xfrm>
            <a:off x="1303511" y="2752344"/>
            <a:ext cx="356176" cy="354341"/>
            <a:chOff x="-47155575" y="3200500"/>
            <a:chExt cx="300875" cy="299325"/>
          </a:xfrm>
        </p:grpSpPr>
        <p:sp>
          <p:nvSpPr>
            <p:cNvPr id="7733" name="Google Shape;7733;p6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4"/>
          <p:cNvGrpSpPr/>
          <p:nvPr/>
        </p:nvGrpSpPr>
        <p:grpSpPr>
          <a:xfrm>
            <a:off x="1303970" y="3188692"/>
            <a:ext cx="355258" cy="355258"/>
            <a:chOff x="-47154800" y="3569100"/>
            <a:chExt cx="300100" cy="300100"/>
          </a:xfrm>
        </p:grpSpPr>
        <p:sp>
          <p:nvSpPr>
            <p:cNvPr id="7740" name="Google Shape;7740;p6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4"/>
          <p:cNvGrpSpPr/>
          <p:nvPr/>
        </p:nvGrpSpPr>
        <p:grpSpPr>
          <a:xfrm>
            <a:off x="1304443" y="3626905"/>
            <a:ext cx="354311" cy="353423"/>
            <a:chOff x="-47154000" y="3939275"/>
            <a:chExt cx="299300" cy="298550"/>
          </a:xfrm>
        </p:grpSpPr>
        <p:sp>
          <p:nvSpPr>
            <p:cNvPr id="7747" name="Google Shape;7747;p6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4"/>
          <p:cNvGrpSpPr/>
          <p:nvPr/>
        </p:nvGrpSpPr>
        <p:grpSpPr>
          <a:xfrm>
            <a:off x="3529733" y="2752344"/>
            <a:ext cx="312375" cy="354341"/>
            <a:chOff x="-45286550" y="3200500"/>
            <a:chExt cx="263875" cy="299325"/>
          </a:xfrm>
        </p:grpSpPr>
        <p:sp>
          <p:nvSpPr>
            <p:cNvPr id="7752" name="Google Shape;7752;p6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4"/>
          <p:cNvGrpSpPr/>
          <p:nvPr/>
        </p:nvGrpSpPr>
        <p:grpSpPr>
          <a:xfrm>
            <a:off x="3529733" y="3189639"/>
            <a:ext cx="312375" cy="354311"/>
            <a:chOff x="-45286550" y="3569900"/>
            <a:chExt cx="263875" cy="299300"/>
          </a:xfrm>
        </p:grpSpPr>
        <p:sp>
          <p:nvSpPr>
            <p:cNvPr id="7756" name="Google Shape;7756;p6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4"/>
          <p:cNvGrpSpPr/>
          <p:nvPr/>
        </p:nvGrpSpPr>
        <p:grpSpPr>
          <a:xfrm>
            <a:off x="3540920" y="3625988"/>
            <a:ext cx="290001" cy="355258"/>
            <a:chOff x="-45277900" y="3938500"/>
            <a:chExt cx="244975" cy="300100"/>
          </a:xfrm>
        </p:grpSpPr>
        <p:sp>
          <p:nvSpPr>
            <p:cNvPr id="7763" name="Google Shape;7763;p6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4"/>
          <p:cNvGrpSpPr/>
          <p:nvPr/>
        </p:nvGrpSpPr>
        <p:grpSpPr>
          <a:xfrm>
            <a:off x="2626869" y="4095090"/>
            <a:ext cx="355258" cy="355258"/>
            <a:chOff x="-44502875" y="3576975"/>
            <a:chExt cx="300100" cy="300100"/>
          </a:xfrm>
        </p:grpSpPr>
        <p:sp>
          <p:nvSpPr>
            <p:cNvPr id="7768" name="Google Shape;7768;p6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64"/>
          <p:cNvGrpSpPr/>
          <p:nvPr/>
        </p:nvGrpSpPr>
        <p:grpSpPr>
          <a:xfrm>
            <a:off x="4835456" y="1828361"/>
            <a:ext cx="356196" cy="354670"/>
            <a:chOff x="-13946200" y="3647075"/>
            <a:chExt cx="353650" cy="352100"/>
          </a:xfrm>
        </p:grpSpPr>
        <p:sp>
          <p:nvSpPr>
            <p:cNvPr id="7772" name="Google Shape;7772;p6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4"/>
          <p:cNvGrpSpPr/>
          <p:nvPr/>
        </p:nvGrpSpPr>
        <p:grpSpPr>
          <a:xfrm>
            <a:off x="6618849" y="1387844"/>
            <a:ext cx="357002" cy="354267"/>
            <a:chOff x="-12163025" y="3214275"/>
            <a:chExt cx="354450" cy="351700"/>
          </a:xfrm>
        </p:grpSpPr>
        <p:sp>
          <p:nvSpPr>
            <p:cNvPr id="7779" name="Google Shape;7779;p6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64"/>
          <p:cNvGrpSpPr/>
          <p:nvPr/>
        </p:nvGrpSpPr>
        <p:grpSpPr>
          <a:xfrm>
            <a:off x="6619629" y="1827581"/>
            <a:ext cx="355441" cy="356232"/>
            <a:chOff x="-12160675" y="3647875"/>
            <a:chExt cx="352900" cy="353650"/>
          </a:xfrm>
        </p:grpSpPr>
        <p:sp>
          <p:nvSpPr>
            <p:cNvPr id="7783" name="Google Shape;7783;p6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64"/>
          <p:cNvGrpSpPr/>
          <p:nvPr/>
        </p:nvGrpSpPr>
        <p:grpSpPr>
          <a:xfrm>
            <a:off x="6630345" y="2272036"/>
            <a:ext cx="354635" cy="356232"/>
            <a:chOff x="-12160675" y="4081850"/>
            <a:chExt cx="352100" cy="353650"/>
          </a:xfrm>
        </p:grpSpPr>
        <p:sp>
          <p:nvSpPr>
            <p:cNvPr id="7791" name="Google Shape;7791;p6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64"/>
          <p:cNvGrpSpPr/>
          <p:nvPr/>
        </p:nvGrpSpPr>
        <p:grpSpPr>
          <a:xfrm>
            <a:off x="4835311" y="2746480"/>
            <a:ext cx="355416" cy="355652"/>
            <a:chOff x="-10391650" y="3180600"/>
            <a:chExt cx="352875" cy="353075"/>
          </a:xfrm>
        </p:grpSpPr>
        <p:sp>
          <p:nvSpPr>
            <p:cNvPr id="7798" name="Google Shape;7798;p6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4"/>
          <p:cNvGrpSpPr/>
          <p:nvPr/>
        </p:nvGrpSpPr>
        <p:grpSpPr>
          <a:xfrm>
            <a:off x="4835310" y="3223278"/>
            <a:ext cx="354635" cy="353890"/>
            <a:chOff x="-10390875" y="3616350"/>
            <a:chExt cx="352100" cy="351325"/>
          </a:xfrm>
        </p:grpSpPr>
        <p:sp>
          <p:nvSpPr>
            <p:cNvPr id="7805" name="Google Shape;7805;p6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4"/>
          <p:cNvGrpSpPr/>
          <p:nvPr/>
        </p:nvGrpSpPr>
        <p:grpSpPr>
          <a:xfrm>
            <a:off x="7502285" y="2747943"/>
            <a:ext cx="312585" cy="354670"/>
            <a:chOff x="-10370400" y="4049550"/>
            <a:chExt cx="310350" cy="352100"/>
          </a:xfrm>
        </p:grpSpPr>
        <p:sp>
          <p:nvSpPr>
            <p:cNvPr id="7809" name="Google Shape;7809;p6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64"/>
          <p:cNvGrpSpPr/>
          <p:nvPr/>
        </p:nvGrpSpPr>
        <p:grpSpPr>
          <a:xfrm>
            <a:off x="6606541" y="2746884"/>
            <a:ext cx="379236" cy="354847"/>
            <a:chOff x="-8674650" y="3210975"/>
            <a:chExt cx="376525" cy="352275"/>
          </a:xfrm>
        </p:grpSpPr>
        <p:sp>
          <p:nvSpPr>
            <p:cNvPr id="7815" name="Google Shape;7815;p6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4"/>
          <p:cNvGrpSpPr/>
          <p:nvPr/>
        </p:nvGrpSpPr>
        <p:grpSpPr>
          <a:xfrm>
            <a:off x="5278038" y="1828361"/>
            <a:ext cx="356221" cy="354670"/>
            <a:chOff x="-13512225" y="3647075"/>
            <a:chExt cx="353675" cy="352100"/>
          </a:xfrm>
        </p:grpSpPr>
        <p:sp>
          <p:nvSpPr>
            <p:cNvPr id="7822" name="Google Shape;7822;p6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4"/>
          <p:cNvGrpSpPr/>
          <p:nvPr/>
        </p:nvGrpSpPr>
        <p:grpSpPr>
          <a:xfrm>
            <a:off x="5288351" y="2272427"/>
            <a:ext cx="356221" cy="355451"/>
            <a:chOff x="-13512225" y="4080275"/>
            <a:chExt cx="353675" cy="352875"/>
          </a:xfrm>
        </p:grpSpPr>
        <p:sp>
          <p:nvSpPr>
            <p:cNvPr id="7833" name="Google Shape;7833;p6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4"/>
          <p:cNvGrpSpPr/>
          <p:nvPr/>
        </p:nvGrpSpPr>
        <p:grpSpPr>
          <a:xfrm>
            <a:off x="7061431" y="1419788"/>
            <a:ext cx="356196" cy="290379"/>
            <a:chOff x="-11728250" y="3245400"/>
            <a:chExt cx="353650" cy="288275"/>
          </a:xfrm>
        </p:grpSpPr>
        <p:sp>
          <p:nvSpPr>
            <p:cNvPr id="7845" name="Google Shape;7845;p6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4"/>
          <p:cNvGrpSpPr/>
          <p:nvPr/>
        </p:nvGrpSpPr>
        <p:grpSpPr>
          <a:xfrm>
            <a:off x="7093939" y="2272427"/>
            <a:ext cx="311804" cy="355451"/>
            <a:chOff x="-11703850" y="4081850"/>
            <a:chExt cx="309575" cy="352875"/>
          </a:xfrm>
        </p:grpSpPr>
        <p:sp>
          <p:nvSpPr>
            <p:cNvPr id="7851" name="Google Shape;7851;p6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4"/>
          <p:cNvGrpSpPr/>
          <p:nvPr/>
        </p:nvGrpSpPr>
        <p:grpSpPr>
          <a:xfrm>
            <a:off x="5282595" y="2746580"/>
            <a:ext cx="357002" cy="355451"/>
            <a:chOff x="-9958475" y="3180025"/>
            <a:chExt cx="354450" cy="352875"/>
          </a:xfrm>
        </p:grpSpPr>
        <p:sp>
          <p:nvSpPr>
            <p:cNvPr id="7860" name="Google Shape;7860;p6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4"/>
          <p:cNvGrpSpPr/>
          <p:nvPr/>
        </p:nvGrpSpPr>
        <p:grpSpPr>
          <a:xfrm>
            <a:off x="5291722" y="3222561"/>
            <a:ext cx="337966" cy="355325"/>
            <a:chOff x="-9949025" y="3615575"/>
            <a:chExt cx="335550" cy="352750"/>
          </a:xfrm>
        </p:grpSpPr>
        <p:sp>
          <p:nvSpPr>
            <p:cNvPr id="7864" name="Google Shape;7864;p6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4"/>
          <p:cNvGrpSpPr/>
          <p:nvPr/>
        </p:nvGrpSpPr>
        <p:grpSpPr>
          <a:xfrm>
            <a:off x="7926568" y="2746067"/>
            <a:ext cx="360175" cy="358423"/>
            <a:chOff x="-9961625" y="4048175"/>
            <a:chExt cx="357600" cy="355825"/>
          </a:xfrm>
        </p:grpSpPr>
        <p:sp>
          <p:nvSpPr>
            <p:cNvPr id="7868" name="Google Shape;7868;p6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4"/>
          <p:cNvGrpSpPr/>
          <p:nvPr/>
        </p:nvGrpSpPr>
        <p:grpSpPr>
          <a:xfrm>
            <a:off x="6613289" y="3221579"/>
            <a:ext cx="364959" cy="357289"/>
            <a:chOff x="-8680950" y="3624225"/>
            <a:chExt cx="362350" cy="354700"/>
          </a:xfrm>
        </p:grpSpPr>
        <p:sp>
          <p:nvSpPr>
            <p:cNvPr id="7875" name="Google Shape;7875;p6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64"/>
          <p:cNvGrpSpPr/>
          <p:nvPr/>
        </p:nvGrpSpPr>
        <p:grpSpPr>
          <a:xfrm>
            <a:off x="5749533" y="1387239"/>
            <a:ext cx="313365" cy="355476"/>
            <a:chOff x="-13056975" y="3212300"/>
            <a:chExt cx="311125" cy="352900"/>
          </a:xfrm>
        </p:grpSpPr>
        <p:sp>
          <p:nvSpPr>
            <p:cNvPr id="7882" name="Google Shape;7882;p6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4"/>
          <p:cNvGrpSpPr/>
          <p:nvPr/>
        </p:nvGrpSpPr>
        <p:grpSpPr>
          <a:xfrm>
            <a:off x="5726921" y="1828034"/>
            <a:ext cx="358588" cy="355325"/>
            <a:chOff x="-13077450" y="3647075"/>
            <a:chExt cx="356025" cy="352750"/>
          </a:xfrm>
        </p:grpSpPr>
        <p:sp>
          <p:nvSpPr>
            <p:cNvPr id="7887" name="Google Shape;7887;p6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64"/>
          <p:cNvGrpSpPr/>
          <p:nvPr/>
        </p:nvGrpSpPr>
        <p:grpSpPr>
          <a:xfrm>
            <a:off x="5738027" y="2271633"/>
            <a:ext cx="357002" cy="357037"/>
            <a:chOff x="-13079025" y="4079475"/>
            <a:chExt cx="354450" cy="354450"/>
          </a:xfrm>
        </p:grpSpPr>
        <p:sp>
          <p:nvSpPr>
            <p:cNvPr id="7891" name="Google Shape;7891;p6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4"/>
          <p:cNvGrpSpPr/>
          <p:nvPr/>
        </p:nvGrpSpPr>
        <p:grpSpPr>
          <a:xfrm>
            <a:off x="7511094" y="1387642"/>
            <a:ext cx="356221" cy="354670"/>
            <a:chOff x="-11292700" y="3213875"/>
            <a:chExt cx="353675" cy="352100"/>
          </a:xfrm>
        </p:grpSpPr>
        <p:sp>
          <p:nvSpPr>
            <p:cNvPr id="7896" name="Google Shape;7896;p6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64"/>
          <p:cNvGrpSpPr/>
          <p:nvPr/>
        </p:nvGrpSpPr>
        <p:grpSpPr>
          <a:xfrm>
            <a:off x="7505152" y="1827581"/>
            <a:ext cx="368106" cy="356232"/>
            <a:chOff x="-11299000" y="3647875"/>
            <a:chExt cx="365475" cy="353650"/>
          </a:xfrm>
        </p:grpSpPr>
        <p:sp>
          <p:nvSpPr>
            <p:cNvPr id="7904" name="Google Shape;7904;p6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4"/>
          <p:cNvGrpSpPr/>
          <p:nvPr/>
        </p:nvGrpSpPr>
        <p:grpSpPr>
          <a:xfrm>
            <a:off x="7520614" y="2283532"/>
            <a:ext cx="357808" cy="333240"/>
            <a:chOff x="-11295075" y="4092875"/>
            <a:chExt cx="355250" cy="330825"/>
          </a:xfrm>
        </p:grpSpPr>
        <p:sp>
          <p:nvSpPr>
            <p:cNvPr id="7911" name="Google Shape;7911;p6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4"/>
          <p:cNvGrpSpPr/>
          <p:nvPr/>
        </p:nvGrpSpPr>
        <p:grpSpPr>
          <a:xfrm>
            <a:off x="5746214" y="2746580"/>
            <a:ext cx="312585" cy="355451"/>
            <a:chOff x="-9500075" y="3180800"/>
            <a:chExt cx="310350" cy="352875"/>
          </a:xfrm>
        </p:grpSpPr>
        <p:sp>
          <p:nvSpPr>
            <p:cNvPr id="7917" name="Google Shape;7917;p6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64"/>
          <p:cNvGrpSpPr/>
          <p:nvPr/>
        </p:nvGrpSpPr>
        <p:grpSpPr>
          <a:xfrm>
            <a:off x="5724005" y="3222095"/>
            <a:ext cx="356221" cy="356257"/>
            <a:chOff x="-9523700" y="3614000"/>
            <a:chExt cx="353675" cy="353675"/>
          </a:xfrm>
        </p:grpSpPr>
        <p:sp>
          <p:nvSpPr>
            <p:cNvPr id="7927" name="Google Shape;7927;p6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64"/>
          <p:cNvGrpSpPr/>
          <p:nvPr/>
        </p:nvGrpSpPr>
        <p:grpSpPr>
          <a:xfrm>
            <a:off x="7508956" y="3244737"/>
            <a:ext cx="356221" cy="354670"/>
            <a:chOff x="-9523700" y="4049550"/>
            <a:chExt cx="353675" cy="352100"/>
          </a:xfrm>
        </p:grpSpPr>
        <p:sp>
          <p:nvSpPr>
            <p:cNvPr id="7937" name="Google Shape;7937;p6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4"/>
          <p:cNvGrpSpPr/>
          <p:nvPr/>
        </p:nvGrpSpPr>
        <p:grpSpPr>
          <a:xfrm>
            <a:off x="7065071" y="3244710"/>
            <a:ext cx="357002" cy="311029"/>
            <a:chOff x="-8209150" y="3659675"/>
            <a:chExt cx="354450" cy="308775"/>
          </a:xfrm>
        </p:grpSpPr>
        <p:sp>
          <p:nvSpPr>
            <p:cNvPr id="7945" name="Google Shape;7945;p6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4"/>
          <p:cNvGrpSpPr/>
          <p:nvPr/>
        </p:nvGrpSpPr>
        <p:grpSpPr>
          <a:xfrm>
            <a:off x="6178632" y="2273623"/>
            <a:ext cx="356221" cy="353059"/>
            <a:chOff x="-12643475" y="4081850"/>
            <a:chExt cx="353675" cy="350500"/>
          </a:xfrm>
        </p:grpSpPr>
        <p:sp>
          <p:nvSpPr>
            <p:cNvPr id="7952" name="Google Shape;7952;p6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64"/>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7" name="Google Shape;7957;p64"/>
          <p:cNvGrpSpPr/>
          <p:nvPr/>
        </p:nvGrpSpPr>
        <p:grpSpPr>
          <a:xfrm>
            <a:off x="7961232" y="2283532"/>
            <a:ext cx="356221" cy="333240"/>
            <a:chOff x="-10858725" y="4092875"/>
            <a:chExt cx="353675" cy="330825"/>
          </a:xfrm>
        </p:grpSpPr>
        <p:sp>
          <p:nvSpPr>
            <p:cNvPr id="7958" name="Google Shape;7958;p6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4"/>
          <p:cNvGrpSpPr/>
          <p:nvPr/>
        </p:nvGrpSpPr>
        <p:grpSpPr>
          <a:xfrm>
            <a:off x="6219755" y="3222498"/>
            <a:ext cx="252278" cy="355451"/>
            <a:chOff x="-9039300" y="3614000"/>
            <a:chExt cx="250475" cy="352875"/>
          </a:xfrm>
        </p:grpSpPr>
        <p:sp>
          <p:nvSpPr>
            <p:cNvPr id="7965" name="Google Shape;7965;p6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4"/>
          <p:cNvGrpSpPr/>
          <p:nvPr/>
        </p:nvGrpSpPr>
        <p:grpSpPr>
          <a:xfrm>
            <a:off x="7951721" y="3244737"/>
            <a:ext cx="354635" cy="354670"/>
            <a:chOff x="-9088150" y="4049550"/>
            <a:chExt cx="352100" cy="352100"/>
          </a:xfrm>
        </p:grpSpPr>
        <p:sp>
          <p:nvSpPr>
            <p:cNvPr id="7968" name="Google Shape;7968;p6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4"/>
          <p:cNvGrpSpPr/>
          <p:nvPr/>
        </p:nvGrpSpPr>
        <p:grpSpPr>
          <a:xfrm>
            <a:off x="7086085" y="2746970"/>
            <a:ext cx="315757" cy="354670"/>
            <a:chOff x="-8191825" y="3174500"/>
            <a:chExt cx="313500" cy="352100"/>
          </a:xfrm>
        </p:grpSpPr>
        <p:sp>
          <p:nvSpPr>
            <p:cNvPr id="7975" name="Google Shape;7975;p6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4"/>
          <p:cNvGrpSpPr/>
          <p:nvPr/>
        </p:nvGrpSpPr>
        <p:grpSpPr>
          <a:xfrm>
            <a:off x="4835443" y="1387491"/>
            <a:ext cx="356221" cy="354973"/>
            <a:chOff x="-13947000" y="3212800"/>
            <a:chExt cx="353675" cy="352400"/>
          </a:xfrm>
        </p:grpSpPr>
        <p:sp>
          <p:nvSpPr>
            <p:cNvPr id="7979" name="Google Shape;7979;p6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1" name="Google Shape;7981;p64"/>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2" name="Google Shape;7982;p64"/>
          <p:cNvGrpSpPr/>
          <p:nvPr/>
        </p:nvGrpSpPr>
        <p:grpSpPr>
          <a:xfrm>
            <a:off x="5278038" y="1386849"/>
            <a:ext cx="356221" cy="356257"/>
            <a:chOff x="-13512225" y="3211525"/>
            <a:chExt cx="353675" cy="353675"/>
          </a:xfrm>
        </p:grpSpPr>
        <p:sp>
          <p:nvSpPr>
            <p:cNvPr id="7983" name="Google Shape;7983;p6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4"/>
          <p:cNvGrpSpPr/>
          <p:nvPr/>
        </p:nvGrpSpPr>
        <p:grpSpPr>
          <a:xfrm>
            <a:off x="6168320" y="1387239"/>
            <a:ext cx="356221" cy="355476"/>
            <a:chOff x="-12643475" y="3212300"/>
            <a:chExt cx="353675" cy="352900"/>
          </a:xfrm>
        </p:grpSpPr>
        <p:sp>
          <p:nvSpPr>
            <p:cNvPr id="7989" name="Google Shape;7989;p6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64"/>
          <p:cNvGrpSpPr/>
          <p:nvPr/>
        </p:nvGrpSpPr>
        <p:grpSpPr>
          <a:xfrm>
            <a:off x="6168320" y="1839013"/>
            <a:ext cx="356221" cy="333366"/>
            <a:chOff x="-12643475" y="3657325"/>
            <a:chExt cx="353675" cy="330950"/>
          </a:xfrm>
        </p:grpSpPr>
        <p:sp>
          <p:nvSpPr>
            <p:cNvPr id="7999" name="Google Shape;7999;p6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4"/>
          <p:cNvGrpSpPr/>
          <p:nvPr/>
        </p:nvGrpSpPr>
        <p:grpSpPr>
          <a:xfrm>
            <a:off x="7951322" y="1387642"/>
            <a:ext cx="355416" cy="354670"/>
            <a:chOff x="-10857925" y="3213875"/>
            <a:chExt cx="352875" cy="352100"/>
          </a:xfrm>
        </p:grpSpPr>
        <p:sp>
          <p:nvSpPr>
            <p:cNvPr id="8006" name="Google Shape;8006;p6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4"/>
          <p:cNvGrpSpPr/>
          <p:nvPr/>
        </p:nvGrpSpPr>
        <p:grpSpPr>
          <a:xfrm>
            <a:off x="6168237" y="2747071"/>
            <a:ext cx="356096" cy="354469"/>
            <a:chOff x="-9089725" y="3180200"/>
            <a:chExt cx="353550" cy="351900"/>
          </a:xfrm>
        </p:grpSpPr>
        <p:sp>
          <p:nvSpPr>
            <p:cNvPr id="8017" name="Google Shape;8017;p6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4"/>
          <p:cNvGrpSpPr/>
          <p:nvPr/>
        </p:nvGrpSpPr>
        <p:grpSpPr>
          <a:xfrm>
            <a:off x="7060235" y="1826875"/>
            <a:ext cx="358588" cy="357642"/>
            <a:chOff x="7083760" y="1971660"/>
            <a:chExt cx="358588" cy="357642"/>
          </a:xfrm>
        </p:grpSpPr>
        <p:sp>
          <p:nvSpPr>
            <p:cNvPr id="8020" name="Google Shape;8020;p64"/>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4"/>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4"/>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4"/>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4"/>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4"/>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4"/>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4"/>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4"/>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4"/>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2" name="Google Shape;8032;p64"/>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033" name="Google Shape;8033;p64"/>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37" name="Shape 8037"/>
        <p:cNvGrpSpPr/>
        <p:nvPr/>
      </p:nvGrpSpPr>
      <p:grpSpPr>
        <a:xfrm>
          <a:off x="0" y="0"/>
          <a:ext cx="0" cy="0"/>
          <a:chOff x="0" y="0"/>
          <a:chExt cx="0" cy="0"/>
        </a:xfrm>
      </p:grpSpPr>
      <p:sp>
        <p:nvSpPr>
          <p:cNvPr id="8038" name="Google Shape;8038;p65"/>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9" name="Google Shape;8039;p65"/>
          <p:cNvGrpSpPr/>
          <p:nvPr/>
        </p:nvGrpSpPr>
        <p:grpSpPr>
          <a:xfrm>
            <a:off x="719610" y="2243507"/>
            <a:ext cx="452798" cy="449473"/>
            <a:chOff x="-21322300" y="3693325"/>
            <a:chExt cx="306400" cy="304150"/>
          </a:xfrm>
        </p:grpSpPr>
        <p:sp>
          <p:nvSpPr>
            <p:cNvPr id="8040" name="Google Shape;8040;p6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65"/>
          <p:cNvGrpSpPr/>
          <p:nvPr/>
        </p:nvGrpSpPr>
        <p:grpSpPr>
          <a:xfrm>
            <a:off x="719019" y="2810244"/>
            <a:ext cx="453980" cy="422540"/>
            <a:chOff x="-21322300" y="4077125"/>
            <a:chExt cx="307200" cy="285925"/>
          </a:xfrm>
        </p:grpSpPr>
        <p:sp>
          <p:nvSpPr>
            <p:cNvPr id="8045" name="Google Shape;8045;p6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65"/>
          <p:cNvGrpSpPr/>
          <p:nvPr/>
        </p:nvGrpSpPr>
        <p:grpSpPr>
          <a:xfrm>
            <a:off x="3496195" y="1689128"/>
            <a:ext cx="451653" cy="450212"/>
            <a:chOff x="-19394200" y="3333800"/>
            <a:chExt cx="305625" cy="304650"/>
          </a:xfrm>
        </p:grpSpPr>
        <p:sp>
          <p:nvSpPr>
            <p:cNvPr id="8058" name="Google Shape;8058;p6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5"/>
          <p:cNvGrpSpPr/>
          <p:nvPr/>
        </p:nvGrpSpPr>
        <p:grpSpPr>
          <a:xfrm>
            <a:off x="3495032" y="2243580"/>
            <a:ext cx="453980" cy="449325"/>
            <a:chOff x="-19396575" y="3708500"/>
            <a:chExt cx="307200" cy="304050"/>
          </a:xfrm>
        </p:grpSpPr>
        <p:sp>
          <p:nvSpPr>
            <p:cNvPr id="8068" name="Google Shape;8068;p6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5"/>
          <p:cNvGrpSpPr/>
          <p:nvPr/>
        </p:nvGrpSpPr>
        <p:grpSpPr>
          <a:xfrm>
            <a:off x="3489212" y="2796461"/>
            <a:ext cx="465618" cy="450101"/>
            <a:chOff x="-19394200" y="4084200"/>
            <a:chExt cx="315075" cy="304575"/>
          </a:xfrm>
        </p:grpSpPr>
        <p:sp>
          <p:nvSpPr>
            <p:cNvPr id="8072" name="Google Shape;8072;p6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65"/>
          <p:cNvGrpSpPr/>
          <p:nvPr/>
        </p:nvGrpSpPr>
        <p:grpSpPr>
          <a:xfrm>
            <a:off x="6294923" y="1689001"/>
            <a:ext cx="400447" cy="450470"/>
            <a:chOff x="-17526750" y="3309200"/>
            <a:chExt cx="270975" cy="304825"/>
          </a:xfrm>
        </p:grpSpPr>
        <p:sp>
          <p:nvSpPr>
            <p:cNvPr id="8079" name="Google Shape;8079;p6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5"/>
          <p:cNvGrpSpPr/>
          <p:nvPr/>
        </p:nvGrpSpPr>
        <p:grpSpPr>
          <a:xfrm>
            <a:off x="6271075" y="2244173"/>
            <a:ext cx="448143" cy="448143"/>
            <a:chOff x="-17542500" y="3684100"/>
            <a:chExt cx="303250" cy="303250"/>
          </a:xfrm>
        </p:grpSpPr>
        <p:sp>
          <p:nvSpPr>
            <p:cNvPr id="8085" name="Google Shape;8085;p6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5"/>
          <p:cNvGrpSpPr/>
          <p:nvPr/>
        </p:nvGrpSpPr>
        <p:grpSpPr>
          <a:xfrm>
            <a:off x="6270484" y="2810817"/>
            <a:ext cx="449325" cy="421395"/>
            <a:chOff x="-17542500" y="4068450"/>
            <a:chExt cx="304050" cy="285150"/>
          </a:xfrm>
        </p:grpSpPr>
        <p:sp>
          <p:nvSpPr>
            <p:cNvPr id="8093" name="Google Shape;8093;p6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5"/>
          <p:cNvGrpSpPr/>
          <p:nvPr/>
        </p:nvGrpSpPr>
        <p:grpSpPr>
          <a:xfrm>
            <a:off x="3500906" y="3342211"/>
            <a:ext cx="343404" cy="449325"/>
            <a:chOff x="-15652200" y="3335975"/>
            <a:chExt cx="232375" cy="304050"/>
          </a:xfrm>
        </p:grpSpPr>
        <p:sp>
          <p:nvSpPr>
            <p:cNvPr id="8100" name="Google Shape;8100;p6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5"/>
          <p:cNvGrpSpPr/>
          <p:nvPr/>
        </p:nvGrpSpPr>
        <p:grpSpPr>
          <a:xfrm>
            <a:off x="1274819" y="2243729"/>
            <a:ext cx="449325" cy="449030"/>
            <a:chOff x="-20945825" y="3692175"/>
            <a:chExt cx="304050" cy="303850"/>
          </a:xfrm>
        </p:grpSpPr>
        <p:sp>
          <p:nvSpPr>
            <p:cNvPr id="8110" name="Google Shape;8110;p6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65"/>
          <p:cNvGrpSpPr/>
          <p:nvPr/>
        </p:nvGrpSpPr>
        <p:grpSpPr>
          <a:xfrm>
            <a:off x="4081644" y="1689848"/>
            <a:ext cx="372516" cy="448771"/>
            <a:chOff x="-18994100" y="3334775"/>
            <a:chExt cx="252075" cy="303675"/>
          </a:xfrm>
        </p:grpSpPr>
        <p:sp>
          <p:nvSpPr>
            <p:cNvPr id="8115" name="Google Shape;8115;p6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5"/>
          <p:cNvGrpSpPr/>
          <p:nvPr/>
        </p:nvGrpSpPr>
        <p:grpSpPr>
          <a:xfrm>
            <a:off x="4096200" y="2244743"/>
            <a:ext cx="343404" cy="446998"/>
            <a:chOff x="-18983850" y="3710075"/>
            <a:chExt cx="232375" cy="302475"/>
          </a:xfrm>
        </p:grpSpPr>
        <p:sp>
          <p:nvSpPr>
            <p:cNvPr id="8120" name="Google Shape;8120;p6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5"/>
          <p:cNvGrpSpPr/>
          <p:nvPr/>
        </p:nvGrpSpPr>
        <p:grpSpPr>
          <a:xfrm>
            <a:off x="1274247" y="1689573"/>
            <a:ext cx="450470" cy="449325"/>
            <a:chOff x="-20946600" y="3317850"/>
            <a:chExt cx="304825" cy="304050"/>
          </a:xfrm>
        </p:grpSpPr>
        <p:sp>
          <p:nvSpPr>
            <p:cNvPr id="8125" name="Google Shape;8125;p6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65"/>
          <p:cNvGrpSpPr/>
          <p:nvPr/>
        </p:nvGrpSpPr>
        <p:grpSpPr>
          <a:xfrm>
            <a:off x="1300422" y="2797442"/>
            <a:ext cx="398119" cy="448143"/>
            <a:chOff x="-20930075" y="4066100"/>
            <a:chExt cx="269400" cy="303250"/>
          </a:xfrm>
        </p:grpSpPr>
        <p:sp>
          <p:nvSpPr>
            <p:cNvPr id="8129" name="Google Shape;8129;p6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65"/>
          <p:cNvGrpSpPr/>
          <p:nvPr/>
        </p:nvGrpSpPr>
        <p:grpSpPr>
          <a:xfrm>
            <a:off x="4042667" y="2797422"/>
            <a:ext cx="450470" cy="448180"/>
            <a:chOff x="-19020075" y="4084200"/>
            <a:chExt cx="304825" cy="303275"/>
          </a:xfrm>
        </p:grpSpPr>
        <p:sp>
          <p:nvSpPr>
            <p:cNvPr id="8132" name="Google Shape;8132;p6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5"/>
          <p:cNvGrpSpPr/>
          <p:nvPr/>
        </p:nvGrpSpPr>
        <p:grpSpPr>
          <a:xfrm>
            <a:off x="6859931" y="1689001"/>
            <a:ext cx="396937" cy="450470"/>
            <a:chOff x="-17149475" y="3309200"/>
            <a:chExt cx="268600" cy="304825"/>
          </a:xfrm>
        </p:grpSpPr>
        <p:sp>
          <p:nvSpPr>
            <p:cNvPr id="8142" name="Google Shape;8142;p6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65"/>
          <p:cNvGrpSpPr/>
          <p:nvPr/>
        </p:nvGrpSpPr>
        <p:grpSpPr>
          <a:xfrm>
            <a:off x="6833737" y="2258120"/>
            <a:ext cx="449325" cy="420249"/>
            <a:chOff x="-17168375" y="3692750"/>
            <a:chExt cx="304050" cy="284375"/>
          </a:xfrm>
        </p:grpSpPr>
        <p:sp>
          <p:nvSpPr>
            <p:cNvPr id="8145" name="Google Shape;8145;p6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5"/>
          <p:cNvGrpSpPr/>
          <p:nvPr/>
        </p:nvGrpSpPr>
        <p:grpSpPr>
          <a:xfrm>
            <a:off x="6830246" y="2796852"/>
            <a:ext cx="456308" cy="449325"/>
            <a:chOff x="-17170750" y="4058800"/>
            <a:chExt cx="308775" cy="304050"/>
          </a:xfrm>
        </p:grpSpPr>
        <p:sp>
          <p:nvSpPr>
            <p:cNvPr id="8153" name="Google Shape;8153;p6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5"/>
          <p:cNvGrpSpPr/>
          <p:nvPr/>
        </p:nvGrpSpPr>
        <p:grpSpPr>
          <a:xfrm>
            <a:off x="5692143" y="3343358"/>
            <a:ext cx="450470" cy="446998"/>
            <a:chOff x="-15688425" y="3707725"/>
            <a:chExt cx="304825" cy="302475"/>
          </a:xfrm>
        </p:grpSpPr>
        <p:sp>
          <p:nvSpPr>
            <p:cNvPr id="8171" name="Google Shape;8171;p6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65"/>
          <p:cNvGrpSpPr/>
          <p:nvPr/>
        </p:nvGrpSpPr>
        <p:grpSpPr>
          <a:xfrm>
            <a:off x="1836300" y="1690441"/>
            <a:ext cx="451653" cy="447589"/>
            <a:chOff x="-20572500" y="3319025"/>
            <a:chExt cx="305625" cy="302875"/>
          </a:xfrm>
        </p:grpSpPr>
        <p:sp>
          <p:nvSpPr>
            <p:cNvPr id="8178" name="Google Shape;8178;p6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65"/>
          <p:cNvGrpSpPr/>
          <p:nvPr/>
        </p:nvGrpSpPr>
        <p:grpSpPr>
          <a:xfrm>
            <a:off x="1837463" y="2305410"/>
            <a:ext cx="449325" cy="325670"/>
            <a:chOff x="-20571700" y="3722875"/>
            <a:chExt cx="304050" cy="220375"/>
          </a:xfrm>
        </p:grpSpPr>
        <p:sp>
          <p:nvSpPr>
            <p:cNvPr id="8181" name="Google Shape;8181;p6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5"/>
          <p:cNvGrpSpPr/>
          <p:nvPr/>
        </p:nvGrpSpPr>
        <p:grpSpPr>
          <a:xfrm>
            <a:off x="1836891" y="2796278"/>
            <a:ext cx="450470" cy="450470"/>
            <a:chOff x="-20571700" y="4066875"/>
            <a:chExt cx="304825" cy="304825"/>
          </a:xfrm>
        </p:grpSpPr>
        <p:sp>
          <p:nvSpPr>
            <p:cNvPr id="8189" name="Google Shape;8189;p6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5"/>
          <p:cNvGrpSpPr/>
          <p:nvPr/>
        </p:nvGrpSpPr>
        <p:grpSpPr>
          <a:xfrm>
            <a:off x="4603593" y="1688259"/>
            <a:ext cx="453980" cy="451948"/>
            <a:chOff x="-18645175" y="3334200"/>
            <a:chExt cx="307200" cy="305825"/>
          </a:xfrm>
        </p:grpSpPr>
        <p:sp>
          <p:nvSpPr>
            <p:cNvPr id="8196" name="Google Shape;8196;p6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5"/>
          <p:cNvGrpSpPr/>
          <p:nvPr/>
        </p:nvGrpSpPr>
        <p:grpSpPr>
          <a:xfrm>
            <a:off x="4604184" y="2242989"/>
            <a:ext cx="452798" cy="450507"/>
            <a:chOff x="-18645175" y="3708500"/>
            <a:chExt cx="306400" cy="304850"/>
          </a:xfrm>
        </p:grpSpPr>
        <p:sp>
          <p:nvSpPr>
            <p:cNvPr id="8202" name="Google Shape;8202;p6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65"/>
          <p:cNvGrpSpPr/>
          <p:nvPr/>
        </p:nvGrpSpPr>
        <p:grpSpPr>
          <a:xfrm>
            <a:off x="4601857" y="2795630"/>
            <a:ext cx="457453" cy="451763"/>
            <a:chOff x="-18647525" y="4082625"/>
            <a:chExt cx="309550" cy="305700"/>
          </a:xfrm>
        </p:grpSpPr>
        <p:sp>
          <p:nvSpPr>
            <p:cNvPr id="8210" name="Google Shape;8210;p6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65"/>
          <p:cNvGrpSpPr/>
          <p:nvPr/>
        </p:nvGrpSpPr>
        <p:grpSpPr>
          <a:xfrm>
            <a:off x="7412241" y="1689592"/>
            <a:ext cx="395755" cy="449288"/>
            <a:chOff x="-16775350" y="3309200"/>
            <a:chExt cx="267800" cy="304025"/>
          </a:xfrm>
        </p:grpSpPr>
        <p:sp>
          <p:nvSpPr>
            <p:cNvPr id="8215" name="Google Shape;8215;p6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5"/>
          <p:cNvGrpSpPr/>
          <p:nvPr/>
        </p:nvGrpSpPr>
        <p:grpSpPr>
          <a:xfrm>
            <a:off x="7412241" y="2241827"/>
            <a:ext cx="395755" cy="452835"/>
            <a:chOff x="-16775350" y="3683300"/>
            <a:chExt cx="267800" cy="306425"/>
          </a:xfrm>
        </p:grpSpPr>
        <p:sp>
          <p:nvSpPr>
            <p:cNvPr id="8219" name="Google Shape;8219;p6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5"/>
          <p:cNvGrpSpPr/>
          <p:nvPr/>
        </p:nvGrpSpPr>
        <p:grpSpPr>
          <a:xfrm>
            <a:off x="7384292" y="2796870"/>
            <a:ext cx="451653" cy="449288"/>
            <a:chOff x="-16794250" y="4058225"/>
            <a:chExt cx="305625" cy="304025"/>
          </a:xfrm>
        </p:grpSpPr>
        <p:sp>
          <p:nvSpPr>
            <p:cNvPr id="8223" name="Google Shape;8223;p6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2" name="Google Shape;8232;p65"/>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3" name="Google Shape;8233;p65"/>
          <p:cNvGrpSpPr/>
          <p:nvPr/>
        </p:nvGrpSpPr>
        <p:grpSpPr>
          <a:xfrm>
            <a:off x="2385709" y="1689573"/>
            <a:ext cx="457453" cy="449325"/>
            <a:chOff x="-20199150" y="3317850"/>
            <a:chExt cx="309550" cy="304050"/>
          </a:xfrm>
        </p:grpSpPr>
        <p:sp>
          <p:nvSpPr>
            <p:cNvPr id="8234" name="Google Shape;8234;p6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5"/>
          <p:cNvGrpSpPr/>
          <p:nvPr/>
        </p:nvGrpSpPr>
        <p:grpSpPr>
          <a:xfrm>
            <a:off x="2388036" y="2242861"/>
            <a:ext cx="452798" cy="450766"/>
            <a:chOff x="-20199150" y="3693150"/>
            <a:chExt cx="306400" cy="305025"/>
          </a:xfrm>
        </p:grpSpPr>
        <p:sp>
          <p:nvSpPr>
            <p:cNvPr id="8242" name="Google Shape;8242;p6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5"/>
          <p:cNvGrpSpPr/>
          <p:nvPr/>
        </p:nvGrpSpPr>
        <p:grpSpPr>
          <a:xfrm>
            <a:off x="2388609" y="2795687"/>
            <a:ext cx="451653" cy="451653"/>
            <a:chOff x="-20197575" y="4066875"/>
            <a:chExt cx="305625" cy="305625"/>
          </a:xfrm>
        </p:grpSpPr>
        <p:sp>
          <p:nvSpPr>
            <p:cNvPr id="8249" name="Google Shape;8249;p6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5"/>
          <p:cNvGrpSpPr/>
          <p:nvPr/>
        </p:nvGrpSpPr>
        <p:grpSpPr>
          <a:xfrm>
            <a:off x="5170827" y="1687520"/>
            <a:ext cx="449325" cy="453426"/>
            <a:chOff x="-18271050" y="3333200"/>
            <a:chExt cx="304050" cy="306825"/>
          </a:xfrm>
        </p:grpSpPr>
        <p:sp>
          <p:nvSpPr>
            <p:cNvPr id="8258" name="Google Shape;8258;p6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5"/>
          <p:cNvGrpSpPr/>
          <p:nvPr/>
        </p:nvGrpSpPr>
        <p:grpSpPr>
          <a:xfrm>
            <a:off x="5171399" y="2244171"/>
            <a:ext cx="448180" cy="448143"/>
            <a:chOff x="-18270275" y="3710875"/>
            <a:chExt cx="303275" cy="303250"/>
          </a:xfrm>
        </p:grpSpPr>
        <p:sp>
          <p:nvSpPr>
            <p:cNvPr id="8264" name="Google Shape;8264;p6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5"/>
          <p:cNvGrpSpPr/>
          <p:nvPr/>
        </p:nvGrpSpPr>
        <p:grpSpPr>
          <a:xfrm>
            <a:off x="5224951" y="2797422"/>
            <a:ext cx="341076" cy="448180"/>
            <a:chOff x="-18234025" y="4084200"/>
            <a:chExt cx="230800" cy="303275"/>
          </a:xfrm>
        </p:grpSpPr>
        <p:sp>
          <p:nvSpPr>
            <p:cNvPr id="8271" name="Google Shape;8271;p6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5"/>
          <p:cNvGrpSpPr/>
          <p:nvPr/>
        </p:nvGrpSpPr>
        <p:grpSpPr>
          <a:xfrm>
            <a:off x="2337506" y="3341641"/>
            <a:ext cx="449325" cy="450470"/>
            <a:chOff x="-16419350" y="3308400"/>
            <a:chExt cx="304050" cy="304825"/>
          </a:xfrm>
        </p:grpSpPr>
        <p:sp>
          <p:nvSpPr>
            <p:cNvPr id="8275" name="Google Shape;8275;p6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65"/>
          <p:cNvGrpSpPr/>
          <p:nvPr/>
        </p:nvGrpSpPr>
        <p:grpSpPr>
          <a:xfrm>
            <a:off x="4609062" y="3340423"/>
            <a:ext cx="395755" cy="452872"/>
            <a:chOff x="-16401225" y="3683275"/>
            <a:chExt cx="267800" cy="306450"/>
          </a:xfrm>
        </p:grpSpPr>
        <p:sp>
          <p:nvSpPr>
            <p:cNvPr id="8283" name="Google Shape;8283;p6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5"/>
          <p:cNvGrpSpPr/>
          <p:nvPr/>
        </p:nvGrpSpPr>
        <p:grpSpPr>
          <a:xfrm>
            <a:off x="7974511" y="2797062"/>
            <a:ext cx="450470" cy="448180"/>
            <a:chOff x="-16419350" y="4058200"/>
            <a:chExt cx="304825" cy="303275"/>
          </a:xfrm>
        </p:grpSpPr>
        <p:sp>
          <p:nvSpPr>
            <p:cNvPr id="8291" name="Google Shape;8291;p6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5"/>
          <p:cNvGrpSpPr/>
          <p:nvPr/>
        </p:nvGrpSpPr>
        <p:grpSpPr>
          <a:xfrm>
            <a:off x="4001398" y="3343080"/>
            <a:ext cx="450507" cy="447589"/>
            <a:chOff x="-15296200" y="3326900"/>
            <a:chExt cx="304850" cy="302875"/>
          </a:xfrm>
        </p:grpSpPr>
        <p:sp>
          <p:nvSpPr>
            <p:cNvPr id="8299" name="Google Shape;8299;p6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5"/>
          <p:cNvGrpSpPr/>
          <p:nvPr/>
        </p:nvGrpSpPr>
        <p:grpSpPr>
          <a:xfrm>
            <a:off x="2917051" y="1706881"/>
            <a:ext cx="486566" cy="414708"/>
            <a:chOff x="-19835275" y="3330250"/>
            <a:chExt cx="329250" cy="280625"/>
          </a:xfrm>
        </p:grpSpPr>
        <p:sp>
          <p:nvSpPr>
            <p:cNvPr id="8305" name="Google Shape;8305;p6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5"/>
          <p:cNvGrpSpPr/>
          <p:nvPr/>
        </p:nvGrpSpPr>
        <p:grpSpPr>
          <a:xfrm>
            <a:off x="2935080" y="2243470"/>
            <a:ext cx="450507" cy="449547"/>
            <a:chOff x="-19822675" y="3692750"/>
            <a:chExt cx="304850" cy="304200"/>
          </a:xfrm>
        </p:grpSpPr>
        <p:sp>
          <p:nvSpPr>
            <p:cNvPr id="8309" name="Google Shape;8309;p6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5"/>
          <p:cNvGrpSpPr/>
          <p:nvPr/>
        </p:nvGrpSpPr>
        <p:grpSpPr>
          <a:xfrm>
            <a:off x="2935672" y="2796278"/>
            <a:ext cx="449325" cy="450470"/>
            <a:chOff x="-19822675" y="4066875"/>
            <a:chExt cx="304050" cy="304825"/>
          </a:xfrm>
        </p:grpSpPr>
        <p:sp>
          <p:nvSpPr>
            <p:cNvPr id="8315" name="Google Shape;8315;p6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5"/>
          <p:cNvGrpSpPr/>
          <p:nvPr/>
        </p:nvGrpSpPr>
        <p:grpSpPr>
          <a:xfrm>
            <a:off x="5744740" y="1689571"/>
            <a:ext cx="399302" cy="449325"/>
            <a:chOff x="-17878825" y="3334400"/>
            <a:chExt cx="270200" cy="304050"/>
          </a:xfrm>
        </p:grpSpPr>
        <p:sp>
          <p:nvSpPr>
            <p:cNvPr id="8322" name="Google Shape;8322;p6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5"/>
          <p:cNvGrpSpPr/>
          <p:nvPr/>
        </p:nvGrpSpPr>
        <p:grpSpPr>
          <a:xfrm>
            <a:off x="5718565" y="2242416"/>
            <a:ext cx="451653" cy="451653"/>
            <a:chOff x="-17896150" y="3709300"/>
            <a:chExt cx="305625" cy="305625"/>
          </a:xfrm>
        </p:grpSpPr>
        <p:sp>
          <p:nvSpPr>
            <p:cNvPr id="8330" name="Google Shape;8330;p6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65"/>
          <p:cNvGrpSpPr/>
          <p:nvPr/>
        </p:nvGrpSpPr>
        <p:grpSpPr>
          <a:xfrm>
            <a:off x="5746495" y="2795686"/>
            <a:ext cx="395792" cy="451653"/>
            <a:chOff x="-17878025" y="4082625"/>
            <a:chExt cx="267825" cy="305625"/>
          </a:xfrm>
        </p:grpSpPr>
        <p:sp>
          <p:nvSpPr>
            <p:cNvPr id="8335" name="Google Shape;8335;p6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5"/>
          <p:cNvGrpSpPr/>
          <p:nvPr/>
        </p:nvGrpSpPr>
        <p:grpSpPr>
          <a:xfrm>
            <a:off x="2890388" y="3355015"/>
            <a:ext cx="450507" cy="423722"/>
            <a:chOff x="-16044450" y="3317850"/>
            <a:chExt cx="304850" cy="286725"/>
          </a:xfrm>
        </p:grpSpPr>
        <p:sp>
          <p:nvSpPr>
            <p:cNvPr id="8343" name="Google Shape;8343;p6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7" name="Google Shape;8347;p65"/>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8" name="Google Shape;8348;p65"/>
          <p:cNvGrpSpPr/>
          <p:nvPr/>
        </p:nvGrpSpPr>
        <p:grpSpPr>
          <a:xfrm>
            <a:off x="8012905" y="2243724"/>
            <a:ext cx="373662" cy="449030"/>
            <a:chOff x="-16018450" y="4058400"/>
            <a:chExt cx="252850" cy="303850"/>
          </a:xfrm>
        </p:grpSpPr>
        <p:sp>
          <p:nvSpPr>
            <p:cNvPr id="8349" name="Google Shape;8349;p6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3" name="Google Shape;8353;p65"/>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58" name="Shape 8358"/>
        <p:cNvGrpSpPr/>
        <p:nvPr/>
      </p:nvGrpSpPr>
      <p:grpSpPr>
        <a:xfrm>
          <a:off x="0" y="0"/>
          <a:ext cx="0" cy="0"/>
          <a:chOff x="0" y="0"/>
          <a:chExt cx="0" cy="0"/>
        </a:xfrm>
      </p:grpSpPr>
      <p:grpSp>
        <p:nvGrpSpPr>
          <p:cNvPr id="8359" name="Google Shape;8359;p66"/>
          <p:cNvGrpSpPr/>
          <p:nvPr/>
        </p:nvGrpSpPr>
        <p:grpSpPr>
          <a:xfrm>
            <a:off x="829817" y="1689241"/>
            <a:ext cx="442337" cy="419623"/>
            <a:chOff x="-6696925" y="3272575"/>
            <a:chExt cx="307200" cy="291425"/>
          </a:xfrm>
        </p:grpSpPr>
        <p:sp>
          <p:nvSpPr>
            <p:cNvPr id="8360" name="Google Shape;8360;p6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6"/>
          <p:cNvGrpSpPr/>
          <p:nvPr/>
        </p:nvGrpSpPr>
        <p:grpSpPr>
          <a:xfrm>
            <a:off x="829799" y="2204636"/>
            <a:ext cx="442373" cy="420775"/>
            <a:chOff x="-6690625" y="3631325"/>
            <a:chExt cx="307225" cy="292225"/>
          </a:xfrm>
        </p:grpSpPr>
        <p:sp>
          <p:nvSpPr>
            <p:cNvPr id="8363" name="Google Shape;8363;p6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6"/>
          <p:cNvGrpSpPr/>
          <p:nvPr/>
        </p:nvGrpSpPr>
        <p:grpSpPr>
          <a:xfrm>
            <a:off x="851921" y="2756972"/>
            <a:ext cx="421927" cy="419371"/>
            <a:chOff x="-6689825" y="3992050"/>
            <a:chExt cx="293025" cy="291250"/>
          </a:xfrm>
        </p:grpSpPr>
        <p:sp>
          <p:nvSpPr>
            <p:cNvPr id="8369" name="Google Shape;8369;p6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1" name="Google Shape;8381;p66"/>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2" name="Google Shape;8382;p66"/>
          <p:cNvGrpSpPr/>
          <p:nvPr/>
        </p:nvGrpSpPr>
        <p:grpSpPr>
          <a:xfrm>
            <a:off x="3535232" y="2205192"/>
            <a:ext cx="423043" cy="419659"/>
            <a:chOff x="-4837325" y="3612425"/>
            <a:chExt cx="293800" cy="291450"/>
          </a:xfrm>
        </p:grpSpPr>
        <p:sp>
          <p:nvSpPr>
            <p:cNvPr id="8383" name="Google Shape;8383;p6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6"/>
          <p:cNvGrpSpPr/>
          <p:nvPr/>
        </p:nvGrpSpPr>
        <p:grpSpPr>
          <a:xfrm>
            <a:off x="3548265" y="2756826"/>
            <a:ext cx="420775" cy="419659"/>
            <a:chOff x="-4837325" y="3971575"/>
            <a:chExt cx="292225" cy="291450"/>
          </a:xfrm>
        </p:grpSpPr>
        <p:sp>
          <p:nvSpPr>
            <p:cNvPr id="8387" name="Google Shape;8387;p6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6"/>
          <p:cNvGrpSpPr/>
          <p:nvPr/>
        </p:nvGrpSpPr>
        <p:grpSpPr>
          <a:xfrm>
            <a:off x="6240279" y="1714185"/>
            <a:ext cx="430998" cy="369730"/>
            <a:chOff x="-3037625" y="3254850"/>
            <a:chExt cx="299325" cy="256775"/>
          </a:xfrm>
        </p:grpSpPr>
        <p:sp>
          <p:nvSpPr>
            <p:cNvPr id="8394" name="Google Shape;8394;p6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6"/>
          <p:cNvGrpSpPr/>
          <p:nvPr/>
        </p:nvGrpSpPr>
        <p:grpSpPr>
          <a:xfrm>
            <a:off x="6244239" y="2204615"/>
            <a:ext cx="423079" cy="420811"/>
            <a:chOff x="-3031325" y="3597450"/>
            <a:chExt cx="293825" cy="292250"/>
          </a:xfrm>
        </p:grpSpPr>
        <p:sp>
          <p:nvSpPr>
            <p:cNvPr id="8399" name="Google Shape;8399;p6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6"/>
          <p:cNvGrpSpPr/>
          <p:nvPr/>
        </p:nvGrpSpPr>
        <p:grpSpPr>
          <a:xfrm>
            <a:off x="6256714" y="2781214"/>
            <a:ext cx="421927" cy="370882"/>
            <a:chOff x="-3030525" y="3973150"/>
            <a:chExt cx="293025" cy="257575"/>
          </a:xfrm>
        </p:grpSpPr>
        <p:sp>
          <p:nvSpPr>
            <p:cNvPr id="8404" name="Google Shape;8404;p6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6"/>
          <p:cNvGrpSpPr/>
          <p:nvPr/>
        </p:nvGrpSpPr>
        <p:grpSpPr>
          <a:xfrm>
            <a:off x="1358307" y="3369426"/>
            <a:ext cx="421927" cy="297195"/>
            <a:chOff x="-1199300" y="3279250"/>
            <a:chExt cx="293025" cy="206400"/>
          </a:xfrm>
        </p:grpSpPr>
        <p:sp>
          <p:nvSpPr>
            <p:cNvPr id="8407" name="Google Shape;8407;p6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6"/>
          <p:cNvGrpSpPr/>
          <p:nvPr/>
        </p:nvGrpSpPr>
        <p:grpSpPr>
          <a:xfrm>
            <a:off x="1365393" y="1688773"/>
            <a:ext cx="444605" cy="420559"/>
            <a:chOff x="-6338550" y="3272950"/>
            <a:chExt cx="308775" cy="292075"/>
          </a:xfrm>
        </p:grpSpPr>
        <p:sp>
          <p:nvSpPr>
            <p:cNvPr id="8412" name="Google Shape;8412;p6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6"/>
          <p:cNvGrpSpPr/>
          <p:nvPr/>
        </p:nvGrpSpPr>
        <p:grpSpPr>
          <a:xfrm>
            <a:off x="1376732" y="2205194"/>
            <a:ext cx="421927" cy="419659"/>
            <a:chOff x="-6329100" y="3632100"/>
            <a:chExt cx="293025" cy="291450"/>
          </a:xfrm>
        </p:grpSpPr>
        <p:sp>
          <p:nvSpPr>
            <p:cNvPr id="8416" name="Google Shape;8416;p6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6"/>
          <p:cNvGrpSpPr/>
          <p:nvPr/>
        </p:nvGrpSpPr>
        <p:grpSpPr>
          <a:xfrm>
            <a:off x="1389783" y="2756828"/>
            <a:ext cx="419623" cy="419659"/>
            <a:chOff x="-6329875" y="3992050"/>
            <a:chExt cx="291425" cy="291450"/>
          </a:xfrm>
        </p:grpSpPr>
        <p:sp>
          <p:nvSpPr>
            <p:cNvPr id="8420" name="Google Shape;8420;p6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6"/>
          <p:cNvGrpSpPr/>
          <p:nvPr/>
        </p:nvGrpSpPr>
        <p:grpSpPr>
          <a:xfrm>
            <a:off x="4075920" y="1687530"/>
            <a:ext cx="423079" cy="423043"/>
            <a:chOff x="-4478975" y="3251700"/>
            <a:chExt cx="293825" cy="293800"/>
          </a:xfrm>
        </p:grpSpPr>
        <p:sp>
          <p:nvSpPr>
            <p:cNvPr id="8425" name="Google Shape;8425;p6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6"/>
          <p:cNvGrpSpPr/>
          <p:nvPr/>
        </p:nvGrpSpPr>
        <p:grpSpPr>
          <a:xfrm>
            <a:off x="4075920" y="2205192"/>
            <a:ext cx="423079" cy="419659"/>
            <a:chOff x="-4475825" y="3612425"/>
            <a:chExt cx="293825" cy="291450"/>
          </a:xfrm>
        </p:grpSpPr>
        <p:sp>
          <p:nvSpPr>
            <p:cNvPr id="8429" name="Google Shape;8429;p6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66"/>
          <p:cNvGrpSpPr/>
          <p:nvPr/>
        </p:nvGrpSpPr>
        <p:grpSpPr>
          <a:xfrm>
            <a:off x="4084992" y="2756844"/>
            <a:ext cx="428730" cy="419623"/>
            <a:chOff x="-4480550" y="3970800"/>
            <a:chExt cx="297750" cy="291425"/>
          </a:xfrm>
        </p:grpSpPr>
        <p:sp>
          <p:nvSpPr>
            <p:cNvPr id="8433" name="Google Shape;8433;p6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6"/>
          <p:cNvGrpSpPr/>
          <p:nvPr/>
        </p:nvGrpSpPr>
        <p:grpSpPr>
          <a:xfrm>
            <a:off x="6788826" y="1689221"/>
            <a:ext cx="415123" cy="419659"/>
            <a:chOff x="-2668225" y="3239075"/>
            <a:chExt cx="288300" cy="291450"/>
          </a:xfrm>
        </p:grpSpPr>
        <p:sp>
          <p:nvSpPr>
            <p:cNvPr id="8436" name="Google Shape;8436;p6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6"/>
          <p:cNvGrpSpPr/>
          <p:nvPr/>
        </p:nvGrpSpPr>
        <p:grpSpPr>
          <a:xfrm>
            <a:off x="6785982" y="2205191"/>
            <a:ext cx="420811" cy="419659"/>
            <a:chOff x="-2671375" y="3597450"/>
            <a:chExt cx="292250" cy="291450"/>
          </a:xfrm>
        </p:grpSpPr>
        <p:sp>
          <p:nvSpPr>
            <p:cNvPr id="8442" name="Google Shape;8442;p6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66"/>
          <p:cNvGrpSpPr/>
          <p:nvPr/>
        </p:nvGrpSpPr>
        <p:grpSpPr>
          <a:xfrm>
            <a:off x="6796765" y="2755691"/>
            <a:ext cx="423043" cy="421927"/>
            <a:chOff x="-2670575" y="3956600"/>
            <a:chExt cx="293800" cy="293025"/>
          </a:xfrm>
        </p:grpSpPr>
        <p:sp>
          <p:nvSpPr>
            <p:cNvPr id="8445" name="Google Shape;8445;p6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66"/>
          <p:cNvGrpSpPr/>
          <p:nvPr/>
        </p:nvGrpSpPr>
        <p:grpSpPr>
          <a:xfrm>
            <a:off x="3054285" y="3311947"/>
            <a:ext cx="426462" cy="418363"/>
            <a:chOff x="-1183550" y="3586525"/>
            <a:chExt cx="296175" cy="290550"/>
          </a:xfrm>
        </p:grpSpPr>
        <p:sp>
          <p:nvSpPr>
            <p:cNvPr id="8450" name="Google Shape;8450;p6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6"/>
          <p:cNvGrpSpPr/>
          <p:nvPr/>
        </p:nvGrpSpPr>
        <p:grpSpPr>
          <a:xfrm>
            <a:off x="1917896" y="1689799"/>
            <a:ext cx="420811" cy="418507"/>
            <a:chOff x="-5971525" y="3273750"/>
            <a:chExt cx="292250" cy="290650"/>
          </a:xfrm>
        </p:grpSpPr>
        <p:sp>
          <p:nvSpPr>
            <p:cNvPr id="8460" name="Google Shape;8460;p6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6"/>
          <p:cNvGrpSpPr/>
          <p:nvPr/>
        </p:nvGrpSpPr>
        <p:grpSpPr>
          <a:xfrm>
            <a:off x="1912226" y="2203826"/>
            <a:ext cx="432150" cy="422395"/>
            <a:chOff x="-5974675" y="3632100"/>
            <a:chExt cx="300125" cy="293350"/>
          </a:xfrm>
        </p:grpSpPr>
        <p:sp>
          <p:nvSpPr>
            <p:cNvPr id="8463" name="Google Shape;8463;p6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6"/>
          <p:cNvGrpSpPr/>
          <p:nvPr/>
        </p:nvGrpSpPr>
        <p:grpSpPr>
          <a:xfrm>
            <a:off x="1942267" y="2755694"/>
            <a:ext cx="395865" cy="421927"/>
            <a:chOff x="-5971525" y="3990475"/>
            <a:chExt cx="274925" cy="293025"/>
          </a:xfrm>
        </p:grpSpPr>
        <p:sp>
          <p:nvSpPr>
            <p:cNvPr id="8467" name="Google Shape;8467;p6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6"/>
          <p:cNvGrpSpPr/>
          <p:nvPr/>
        </p:nvGrpSpPr>
        <p:grpSpPr>
          <a:xfrm>
            <a:off x="4615473" y="1689798"/>
            <a:ext cx="420775" cy="418507"/>
            <a:chOff x="-4118225" y="3253275"/>
            <a:chExt cx="292225" cy="290650"/>
          </a:xfrm>
        </p:grpSpPr>
        <p:sp>
          <p:nvSpPr>
            <p:cNvPr id="8472" name="Google Shape;8472;p6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66"/>
          <p:cNvGrpSpPr/>
          <p:nvPr/>
        </p:nvGrpSpPr>
        <p:grpSpPr>
          <a:xfrm>
            <a:off x="4665924" y="2204922"/>
            <a:ext cx="319874" cy="420199"/>
            <a:chOff x="-4082800" y="3612425"/>
            <a:chExt cx="222150" cy="291825"/>
          </a:xfrm>
        </p:grpSpPr>
        <p:sp>
          <p:nvSpPr>
            <p:cNvPr id="8475" name="Google Shape;8475;p6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66"/>
          <p:cNvGrpSpPr/>
          <p:nvPr/>
        </p:nvGrpSpPr>
        <p:grpSpPr>
          <a:xfrm>
            <a:off x="4627372" y="2769876"/>
            <a:ext cx="420775" cy="393561"/>
            <a:chOff x="-4118225" y="3990475"/>
            <a:chExt cx="292225" cy="273325"/>
          </a:xfrm>
        </p:grpSpPr>
        <p:sp>
          <p:nvSpPr>
            <p:cNvPr id="8479" name="Google Shape;8479;p6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6"/>
          <p:cNvGrpSpPr/>
          <p:nvPr/>
        </p:nvGrpSpPr>
        <p:grpSpPr>
          <a:xfrm>
            <a:off x="7338026" y="1688087"/>
            <a:ext cx="394713" cy="421927"/>
            <a:chOff x="-2312225" y="3238300"/>
            <a:chExt cx="274125" cy="293025"/>
          </a:xfrm>
        </p:grpSpPr>
        <p:sp>
          <p:nvSpPr>
            <p:cNvPr id="8484" name="Google Shape;8484;p6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66"/>
          <p:cNvGrpSpPr/>
          <p:nvPr/>
        </p:nvGrpSpPr>
        <p:grpSpPr>
          <a:xfrm>
            <a:off x="7335742" y="2756825"/>
            <a:ext cx="423079" cy="419659"/>
            <a:chOff x="-2310650" y="3958175"/>
            <a:chExt cx="293825" cy="291450"/>
          </a:xfrm>
        </p:grpSpPr>
        <p:sp>
          <p:nvSpPr>
            <p:cNvPr id="8487" name="Google Shape;8487;p6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6"/>
          <p:cNvGrpSpPr/>
          <p:nvPr/>
        </p:nvGrpSpPr>
        <p:grpSpPr>
          <a:xfrm>
            <a:off x="4702603" y="3308459"/>
            <a:ext cx="424159" cy="419659"/>
            <a:chOff x="-1182750" y="3962900"/>
            <a:chExt cx="294575" cy="291450"/>
          </a:xfrm>
        </p:grpSpPr>
        <p:sp>
          <p:nvSpPr>
            <p:cNvPr id="8490" name="Google Shape;8490;p6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66"/>
          <p:cNvGrpSpPr/>
          <p:nvPr/>
        </p:nvGrpSpPr>
        <p:grpSpPr>
          <a:xfrm>
            <a:off x="2455739" y="1689223"/>
            <a:ext cx="424195" cy="419659"/>
            <a:chOff x="-5611575" y="3272950"/>
            <a:chExt cx="294600" cy="291450"/>
          </a:xfrm>
        </p:grpSpPr>
        <p:sp>
          <p:nvSpPr>
            <p:cNvPr id="8498" name="Google Shape;8498;p6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66"/>
          <p:cNvGrpSpPr/>
          <p:nvPr/>
        </p:nvGrpSpPr>
        <p:grpSpPr>
          <a:xfrm>
            <a:off x="2455739" y="2205770"/>
            <a:ext cx="424195" cy="418507"/>
            <a:chOff x="-5613150" y="3632900"/>
            <a:chExt cx="294600" cy="290650"/>
          </a:xfrm>
        </p:grpSpPr>
        <p:sp>
          <p:nvSpPr>
            <p:cNvPr id="8504" name="Google Shape;8504;p6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66"/>
          <p:cNvGrpSpPr/>
          <p:nvPr/>
        </p:nvGrpSpPr>
        <p:grpSpPr>
          <a:xfrm>
            <a:off x="7324977" y="2153586"/>
            <a:ext cx="420811" cy="522864"/>
            <a:chOff x="-2310650" y="3525775"/>
            <a:chExt cx="292250" cy="363125"/>
          </a:xfrm>
        </p:grpSpPr>
        <p:sp>
          <p:nvSpPr>
            <p:cNvPr id="8507" name="Google Shape;8507;p6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66"/>
          <p:cNvGrpSpPr/>
          <p:nvPr/>
        </p:nvGrpSpPr>
        <p:grpSpPr>
          <a:xfrm>
            <a:off x="2467638" y="2756270"/>
            <a:ext cx="424195" cy="420775"/>
            <a:chOff x="-5613150" y="3991275"/>
            <a:chExt cx="294600" cy="292225"/>
          </a:xfrm>
        </p:grpSpPr>
        <p:sp>
          <p:nvSpPr>
            <p:cNvPr id="8512" name="Google Shape;8512;p6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6"/>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6"/>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6"/>
          <p:cNvGrpSpPr/>
          <p:nvPr/>
        </p:nvGrpSpPr>
        <p:grpSpPr>
          <a:xfrm>
            <a:off x="5139126" y="1689438"/>
            <a:ext cx="434634" cy="419227"/>
            <a:chOff x="-3768700" y="3253275"/>
            <a:chExt cx="301850" cy="291150"/>
          </a:xfrm>
        </p:grpSpPr>
        <p:sp>
          <p:nvSpPr>
            <p:cNvPr id="8522" name="Google Shape;8522;p6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6"/>
          <p:cNvGrpSpPr/>
          <p:nvPr/>
        </p:nvGrpSpPr>
        <p:grpSpPr>
          <a:xfrm>
            <a:off x="5143209" y="2217090"/>
            <a:ext cx="426462" cy="395865"/>
            <a:chOff x="-3808700" y="3628950"/>
            <a:chExt cx="296175" cy="274925"/>
          </a:xfrm>
        </p:grpSpPr>
        <p:sp>
          <p:nvSpPr>
            <p:cNvPr id="8526" name="Google Shape;8526;p6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66"/>
          <p:cNvGrpSpPr/>
          <p:nvPr/>
        </p:nvGrpSpPr>
        <p:grpSpPr>
          <a:xfrm>
            <a:off x="5208420" y="2756412"/>
            <a:ext cx="419443" cy="420487"/>
            <a:chOff x="-3771675" y="3971775"/>
            <a:chExt cx="291300" cy="292025"/>
          </a:xfrm>
        </p:grpSpPr>
        <p:sp>
          <p:nvSpPr>
            <p:cNvPr id="8530" name="Google Shape;8530;p6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66"/>
          <p:cNvGrpSpPr/>
          <p:nvPr/>
        </p:nvGrpSpPr>
        <p:grpSpPr>
          <a:xfrm>
            <a:off x="7869864" y="1716461"/>
            <a:ext cx="420271" cy="320774"/>
            <a:chOff x="-1951475" y="3273100"/>
            <a:chExt cx="291875" cy="222775"/>
          </a:xfrm>
        </p:grpSpPr>
        <p:sp>
          <p:nvSpPr>
            <p:cNvPr id="8536" name="Google Shape;8536;p6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6"/>
          <p:cNvGrpSpPr/>
          <p:nvPr/>
        </p:nvGrpSpPr>
        <p:grpSpPr>
          <a:xfrm>
            <a:off x="7867344" y="2205191"/>
            <a:ext cx="425310" cy="419659"/>
            <a:chOff x="-1951475" y="3597450"/>
            <a:chExt cx="295375" cy="291450"/>
          </a:xfrm>
        </p:grpSpPr>
        <p:sp>
          <p:nvSpPr>
            <p:cNvPr id="8540" name="Google Shape;8540;p6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6"/>
          <p:cNvGrpSpPr/>
          <p:nvPr/>
        </p:nvGrpSpPr>
        <p:grpSpPr>
          <a:xfrm>
            <a:off x="7869595" y="2756825"/>
            <a:ext cx="444605" cy="419659"/>
            <a:chOff x="-1960150" y="3956600"/>
            <a:chExt cx="308775" cy="291450"/>
          </a:xfrm>
        </p:grpSpPr>
        <p:sp>
          <p:nvSpPr>
            <p:cNvPr id="8545" name="Google Shape;8545;p6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6"/>
          <p:cNvGrpSpPr/>
          <p:nvPr/>
        </p:nvGrpSpPr>
        <p:grpSpPr>
          <a:xfrm>
            <a:off x="1923633" y="3307636"/>
            <a:ext cx="420775" cy="420775"/>
            <a:chOff x="-804700" y="3226500"/>
            <a:chExt cx="292225" cy="292225"/>
          </a:xfrm>
        </p:grpSpPr>
        <p:sp>
          <p:nvSpPr>
            <p:cNvPr id="8548" name="Google Shape;8548;p6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6"/>
          <p:cNvGrpSpPr/>
          <p:nvPr/>
        </p:nvGrpSpPr>
        <p:grpSpPr>
          <a:xfrm>
            <a:off x="3003724" y="1688647"/>
            <a:ext cx="420775" cy="420811"/>
            <a:chOff x="-5251625" y="3272950"/>
            <a:chExt cx="292225" cy="292250"/>
          </a:xfrm>
        </p:grpSpPr>
        <p:sp>
          <p:nvSpPr>
            <p:cNvPr id="8556" name="Google Shape;8556;p6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66"/>
          <p:cNvGrpSpPr/>
          <p:nvPr/>
        </p:nvGrpSpPr>
        <p:grpSpPr>
          <a:xfrm>
            <a:off x="3000322" y="2204348"/>
            <a:ext cx="427578" cy="421351"/>
            <a:chOff x="-5254775" y="3631325"/>
            <a:chExt cx="296950" cy="292625"/>
          </a:xfrm>
        </p:grpSpPr>
        <p:sp>
          <p:nvSpPr>
            <p:cNvPr id="8560" name="Google Shape;8560;p6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6"/>
          <p:cNvGrpSpPr/>
          <p:nvPr/>
        </p:nvGrpSpPr>
        <p:grpSpPr>
          <a:xfrm>
            <a:off x="3016181" y="2756270"/>
            <a:ext cx="419659" cy="420775"/>
            <a:chOff x="-5251625" y="3991275"/>
            <a:chExt cx="291450" cy="292225"/>
          </a:xfrm>
        </p:grpSpPr>
        <p:sp>
          <p:nvSpPr>
            <p:cNvPr id="8568" name="Google Shape;8568;p6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6"/>
          <p:cNvGrpSpPr/>
          <p:nvPr/>
        </p:nvGrpSpPr>
        <p:grpSpPr>
          <a:xfrm>
            <a:off x="5756763" y="1689240"/>
            <a:ext cx="319874" cy="419623"/>
            <a:chOff x="-3365275" y="3253275"/>
            <a:chExt cx="222150" cy="291425"/>
          </a:xfrm>
        </p:grpSpPr>
        <p:sp>
          <p:nvSpPr>
            <p:cNvPr id="8574" name="Google Shape;8574;p6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6"/>
          <p:cNvGrpSpPr/>
          <p:nvPr/>
        </p:nvGrpSpPr>
        <p:grpSpPr>
          <a:xfrm>
            <a:off x="5730701" y="2204058"/>
            <a:ext cx="371998" cy="421927"/>
            <a:chOff x="-3383375" y="3611625"/>
            <a:chExt cx="258350" cy="293025"/>
          </a:xfrm>
        </p:grpSpPr>
        <p:sp>
          <p:nvSpPr>
            <p:cNvPr id="8577" name="Google Shape;8577;p6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6"/>
          <p:cNvGrpSpPr/>
          <p:nvPr/>
        </p:nvGrpSpPr>
        <p:grpSpPr>
          <a:xfrm>
            <a:off x="5793050" y="2756826"/>
            <a:ext cx="271097" cy="419659"/>
            <a:chOff x="-3347950" y="3971575"/>
            <a:chExt cx="188275" cy="291450"/>
          </a:xfrm>
        </p:grpSpPr>
        <p:sp>
          <p:nvSpPr>
            <p:cNvPr id="8580" name="Google Shape;8580;p6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6"/>
          <p:cNvGrpSpPr/>
          <p:nvPr/>
        </p:nvGrpSpPr>
        <p:grpSpPr>
          <a:xfrm>
            <a:off x="842909" y="3307061"/>
            <a:ext cx="371998" cy="421927"/>
            <a:chOff x="-1575775" y="3238300"/>
            <a:chExt cx="258350" cy="293025"/>
          </a:xfrm>
        </p:grpSpPr>
        <p:sp>
          <p:nvSpPr>
            <p:cNvPr id="8584" name="Google Shape;8584;p66"/>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6"/>
          <p:cNvGrpSpPr/>
          <p:nvPr/>
        </p:nvGrpSpPr>
        <p:grpSpPr>
          <a:xfrm>
            <a:off x="2487807" y="3309051"/>
            <a:ext cx="423079" cy="424159"/>
            <a:chOff x="-1591550" y="3597475"/>
            <a:chExt cx="293825" cy="294575"/>
          </a:xfrm>
        </p:grpSpPr>
        <p:sp>
          <p:nvSpPr>
            <p:cNvPr id="8590" name="Google Shape;8590;p6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66"/>
          <p:cNvGrpSpPr/>
          <p:nvPr/>
        </p:nvGrpSpPr>
        <p:grpSpPr>
          <a:xfrm>
            <a:off x="4137277" y="3318663"/>
            <a:ext cx="421927" cy="399248"/>
            <a:chOff x="-1592325" y="3957400"/>
            <a:chExt cx="293025" cy="277275"/>
          </a:xfrm>
        </p:grpSpPr>
        <p:sp>
          <p:nvSpPr>
            <p:cNvPr id="8594" name="Google Shape;8594;p6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6"/>
          <p:cNvGrpSpPr/>
          <p:nvPr/>
        </p:nvGrpSpPr>
        <p:grpSpPr>
          <a:xfrm>
            <a:off x="3624147" y="3310744"/>
            <a:ext cx="369730" cy="420775"/>
            <a:chOff x="-778700" y="3612425"/>
            <a:chExt cx="256775" cy="292225"/>
          </a:xfrm>
        </p:grpSpPr>
        <p:sp>
          <p:nvSpPr>
            <p:cNvPr id="8599" name="Google Shape;8599;p6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6"/>
          <p:cNvGrpSpPr/>
          <p:nvPr/>
        </p:nvGrpSpPr>
        <p:grpSpPr>
          <a:xfrm>
            <a:off x="6095649" y="3828305"/>
            <a:ext cx="340731" cy="387641"/>
            <a:chOff x="7728464" y="1561258"/>
            <a:chExt cx="349719" cy="397866"/>
          </a:xfrm>
        </p:grpSpPr>
        <p:sp>
          <p:nvSpPr>
            <p:cNvPr id="8606" name="Google Shape;8606;p6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6"/>
          <p:cNvGrpSpPr/>
          <p:nvPr/>
        </p:nvGrpSpPr>
        <p:grpSpPr>
          <a:xfrm>
            <a:off x="4018617" y="3828305"/>
            <a:ext cx="387681" cy="387641"/>
            <a:chOff x="5611350" y="1561258"/>
            <a:chExt cx="397907" cy="397866"/>
          </a:xfrm>
        </p:grpSpPr>
        <p:sp>
          <p:nvSpPr>
            <p:cNvPr id="8609" name="Google Shape;8609;p6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6"/>
          <p:cNvGrpSpPr/>
          <p:nvPr/>
        </p:nvGrpSpPr>
        <p:grpSpPr>
          <a:xfrm>
            <a:off x="4537903" y="3925571"/>
            <a:ext cx="387610" cy="193109"/>
            <a:chOff x="6140660" y="1661097"/>
            <a:chExt cx="397835" cy="198202"/>
          </a:xfrm>
        </p:grpSpPr>
        <p:sp>
          <p:nvSpPr>
            <p:cNvPr id="8614" name="Google Shape;8614;p6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6"/>
          <p:cNvGrpSpPr/>
          <p:nvPr/>
        </p:nvGrpSpPr>
        <p:grpSpPr>
          <a:xfrm>
            <a:off x="5057118" y="3828305"/>
            <a:ext cx="387681" cy="387641"/>
            <a:chOff x="6669907" y="1561258"/>
            <a:chExt cx="397907" cy="397866"/>
          </a:xfrm>
        </p:grpSpPr>
        <p:sp>
          <p:nvSpPr>
            <p:cNvPr id="8619" name="Google Shape;8619;p6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6"/>
          <p:cNvGrpSpPr/>
          <p:nvPr/>
        </p:nvGrpSpPr>
        <p:grpSpPr>
          <a:xfrm>
            <a:off x="1942348" y="3885842"/>
            <a:ext cx="387681" cy="272572"/>
            <a:chOff x="3386036" y="1746339"/>
            <a:chExt cx="397907" cy="279762"/>
          </a:xfrm>
        </p:grpSpPr>
        <p:sp>
          <p:nvSpPr>
            <p:cNvPr id="8625" name="Google Shape;8625;p6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6"/>
          <p:cNvGrpSpPr/>
          <p:nvPr/>
        </p:nvGrpSpPr>
        <p:grpSpPr>
          <a:xfrm>
            <a:off x="2980045" y="3828288"/>
            <a:ext cx="387681" cy="387681"/>
            <a:chOff x="4417380" y="1687279"/>
            <a:chExt cx="397907" cy="397907"/>
          </a:xfrm>
        </p:grpSpPr>
        <p:sp>
          <p:nvSpPr>
            <p:cNvPr id="8628" name="Google Shape;8628;p6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6"/>
          <p:cNvGrpSpPr/>
          <p:nvPr/>
        </p:nvGrpSpPr>
        <p:grpSpPr>
          <a:xfrm>
            <a:off x="7926526" y="3308537"/>
            <a:ext cx="387661" cy="387661"/>
            <a:chOff x="2869999" y="1687279"/>
            <a:chExt cx="397887" cy="397887"/>
          </a:xfrm>
        </p:grpSpPr>
        <p:sp>
          <p:nvSpPr>
            <p:cNvPr id="8631" name="Google Shape;8631;p6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6"/>
          <p:cNvGrpSpPr/>
          <p:nvPr/>
        </p:nvGrpSpPr>
        <p:grpSpPr>
          <a:xfrm>
            <a:off x="2461634" y="3828664"/>
            <a:ext cx="386807" cy="386929"/>
            <a:chOff x="3902887" y="1687655"/>
            <a:chExt cx="397010" cy="397135"/>
          </a:xfrm>
        </p:grpSpPr>
        <p:sp>
          <p:nvSpPr>
            <p:cNvPr id="8634" name="Google Shape;8634;p6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6"/>
          <p:cNvGrpSpPr/>
          <p:nvPr/>
        </p:nvGrpSpPr>
        <p:grpSpPr>
          <a:xfrm>
            <a:off x="3499331" y="3828344"/>
            <a:ext cx="387681" cy="387681"/>
            <a:chOff x="4933458" y="1687279"/>
            <a:chExt cx="397907" cy="397907"/>
          </a:xfrm>
        </p:grpSpPr>
        <p:sp>
          <p:nvSpPr>
            <p:cNvPr id="8637" name="Google Shape;8637;p6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6"/>
          <p:cNvGrpSpPr/>
          <p:nvPr/>
        </p:nvGrpSpPr>
        <p:grpSpPr>
          <a:xfrm>
            <a:off x="5273586" y="3308775"/>
            <a:ext cx="387681" cy="387661"/>
            <a:chOff x="266768" y="1721375"/>
            <a:chExt cx="397907" cy="397887"/>
          </a:xfrm>
        </p:grpSpPr>
        <p:sp>
          <p:nvSpPr>
            <p:cNvPr id="8640" name="Google Shape;8640;p6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66"/>
          <p:cNvGrpSpPr/>
          <p:nvPr/>
        </p:nvGrpSpPr>
        <p:grpSpPr>
          <a:xfrm>
            <a:off x="7395588" y="3308924"/>
            <a:ext cx="387539" cy="386888"/>
            <a:chOff x="2408992" y="1722875"/>
            <a:chExt cx="397761" cy="397093"/>
          </a:xfrm>
        </p:grpSpPr>
        <p:sp>
          <p:nvSpPr>
            <p:cNvPr id="8643" name="Google Shape;8643;p6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6"/>
          <p:cNvGrpSpPr/>
          <p:nvPr/>
        </p:nvGrpSpPr>
        <p:grpSpPr>
          <a:xfrm>
            <a:off x="5576404" y="3828305"/>
            <a:ext cx="387641" cy="387641"/>
            <a:chOff x="7199196" y="1561258"/>
            <a:chExt cx="397866" cy="397866"/>
          </a:xfrm>
        </p:grpSpPr>
        <p:sp>
          <p:nvSpPr>
            <p:cNvPr id="8646" name="Google Shape;8646;p6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6"/>
          <p:cNvGrpSpPr/>
          <p:nvPr/>
        </p:nvGrpSpPr>
        <p:grpSpPr>
          <a:xfrm>
            <a:off x="6332282" y="3308537"/>
            <a:ext cx="387661" cy="387661"/>
            <a:chOff x="1379798" y="1723250"/>
            <a:chExt cx="397887" cy="397887"/>
          </a:xfrm>
        </p:grpSpPr>
        <p:sp>
          <p:nvSpPr>
            <p:cNvPr id="8650" name="Google Shape;8650;p6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6"/>
          <p:cNvGrpSpPr/>
          <p:nvPr/>
        </p:nvGrpSpPr>
        <p:grpSpPr>
          <a:xfrm>
            <a:off x="5801242" y="3308537"/>
            <a:ext cx="387641" cy="387661"/>
            <a:chOff x="864491" y="1723250"/>
            <a:chExt cx="397866" cy="397887"/>
          </a:xfrm>
        </p:grpSpPr>
        <p:sp>
          <p:nvSpPr>
            <p:cNvPr id="8655" name="Google Shape;8655;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8" name="Google Shape;8658;p66"/>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9" name="Google Shape;8659;p66"/>
          <p:cNvGrpSpPr/>
          <p:nvPr/>
        </p:nvGrpSpPr>
        <p:grpSpPr>
          <a:xfrm>
            <a:off x="6568070" y="3827060"/>
            <a:ext cx="388966" cy="388966"/>
            <a:chOff x="1190625" y="238125"/>
            <a:chExt cx="5235075" cy="5235075"/>
          </a:xfrm>
        </p:grpSpPr>
        <p:sp>
          <p:nvSpPr>
            <p:cNvPr id="8660" name="Google Shape;8660;p6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2" name="Google Shape;8662;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6" name="Shape 8666"/>
        <p:cNvGrpSpPr/>
        <p:nvPr/>
      </p:nvGrpSpPr>
      <p:grpSpPr>
        <a:xfrm>
          <a:off x="0" y="0"/>
          <a:ext cx="0" cy="0"/>
          <a:chOff x="0" y="0"/>
          <a:chExt cx="0" cy="0"/>
        </a:xfrm>
      </p:grpSpPr>
      <p:grpSp>
        <p:nvGrpSpPr>
          <p:cNvPr id="8667" name="Google Shape;8667;p67"/>
          <p:cNvGrpSpPr/>
          <p:nvPr/>
        </p:nvGrpSpPr>
        <p:grpSpPr>
          <a:xfrm>
            <a:off x="941736" y="1559475"/>
            <a:ext cx="2625261" cy="2600383"/>
            <a:chOff x="941736" y="1559475"/>
            <a:chExt cx="2625261" cy="2600383"/>
          </a:xfrm>
        </p:grpSpPr>
        <p:sp>
          <p:nvSpPr>
            <p:cNvPr id="8668" name="Google Shape;8668;p67"/>
            <p:cNvSpPr/>
            <p:nvPr/>
          </p:nvSpPr>
          <p:spPr>
            <a:xfrm>
              <a:off x="1892100"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2842399"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941839"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1" name="Google Shape;8671;p67"/>
            <p:cNvGrpSpPr/>
            <p:nvPr/>
          </p:nvGrpSpPr>
          <p:grpSpPr>
            <a:xfrm>
              <a:off x="3108346" y="3616099"/>
              <a:ext cx="197356" cy="197404"/>
              <a:chOff x="4456875" y="1435075"/>
              <a:chExt cx="481825" cy="481825"/>
            </a:xfrm>
          </p:grpSpPr>
          <p:sp>
            <p:nvSpPr>
              <p:cNvPr id="8672" name="Google Shape;8672;p6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3" name="Google Shape;8673;p6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6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5" name="Google Shape;8675;p6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6" name="Google Shape;8676;p6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7" name="Google Shape;8677;p6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8" name="Google Shape;8678;p6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9" name="Google Shape;8679;p6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0" name="Google Shape;8680;p6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6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2" name="Google Shape;8682;p6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3" name="Google Shape;8683;p6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4" name="Google Shape;8684;p6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5" name="Google Shape;8685;p6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6" name="Google Shape;8686;p6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7" name="Google Shape;8687;p6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8" name="Google Shape;8688;p6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9" name="Google Shape;8689;p6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0" name="Google Shape;8690;p6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1" name="Google Shape;8691;p67"/>
            <p:cNvGrpSpPr/>
            <p:nvPr/>
          </p:nvGrpSpPr>
          <p:grpSpPr>
            <a:xfrm>
              <a:off x="1203576" y="3616094"/>
              <a:ext cx="199291" cy="197414"/>
              <a:chOff x="5049725" y="1435050"/>
              <a:chExt cx="486550" cy="481850"/>
            </a:xfrm>
          </p:grpSpPr>
          <p:sp>
            <p:nvSpPr>
              <p:cNvPr id="8692" name="Google Shape;8692;p6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3" name="Google Shape;8693;p6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4" name="Google Shape;8694;p6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5" name="Google Shape;8695;p6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6" name="Google Shape;8696;p67"/>
            <p:cNvGrpSpPr/>
            <p:nvPr/>
          </p:nvGrpSpPr>
          <p:grpSpPr>
            <a:xfrm>
              <a:off x="2157372" y="3617981"/>
              <a:ext cx="193649" cy="193696"/>
              <a:chOff x="6239925" y="2032450"/>
              <a:chExt cx="472775" cy="472775"/>
            </a:xfrm>
          </p:grpSpPr>
          <p:sp>
            <p:nvSpPr>
              <p:cNvPr id="8697" name="Google Shape;8697;p6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8" name="Google Shape;8698;p6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99" name="Google Shape;8699;p67"/>
            <p:cNvSpPr/>
            <p:nvPr/>
          </p:nvSpPr>
          <p:spPr>
            <a:xfrm>
              <a:off x="941839"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67"/>
            <p:cNvGrpSpPr/>
            <p:nvPr/>
          </p:nvGrpSpPr>
          <p:grpSpPr>
            <a:xfrm>
              <a:off x="1206338" y="1620834"/>
              <a:ext cx="197386" cy="197404"/>
              <a:chOff x="2685825" y="840375"/>
              <a:chExt cx="481900" cy="481825"/>
            </a:xfrm>
          </p:grpSpPr>
          <p:sp>
            <p:nvSpPr>
              <p:cNvPr id="8701" name="Google Shape;8701;p6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2" name="Google Shape;8702;p6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03" name="Google Shape;8703;p67"/>
            <p:cNvSpPr/>
            <p:nvPr/>
          </p:nvSpPr>
          <p:spPr>
            <a:xfrm>
              <a:off x="1892100"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4" name="Google Shape;8704;p67"/>
            <p:cNvGrpSpPr/>
            <p:nvPr/>
          </p:nvGrpSpPr>
          <p:grpSpPr>
            <a:xfrm>
              <a:off x="2152267" y="1620650"/>
              <a:ext cx="203858" cy="197772"/>
              <a:chOff x="3270675" y="841800"/>
              <a:chExt cx="497700" cy="482725"/>
            </a:xfrm>
          </p:grpSpPr>
          <p:sp>
            <p:nvSpPr>
              <p:cNvPr id="8705" name="Google Shape;8705;p6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6" name="Google Shape;8706;p6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7" name="Google Shape;8707;p6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08" name="Google Shape;8708;p67"/>
            <p:cNvSpPr/>
            <p:nvPr/>
          </p:nvSpPr>
          <p:spPr>
            <a:xfrm>
              <a:off x="2842399"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9" name="Google Shape;8709;p67"/>
            <p:cNvGrpSpPr/>
            <p:nvPr/>
          </p:nvGrpSpPr>
          <p:grpSpPr>
            <a:xfrm>
              <a:off x="3108344" y="1620862"/>
              <a:ext cx="197356" cy="197404"/>
              <a:chOff x="3271200" y="1435075"/>
              <a:chExt cx="481825" cy="481825"/>
            </a:xfrm>
          </p:grpSpPr>
          <p:sp>
            <p:nvSpPr>
              <p:cNvPr id="8710" name="Google Shape;8710;p6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1" name="Google Shape;8711;p6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12" name="Google Shape;8712;p67"/>
            <p:cNvSpPr/>
            <p:nvPr/>
          </p:nvSpPr>
          <p:spPr>
            <a:xfrm>
              <a:off x="1397671"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2547208"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1273670"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1073635"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2027612"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7"/>
            <p:cNvSpPr/>
            <p:nvPr/>
          </p:nvSpPr>
          <p:spPr>
            <a:xfrm>
              <a:off x="298043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298043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2027612"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1074802"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txBox="1"/>
            <p:nvPr/>
          </p:nvSpPr>
          <p:spPr>
            <a:xfrm>
              <a:off x="1537700"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8722" name="Google Shape;8722;p67"/>
            <p:cNvSpPr txBox="1"/>
            <p:nvPr/>
          </p:nvSpPr>
          <p:spPr>
            <a:xfrm>
              <a:off x="941839"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8723" name="Google Shape;8723;p67"/>
            <p:cNvSpPr txBox="1"/>
            <p:nvPr/>
          </p:nvSpPr>
          <p:spPr>
            <a:xfrm>
              <a:off x="189209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8724" name="Google Shape;8724;p67"/>
            <p:cNvSpPr txBox="1"/>
            <p:nvPr/>
          </p:nvSpPr>
          <p:spPr>
            <a:xfrm>
              <a:off x="2842405"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8725" name="Google Shape;8725;p67"/>
            <p:cNvSpPr txBox="1"/>
            <p:nvPr/>
          </p:nvSpPr>
          <p:spPr>
            <a:xfrm>
              <a:off x="941736"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8726" name="Google Shape;8726;p67"/>
            <p:cNvSpPr txBox="1"/>
            <p:nvPr/>
          </p:nvSpPr>
          <p:spPr>
            <a:xfrm>
              <a:off x="1892096"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8727" name="Google Shape;8727;p67"/>
            <p:cNvSpPr txBox="1"/>
            <p:nvPr/>
          </p:nvSpPr>
          <p:spPr>
            <a:xfrm>
              <a:off x="2842405"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8728" name="Google Shape;8728;p67"/>
            <p:cNvSpPr/>
            <p:nvPr/>
          </p:nvSpPr>
          <p:spPr>
            <a:xfrm>
              <a:off x="1268174"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2220016"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7"/>
            <p:cNvSpPr/>
            <p:nvPr/>
          </p:nvSpPr>
          <p:spPr>
            <a:xfrm>
              <a:off x="3171871"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1268161"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2220003"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3171858"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2094115"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222216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235022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2094115"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7"/>
            <p:cNvSpPr/>
            <p:nvPr/>
          </p:nvSpPr>
          <p:spPr>
            <a:xfrm>
              <a:off x="222216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7"/>
            <p:cNvSpPr/>
            <p:nvPr/>
          </p:nvSpPr>
          <p:spPr>
            <a:xfrm>
              <a:off x="235022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0" name="Google Shape;8740;p67"/>
            <p:cNvCxnSpPr>
              <a:stCxn id="8728" idx="4"/>
              <a:endCxn id="8734" idx="0"/>
            </p:cNvCxnSpPr>
            <p:nvPr/>
          </p:nvCxnSpPr>
          <p:spPr>
            <a:xfrm flipH="1" rot="-5400000">
              <a:off x="1612124"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8741" name="Google Shape;8741;p67"/>
            <p:cNvCxnSpPr>
              <a:stCxn id="8730" idx="4"/>
              <a:endCxn id="8736" idx="0"/>
            </p:cNvCxnSpPr>
            <p:nvPr/>
          </p:nvCxnSpPr>
          <p:spPr>
            <a:xfrm rot="5400000">
              <a:off x="2692021"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8742" name="Google Shape;8742;p67"/>
            <p:cNvCxnSpPr>
              <a:stCxn id="8729" idx="4"/>
              <a:endCxn id="8735" idx="0"/>
            </p:cNvCxnSpPr>
            <p:nvPr/>
          </p:nvCxnSpPr>
          <p:spPr>
            <a:xfrm flipH="1" rot="-5400000">
              <a:off x="2152066"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8743" name="Google Shape;8743;p67"/>
            <p:cNvCxnSpPr>
              <a:stCxn id="8731" idx="0"/>
              <a:endCxn id="8737" idx="4"/>
            </p:cNvCxnSpPr>
            <p:nvPr/>
          </p:nvCxnSpPr>
          <p:spPr>
            <a:xfrm rot="-5400000">
              <a:off x="1611211"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8744" name="Google Shape;8744;p67"/>
            <p:cNvCxnSpPr>
              <a:stCxn id="8733" idx="0"/>
              <a:endCxn id="8739" idx="4"/>
            </p:cNvCxnSpPr>
            <p:nvPr/>
          </p:nvCxnSpPr>
          <p:spPr>
            <a:xfrm flipH="1" rot="5400000">
              <a:off x="2691108"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8745" name="Google Shape;8745;p67"/>
            <p:cNvCxnSpPr>
              <a:stCxn id="8732" idx="0"/>
              <a:endCxn id="8738" idx="4"/>
            </p:cNvCxnSpPr>
            <p:nvPr/>
          </p:nvCxnSpPr>
          <p:spPr>
            <a:xfrm rot="-5400000">
              <a:off x="2151153"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grpSp>
      <p:grpSp>
        <p:nvGrpSpPr>
          <p:cNvPr id="8746" name="Google Shape;8746;p67"/>
          <p:cNvGrpSpPr/>
          <p:nvPr/>
        </p:nvGrpSpPr>
        <p:grpSpPr>
          <a:xfrm>
            <a:off x="3930764" y="1668291"/>
            <a:ext cx="4271500" cy="2382750"/>
            <a:chOff x="3930764" y="1662350"/>
            <a:chExt cx="4271500" cy="2382750"/>
          </a:xfrm>
        </p:grpSpPr>
        <p:sp>
          <p:nvSpPr>
            <p:cNvPr id="8747" name="Google Shape;8747;p67"/>
            <p:cNvSpPr/>
            <p:nvPr/>
          </p:nvSpPr>
          <p:spPr>
            <a:xfrm>
              <a:off x="6689392"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8" name="Google Shape;8748;p67"/>
            <p:cNvGrpSpPr/>
            <p:nvPr/>
          </p:nvGrpSpPr>
          <p:grpSpPr>
            <a:xfrm>
              <a:off x="6763091" y="3731340"/>
              <a:ext cx="201221" cy="201192"/>
              <a:chOff x="583100" y="3982600"/>
              <a:chExt cx="296175" cy="296175"/>
            </a:xfrm>
          </p:grpSpPr>
          <p:sp>
            <p:nvSpPr>
              <p:cNvPr id="8749" name="Google Shape;8749;p6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6" name="Google Shape;8756;p67"/>
            <p:cNvSpPr/>
            <p:nvPr/>
          </p:nvSpPr>
          <p:spPr>
            <a:xfrm>
              <a:off x="5137584"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5900646"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67"/>
            <p:cNvGrpSpPr/>
            <p:nvPr/>
          </p:nvGrpSpPr>
          <p:grpSpPr>
            <a:xfrm>
              <a:off x="5971468" y="1755032"/>
              <a:ext cx="201221" cy="201192"/>
              <a:chOff x="3497300" y="3227275"/>
              <a:chExt cx="296175" cy="296175"/>
            </a:xfrm>
          </p:grpSpPr>
          <p:sp>
            <p:nvSpPr>
              <p:cNvPr id="8759" name="Google Shape;8759;p6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7" name="Google Shape;8767;p67"/>
            <p:cNvSpPr/>
            <p:nvPr/>
          </p:nvSpPr>
          <p:spPr>
            <a:xfrm>
              <a:off x="7478524"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8" name="Google Shape;8768;p67"/>
            <p:cNvGrpSpPr/>
            <p:nvPr/>
          </p:nvGrpSpPr>
          <p:grpSpPr>
            <a:xfrm>
              <a:off x="7549337" y="1754675"/>
              <a:ext cx="201221" cy="201905"/>
              <a:chOff x="4991425" y="3234750"/>
              <a:chExt cx="296175" cy="297225"/>
            </a:xfrm>
          </p:grpSpPr>
          <p:sp>
            <p:nvSpPr>
              <p:cNvPr id="8769" name="Google Shape;8769;p6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5" name="Google Shape;8775;p67"/>
            <p:cNvSpPr/>
            <p:nvPr/>
          </p:nvSpPr>
          <p:spPr>
            <a:xfrm>
              <a:off x="4133110"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4912228"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5691329"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778" name="Google Shape;8778;p67"/>
            <p:cNvSpPr/>
            <p:nvPr/>
          </p:nvSpPr>
          <p:spPr>
            <a:xfrm>
              <a:off x="6470044"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779" name="Google Shape;8779;p67"/>
            <p:cNvSpPr/>
            <p:nvPr/>
          </p:nvSpPr>
          <p:spPr>
            <a:xfrm>
              <a:off x="7249162"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780" name="Google Shape;8780;p67"/>
            <p:cNvSpPr/>
            <p:nvPr/>
          </p:nvSpPr>
          <p:spPr>
            <a:xfrm>
              <a:off x="4322786"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7"/>
            <p:cNvSpPr/>
            <p:nvPr/>
          </p:nvSpPr>
          <p:spPr>
            <a:xfrm>
              <a:off x="4463149"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6041011"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7618861"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5277949"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7"/>
            <p:cNvSpPr/>
            <p:nvPr/>
          </p:nvSpPr>
          <p:spPr>
            <a:xfrm>
              <a:off x="6829949"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7"/>
            <p:cNvSpPr txBox="1"/>
            <p:nvPr/>
          </p:nvSpPr>
          <p:spPr>
            <a:xfrm>
              <a:off x="422480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8787" name="Google Shape;8787;p67"/>
            <p:cNvSpPr/>
            <p:nvPr/>
          </p:nvSpPr>
          <p:spPr>
            <a:xfrm>
              <a:off x="4463149"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7"/>
            <p:cNvSpPr/>
            <p:nvPr/>
          </p:nvSpPr>
          <p:spPr>
            <a:xfrm>
              <a:off x="6046436"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7"/>
            <p:cNvSpPr/>
            <p:nvPr/>
          </p:nvSpPr>
          <p:spPr>
            <a:xfrm>
              <a:off x="7618861"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7"/>
            <p:cNvSpPr/>
            <p:nvPr/>
          </p:nvSpPr>
          <p:spPr>
            <a:xfrm>
              <a:off x="5277552"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6829952"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2" name="Google Shape;8792;p67"/>
            <p:cNvCxnSpPr>
              <a:stCxn id="8781" idx="0"/>
              <a:endCxn id="8787" idx="4"/>
            </p:cNvCxnSpPr>
            <p:nvPr/>
          </p:nvCxnSpPr>
          <p:spPr>
            <a:xfrm rot="10800000">
              <a:off x="4494199"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8793" name="Google Shape;8793;p67"/>
            <p:cNvCxnSpPr>
              <a:stCxn id="8782" idx="0"/>
              <a:endCxn id="8788" idx="4"/>
            </p:cNvCxnSpPr>
            <p:nvPr/>
          </p:nvCxnSpPr>
          <p:spPr>
            <a:xfrm flipH="1" rot="10800000">
              <a:off x="6072061"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8794" name="Google Shape;8794;p67"/>
            <p:cNvCxnSpPr>
              <a:stCxn id="8783" idx="0"/>
              <a:endCxn id="8789" idx="4"/>
            </p:cNvCxnSpPr>
            <p:nvPr/>
          </p:nvCxnSpPr>
          <p:spPr>
            <a:xfrm rot="10800000">
              <a:off x="7649911"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8795" name="Google Shape;8795;p67"/>
            <p:cNvCxnSpPr>
              <a:stCxn id="8784" idx="4"/>
              <a:endCxn id="8790" idx="0"/>
            </p:cNvCxnSpPr>
            <p:nvPr/>
          </p:nvCxnSpPr>
          <p:spPr>
            <a:xfrm flipH="1">
              <a:off x="5308699"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8796" name="Google Shape;8796;p67"/>
            <p:cNvCxnSpPr>
              <a:stCxn id="8785" idx="4"/>
              <a:endCxn id="8791" idx="0"/>
            </p:cNvCxnSpPr>
            <p:nvPr/>
          </p:nvCxnSpPr>
          <p:spPr>
            <a:xfrm>
              <a:off x="6860999"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8797" name="Google Shape;8797;p67"/>
            <p:cNvSpPr txBox="1"/>
            <p:nvPr/>
          </p:nvSpPr>
          <p:spPr>
            <a:xfrm>
              <a:off x="5032383"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8798" name="Google Shape;8798;p67"/>
            <p:cNvSpPr txBox="1"/>
            <p:nvPr/>
          </p:nvSpPr>
          <p:spPr>
            <a:xfrm>
              <a:off x="579805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8799" name="Google Shape;8799;p67"/>
            <p:cNvSpPr txBox="1"/>
            <p:nvPr/>
          </p:nvSpPr>
          <p:spPr>
            <a:xfrm>
              <a:off x="659020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8800" name="Google Shape;8800;p67"/>
            <p:cNvSpPr txBox="1"/>
            <p:nvPr/>
          </p:nvSpPr>
          <p:spPr>
            <a:xfrm>
              <a:off x="7382358"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8801" name="Google Shape;8801;p67"/>
            <p:cNvGrpSpPr/>
            <p:nvPr/>
          </p:nvGrpSpPr>
          <p:grpSpPr>
            <a:xfrm>
              <a:off x="5200742" y="3748469"/>
              <a:ext cx="206115" cy="206115"/>
              <a:chOff x="1049375" y="2680675"/>
              <a:chExt cx="297725" cy="297725"/>
            </a:xfrm>
          </p:grpSpPr>
          <p:sp>
            <p:nvSpPr>
              <p:cNvPr id="8802" name="Google Shape;8802;p6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4" name="Google Shape;8804;p67"/>
            <p:cNvSpPr txBox="1"/>
            <p:nvPr/>
          </p:nvSpPr>
          <p:spPr>
            <a:xfrm>
              <a:off x="6298649"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8805" name="Google Shape;8805;p67"/>
            <p:cNvSpPr txBox="1"/>
            <p:nvPr/>
          </p:nvSpPr>
          <p:spPr>
            <a:xfrm>
              <a:off x="4720797"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sp>
          <p:nvSpPr>
            <p:cNvPr id="8806" name="Google Shape;8806;p67"/>
            <p:cNvSpPr txBox="1"/>
            <p:nvPr/>
          </p:nvSpPr>
          <p:spPr>
            <a:xfrm>
              <a:off x="5519764"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 planet from the Sun”</a:t>
              </a:r>
              <a:endParaRPr sz="800">
                <a:solidFill>
                  <a:srgbClr val="A5B7C6"/>
                </a:solidFill>
              </a:endParaRPr>
            </a:p>
          </p:txBody>
        </p:sp>
        <p:sp>
          <p:nvSpPr>
            <p:cNvPr id="8807" name="Google Shape;8807;p67"/>
            <p:cNvSpPr txBox="1"/>
            <p:nvPr/>
          </p:nvSpPr>
          <p:spPr>
            <a:xfrm>
              <a:off x="7072164"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8808" name="Google Shape;8808;p67"/>
            <p:cNvSpPr txBox="1"/>
            <p:nvPr/>
          </p:nvSpPr>
          <p:spPr>
            <a:xfrm>
              <a:off x="3930764"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nvGrpSpPr>
            <p:cNvPr id="8809" name="Google Shape;8809;p67"/>
            <p:cNvGrpSpPr/>
            <p:nvPr/>
          </p:nvGrpSpPr>
          <p:grpSpPr>
            <a:xfrm>
              <a:off x="4393599" y="1773492"/>
              <a:ext cx="201221" cy="164272"/>
              <a:chOff x="3860400" y="3254050"/>
              <a:chExt cx="296175" cy="241825"/>
            </a:xfrm>
          </p:grpSpPr>
          <p:sp>
            <p:nvSpPr>
              <p:cNvPr id="8810" name="Google Shape;8810;p6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17" name="Google Shape;8817;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1" name="Shape 8821"/>
        <p:cNvGrpSpPr/>
        <p:nvPr/>
      </p:nvGrpSpPr>
      <p:grpSpPr>
        <a:xfrm>
          <a:off x="0" y="0"/>
          <a:ext cx="0" cy="0"/>
          <a:chOff x="0" y="0"/>
          <a:chExt cx="0" cy="0"/>
        </a:xfrm>
      </p:grpSpPr>
      <p:grpSp>
        <p:nvGrpSpPr>
          <p:cNvPr id="8822" name="Google Shape;8822;p68"/>
          <p:cNvGrpSpPr/>
          <p:nvPr/>
        </p:nvGrpSpPr>
        <p:grpSpPr>
          <a:xfrm>
            <a:off x="3425572" y="1729143"/>
            <a:ext cx="4683860" cy="2286200"/>
            <a:chOff x="3439355" y="1748915"/>
            <a:chExt cx="4683860" cy="2286200"/>
          </a:xfrm>
        </p:grpSpPr>
        <p:sp>
          <p:nvSpPr>
            <p:cNvPr id="8823" name="Google Shape;8823;p68"/>
            <p:cNvSpPr/>
            <p:nvPr/>
          </p:nvSpPr>
          <p:spPr>
            <a:xfrm>
              <a:off x="6549404" y="17489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txBox="1"/>
            <p:nvPr/>
          </p:nvSpPr>
          <p:spPr>
            <a:xfrm>
              <a:off x="6993115" y="18789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“Despite being red, Mars is actually a very cold place”</a:t>
              </a:r>
              <a:endParaRPr sz="800">
                <a:solidFill>
                  <a:srgbClr val="213B55"/>
                </a:solidFill>
              </a:endParaRPr>
            </a:p>
          </p:txBody>
        </p:sp>
        <p:sp>
          <p:nvSpPr>
            <p:cNvPr id="8825" name="Google Shape;8825;p68"/>
            <p:cNvSpPr/>
            <p:nvPr/>
          </p:nvSpPr>
          <p:spPr>
            <a:xfrm>
              <a:off x="6549404" y="25410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txBox="1"/>
            <p:nvPr/>
          </p:nvSpPr>
          <p:spPr>
            <a:xfrm>
              <a:off x="6993115" y="26710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“Jupiter is the biggest planet in the entire Solar System”</a:t>
              </a:r>
              <a:endParaRPr sz="800">
                <a:solidFill>
                  <a:srgbClr val="213B55"/>
                </a:solidFill>
              </a:endParaRPr>
            </a:p>
          </p:txBody>
        </p:sp>
        <p:sp>
          <p:nvSpPr>
            <p:cNvPr id="8827" name="Google Shape;8827;p68"/>
            <p:cNvSpPr/>
            <p:nvPr/>
          </p:nvSpPr>
          <p:spPr>
            <a:xfrm>
              <a:off x="6549404" y="33331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txBox="1"/>
            <p:nvPr/>
          </p:nvSpPr>
          <p:spPr>
            <a:xfrm>
              <a:off x="6993115" y="34631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“Saturn is a gas giant and has several rings”</a:t>
              </a:r>
              <a:endParaRPr sz="800">
                <a:solidFill>
                  <a:srgbClr val="213B55"/>
                </a:solidFill>
              </a:endParaRPr>
            </a:p>
          </p:txBody>
        </p:sp>
        <p:sp>
          <p:nvSpPr>
            <p:cNvPr id="8829" name="Google Shape;8829;p68"/>
            <p:cNvSpPr/>
            <p:nvPr/>
          </p:nvSpPr>
          <p:spPr>
            <a:xfrm>
              <a:off x="3439355" y="199786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0" name="Google Shape;8830;p68"/>
            <p:cNvGrpSpPr/>
            <p:nvPr/>
          </p:nvGrpSpPr>
          <p:grpSpPr>
            <a:xfrm>
              <a:off x="3576486" y="2170831"/>
              <a:ext cx="1443832" cy="1443832"/>
              <a:chOff x="5681300" y="2527788"/>
              <a:chExt cx="805800" cy="805800"/>
            </a:xfrm>
          </p:grpSpPr>
          <p:sp>
            <p:nvSpPr>
              <p:cNvPr id="8831" name="Google Shape;8831;p6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8"/>
              <p:cNvSpPr/>
              <p:nvPr/>
            </p:nvSpPr>
            <p:spPr>
              <a:xfrm>
                <a:off x="5681300" y="2527788"/>
                <a:ext cx="805800" cy="805800"/>
              </a:xfrm>
              <a:prstGeom prst="pie">
                <a:avLst>
                  <a:gd fmla="val 1079775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8"/>
            <p:cNvGrpSpPr/>
            <p:nvPr/>
          </p:nvGrpSpPr>
          <p:grpSpPr>
            <a:xfrm>
              <a:off x="6240887" y="1786604"/>
              <a:ext cx="626590" cy="626590"/>
              <a:chOff x="5681300" y="2527788"/>
              <a:chExt cx="805800" cy="805800"/>
            </a:xfrm>
          </p:grpSpPr>
          <p:sp>
            <p:nvSpPr>
              <p:cNvPr id="8834" name="Google Shape;8834;p6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8"/>
            <p:cNvGrpSpPr/>
            <p:nvPr/>
          </p:nvGrpSpPr>
          <p:grpSpPr>
            <a:xfrm>
              <a:off x="6240887" y="2578704"/>
              <a:ext cx="626590" cy="626590"/>
              <a:chOff x="5681300" y="2527788"/>
              <a:chExt cx="805800" cy="805800"/>
            </a:xfrm>
          </p:grpSpPr>
          <p:sp>
            <p:nvSpPr>
              <p:cNvPr id="8837" name="Google Shape;8837;p6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8"/>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8"/>
            <p:cNvGrpSpPr/>
            <p:nvPr/>
          </p:nvGrpSpPr>
          <p:grpSpPr>
            <a:xfrm>
              <a:off x="6240887" y="3370804"/>
              <a:ext cx="626590" cy="626590"/>
              <a:chOff x="5681300" y="2527788"/>
              <a:chExt cx="805800" cy="805800"/>
            </a:xfrm>
          </p:grpSpPr>
          <p:sp>
            <p:nvSpPr>
              <p:cNvPr id="8840" name="Google Shape;8840;p6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8"/>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2" name="Google Shape;8842;p68"/>
            <p:cNvSpPr/>
            <p:nvPr/>
          </p:nvSpPr>
          <p:spPr>
            <a:xfrm>
              <a:off x="4229854" y="193244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4229854" y="371596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5157904" y="282420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5" name="Google Shape;8845;p68"/>
            <p:cNvCxnSpPr>
              <a:stCxn id="8844" idx="6"/>
              <a:endCxn id="8835" idx="2"/>
            </p:cNvCxnSpPr>
            <p:nvPr/>
          </p:nvCxnSpPr>
          <p:spPr>
            <a:xfrm flipH="1" rot="10800000">
              <a:off x="5295004" y="209985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8846" name="Google Shape;8846;p68"/>
            <p:cNvCxnSpPr>
              <a:stCxn id="8844" idx="6"/>
              <a:endCxn id="8841" idx="2"/>
            </p:cNvCxnSpPr>
            <p:nvPr/>
          </p:nvCxnSpPr>
          <p:spPr>
            <a:xfrm>
              <a:off x="5295004" y="289275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8847" name="Google Shape;8847;p68"/>
            <p:cNvCxnSpPr>
              <a:stCxn id="8844" idx="6"/>
              <a:endCxn id="8838" idx="2"/>
            </p:cNvCxnSpPr>
            <p:nvPr/>
          </p:nvCxnSpPr>
          <p:spPr>
            <a:xfrm flipH="1" rot="10800000">
              <a:off x="5295004" y="289185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8848" name="Google Shape;8848;p68"/>
            <p:cNvSpPr txBox="1"/>
            <p:nvPr/>
          </p:nvSpPr>
          <p:spPr>
            <a:xfrm>
              <a:off x="3800713" y="257940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grpSp>
      <p:sp>
        <p:nvSpPr>
          <p:cNvPr id="8849" name="Google Shape;8849;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grpSp>
        <p:nvGrpSpPr>
          <p:cNvPr id="8850" name="Google Shape;8850;p68"/>
          <p:cNvGrpSpPr/>
          <p:nvPr/>
        </p:nvGrpSpPr>
        <p:grpSpPr>
          <a:xfrm>
            <a:off x="1034567" y="1585529"/>
            <a:ext cx="1655700" cy="2573428"/>
            <a:chOff x="1048350" y="1585529"/>
            <a:chExt cx="1655700" cy="2573428"/>
          </a:xfrm>
        </p:grpSpPr>
        <p:sp>
          <p:nvSpPr>
            <p:cNvPr id="8851" name="Google Shape;8851;p68"/>
            <p:cNvSpPr/>
            <p:nvPr/>
          </p:nvSpPr>
          <p:spPr>
            <a:xfrm>
              <a:off x="1048350" y="400486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1210102" y="2572331"/>
              <a:ext cx="1332000" cy="1131600"/>
            </a:xfrm>
            <a:prstGeom prst="roundRect">
              <a:avLst>
                <a:gd fmla="val 16667" name="adj"/>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8"/>
            <p:cNvSpPr/>
            <p:nvPr/>
          </p:nvSpPr>
          <p:spPr>
            <a:xfrm>
              <a:off x="1759085" y="392465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4" name="Google Shape;8854;p68"/>
            <p:cNvCxnSpPr/>
            <p:nvPr/>
          </p:nvCxnSpPr>
          <p:spPr>
            <a:xfrm>
              <a:off x="1876179" y="3703780"/>
              <a:ext cx="0" cy="220800"/>
            </a:xfrm>
            <a:prstGeom prst="straightConnector1">
              <a:avLst/>
            </a:prstGeom>
            <a:noFill/>
            <a:ln cap="flat" cmpd="sng" w="9525">
              <a:solidFill>
                <a:srgbClr val="D7DFE5"/>
              </a:solidFill>
              <a:prstDash val="solid"/>
              <a:round/>
              <a:headEnd len="med" w="med" type="none"/>
              <a:tailEnd len="med" w="med" type="none"/>
            </a:ln>
          </p:spPr>
        </p:cxnSp>
        <p:sp>
          <p:nvSpPr>
            <p:cNvPr id="8855" name="Google Shape;8855;p68"/>
            <p:cNvSpPr txBox="1"/>
            <p:nvPr/>
          </p:nvSpPr>
          <p:spPr>
            <a:xfrm>
              <a:off x="1297398" y="312039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0566D"/>
                  </a:solidFill>
                </a:rPr>
                <a:t>“Mercury is the smallest planet in the Solar System”</a:t>
              </a:r>
              <a:endParaRPr sz="800">
                <a:solidFill>
                  <a:srgbClr val="40566D"/>
                </a:solidFill>
              </a:endParaRPr>
            </a:p>
          </p:txBody>
        </p:sp>
        <p:sp>
          <p:nvSpPr>
            <p:cNvPr id="8856" name="Google Shape;8856;p68"/>
            <p:cNvSpPr txBox="1"/>
            <p:nvPr/>
          </p:nvSpPr>
          <p:spPr>
            <a:xfrm>
              <a:off x="1454136" y="273593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40566D"/>
                  </a:solidFill>
                </a:rPr>
                <a:t>TITLE 1</a:t>
              </a:r>
              <a:endParaRPr b="1" sz="800">
                <a:solidFill>
                  <a:srgbClr val="40566D"/>
                </a:solidFill>
              </a:endParaRPr>
            </a:p>
          </p:txBody>
        </p:sp>
        <p:cxnSp>
          <p:nvCxnSpPr>
            <p:cNvPr id="8857" name="Google Shape;8857;p68"/>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grpSp>
          <p:nvGrpSpPr>
            <p:cNvPr id="8858" name="Google Shape;8858;p68"/>
            <p:cNvGrpSpPr/>
            <p:nvPr/>
          </p:nvGrpSpPr>
          <p:grpSpPr>
            <a:xfrm>
              <a:off x="1494592" y="1585529"/>
              <a:ext cx="763219" cy="763219"/>
              <a:chOff x="4049800" y="640400"/>
              <a:chExt cx="858900" cy="858900"/>
            </a:xfrm>
          </p:grpSpPr>
          <p:sp>
            <p:nvSpPr>
              <p:cNvPr id="8859" name="Google Shape;8859;p68"/>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4049800" y="640400"/>
                <a:ext cx="858900" cy="858900"/>
              </a:xfrm>
              <a:prstGeom prst="blockArc">
                <a:avLst>
                  <a:gd fmla="val 16133799" name="adj1"/>
                  <a:gd fmla="val 10841788" name="adj2"/>
                  <a:gd fmla="val 11587"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861" name="Google Shape;8861;p68"/>
            <p:cNvCxnSpPr>
              <a:stCxn id="8859" idx="4"/>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sp>
          <p:nvSpPr>
            <p:cNvPr id="8862" name="Google Shape;8862;p68"/>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cxnSp>
          <p:nvCxnSpPr>
            <p:cNvPr id="8863" name="Google Shape;8863;p68"/>
            <p:cNvCxnSpPr/>
            <p:nvPr/>
          </p:nvCxnSpPr>
          <p:spPr>
            <a:xfrm>
              <a:off x="1621737" y="2989637"/>
              <a:ext cx="508800" cy="0"/>
            </a:xfrm>
            <a:prstGeom prst="straightConnector1">
              <a:avLst/>
            </a:prstGeom>
            <a:noFill/>
            <a:ln cap="flat" cmpd="sng" w="19050">
              <a:solidFill>
                <a:srgbClr val="40566D"/>
              </a:solidFill>
              <a:prstDash val="solid"/>
              <a:round/>
              <a:headEnd len="med" w="med" type="none"/>
              <a:tailEnd len="med" w="med" type="none"/>
            </a:ln>
          </p:spPr>
        </p:cxn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7" name="Shape 8867"/>
        <p:cNvGrpSpPr/>
        <p:nvPr/>
      </p:nvGrpSpPr>
      <p:grpSpPr>
        <a:xfrm>
          <a:off x="0" y="0"/>
          <a:ext cx="0" cy="0"/>
          <a:chOff x="0" y="0"/>
          <a:chExt cx="0" cy="0"/>
        </a:xfrm>
      </p:grpSpPr>
      <p:grpSp>
        <p:nvGrpSpPr>
          <p:cNvPr id="8868" name="Google Shape;8868;p69"/>
          <p:cNvGrpSpPr/>
          <p:nvPr/>
        </p:nvGrpSpPr>
        <p:grpSpPr>
          <a:xfrm>
            <a:off x="7828716" y="2886927"/>
            <a:ext cx="265146" cy="348861"/>
            <a:chOff x="1713400" y="238125"/>
            <a:chExt cx="3815050" cy="5005175"/>
          </a:xfrm>
        </p:grpSpPr>
        <p:sp>
          <p:nvSpPr>
            <p:cNvPr id="8869" name="Google Shape;8869;p69"/>
            <p:cNvSpPr/>
            <p:nvPr/>
          </p:nvSpPr>
          <p:spPr>
            <a:xfrm>
              <a:off x="2158300" y="2473750"/>
              <a:ext cx="2936375" cy="2769550"/>
            </a:xfrm>
            <a:custGeom>
              <a:rect b="b" l="l" r="r" t="t"/>
              <a:pathLst>
                <a:path extrusionOk="0" h="110782" w="117455">
                  <a:moveTo>
                    <a:pt x="65279" y="75593"/>
                  </a:moveTo>
                  <a:cubicBezTo>
                    <a:pt x="72708" y="75593"/>
                    <a:pt x="72708" y="87688"/>
                    <a:pt x="65279" y="87688"/>
                  </a:cubicBezTo>
                  <a:cubicBezTo>
                    <a:pt x="65031" y="87688"/>
                    <a:pt x="64775" y="87675"/>
                    <a:pt x="64511" y="87647"/>
                  </a:cubicBezTo>
                  <a:lnTo>
                    <a:pt x="52499" y="87647"/>
                  </a:lnTo>
                  <a:cubicBezTo>
                    <a:pt x="52234" y="87675"/>
                    <a:pt x="51978" y="87688"/>
                    <a:pt x="51730" y="87688"/>
                  </a:cubicBezTo>
                  <a:cubicBezTo>
                    <a:pt x="44302" y="87688"/>
                    <a:pt x="44302" y="75593"/>
                    <a:pt x="51730" y="75593"/>
                  </a:cubicBezTo>
                  <a:cubicBezTo>
                    <a:pt x="51978" y="75593"/>
                    <a:pt x="52234" y="75607"/>
                    <a:pt x="52499" y="75635"/>
                  </a:cubicBezTo>
                  <a:lnTo>
                    <a:pt x="64511" y="75635"/>
                  </a:lnTo>
                  <a:cubicBezTo>
                    <a:pt x="64775" y="75607"/>
                    <a:pt x="65031" y="75593"/>
                    <a:pt x="65279" y="75593"/>
                  </a:cubicBezTo>
                  <a:close/>
                  <a:moveTo>
                    <a:pt x="23135" y="1"/>
                  </a:moveTo>
                  <a:cubicBezTo>
                    <a:pt x="17796" y="3560"/>
                    <a:pt x="12012" y="4895"/>
                    <a:pt x="5784" y="5340"/>
                  </a:cubicBezTo>
                  <a:cubicBezTo>
                    <a:pt x="4004" y="4895"/>
                    <a:pt x="1780" y="4895"/>
                    <a:pt x="0" y="4450"/>
                  </a:cubicBezTo>
                  <a:lnTo>
                    <a:pt x="0" y="93431"/>
                  </a:lnTo>
                  <a:cubicBezTo>
                    <a:pt x="445" y="103219"/>
                    <a:pt x="8008" y="110782"/>
                    <a:pt x="17351" y="110782"/>
                  </a:cubicBezTo>
                  <a:lnTo>
                    <a:pt x="99658" y="110782"/>
                  </a:lnTo>
                  <a:cubicBezTo>
                    <a:pt x="109446" y="110782"/>
                    <a:pt x="117454" y="102774"/>
                    <a:pt x="117454" y="92986"/>
                  </a:cubicBezTo>
                  <a:lnTo>
                    <a:pt x="117454" y="4005"/>
                  </a:lnTo>
                  <a:cubicBezTo>
                    <a:pt x="115881" y="4320"/>
                    <a:pt x="114531" y="4634"/>
                    <a:pt x="113088" y="4634"/>
                  </a:cubicBezTo>
                  <a:cubicBezTo>
                    <a:pt x="112490" y="4634"/>
                    <a:pt x="111877" y="4580"/>
                    <a:pt x="111226" y="4450"/>
                  </a:cubicBezTo>
                  <a:cubicBezTo>
                    <a:pt x="110635" y="4495"/>
                    <a:pt x="110040" y="4517"/>
                    <a:pt x="109442" y="4517"/>
                  </a:cubicBezTo>
                  <a:cubicBezTo>
                    <a:pt x="104179" y="4517"/>
                    <a:pt x="98668" y="2797"/>
                    <a:pt x="93874" y="1"/>
                  </a:cubicBezTo>
                  <a:cubicBezTo>
                    <a:pt x="88313" y="3338"/>
                    <a:pt x="82196" y="5006"/>
                    <a:pt x="76134" y="5006"/>
                  </a:cubicBezTo>
                  <a:cubicBezTo>
                    <a:pt x="70072" y="5006"/>
                    <a:pt x="64066" y="3338"/>
                    <a:pt x="58727" y="1"/>
                  </a:cubicBezTo>
                  <a:cubicBezTo>
                    <a:pt x="53166" y="3338"/>
                    <a:pt x="47048" y="5006"/>
                    <a:pt x="40931" y="5006"/>
                  </a:cubicBezTo>
                  <a:cubicBezTo>
                    <a:pt x="34814" y="5006"/>
                    <a:pt x="28696" y="3338"/>
                    <a:pt x="23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9"/>
            <p:cNvSpPr/>
            <p:nvPr/>
          </p:nvSpPr>
          <p:spPr>
            <a:xfrm>
              <a:off x="1713400" y="1272525"/>
              <a:ext cx="3815050" cy="1034425"/>
            </a:xfrm>
            <a:custGeom>
              <a:rect b="b" l="l" r="r" t="t"/>
              <a:pathLst>
                <a:path extrusionOk="0" h="41377" w="152602">
                  <a:moveTo>
                    <a:pt x="0" y="0"/>
                  </a:moveTo>
                  <a:lnTo>
                    <a:pt x="0" y="17796"/>
                  </a:lnTo>
                  <a:cubicBezTo>
                    <a:pt x="0" y="32152"/>
                    <a:pt x="11575" y="41298"/>
                    <a:pt x="23545" y="41298"/>
                  </a:cubicBezTo>
                  <a:cubicBezTo>
                    <a:pt x="29754" y="41298"/>
                    <a:pt x="36069" y="38838"/>
                    <a:pt x="40931" y="33368"/>
                  </a:cubicBezTo>
                  <a:cubicBezTo>
                    <a:pt x="45602" y="38707"/>
                    <a:pt x="52054" y="41376"/>
                    <a:pt x="58560" y="41376"/>
                  </a:cubicBezTo>
                  <a:cubicBezTo>
                    <a:pt x="65067" y="41376"/>
                    <a:pt x="71629" y="38707"/>
                    <a:pt x="76523" y="33368"/>
                  </a:cubicBezTo>
                  <a:cubicBezTo>
                    <a:pt x="81195" y="38707"/>
                    <a:pt x="87646" y="41376"/>
                    <a:pt x="94097" y="41376"/>
                  </a:cubicBezTo>
                  <a:cubicBezTo>
                    <a:pt x="100548" y="41376"/>
                    <a:pt x="106999" y="38707"/>
                    <a:pt x="111670" y="33368"/>
                  </a:cubicBezTo>
                  <a:cubicBezTo>
                    <a:pt x="116119" y="38262"/>
                    <a:pt x="122348" y="41376"/>
                    <a:pt x="129022" y="41376"/>
                  </a:cubicBezTo>
                  <a:cubicBezTo>
                    <a:pt x="141479" y="40931"/>
                    <a:pt x="151267" y="32033"/>
                    <a:pt x="152601" y="20021"/>
                  </a:cubicBezTo>
                  <a:lnTo>
                    <a:pt x="1526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9"/>
            <p:cNvSpPr/>
            <p:nvPr/>
          </p:nvSpPr>
          <p:spPr>
            <a:xfrm>
              <a:off x="1780125" y="238125"/>
              <a:ext cx="3692700" cy="745225"/>
            </a:xfrm>
            <a:custGeom>
              <a:rect b="b" l="l" r="r" t="t"/>
              <a:pathLst>
                <a:path extrusionOk="0" h="29809" w="147708">
                  <a:moveTo>
                    <a:pt x="20911" y="0"/>
                  </a:moveTo>
                  <a:cubicBezTo>
                    <a:pt x="18686" y="0"/>
                    <a:pt x="16907" y="890"/>
                    <a:pt x="16017" y="2669"/>
                  </a:cubicBezTo>
                  <a:lnTo>
                    <a:pt x="0" y="29809"/>
                  </a:lnTo>
                  <a:lnTo>
                    <a:pt x="147708" y="29809"/>
                  </a:lnTo>
                  <a:lnTo>
                    <a:pt x="131691" y="2669"/>
                  </a:lnTo>
                  <a:cubicBezTo>
                    <a:pt x="130357" y="890"/>
                    <a:pt x="128577" y="0"/>
                    <a:pt x="1263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9"/>
          <p:cNvGrpSpPr/>
          <p:nvPr/>
        </p:nvGrpSpPr>
        <p:grpSpPr>
          <a:xfrm>
            <a:off x="1019379" y="1792928"/>
            <a:ext cx="350346" cy="307365"/>
            <a:chOff x="1054950" y="2380900"/>
            <a:chExt cx="269725" cy="235800"/>
          </a:xfrm>
        </p:grpSpPr>
        <p:sp>
          <p:nvSpPr>
            <p:cNvPr id="8873" name="Google Shape;8873;p69"/>
            <p:cNvSpPr/>
            <p:nvPr/>
          </p:nvSpPr>
          <p:spPr>
            <a:xfrm>
              <a:off x="1166275" y="2380900"/>
              <a:ext cx="126850" cy="219925"/>
            </a:xfrm>
            <a:custGeom>
              <a:rect b="b" l="l" r="r" t="t"/>
              <a:pathLst>
                <a:path extrusionOk="0" h="8797" w="5074">
                  <a:moveTo>
                    <a:pt x="4759" y="1"/>
                  </a:moveTo>
                  <a:cubicBezTo>
                    <a:pt x="4676" y="1"/>
                    <a:pt x="4597" y="32"/>
                    <a:pt x="4549" y="96"/>
                  </a:cubicBezTo>
                  <a:cubicBezTo>
                    <a:pt x="4526" y="120"/>
                    <a:pt x="2263" y="2287"/>
                    <a:pt x="1" y="2501"/>
                  </a:cubicBezTo>
                  <a:lnTo>
                    <a:pt x="1" y="6311"/>
                  </a:lnTo>
                  <a:cubicBezTo>
                    <a:pt x="2263" y="6502"/>
                    <a:pt x="4526" y="8669"/>
                    <a:pt x="4549" y="8693"/>
                  </a:cubicBezTo>
                  <a:cubicBezTo>
                    <a:pt x="4613" y="8764"/>
                    <a:pt x="4692" y="8796"/>
                    <a:pt x="4770" y="8796"/>
                  </a:cubicBezTo>
                  <a:cubicBezTo>
                    <a:pt x="4925" y="8796"/>
                    <a:pt x="5073" y="8669"/>
                    <a:pt x="5073" y="8479"/>
                  </a:cubicBezTo>
                  <a:lnTo>
                    <a:pt x="5073" y="310"/>
                  </a:lnTo>
                  <a:cubicBezTo>
                    <a:pt x="5073" y="191"/>
                    <a:pt x="5002" y="72"/>
                    <a:pt x="4883" y="24"/>
                  </a:cubicBezTo>
                  <a:cubicBezTo>
                    <a:pt x="4843" y="9"/>
                    <a:pt x="4801" y="1"/>
                    <a:pt x="4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9"/>
            <p:cNvSpPr/>
            <p:nvPr/>
          </p:nvSpPr>
          <p:spPr>
            <a:xfrm>
              <a:off x="1309175" y="2463650"/>
              <a:ext cx="15500" cy="54200"/>
            </a:xfrm>
            <a:custGeom>
              <a:rect b="b" l="l" r="r" t="t"/>
              <a:pathLst>
                <a:path extrusionOk="0" h="2168" w="620">
                  <a:moveTo>
                    <a:pt x="0" y="1"/>
                  </a:moveTo>
                  <a:lnTo>
                    <a:pt x="0" y="2168"/>
                  </a:lnTo>
                  <a:cubicBezTo>
                    <a:pt x="381" y="1954"/>
                    <a:pt x="619" y="1525"/>
                    <a:pt x="619" y="1096"/>
                  </a:cubicBezTo>
                  <a:cubicBezTo>
                    <a:pt x="619" y="644"/>
                    <a:pt x="381"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9"/>
            <p:cNvSpPr/>
            <p:nvPr/>
          </p:nvSpPr>
          <p:spPr>
            <a:xfrm>
              <a:off x="1097225" y="2552950"/>
              <a:ext cx="83375" cy="63750"/>
            </a:xfrm>
            <a:custGeom>
              <a:rect b="b" l="l" r="r" t="t"/>
              <a:pathLst>
                <a:path extrusionOk="0" h="2550" w="3335">
                  <a:moveTo>
                    <a:pt x="0" y="1"/>
                  </a:moveTo>
                  <a:lnTo>
                    <a:pt x="0" y="1"/>
                  </a:lnTo>
                  <a:cubicBezTo>
                    <a:pt x="119" y="811"/>
                    <a:pt x="310" y="1597"/>
                    <a:pt x="596" y="2335"/>
                  </a:cubicBezTo>
                  <a:cubicBezTo>
                    <a:pt x="643" y="2478"/>
                    <a:pt x="762" y="2549"/>
                    <a:pt x="905" y="2549"/>
                  </a:cubicBezTo>
                  <a:lnTo>
                    <a:pt x="2477" y="2549"/>
                  </a:lnTo>
                  <a:cubicBezTo>
                    <a:pt x="2715" y="2549"/>
                    <a:pt x="2858" y="2287"/>
                    <a:pt x="2739" y="2073"/>
                  </a:cubicBezTo>
                  <a:cubicBezTo>
                    <a:pt x="2596" y="1811"/>
                    <a:pt x="2477" y="1549"/>
                    <a:pt x="2358" y="1287"/>
                  </a:cubicBezTo>
                  <a:lnTo>
                    <a:pt x="3001" y="1287"/>
                  </a:lnTo>
                  <a:cubicBezTo>
                    <a:pt x="3096" y="1287"/>
                    <a:pt x="3191" y="1239"/>
                    <a:pt x="3239" y="1168"/>
                  </a:cubicBezTo>
                  <a:cubicBezTo>
                    <a:pt x="3311" y="1073"/>
                    <a:pt x="3334" y="977"/>
                    <a:pt x="3287" y="882"/>
                  </a:cubicBezTo>
                  <a:cubicBezTo>
                    <a:pt x="3215" y="620"/>
                    <a:pt x="3144" y="358"/>
                    <a:pt x="3120" y="96"/>
                  </a:cubicBezTo>
                  <a:cubicBezTo>
                    <a:pt x="2906" y="49"/>
                    <a:pt x="2691" y="25"/>
                    <a:pt x="2477" y="25"/>
                  </a:cubicBezTo>
                  <a:cubicBezTo>
                    <a:pt x="2501" y="239"/>
                    <a:pt x="2525" y="453"/>
                    <a:pt x="2572" y="668"/>
                  </a:cubicBezTo>
                  <a:lnTo>
                    <a:pt x="2120" y="668"/>
                  </a:lnTo>
                  <a:cubicBezTo>
                    <a:pt x="2048" y="453"/>
                    <a:pt x="1977" y="239"/>
                    <a:pt x="1929" y="25"/>
                  </a:cubicBezTo>
                  <a:lnTo>
                    <a:pt x="262" y="25"/>
                  </a:lnTo>
                  <a:cubicBezTo>
                    <a:pt x="167" y="25"/>
                    <a:pt x="96" y="2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9"/>
            <p:cNvSpPr/>
            <p:nvPr/>
          </p:nvSpPr>
          <p:spPr>
            <a:xfrm>
              <a:off x="1054950" y="2443400"/>
              <a:ext cx="95875" cy="94750"/>
            </a:xfrm>
            <a:custGeom>
              <a:rect b="b" l="l" r="r" t="t"/>
              <a:pathLst>
                <a:path extrusionOk="0" h="3790" w="3835">
                  <a:moveTo>
                    <a:pt x="1910" y="1"/>
                  </a:moveTo>
                  <a:cubicBezTo>
                    <a:pt x="858" y="1"/>
                    <a:pt x="0" y="849"/>
                    <a:pt x="0" y="1906"/>
                  </a:cubicBezTo>
                  <a:cubicBezTo>
                    <a:pt x="0" y="2949"/>
                    <a:pt x="858" y="3789"/>
                    <a:pt x="1892" y="3789"/>
                  </a:cubicBezTo>
                  <a:cubicBezTo>
                    <a:pt x="1920" y="3789"/>
                    <a:pt x="1949" y="3789"/>
                    <a:pt x="1977" y="3788"/>
                  </a:cubicBezTo>
                  <a:lnTo>
                    <a:pt x="3835" y="3788"/>
                  </a:lnTo>
                  <a:lnTo>
                    <a:pt x="3835" y="1"/>
                  </a:lnTo>
                  <a:lnTo>
                    <a:pt x="1953" y="1"/>
                  </a:lnTo>
                  <a:cubicBezTo>
                    <a:pt x="1939" y="1"/>
                    <a:pt x="1924" y="1"/>
                    <a:pt x="1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9"/>
          <p:cNvGrpSpPr/>
          <p:nvPr/>
        </p:nvGrpSpPr>
        <p:grpSpPr>
          <a:xfrm>
            <a:off x="1773306" y="1792552"/>
            <a:ext cx="363490" cy="307268"/>
            <a:chOff x="1771678" y="1944952"/>
            <a:chExt cx="363490" cy="307268"/>
          </a:xfrm>
        </p:grpSpPr>
        <p:sp>
          <p:nvSpPr>
            <p:cNvPr id="8878" name="Google Shape;8878;p69"/>
            <p:cNvSpPr/>
            <p:nvPr/>
          </p:nvSpPr>
          <p:spPr>
            <a:xfrm>
              <a:off x="2057039" y="1987282"/>
              <a:ext cx="78129" cy="223159"/>
            </a:xfrm>
            <a:custGeom>
              <a:rect b="b" l="l" r="r" t="t"/>
              <a:pathLst>
                <a:path extrusionOk="0" h="6848" w="2406">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9"/>
            <p:cNvSpPr/>
            <p:nvPr/>
          </p:nvSpPr>
          <p:spPr>
            <a:xfrm>
              <a:off x="2013722" y="2030751"/>
              <a:ext cx="54164" cy="136216"/>
            </a:xfrm>
            <a:custGeom>
              <a:rect b="b" l="l" r="r" t="t"/>
              <a:pathLst>
                <a:path extrusionOk="0" h="4180" w="1668">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9"/>
            <p:cNvSpPr/>
            <p:nvPr/>
          </p:nvSpPr>
          <p:spPr>
            <a:xfrm>
              <a:off x="1771678" y="2026678"/>
              <a:ext cx="61113" cy="143678"/>
            </a:xfrm>
            <a:custGeom>
              <a:rect b="b" l="l" r="r" t="t"/>
              <a:pathLst>
                <a:path extrusionOk="0" h="4409" w="1882">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9"/>
            <p:cNvSpPr/>
            <p:nvPr/>
          </p:nvSpPr>
          <p:spPr>
            <a:xfrm>
              <a:off x="1853636" y="1944952"/>
              <a:ext cx="102905" cy="307268"/>
            </a:xfrm>
            <a:custGeom>
              <a:rect b="b" l="l" r="r" t="t"/>
              <a:pathLst>
                <a:path extrusionOk="0" h="9429" w="3169">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1977386" y="2063924"/>
              <a:ext cx="20133" cy="70650"/>
            </a:xfrm>
            <a:custGeom>
              <a:rect b="b" l="l" r="r" t="t"/>
              <a:pathLst>
                <a:path extrusionOk="0" h="2168" w="620">
                  <a:moveTo>
                    <a:pt x="0" y="0"/>
                  </a:moveTo>
                  <a:lnTo>
                    <a:pt x="0" y="2167"/>
                  </a:lnTo>
                  <a:cubicBezTo>
                    <a:pt x="381" y="1929"/>
                    <a:pt x="619" y="1524"/>
                    <a:pt x="619" y="1072"/>
                  </a:cubicBezTo>
                  <a:cubicBezTo>
                    <a:pt x="619" y="619"/>
                    <a:pt x="381" y="2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9"/>
          <p:cNvGrpSpPr/>
          <p:nvPr/>
        </p:nvGrpSpPr>
        <p:grpSpPr>
          <a:xfrm>
            <a:off x="2525032" y="1771779"/>
            <a:ext cx="348008" cy="349468"/>
            <a:chOff x="2214125" y="2364675"/>
            <a:chExt cx="267925" cy="268100"/>
          </a:xfrm>
        </p:grpSpPr>
        <p:sp>
          <p:nvSpPr>
            <p:cNvPr id="8884" name="Google Shape;8884;p69"/>
            <p:cNvSpPr/>
            <p:nvPr/>
          </p:nvSpPr>
          <p:spPr>
            <a:xfrm>
              <a:off x="2222450" y="2427925"/>
              <a:ext cx="39925" cy="59575"/>
            </a:xfrm>
            <a:custGeom>
              <a:rect b="b" l="l" r="r" t="t"/>
              <a:pathLst>
                <a:path extrusionOk="0" h="2383" w="1597">
                  <a:moveTo>
                    <a:pt x="1596" y="1"/>
                  </a:moveTo>
                  <a:lnTo>
                    <a:pt x="1" y="1192"/>
                  </a:lnTo>
                  <a:lnTo>
                    <a:pt x="1596" y="2382"/>
                  </a:ln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9"/>
            <p:cNvSpPr/>
            <p:nvPr/>
          </p:nvSpPr>
          <p:spPr>
            <a:xfrm>
              <a:off x="2435000" y="2427925"/>
              <a:ext cx="39925" cy="58975"/>
            </a:xfrm>
            <a:custGeom>
              <a:rect b="b" l="l" r="r" t="t"/>
              <a:pathLst>
                <a:path extrusionOk="0" h="2359" w="1597">
                  <a:moveTo>
                    <a:pt x="0" y="1"/>
                  </a:moveTo>
                  <a:lnTo>
                    <a:pt x="0" y="2359"/>
                  </a:lnTo>
                  <a:lnTo>
                    <a:pt x="1596" y="116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9"/>
            <p:cNvSpPr/>
            <p:nvPr/>
          </p:nvSpPr>
          <p:spPr>
            <a:xfrm>
              <a:off x="2214125" y="2470800"/>
              <a:ext cx="267925" cy="161975"/>
            </a:xfrm>
            <a:custGeom>
              <a:rect b="b" l="l" r="r" t="t"/>
              <a:pathLst>
                <a:path extrusionOk="0" h="6479" w="10717">
                  <a:moveTo>
                    <a:pt x="7268" y="3468"/>
                  </a:moveTo>
                  <a:cubicBezTo>
                    <a:pt x="7332" y="3468"/>
                    <a:pt x="7397" y="3487"/>
                    <a:pt x="7454" y="3525"/>
                  </a:cubicBezTo>
                  <a:lnTo>
                    <a:pt x="8907" y="4644"/>
                  </a:lnTo>
                  <a:cubicBezTo>
                    <a:pt x="9074" y="4740"/>
                    <a:pt x="9097" y="4930"/>
                    <a:pt x="8978" y="5073"/>
                  </a:cubicBezTo>
                  <a:cubicBezTo>
                    <a:pt x="8921" y="5159"/>
                    <a:pt x="8821" y="5202"/>
                    <a:pt x="8725" y="5202"/>
                  </a:cubicBezTo>
                  <a:cubicBezTo>
                    <a:pt x="8660" y="5202"/>
                    <a:pt x="8597" y="5183"/>
                    <a:pt x="8550" y="5144"/>
                  </a:cubicBezTo>
                  <a:lnTo>
                    <a:pt x="7073" y="4049"/>
                  </a:lnTo>
                  <a:cubicBezTo>
                    <a:pt x="6930" y="3930"/>
                    <a:pt x="6906" y="3739"/>
                    <a:pt x="7002" y="3597"/>
                  </a:cubicBezTo>
                  <a:cubicBezTo>
                    <a:pt x="7073" y="3511"/>
                    <a:pt x="7170" y="3468"/>
                    <a:pt x="7268" y="3468"/>
                  </a:cubicBezTo>
                  <a:close/>
                  <a:moveTo>
                    <a:pt x="3485" y="3468"/>
                  </a:moveTo>
                  <a:cubicBezTo>
                    <a:pt x="3582" y="3468"/>
                    <a:pt x="3682" y="3511"/>
                    <a:pt x="3739" y="3597"/>
                  </a:cubicBezTo>
                  <a:cubicBezTo>
                    <a:pt x="3834" y="3739"/>
                    <a:pt x="3811" y="3930"/>
                    <a:pt x="3668" y="4049"/>
                  </a:cubicBezTo>
                  <a:lnTo>
                    <a:pt x="2215" y="5144"/>
                  </a:lnTo>
                  <a:cubicBezTo>
                    <a:pt x="2154" y="5188"/>
                    <a:pt x="2091" y="5207"/>
                    <a:pt x="2031" y="5207"/>
                  </a:cubicBezTo>
                  <a:cubicBezTo>
                    <a:pt x="1765" y="5207"/>
                    <a:pt x="1562" y="4839"/>
                    <a:pt x="1834" y="4644"/>
                  </a:cubicBezTo>
                  <a:lnTo>
                    <a:pt x="3310" y="3525"/>
                  </a:lnTo>
                  <a:cubicBezTo>
                    <a:pt x="3358" y="3487"/>
                    <a:pt x="3421" y="3468"/>
                    <a:pt x="3485" y="3468"/>
                  </a:cubicBezTo>
                  <a:close/>
                  <a:moveTo>
                    <a:pt x="24" y="1"/>
                  </a:moveTo>
                  <a:lnTo>
                    <a:pt x="24" y="6168"/>
                  </a:lnTo>
                  <a:cubicBezTo>
                    <a:pt x="0" y="6335"/>
                    <a:pt x="143" y="6478"/>
                    <a:pt x="334" y="6478"/>
                  </a:cubicBezTo>
                  <a:lnTo>
                    <a:pt x="10431" y="6478"/>
                  </a:lnTo>
                  <a:cubicBezTo>
                    <a:pt x="10598" y="6454"/>
                    <a:pt x="10717" y="6335"/>
                    <a:pt x="10717" y="6168"/>
                  </a:cubicBezTo>
                  <a:lnTo>
                    <a:pt x="10717" y="24"/>
                  </a:lnTo>
                  <a:lnTo>
                    <a:pt x="5549" y="3882"/>
                  </a:lnTo>
                  <a:cubicBezTo>
                    <a:pt x="5506" y="3925"/>
                    <a:pt x="5444" y="3949"/>
                    <a:pt x="5380" y="3953"/>
                  </a:cubicBezTo>
                  <a:lnTo>
                    <a:pt x="5380" y="3953"/>
                  </a:lnTo>
                  <a:cubicBezTo>
                    <a:pt x="5309" y="3930"/>
                    <a:pt x="5239" y="3929"/>
                    <a:pt x="5192" y="3882"/>
                  </a:cubicBezTo>
                  <a:lnTo>
                    <a:pt x="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2304025" y="2364675"/>
              <a:ext cx="89325" cy="31725"/>
            </a:xfrm>
            <a:custGeom>
              <a:rect b="b" l="l" r="r" t="t"/>
              <a:pathLst>
                <a:path extrusionOk="0" h="1269" w="3573">
                  <a:moveTo>
                    <a:pt x="1777" y="1"/>
                  </a:moveTo>
                  <a:cubicBezTo>
                    <a:pt x="1709" y="1"/>
                    <a:pt x="1643" y="19"/>
                    <a:pt x="1596" y="54"/>
                  </a:cubicBezTo>
                  <a:lnTo>
                    <a:pt x="0" y="1269"/>
                  </a:lnTo>
                  <a:lnTo>
                    <a:pt x="3572" y="1269"/>
                  </a:lnTo>
                  <a:lnTo>
                    <a:pt x="1977" y="54"/>
                  </a:lnTo>
                  <a:cubicBezTo>
                    <a:pt x="1917" y="19"/>
                    <a:pt x="1846" y="1"/>
                    <a:pt x="1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9"/>
            <p:cNvSpPr/>
            <p:nvPr/>
          </p:nvSpPr>
          <p:spPr>
            <a:xfrm>
              <a:off x="2277825" y="2412450"/>
              <a:ext cx="141725" cy="139350"/>
            </a:xfrm>
            <a:custGeom>
              <a:rect b="b" l="l" r="r" t="t"/>
              <a:pathLst>
                <a:path extrusionOk="0" h="5574" w="5669">
                  <a:moveTo>
                    <a:pt x="1572" y="1239"/>
                  </a:moveTo>
                  <a:lnTo>
                    <a:pt x="1572" y="1263"/>
                  </a:lnTo>
                  <a:lnTo>
                    <a:pt x="4073" y="1263"/>
                  </a:lnTo>
                  <a:cubicBezTo>
                    <a:pt x="4239" y="1263"/>
                    <a:pt x="4382" y="1382"/>
                    <a:pt x="4406" y="1525"/>
                  </a:cubicBezTo>
                  <a:cubicBezTo>
                    <a:pt x="4430" y="1715"/>
                    <a:pt x="4263" y="1882"/>
                    <a:pt x="4073" y="1882"/>
                  </a:cubicBezTo>
                  <a:lnTo>
                    <a:pt x="1572" y="1882"/>
                  </a:lnTo>
                  <a:cubicBezTo>
                    <a:pt x="1405" y="1882"/>
                    <a:pt x="1286" y="1763"/>
                    <a:pt x="1263" y="1596"/>
                  </a:cubicBezTo>
                  <a:cubicBezTo>
                    <a:pt x="1239" y="1406"/>
                    <a:pt x="1382" y="1239"/>
                    <a:pt x="1572" y="1239"/>
                  </a:cubicBezTo>
                  <a:close/>
                  <a:moveTo>
                    <a:pt x="4073" y="2501"/>
                  </a:moveTo>
                  <a:cubicBezTo>
                    <a:pt x="4239" y="2501"/>
                    <a:pt x="4358" y="2620"/>
                    <a:pt x="4382" y="2787"/>
                  </a:cubicBezTo>
                  <a:cubicBezTo>
                    <a:pt x="4406" y="2978"/>
                    <a:pt x="4263" y="3144"/>
                    <a:pt x="4073" y="3144"/>
                  </a:cubicBezTo>
                  <a:lnTo>
                    <a:pt x="1548" y="3144"/>
                  </a:lnTo>
                  <a:cubicBezTo>
                    <a:pt x="1382" y="3144"/>
                    <a:pt x="1215" y="2978"/>
                    <a:pt x="1239" y="2787"/>
                  </a:cubicBezTo>
                  <a:cubicBezTo>
                    <a:pt x="1263" y="2620"/>
                    <a:pt x="1405" y="2501"/>
                    <a:pt x="1572" y="2501"/>
                  </a:cubicBezTo>
                  <a:close/>
                  <a:moveTo>
                    <a:pt x="310" y="1"/>
                  </a:moveTo>
                  <a:cubicBezTo>
                    <a:pt x="143" y="1"/>
                    <a:pt x="0" y="144"/>
                    <a:pt x="0" y="310"/>
                  </a:cubicBezTo>
                  <a:lnTo>
                    <a:pt x="0" y="3454"/>
                  </a:lnTo>
                  <a:lnTo>
                    <a:pt x="2834" y="5573"/>
                  </a:lnTo>
                  <a:lnTo>
                    <a:pt x="5668" y="3454"/>
                  </a:lnTo>
                  <a:lnTo>
                    <a:pt x="5668" y="310"/>
                  </a:lnTo>
                  <a:cubicBezTo>
                    <a:pt x="5644" y="144"/>
                    <a:pt x="5502"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69"/>
          <p:cNvGrpSpPr/>
          <p:nvPr/>
        </p:nvGrpSpPr>
        <p:grpSpPr>
          <a:xfrm>
            <a:off x="3275926" y="1782859"/>
            <a:ext cx="349566" cy="327504"/>
            <a:chOff x="2792225" y="2373175"/>
            <a:chExt cx="269125" cy="251250"/>
          </a:xfrm>
        </p:grpSpPr>
        <p:sp>
          <p:nvSpPr>
            <p:cNvPr id="8890" name="Google Shape;8890;p69"/>
            <p:cNvSpPr/>
            <p:nvPr/>
          </p:nvSpPr>
          <p:spPr>
            <a:xfrm>
              <a:off x="2902950" y="2426150"/>
              <a:ext cx="56000" cy="66700"/>
            </a:xfrm>
            <a:custGeom>
              <a:rect b="b" l="l" r="r" t="t"/>
              <a:pathLst>
                <a:path extrusionOk="0" h="2668" w="2240">
                  <a:moveTo>
                    <a:pt x="1" y="1"/>
                  </a:moveTo>
                  <a:lnTo>
                    <a:pt x="1" y="2668"/>
                  </a:lnTo>
                  <a:lnTo>
                    <a:pt x="2239" y="133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9"/>
            <p:cNvSpPr/>
            <p:nvPr/>
          </p:nvSpPr>
          <p:spPr>
            <a:xfrm>
              <a:off x="2792225" y="2561300"/>
              <a:ext cx="269125" cy="63125"/>
            </a:xfrm>
            <a:custGeom>
              <a:rect b="b" l="l" r="r" t="t"/>
              <a:pathLst>
                <a:path extrusionOk="0" h="2525" w="10765">
                  <a:moveTo>
                    <a:pt x="7895" y="286"/>
                  </a:moveTo>
                  <a:cubicBezTo>
                    <a:pt x="8067" y="286"/>
                    <a:pt x="8240" y="405"/>
                    <a:pt x="8216" y="643"/>
                  </a:cubicBezTo>
                  <a:lnTo>
                    <a:pt x="8216" y="953"/>
                  </a:lnTo>
                  <a:lnTo>
                    <a:pt x="9169" y="953"/>
                  </a:lnTo>
                  <a:cubicBezTo>
                    <a:pt x="9597" y="953"/>
                    <a:pt x="9597" y="1572"/>
                    <a:pt x="9169" y="1572"/>
                  </a:cubicBezTo>
                  <a:lnTo>
                    <a:pt x="8216" y="1572"/>
                  </a:lnTo>
                  <a:lnTo>
                    <a:pt x="8216" y="1882"/>
                  </a:lnTo>
                  <a:cubicBezTo>
                    <a:pt x="8240" y="2108"/>
                    <a:pt x="8073" y="2221"/>
                    <a:pt x="7907" y="2221"/>
                  </a:cubicBezTo>
                  <a:cubicBezTo>
                    <a:pt x="7740" y="2221"/>
                    <a:pt x="7573" y="2108"/>
                    <a:pt x="7597" y="1882"/>
                  </a:cubicBezTo>
                  <a:lnTo>
                    <a:pt x="7597" y="1572"/>
                  </a:lnTo>
                  <a:lnTo>
                    <a:pt x="1596" y="1572"/>
                  </a:lnTo>
                  <a:cubicBezTo>
                    <a:pt x="1167" y="1572"/>
                    <a:pt x="1167" y="953"/>
                    <a:pt x="1596" y="953"/>
                  </a:cubicBezTo>
                  <a:lnTo>
                    <a:pt x="7573" y="953"/>
                  </a:lnTo>
                  <a:lnTo>
                    <a:pt x="7573" y="643"/>
                  </a:lnTo>
                  <a:cubicBezTo>
                    <a:pt x="7549" y="405"/>
                    <a:pt x="7722" y="286"/>
                    <a:pt x="7895" y="286"/>
                  </a:cubicBezTo>
                  <a:close/>
                  <a:moveTo>
                    <a:pt x="24" y="0"/>
                  </a:moveTo>
                  <a:lnTo>
                    <a:pt x="24" y="2215"/>
                  </a:lnTo>
                  <a:cubicBezTo>
                    <a:pt x="0" y="2382"/>
                    <a:pt x="143" y="2525"/>
                    <a:pt x="334" y="2525"/>
                  </a:cubicBezTo>
                  <a:lnTo>
                    <a:pt x="10431" y="2525"/>
                  </a:lnTo>
                  <a:cubicBezTo>
                    <a:pt x="10598" y="2525"/>
                    <a:pt x="10764" y="2382"/>
                    <a:pt x="10740" y="2215"/>
                  </a:cubicBezTo>
                  <a:lnTo>
                    <a:pt x="107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9"/>
            <p:cNvSpPr/>
            <p:nvPr/>
          </p:nvSpPr>
          <p:spPr>
            <a:xfrm>
              <a:off x="2792800" y="2373175"/>
              <a:ext cx="267950" cy="172675"/>
            </a:xfrm>
            <a:custGeom>
              <a:rect b="b" l="l" r="r" t="t"/>
              <a:pathLst>
                <a:path extrusionOk="0" h="6907" w="10718">
                  <a:moveTo>
                    <a:pt x="4109" y="1250"/>
                  </a:moveTo>
                  <a:cubicBezTo>
                    <a:pt x="4163" y="1250"/>
                    <a:pt x="4216" y="1262"/>
                    <a:pt x="4264" y="1286"/>
                  </a:cubicBezTo>
                  <a:lnTo>
                    <a:pt x="7407" y="3167"/>
                  </a:lnTo>
                  <a:cubicBezTo>
                    <a:pt x="7503" y="3239"/>
                    <a:pt x="7550" y="3334"/>
                    <a:pt x="7550" y="3453"/>
                  </a:cubicBezTo>
                  <a:cubicBezTo>
                    <a:pt x="7550" y="3548"/>
                    <a:pt x="7503" y="3667"/>
                    <a:pt x="7407" y="3715"/>
                  </a:cubicBezTo>
                  <a:lnTo>
                    <a:pt x="4264" y="5596"/>
                  </a:lnTo>
                  <a:cubicBezTo>
                    <a:pt x="4216" y="5632"/>
                    <a:pt x="4163" y="5650"/>
                    <a:pt x="4109" y="5650"/>
                  </a:cubicBezTo>
                  <a:cubicBezTo>
                    <a:pt x="4055" y="5650"/>
                    <a:pt x="4002" y="5632"/>
                    <a:pt x="3954" y="5596"/>
                  </a:cubicBezTo>
                  <a:cubicBezTo>
                    <a:pt x="3835" y="5549"/>
                    <a:pt x="3787" y="5430"/>
                    <a:pt x="3787" y="5334"/>
                  </a:cubicBezTo>
                  <a:lnTo>
                    <a:pt x="3787" y="1572"/>
                  </a:lnTo>
                  <a:cubicBezTo>
                    <a:pt x="3787" y="1453"/>
                    <a:pt x="3859" y="1334"/>
                    <a:pt x="3954" y="1286"/>
                  </a:cubicBezTo>
                  <a:cubicBezTo>
                    <a:pt x="4002" y="1262"/>
                    <a:pt x="4055" y="1250"/>
                    <a:pt x="4109" y="1250"/>
                  </a:cubicBezTo>
                  <a:close/>
                  <a:moveTo>
                    <a:pt x="311" y="0"/>
                  </a:moveTo>
                  <a:cubicBezTo>
                    <a:pt x="144" y="0"/>
                    <a:pt x="1" y="143"/>
                    <a:pt x="1" y="310"/>
                  </a:cubicBezTo>
                  <a:lnTo>
                    <a:pt x="1" y="6906"/>
                  </a:lnTo>
                  <a:lnTo>
                    <a:pt x="10717" y="6906"/>
                  </a:lnTo>
                  <a:lnTo>
                    <a:pt x="10717" y="310"/>
                  </a:lnTo>
                  <a:cubicBezTo>
                    <a:pt x="10717" y="143"/>
                    <a:pt x="10575" y="0"/>
                    <a:pt x="10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9"/>
          <p:cNvGrpSpPr/>
          <p:nvPr/>
        </p:nvGrpSpPr>
        <p:grpSpPr>
          <a:xfrm>
            <a:off x="4026820" y="1792863"/>
            <a:ext cx="349566" cy="307430"/>
            <a:chOff x="3370325" y="2380850"/>
            <a:chExt cx="269125" cy="235850"/>
          </a:xfrm>
        </p:grpSpPr>
        <p:sp>
          <p:nvSpPr>
            <p:cNvPr id="8894" name="Google Shape;8894;p69"/>
            <p:cNvSpPr/>
            <p:nvPr/>
          </p:nvSpPr>
          <p:spPr>
            <a:xfrm>
              <a:off x="3370325" y="2443425"/>
              <a:ext cx="268525" cy="126225"/>
            </a:xfrm>
            <a:custGeom>
              <a:rect b="b" l="l" r="r" t="t"/>
              <a:pathLst>
                <a:path extrusionOk="0" h="5049" w="10741">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3417950" y="2380850"/>
              <a:ext cx="221500" cy="47100"/>
            </a:xfrm>
            <a:custGeom>
              <a:rect b="b" l="l" r="r" t="t"/>
              <a:pathLst>
                <a:path extrusionOk="0" h="1884" w="886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9"/>
            <p:cNvSpPr/>
            <p:nvPr/>
          </p:nvSpPr>
          <p:spPr>
            <a:xfrm>
              <a:off x="3418525" y="2520800"/>
              <a:ext cx="220925" cy="95900"/>
            </a:xfrm>
            <a:custGeom>
              <a:rect b="b" l="l" r="r" t="t"/>
              <a:pathLst>
                <a:path extrusionOk="0" h="3836" w="8837">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69"/>
          <p:cNvGrpSpPr/>
          <p:nvPr/>
        </p:nvGrpSpPr>
        <p:grpSpPr>
          <a:xfrm>
            <a:off x="4780799" y="1803030"/>
            <a:ext cx="348008" cy="286379"/>
            <a:chOff x="3950800" y="2388650"/>
            <a:chExt cx="267925" cy="219700"/>
          </a:xfrm>
        </p:grpSpPr>
        <p:sp>
          <p:nvSpPr>
            <p:cNvPr id="8898" name="Google Shape;8898;p69"/>
            <p:cNvSpPr/>
            <p:nvPr/>
          </p:nvSpPr>
          <p:spPr>
            <a:xfrm>
              <a:off x="4138925" y="2482700"/>
              <a:ext cx="79800" cy="63150"/>
            </a:xfrm>
            <a:custGeom>
              <a:rect b="b" l="l" r="r" t="t"/>
              <a:pathLst>
                <a:path extrusionOk="0" h="2526" w="3192">
                  <a:moveTo>
                    <a:pt x="1" y="1"/>
                  </a:moveTo>
                  <a:cubicBezTo>
                    <a:pt x="215" y="382"/>
                    <a:pt x="358" y="834"/>
                    <a:pt x="358" y="1263"/>
                  </a:cubicBezTo>
                  <a:cubicBezTo>
                    <a:pt x="358" y="1715"/>
                    <a:pt x="239" y="2144"/>
                    <a:pt x="1" y="2525"/>
                  </a:cubicBezTo>
                  <a:lnTo>
                    <a:pt x="3192" y="2525"/>
                  </a:lnTo>
                  <a:lnTo>
                    <a:pt x="3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9"/>
            <p:cNvSpPr/>
            <p:nvPr/>
          </p:nvSpPr>
          <p:spPr>
            <a:xfrm>
              <a:off x="4037725" y="2467050"/>
              <a:ext cx="110150" cy="94275"/>
            </a:xfrm>
            <a:custGeom>
              <a:rect b="b" l="l" r="r" t="t"/>
              <a:pathLst>
                <a:path extrusionOk="0" h="3771" w="4406">
                  <a:moveTo>
                    <a:pt x="1881" y="627"/>
                  </a:moveTo>
                  <a:cubicBezTo>
                    <a:pt x="3001" y="627"/>
                    <a:pt x="3572" y="1984"/>
                    <a:pt x="2786" y="2794"/>
                  </a:cubicBezTo>
                  <a:cubicBezTo>
                    <a:pt x="2527" y="3045"/>
                    <a:pt x="2212" y="3158"/>
                    <a:pt x="1903" y="3158"/>
                  </a:cubicBezTo>
                  <a:cubicBezTo>
                    <a:pt x="1247" y="3158"/>
                    <a:pt x="619" y="2650"/>
                    <a:pt x="619" y="1889"/>
                  </a:cubicBezTo>
                  <a:cubicBezTo>
                    <a:pt x="619" y="1198"/>
                    <a:pt x="1191" y="627"/>
                    <a:pt x="1881" y="627"/>
                  </a:cubicBezTo>
                  <a:close/>
                  <a:moveTo>
                    <a:pt x="1901" y="1"/>
                  </a:moveTo>
                  <a:cubicBezTo>
                    <a:pt x="930" y="1"/>
                    <a:pt x="0" y="759"/>
                    <a:pt x="0" y="1889"/>
                  </a:cubicBezTo>
                  <a:cubicBezTo>
                    <a:pt x="0" y="2937"/>
                    <a:pt x="834" y="3770"/>
                    <a:pt x="1881" y="3770"/>
                  </a:cubicBezTo>
                  <a:cubicBezTo>
                    <a:pt x="3572" y="3770"/>
                    <a:pt x="4406" y="1746"/>
                    <a:pt x="3215" y="555"/>
                  </a:cubicBezTo>
                  <a:cubicBezTo>
                    <a:pt x="2832" y="172"/>
                    <a:pt x="2362"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9"/>
            <p:cNvSpPr/>
            <p:nvPr/>
          </p:nvSpPr>
          <p:spPr>
            <a:xfrm>
              <a:off x="4069275" y="2498775"/>
              <a:ext cx="31575" cy="31000"/>
            </a:xfrm>
            <a:custGeom>
              <a:rect b="b" l="l" r="r" t="t"/>
              <a:pathLst>
                <a:path extrusionOk="0" h="1240" w="1263">
                  <a:moveTo>
                    <a:pt x="619" y="1"/>
                  </a:moveTo>
                  <a:cubicBezTo>
                    <a:pt x="286" y="1"/>
                    <a:pt x="0" y="287"/>
                    <a:pt x="0" y="620"/>
                  </a:cubicBezTo>
                  <a:cubicBezTo>
                    <a:pt x="0" y="977"/>
                    <a:pt x="286" y="1239"/>
                    <a:pt x="619" y="1239"/>
                  </a:cubicBezTo>
                  <a:cubicBezTo>
                    <a:pt x="977" y="1239"/>
                    <a:pt x="1262" y="977"/>
                    <a:pt x="1262" y="620"/>
                  </a:cubicBezTo>
                  <a:cubicBezTo>
                    <a:pt x="1262" y="287"/>
                    <a:pt x="977"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9"/>
            <p:cNvSpPr/>
            <p:nvPr/>
          </p:nvSpPr>
          <p:spPr>
            <a:xfrm>
              <a:off x="3950800" y="2482700"/>
              <a:ext cx="79800" cy="63150"/>
            </a:xfrm>
            <a:custGeom>
              <a:rect b="b" l="l" r="r" t="t"/>
              <a:pathLst>
                <a:path extrusionOk="0" h="2526" w="3192">
                  <a:moveTo>
                    <a:pt x="0" y="1"/>
                  </a:moveTo>
                  <a:lnTo>
                    <a:pt x="0" y="2525"/>
                  </a:lnTo>
                  <a:lnTo>
                    <a:pt x="3191" y="2525"/>
                  </a:lnTo>
                  <a:cubicBezTo>
                    <a:pt x="2977" y="2144"/>
                    <a:pt x="2858" y="1715"/>
                    <a:pt x="2858" y="1263"/>
                  </a:cubicBezTo>
                  <a:cubicBezTo>
                    <a:pt x="2858" y="834"/>
                    <a:pt x="2977" y="382"/>
                    <a:pt x="3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9"/>
            <p:cNvSpPr/>
            <p:nvPr/>
          </p:nvSpPr>
          <p:spPr>
            <a:xfrm>
              <a:off x="3950800" y="2388650"/>
              <a:ext cx="267925" cy="78600"/>
            </a:xfrm>
            <a:custGeom>
              <a:rect b="b" l="l" r="r" t="t"/>
              <a:pathLst>
                <a:path extrusionOk="0" h="3144" w="10717">
                  <a:moveTo>
                    <a:pt x="6001" y="1262"/>
                  </a:moveTo>
                  <a:cubicBezTo>
                    <a:pt x="6406" y="1262"/>
                    <a:pt x="6406" y="1882"/>
                    <a:pt x="6001" y="1882"/>
                  </a:cubicBezTo>
                  <a:lnTo>
                    <a:pt x="4739" y="1882"/>
                  </a:lnTo>
                  <a:cubicBezTo>
                    <a:pt x="4311" y="1882"/>
                    <a:pt x="4311" y="1262"/>
                    <a:pt x="4739" y="1262"/>
                  </a:cubicBezTo>
                  <a:close/>
                  <a:moveTo>
                    <a:pt x="3477" y="0"/>
                  </a:moveTo>
                  <a:cubicBezTo>
                    <a:pt x="3358" y="0"/>
                    <a:pt x="3239" y="72"/>
                    <a:pt x="3191" y="167"/>
                  </a:cubicBezTo>
                  <a:lnTo>
                    <a:pt x="2644" y="1262"/>
                  </a:lnTo>
                  <a:lnTo>
                    <a:pt x="1905" y="1262"/>
                  </a:lnTo>
                  <a:lnTo>
                    <a:pt x="1905" y="953"/>
                  </a:lnTo>
                  <a:cubicBezTo>
                    <a:pt x="1905" y="750"/>
                    <a:pt x="1750" y="649"/>
                    <a:pt x="1596" y="649"/>
                  </a:cubicBezTo>
                  <a:cubicBezTo>
                    <a:pt x="1441" y="649"/>
                    <a:pt x="1286" y="750"/>
                    <a:pt x="1286" y="953"/>
                  </a:cubicBezTo>
                  <a:lnTo>
                    <a:pt x="1286" y="1262"/>
                  </a:lnTo>
                  <a:lnTo>
                    <a:pt x="310" y="1262"/>
                  </a:lnTo>
                  <a:cubicBezTo>
                    <a:pt x="143" y="1262"/>
                    <a:pt x="0" y="1405"/>
                    <a:pt x="0" y="1572"/>
                  </a:cubicBezTo>
                  <a:lnTo>
                    <a:pt x="0" y="3144"/>
                  </a:lnTo>
                  <a:lnTo>
                    <a:pt x="3715" y="3144"/>
                  </a:lnTo>
                  <a:cubicBezTo>
                    <a:pt x="4180" y="2727"/>
                    <a:pt x="4769" y="2519"/>
                    <a:pt x="5358" y="2519"/>
                  </a:cubicBezTo>
                  <a:cubicBezTo>
                    <a:pt x="5948" y="2519"/>
                    <a:pt x="6537" y="2727"/>
                    <a:pt x="7002" y="3144"/>
                  </a:cubicBezTo>
                  <a:lnTo>
                    <a:pt x="10717" y="3144"/>
                  </a:lnTo>
                  <a:lnTo>
                    <a:pt x="10717" y="1572"/>
                  </a:lnTo>
                  <a:cubicBezTo>
                    <a:pt x="10717" y="1405"/>
                    <a:pt x="10574" y="1262"/>
                    <a:pt x="10407" y="1262"/>
                  </a:cubicBezTo>
                  <a:lnTo>
                    <a:pt x="8073" y="1262"/>
                  </a:lnTo>
                  <a:lnTo>
                    <a:pt x="7526" y="167"/>
                  </a:lnTo>
                  <a:cubicBezTo>
                    <a:pt x="7478" y="72"/>
                    <a:pt x="7359" y="0"/>
                    <a:pt x="7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9"/>
            <p:cNvSpPr/>
            <p:nvPr/>
          </p:nvSpPr>
          <p:spPr>
            <a:xfrm>
              <a:off x="3950800" y="2561300"/>
              <a:ext cx="267925" cy="47050"/>
            </a:xfrm>
            <a:custGeom>
              <a:rect b="b" l="l" r="r" t="t"/>
              <a:pathLst>
                <a:path extrusionOk="0" h="1882" w="10717">
                  <a:moveTo>
                    <a:pt x="0" y="0"/>
                  </a:moveTo>
                  <a:lnTo>
                    <a:pt x="0" y="1572"/>
                  </a:lnTo>
                  <a:cubicBezTo>
                    <a:pt x="0" y="1739"/>
                    <a:pt x="143" y="1882"/>
                    <a:pt x="310" y="1882"/>
                  </a:cubicBezTo>
                  <a:lnTo>
                    <a:pt x="10407" y="1882"/>
                  </a:lnTo>
                  <a:cubicBezTo>
                    <a:pt x="10574" y="1882"/>
                    <a:pt x="10717" y="1739"/>
                    <a:pt x="10717" y="1572"/>
                  </a:cubicBezTo>
                  <a:lnTo>
                    <a:pt x="10717" y="0"/>
                  </a:lnTo>
                  <a:lnTo>
                    <a:pt x="7002" y="0"/>
                  </a:lnTo>
                  <a:cubicBezTo>
                    <a:pt x="6549" y="405"/>
                    <a:pt x="5978" y="643"/>
                    <a:pt x="5358" y="643"/>
                  </a:cubicBezTo>
                  <a:cubicBezTo>
                    <a:pt x="4763" y="643"/>
                    <a:pt x="4168" y="405"/>
                    <a:pt x="3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9"/>
          <p:cNvGrpSpPr/>
          <p:nvPr/>
        </p:nvGrpSpPr>
        <p:grpSpPr>
          <a:xfrm>
            <a:off x="5532440" y="1792928"/>
            <a:ext cx="348820" cy="307365"/>
            <a:chOff x="4529475" y="2380900"/>
            <a:chExt cx="268550" cy="235800"/>
          </a:xfrm>
        </p:grpSpPr>
        <p:sp>
          <p:nvSpPr>
            <p:cNvPr id="8905" name="Google Shape;8905;p69"/>
            <p:cNvSpPr/>
            <p:nvPr/>
          </p:nvSpPr>
          <p:spPr>
            <a:xfrm>
              <a:off x="4529475" y="2380900"/>
              <a:ext cx="268550" cy="62550"/>
            </a:xfrm>
            <a:custGeom>
              <a:rect b="b" l="l" r="r" t="t"/>
              <a:pathLst>
                <a:path extrusionOk="0" h="2502" w="10742">
                  <a:moveTo>
                    <a:pt x="1594" y="938"/>
                  </a:moveTo>
                  <a:cubicBezTo>
                    <a:pt x="1759" y="938"/>
                    <a:pt x="1922" y="1067"/>
                    <a:pt x="1906" y="1263"/>
                  </a:cubicBezTo>
                  <a:cubicBezTo>
                    <a:pt x="1906" y="1429"/>
                    <a:pt x="1763" y="1572"/>
                    <a:pt x="1596" y="1572"/>
                  </a:cubicBezTo>
                  <a:cubicBezTo>
                    <a:pt x="1311" y="1572"/>
                    <a:pt x="1168" y="1215"/>
                    <a:pt x="1382" y="1025"/>
                  </a:cubicBezTo>
                  <a:cubicBezTo>
                    <a:pt x="1442" y="965"/>
                    <a:pt x="1518" y="938"/>
                    <a:pt x="1594" y="938"/>
                  </a:cubicBezTo>
                  <a:close/>
                  <a:moveTo>
                    <a:pt x="2832" y="938"/>
                  </a:moveTo>
                  <a:cubicBezTo>
                    <a:pt x="2998" y="938"/>
                    <a:pt x="3161" y="1067"/>
                    <a:pt x="3144" y="1263"/>
                  </a:cubicBezTo>
                  <a:cubicBezTo>
                    <a:pt x="3144" y="1429"/>
                    <a:pt x="3025" y="1549"/>
                    <a:pt x="2859" y="1572"/>
                  </a:cubicBezTo>
                  <a:cubicBezTo>
                    <a:pt x="2573" y="1572"/>
                    <a:pt x="2406" y="1239"/>
                    <a:pt x="2620" y="1025"/>
                  </a:cubicBezTo>
                  <a:cubicBezTo>
                    <a:pt x="2680" y="965"/>
                    <a:pt x="2756" y="938"/>
                    <a:pt x="2832" y="938"/>
                  </a:cubicBezTo>
                  <a:close/>
                  <a:moveTo>
                    <a:pt x="4162" y="927"/>
                  </a:moveTo>
                  <a:cubicBezTo>
                    <a:pt x="4559" y="927"/>
                    <a:pt x="4559" y="1575"/>
                    <a:pt x="4162" y="1575"/>
                  </a:cubicBezTo>
                  <a:cubicBezTo>
                    <a:pt x="4149" y="1575"/>
                    <a:pt x="4135" y="1574"/>
                    <a:pt x="4121" y="1572"/>
                  </a:cubicBezTo>
                  <a:cubicBezTo>
                    <a:pt x="3740" y="1525"/>
                    <a:pt x="3740" y="977"/>
                    <a:pt x="4121" y="929"/>
                  </a:cubicBezTo>
                  <a:cubicBezTo>
                    <a:pt x="4135" y="928"/>
                    <a:pt x="4149" y="927"/>
                    <a:pt x="4162" y="927"/>
                  </a:cubicBezTo>
                  <a:close/>
                  <a:moveTo>
                    <a:pt x="9187" y="927"/>
                  </a:moveTo>
                  <a:cubicBezTo>
                    <a:pt x="9584" y="927"/>
                    <a:pt x="9584" y="1575"/>
                    <a:pt x="9187" y="1575"/>
                  </a:cubicBezTo>
                  <a:cubicBezTo>
                    <a:pt x="9173" y="1575"/>
                    <a:pt x="9160" y="1574"/>
                    <a:pt x="9146" y="1572"/>
                  </a:cubicBezTo>
                  <a:lnTo>
                    <a:pt x="5359" y="1572"/>
                  </a:lnTo>
                  <a:cubicBezTo>
                    <a:pt x="5002" y="1525"/>
                    <a:pt x="5002" y="977"/>
                    <a:pt x="5359" y="929"/>
                  </a:cubicBezTo>
                  <a:lnTo>
                    <a:pt x="9146" y="929"/>
                  </a:lnTo>
                  <a:cubicBezTo>
                    <a:pt x="9160" y="928"/>
                    <a:pt x="9173" y="927"/>
                    <a:pt x="9187" y="927"/>
                  </a:cubicBezTo>
                  <a:close/>
                  <a:moveTo>
                    <a:pt x="334" y="1"/>
                  </a:moveTo>
                  <a:cubicBezTo>
                    <a:pt x="144" y="1"/>
                    <a:pt x="1" y="120"/>
                    <a:pt x="1" y="286"/>
                  </a:cubicBezTo>
                  <a:lnTo>
                    <a:pt x="1" y="2501"/>
                  </a:lnTo>
                  <a:lnTo>
                    <a:pt x="10717" y="2501"/>
                  </a:lnTo>
                  <a:lnTo>
                    <a:pt x="10717" y="310"/>
                  </a:lnTo>
                  <a:cubicBezTo>
                    <a:pt x="10741" y="143"/>
                    <a:pt x="10598" y="1"/>
                    <a:pt x="10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9"/>
            <p:cNvSpPr/>
            <p:nvPr/>
          </p:nvSpPr>
          <p:spPr>
            <a:xfrm>
              <a:off x="4598550" y="2511875"/>
              <a:ext cx="130400" cy="104825"/>
            </a:xfrm>
            <a:custGeom>
              <a:rect b="b" l="l" r="r" t="t"/>
              <a:pathLst>
                <a:path extrusionOk="0" h="4193" w="5216">
                  <a:moveTo>
                    <a:pt x="2620" y="1"/>
                  </a:moveTo>
                  <a:cubicBezTo>
                    <a:pt x="1191" y="1"/>
                    <a:pt x="48" y="1191"/>
                    <a:pt x="96" y="2620"/>
                  </a:cubicBezTo>
                  <a:cubicBezTo>
                    <a:pt x="96" y="3192"/>
                    <a:pt x="310" y="3740"/>
                    <a:pt x="667" y="4192"/>
                  </a:cubicBezTo>
                  <a:lnTo>
                    <a:pt x="1572" y="4192"/>
                  </a:lnTo>
                  <a:cubicBezTo>
                    <a:pt x="0" y="3144"/>
                    <a:pt x="739" y="715"/>
                    <a:pt x="2620" y="715"/>
                  </a:cubicBezTo>
                  <a:cubicBezTo>
                    <a:pt x="4477" y="715"/>
                    <a:pt x="5216" y="3144"/>
                    <a:pt x="3644" y="4192"/>
                  </a:cubicBezTo>
                  <a:lnTo>
                    <a:pt x="4573" y="4192"/>
                  </a:lnTo>
                  <a:cubicBezTo>
                    <a:pt x="4930" y="3740"/>
                    <a:pt x="5120" y="3192"/>
                    <a:pt x="5120" y="2620"/>
                  </a:cubicBezTo>
                  <a:cubicBezTo>
                    <a:pt x="5168" y="1191"/>
                    <a:pt x="4025" y="1"/>
                    <a:pt x="2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9"/>
            <p:cNvSpPr/>
            <p:nvPr/>
          </p:nvSpPr>
          <p:spPr>
            <a:xfrm>
              <a:off x="4529475" y="2459500"/>
              <a:ext cx="267950" cy="157200"/>
            </a:xfrm>
            <a:custGeom>
              <a:rect b="b" l="l" r="r" t="t"/>
              <a:pathLst>
                <a:path extrusionOk="0" h="6288" w="10718">
                  <a:moveTo>
                    <a:pt x="1" y="0"/>
                  </a:moveTo>
                  <a:lnTo>
                    <a:pt x="1" y="5978"/>
                  </a:lnTo>
                  <a:cubicBezTo>
                    <a:pt x="1" y="6144"/>
                    <a:pt x="144" y="6287"/>
                    <a:pt x="310" y="6287"/>
                  </a:cubicBezTo>
                  <a:lnTo>
                    <a:pt x="2668" y="6287"/>
                  </a:lnTo>
                  <a:cubicBezTo>
                    <a:pt x="2454" y="5906"/>
                    <a:pt x="2311" y="5477"/>
                    <a:pt x="2263" y="5025"/>
                  </a:cubicBezTo>
                  <a:lnTo>
                    <a:pt x="1596" y="5025"/>
                  </a:lnTo>
                  <a:cubicBezTo>
                    <a:pt x="1582" y="5026"/>
                    <a:pt x="1568" y="5027"/>
                    <a:pt x="1554" y="5027"/>
                  </a:cubicBezTo>
                  <a:cubicBezTo>
                    <a:pt x="1158" y="5027"/>
                    <a:pt x="1158" y="4403"/>
                    <a:pt x="1554" y="4403"/>
                  </a:cubicBezTo>
                  <a:cubicBezTo>
                    <a:pt x="1568" y="4403"/>
                    <a:pt x="1582" y="4404"/>
                    <a:pt x="1596" y="4406"/>
                  </a:cubicBezTo>
                  <a:lnTo>
                    <a:pt x="2263" y="4406"/>
                  </a:lnTo>
                  <a:cubicBezTo>
                    <a:pt x="2311" y="3787"/>
                    <a:pt x="2549" y="3215"/>
                    <a:pt x="2954" y="2739"/>
                  </a:cubicBezTo>
                  <a:lnTo>
                    <a:pt x="2501" y="2262"/>
                  </a:lnTo>
                  <a:cubicBezTo>
                    <a:pt x="2358" y="2143"/>
                    <a:pt x="2358" y="1953"/>
                    <a:pt x="2501" y="1810"/>
                  </a:cubicBezTo>
                  <a:cubicBezTo>
                    <a:pt x="2561" y="1750"/>
                    <a:pt x="2638" y="1721"/>
                    <a:pt x="2716" y="1721"/>
                  </a:cubicBezTo>
                  <a:cubicBezTo>
                    <a:pt x="2793" y="1721"/>
                    <a:pt x="2870" y="1750"/>
                    <a:pt x="2930" y="1810"/>
                  </a:cubicBezTo>
                  <a:lnTo>
                    <a:pt x="3382" y="2286"/>
                  </a:lnTo>
                  <a:cubicBezTo>
                    <a:pt x="3859" y="1905"/>
                    <a:pt x="4430" y="1667"/>
                    <a:pt x="5049" y="1596"/>
                  </a:cubicBezTo>
                  <a:lnTo>
                    <a:pt x="5049" y="929"/>
                  </a:lnTo>
                  <a:cubicBezTo>
                    <a:pt x="5026" y="703"/>
                    <a:pt x="5192" y="590"/>
                    <a:pt x="5359" y="590"/>
                  </a:cubicBezTo>
                  <a:cubicBezTo>
                    <a:pt x="5526" y="590"/>
                    <a:pt x="5692" y="703"/>
                    <a:pt x="5669" y="929"/>
                  </a:cubicBezTo>
                  <a:lnTo>
                    <a:pt x="5669" y="1596"/>
                  </a:lnTo>
                  <a:cubicBezTo>
                    <a:pt x="6288" y="1667"/>
                    <a:pt x="6859" y="1905"/>
                    <a:pt x="7336" y="2286"/>
                  </a:cubicBezTo>
                  <a:lnTo>
                    <a:pt x="7812" y="1810"/>
                  </a:lnTo>
                  <a:cubicBezTo>
                    <a:pt x="7871" y="1750"/>
                    <a:pt x="7949" y="1721"/>
                    <a:pt x="8026" y="1721"/>
                  </a:cubicBezTo>
                  <a:cubicBezTo>
                    <a:pt x="8104" y="1721"/>
                    <a:pt x="8181" y="1750"/>
                    <a:pt x="8241" y="1810"/>
                  </a:cubicBezTo>
                  <a:cubicBezTo>
                    <a:pt x="8360" y="1953"/>
                    <a:pt x="8360" y="2143"/>
                    <a:pt x="8241" y="2262"/>
                  </a:cubicBezTo>
                  <a:lnTo>
                    <a:pt x="7788" y="2739"/>
                  </a:lnTo>
                  <a:cubicBezTo>
                    <a:pt x="8169" y="3215"/>
                    <a:pt x="8407" y="3787"/>
                    <a:pt x="8479" y="4406"/>
                  </a:cubicBezTo>
                  <a:lnTo>
                    <a:pt x="9122" y="4406"/>
                  </a:lnTo>
                  <a:cubicBezTo>
                    <a:pt x="9137" y="4404"/>
                    <a:pt x="9152" y="4403"/>
                    <a:pt x="9166" y="4403"/>
                  </a:cubicBezTo>
                  <a:cubicBezTo>
                    <a:pt x="9583" y="4403"/>
                    <a:pt x="9583" y="5027"/>
                    <a:pt x="9166" y="5027"/>
                  </a:cubicBezTo>
                  <a:cubicBezTo>
                    <a:pt x="9152" y="5027"/>
                    <a:pt x="9137" y="5026"/>
                    <a:pt x="9122" y="5025"/>
                  </a:cubicBezTo>
                  <a:lnTo>
                    <a:pt x="8479" y="5025"/>
                  </a:lnTo>
                  <a:cubicBezTo>
                    <a:pt x="8431" y="5477"/>
                    <a:pt x="8288" y="5906"/>
                    <a:pt x="8074" y="6287"/>
                  </a:cubicBezTo>
                  <a:lnTo>
                    <a:pt x="10408" y="6287"/>
                  </a:lnTo>
                  <a:cubicBezTo>
                    <a:pt x="10574" y="6287"/>
                    <a:pt x="10717" y="6144"/>
                    <a:pt x="10717" y="5978"/>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9"/>
            <p:cNvSpPr/>
            <p:nvPr/>
          </p:nvSpPr>
          <p:spPr>
            <a:xfrm>
              <a:off x="4632475" y="2545825"/>
              <a:ext cx="62550" cy="62525"/>
            </a:xfrm>
            <a:custGeom>
              <a:rect b="b" l="l" r="r" t="t"/>
              <a:pathLst>
                <a:path extrusionOk="0" h="2501" w="2502">
                  <a:moveTo>
                    <a:pt x="1239" y="0"/>
                  </a:moveTo>
                  <a:cubicBezTo>
                    <a:pt x="548" y="0"/>
                    <a:pt x="1" y="572"/>
                    <a:pt x="1" y="1262"/>
                  </a:cubicBezTo>
                  <a:cubicBezTo>
                    <a:pt x="1" y="1953"/>
                    <a:pt x="548" y="2501"/>
                    <a:pt x="1239" y="2501"/>
                  </a:cubicBezTo>
                  <a:cubicBezTo>
                    <a:pt x="1954" y="2501"/>
                    <a:pt x="2501" y="1953"/>
                    <a:pt x="2501" y="1262"/>
                  </a:cubicBezTo>
                  <a:cubicBezTo>
                    <a:pt x="2501" y="572"/>
                    <a:pt x="1954"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9"/>
          <p:cNvGrpSpPr/>
          <p:nvPr/>
        </p:nvGrpSpPr>
        <p:grpSpPr>
          <a:xfrm>
            <a:off x="6285672" y="1792928"/>
            <a:ext cx="348008" cy="307365"/>
            <a:chOff x="5109375" y="2380900"/>
            <a:chExt cx="267925" cy="235800"/>
          </a:xfrm>
        </p:grpSpPr>
        <p:sp>
          <p:nvSpPr>
            <p:cNvPr id="8910" name="Google Shape;8910;p69"/>
            <p:cNvSpPr/>
            <p:nvPr/>
          </p:nvSpPr>
          <p:spPr>
            <a:xfrm>
              <a:off x="5109375" y="2380900"/>
              <a:ext cx="267925" cy="62550"/>
            </a:xfrm>
            <a:custGeom>
              <a:rect b="b" l="l" r="r" t="t"/>
              <a:pathLst>
                <a:path extrusionOk="0" h="2502" w="10717">
                  <a:moveTo>
                    <a:pt x="2831" y="938"/>
                  </a:moveTo>
                  <a:cubicBezTo>
                    <a:pt x="2997" y="938"/>
                    <a:pt x="3160" y="1067"/>
                    <a:pt x="3144" y="1263"/>
                  </a:cubicBezTo>
                  <a:cubicBezTo>
                    <a:pt x="3144" y="1429"/>
                    <a:pt x="3001" y="1549"/>
                    <a:pt x="2858" y="1572"/>
                  </a:cubicBezTo>
                  <a:cubicBezTo>
                    <a:pt x="2548" y="1572"/>
                    <a:pt x="2405" y="1239"/>
                    <a:pt x="2620" y="1025"/>
                  </a:cubicBezTo>
                  <a:cubicBezTo>
                    <a:pt x="2680" y="965"/>
                    <a:pt x="2756" y="938"/>
                    <a:pt x="2831" y="938"/>
                  </a:cubicBezTo>
                  <a:close/>
                  <a:moveTo>
                    <a:pt x="1637" y="927"/>
                  </a:moveTo>
                  <a:cubicBezTo>
                    <a:pt x="2034" y="927"/>
                    <a:pt x="2034" y="1575"/>
                    <a:pt x="1637" y="1575"/>
                  </a:cubicBezTo>
                  <a:cubicBezTo>
                    <a:pt x="1624" y="1575"/>
                    <a:pt x="1610" y="1574"/>
                    <a:pt x="1596" y="1572"/>
                  </a:cubicBezTo>
                  <a:cubicBezTo>
                    <a:pt x="1215" y="1525"/>
                    <a:pt x="1215" y="977"/>
                    <a:pt x="1596" y="929"/>
                  </a:cubicBezTo>
                  <a:cubicBezTo>
                    <a:pt x="1610" y="928"/>
                    <a:pt x="1624" y="927"/>
                    <a:pt x="1637" y="927"/>
                  </a:cubicBezTo>
                  <a:close/>
                  <a:moveTo>
                    <a:pt x="4140" y="927"/>
                  </a:moveTo>
                  <a:cubicBezTo>
                    <a:pt x="4558" y="927"/>
                    <a:pt x="4558" y="1575"/>
                    <a:pt x="4140" y="1575"/>
                  </a:cubicBezTo>
                  <a:cubicBezTo>
                    <a:pt x="4126" y="1575"/>
                    <a:pt x="4111" y="1574"/>
                    <a:pt x="4096" y="1572"/>
                  </a:cubicBezTo>
                  <a:cubicBezTo>
                    <a:pt x="3715" y="1525"/>
                    <a:pt x="3715" y="977"/>
                    <a:pt x="4096" y="929"/>
                  </a:cubicBezTo>
                  <a:cubicBezTo>
                    <a:pt x="4111" y="928"/>
                    <a:pt x="4126" y="927"/>
                    <a:pt x="4140" y="927"/>
                  </a:cubicBezTo>
                  <a:close/>
                  <a:moveTo>
                    <a:pt x="9186" y="927"/>
                  </a:moveTo>
                  <a:cubicBezTo>
                    <a:pt x="9584" y="927"/>
                    <a:pt x="9584" y="1575"/>
                    <a:pt x="9186" y="1575"/>
                  </a:cubicBezTo>
                  <a:cubicBezTo>
                    <a:pt x="9173" y="1575"/>
                    <a:pt x="9159" y="1574"/>
                    <a:pt x="9145" y="1572"/>
                  </a:cubicBezTo>
                  <a:lnTo>
                    <a:pt x="5358" y="1572"/>
                  </a:lnTo>
                  <a:cubicBezTo>
                    <a:pt x="4977" y="1525"/>
                    <a:pt x="4977" y="977"/>
                    <a:pt x="5358" y="929"/>
                  </a:cubicBezTo>
                  <a:lnTo>
                    <a:pt x="9145" y="929"/>
                  </a:lnTo>
                  <a:cubicBezTo>
                    <a:pt x="9159" y="928"/>
                    <a:pt x="9173" y="927"/>
                    <a:pt x="9186" y="927"/>
                  </a:cubicBezTo>
                  <a:close/>
                  <a:moveTo>
                    <a:pt x="310" y="1"/>
                  </a:moveTo>
                  <a:cubicBezTo>
                    <a:pt x="143" y="1"/>
                    <a:pt x="0" y="120"/>
                    <a:pt x="0" y="286"/>
                  </a:cubicBezTo>
                  <a:lnTo>
                    <a:pt x="0" y="2501"/>
                  </a:lnTo>
                  <a:lnTo>
                    <a:pt x="10717" y="2501"/>
                  </a:lnTo>
                  <a:lnTo>
                    <a:pt x="10717" y="310"/>
                  </a:lnTo>
                  <a:cubicBezTo>
                    <a:pt x="10717" y="143"/>
                    <a:pt x="10598" y="1"/>
                    <a:pt x="10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9"/>
            <p:cNvSpPr/>
            <p:nvPr/>
          </p:nvSpPr>
          <p:spPr>
            <a:xfrm>
              <a:off x="5172475" y="2525575"/>
              <a:ext cx="141725" cy="51825"/>
            </a:xfrm>
            <a:custGeom>
              <a:rect b="b" l="l" r="r" t="t"/>
              <a:pathLst>
                <a:path extrusionOk="0" h="2073" w="5669">
                  <a:moveTo>
                    <a:pt x="3787" y="0"/>
                  </a:moveTo>
                  <a:lnTo>
                    <a:pt x="2120" y="1668"/>
                  </a:lnTo>
                  <a:cubicBezTo>
                    <a:pt x="2060" y="1727"/>
                    <a:pt x="1977" y="1757"/>
                    <a:pt x="1894" y="1757"/>
                  </a:cubicBezTo>
                  <a:cubicBezTo>
                    <a:pt x="1810" y="1757"/>
                    <a:pt x="1727" y="1727"/>
                    <a:pt x="1667" y="1668"/>
                  </a:cubicBezTo>
                  <a:lnTo>
                    <a:pt x="953" y="929"/>
                  </a:lnTo>
                  <a:lnTo>
                    <a:pt x="0" y="1882"/>
                  </a:lnTo>
                  <a:lnTo>
                    <a:pt x="0" y="2072"/>
                  </a:lnTo>
                  <a:lnTo>
                    <a:pt x="5668" y="2072"/>
                  </a:lnTo>
                  <a:lnTo>
                    <a:pt x="5668" y="0"/>
                  </a:lnTo>
                  <a:lnTo>
                    <a:pt x="4954" y="715"/>
                  </a:lnTo>
                  <a:cubicBezTo>
                    <a:pt x="4882" y="774"/>
                    <a:pt x="4799" y="804"/>
                    <a:pt x="4719" y="804"/>
                  </a:cubicBezTo>
                  <a:cubicBezTo>
                    <a:pt x="4638" y="804"/>
                    <a:pt x="4561" y="774"/>
                    <a:pt x="4501" y="715"/>
                  </a:cubicBezTo>
                  <a:lnTo>
                    <a:pt x="37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5109375" y="2459500"/>
              <a:ext cx="267925" cy="157200"/>
            </a:xfrm>
            <a:custGeom>
              <a:rect b="b" l="l" r="r" t="t"/>
              <a:pathLst>
                <a:path extrusionOk="0" h="6288" w="10717">
                  <a:moveTo>
                    <a:pt x="2262" y="929"/>
                  </a:moveTo>
                  <a:cubicBezTo>
                    <a:pt x="2405" y="953"/>
                    <a:pt x="2524" y="1096"/>
                    <a:pt x="2524" y="1262"/>
                  </a:cubicBezTo>
                  <a:lnTo>
                    <a:pt x="2524" y="3644"/>
                  </a:lnTo>
                  <a:lnTo>
                    <a:pt x="3263" y="2929"/>
                  </a:lnTo>
                  <a:cubicBezTo>
                    <a:pt x="3322" y="2870"/>
                    <a:pt x="3400" y="2840"/>
                    <a:pt x="3477" y="2840"/>
                  </a:cubicBezTo>
                  <a:cubicBezTo>
                    <a:pt x="3554" y="2840"/>
                    <a:pt x="3632" y="2870"/>
                    <a:pt x="3691" y="2929"/>
                  </a:cubicBezTo>
                  <a:lnTo>
                    <a:pt x="4430" y="3644"/>
                  </a:lnTo>
                  <a:lnTo>
                    <a:pt x="6073" y="1977"/>
                  </a:lnTo>
                  <a:cubicBezTo>
                    <a:pt x="6144" y="1917"/>
                    <a:pt x="6228" y="1887"/>
                    <a:pt x="6308" y="1887"/>
                  </a:cubicBezTo>
                  <a:cubicBezTo>
                    <a:pt x="6388" y="1887"/>
                    <a:pt x="6466" y="1917"/>
                    <a:pt x="6525" y="1977"/>
                  </a:cubicBezTo>
                  <a:lnTo>
                    <a:pt x="7240" y="2691"/>
                  </a:lnTo>
                  <a:lnTo>
                    <a:pt x="8288" y="1667"/>
                  </a:lnTo>
                  <a:cubicBezTo>
                    <a:pt x="8351" y="1604"/>
                    <a:pt x="8425" y="1572"/>
                    <a:pt x="8503" y="1572"/>
                  </a:cubicBezTo>
                  <a:cubicBezTo>
                    <a:pt x="8542" y="1572"/>
                    <a:pt x="8581" y="1580"/>
                    <a:pt x="8621" y="1596"/>
                  </a:cubicBezTo>
                  <a:cubicBezTo>
                    <a:pt x="8740" y="1643"/>
                    <a:pt x="8811" y="1762"/>
                    <a:pt x="8811" y="1881"/>
                  </a:cubicBezTo>
                  <a:lnTo>
                    <a:pt x="8811" y="5025"/>
                  </a:lnTo>
                  <a:cubicBezTo>
                    <a:pt x="8811" y="5215"/>
                    <a:pt x="8669" y="5358"/>
                    <a:pt x="8502" y="5358"/>
                  </a:cubicBezTo>
                  <a:lnTo>
                    <a:pt x="2215" y="5358"/>
                  </a:lnTo>
                  <a:cubicBezTo>
                    <a:pt x="2048" y="5358"/>
                    <a:pt x="1905" y="5215"/>
                    <a:pt x="1905" y="5025"/>
                  </a:cubicBezTo>
                  <a:lnTo>
                    <a:pt x="1905" y="1262"/>
                  </a:lnTo>
                  <a:cubicBezTo>
                    <a:pt x="1905" y="1072"/>
                    <a:pt x="2072" y="929"/>
                    <a:pt x="2262" y="929"/>
                  </a:cubicBezTo>
                  <a:close/>
                  <a:moveTo>
                    <a:pt x="0" y="0"/>
                  </a:moveTo>
                  <a:lnTo>
                    <a:pt x="0" y="5978"/>
                  </a:lnTo>
                  <a:cubicBezTo>
                    <a:pt x="0" y="6144"/>
                    <a:pt x="143" y="6287"/>
                    <a:pt x="310" y="6287"/>
                  </a:cubicBezTo>
                  <a:lnTo>
                    <a:pt x="10407" y="6287"/>
                  </a:lnTo>
                  <a:cubicBezTo>
                    <a:pt x="10598" y="6287"/>
                    <a:pt x="10717" y="6144"/>
                    <a:pt x="10717" y="5978"/>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9"/>
          <p:cNvGrpSpPr/>
          <p:nvPr/>
        </p:nvGrpSpPr>
        <p:grpSpPr>
          <a:xfrm>
            <a:off x="7036533" y="1813100"/>
            <a:ext cx="348040" cy="266989"/>
            <a:chOff x="5687450" y="2396375"/>
            <a:chExt cx="267950" cy="204825"/>
          </a:xfrm>
        </p:grpSpPr>
        <p:sp>
          <p:nvSpPr>
            <p:cNvPr id="8914" name="Google Shape;8914;p69"/>
            <p:cNvSpPr/>
            <p:nvPr/>
          </p:nvSpPr>
          <p:spPr>
            <a:xfrm>
              <a:off x="5872025" y="2494025"/>
              <a:ext cx="24425" cy="24425"/>
            </a:xfrm>
            <a:custGeom>
              <a:rect b="b" l="l" r="r" t="t"/>
              <a:pathLst>
                <a:path extrusionOk="0" h="977" w="977">
                  <a:moveTo>
                    <a:pt x="477" y="0"/>
                  </a:moveTo>
                  <a:lnTo>
                    <a:pt x="0" y="500"/>
                  </a:lnTo>
                  <a:lnTo>
                    <a:pt x="477" y="977"/>
                  </a:lnTo>
                  <a:lnTo>
                    <a:pt x="977" y="500"/>
                  </a:lnTo>
                  <a:lnTo>
                    <a:pt x="4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9"/>
            <p:cNvSpPr/>
            <p:nvPr/>
          </p:nvSpPr>
          <p:spPr>
            <a:xfrm>
              <a:off x="5687450" y="2396375"/>
              <a:ext cx="267950" cy="146500"/>
            </a:xfrm>
            <a:custGeom>
              <a:rect b="b" l="l" r="r" t="t"/>
              <a:pathLst>
                <a:path extrusionOk="0" h="5860" w="10718">
                  <a:moveTo>
                    <a:pt x="5968" y="1248"/>
                  </a:moveTo>
                  <a:cubicBezTo>
                    <a:pt x="6458" y="1248"/>
                    <a:pt x="6931" y="1633"/>
                    <a:pt x="6931" y="2216"/>
                  </a:cubicBezTo>
                  <a:cubicBezTo>
                    <a:pt x="6931" y="2716"/>
                    <a:pt x="6502" y="3144"/>
                    <a:pt x="5978" y="3144"/>
                  </a:cubicBezTo>
                  <a:cubicBezTo>
                    <a:pt x="5145" y="3144"/>
                    <a:pt x="4716" y="2120"/>
                    <a:pt x="5312" y="1525"/>
                  </a:cubicBezTo>
                  <a:cubicBezTo>
                    <a:pt x="5502" y="1334"/>
                    <a:pt x="5737" y="1248"/>
                    <a:pt x="5968" y="1248"/>
                  </a:cubicBezTo>
                  <a:close/>
                  <a:moveTo>
                    <a:pt x="311" y="1"/>
                  </a:moveTo>
                  <a:cubicBezTo>
                    <a:pt x="144" y="1"/>
                    <a:pt x="1" y="144"/>
                    <a:pt x="1" y="310"/>
                  </a:cubicBezTo>
                  <a:lnTo>
                    <a:pt x="1" y="5216"/>
                  </a:lnTo>
                  <a:lnTo>
                    <a:pt x="2621" y="2620"/>
                  </a:lnTo>
                  <a:cubicBezTo>
                    <a:pt x="2680" y="2561"/>
                    <a:pt x="2763" y="2531"/>
                    <a:pt x="2847" y="2531"/>
                  </a:cubicBezTo>
                  <a:cubicBezTo>
                    <a:pt x="2930" y="2531"/>
                    <a:pt x="3014" y="2561"/>
                    <a:pt x="3073" y="2620"/>
                  </a:cubicBezTo>
                  <a:lnTo>
                    <a:pt x="5669" y="5216"/>
                  </a:lnTo>
                  <a:lnTo>
                    <a:pt x="7645" y="3240"/>
                  </a:lnTo>
                  <a:cubicBezTo>
                    <a:pt x="7705" y="3180"/>
                    <a:pt x="7788" y="3150"/>
                    <a:pt x="7872" y="3150"/>
                  </a:cubicBezTo>
                  <a:cubicBezTo>
                    <a:pt x="7955" y="3150"/>
                    <a:pt x="8038" y="3180"/>
                    <a:pt x="8098" y="3240"/>
                  </a:cubicBezTo>
                  <a:lnTo>
                    <a:pt x="10718" y="5859"/>
                  </a:lnTo>
                  <a:lnTo>
                    <a:pt x="10718" y="310"/>
                  </a:lnTo>
                  <a:cubicBezTo>
                    <a:pt x="10718" y="144"/>
                    <a:pt x="10575" y="1"/>
                    <a:pt x="10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5829150" y="2443425"/>
              <a:ext cx="16100" cy="16100"/>
            </a:xfrm>
            <a:custGeom>
              <a:rect b="b" l="l" r="r" t="t"/>
              <a:pathLst>
                <a:path extrusionOk="0" h="644" w="644">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9"/>
            <p:cNvSpPr/>
            <p:nvPr/>
          </p:nvSpPr>
          <p:spPr>
            <a:xfrm>
              <a:off x="5730325" y="2478550"/>
              <a:ext cx="56575" cy="40500"/>
            </a:xfrm>
            <a:custGeom>
              <a:rect b="b" l="l" r="r" t="t"/>
              <a:pathLst>
                <a:path extrusionOk="0" h="1620" w="2263">
                  <a:moveTo>
                    <a:pt x="1120" y="0"/>
                  </a:moveTo>
                  <a:lnTo>
                    <a:pt x="1" y="1119"/>
                  </a:lnTo>
                  <a:lnTo>
                    <a:pt x="501" y="1596"/>
                  </a:lnTo>
                  <a:lnTo>
                    <a:pt x="906" y="1215"/>
                  </a:lnTo>
                  <a:cubicBezTo>
                    <a:pt x="965" y="1143"/>
                    <a:pt x="1048" y="1108"/>
                    <a:pt x="1132" y="1108"/>
                  </a:cubicBezTo>
                  <a:cubicBezTo>
                    <a:pt x="1215" y="1108"/>
                    <a:pt x="1299" y="1143"/>
                    <a:pt x="1358" y="1215"/>
                  </a:cubicBezTo>
                  <a:lnTo>
                    <a:pt x="1763" y="1620"/>
                  </a:lnTo>
                  <a:lnTo>
                    <a:pt x="2263" y="1119"/>
                  </a:lnTo>
                  <a:lnTo>
                    <a:pt x="11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9"/>
            <p:cNvSpPr/>
            <p:nvPr/>
          </p:nvSpPr>
          <p:spPr>
            <a:xfrm>
              <a:off x="5687450" y="2517825"/>
              <a:ext cx="267950" cy="83375"/>
            </a:xfrm>
            <a:custGeom>
              <a:rect b="b" l="l" r="r" t="t"/>
              <a:pathLst>
                <a:path extrusionOk="0" h="3335" w="10718">
                  <a:moveTo>
                    <a:pt x="1287" y="1"/>
                  </a:moveTo>
                  <a:lnTo>
                    <a:pt x="1" y="1263"/>
                  </a:lnTo>
                  <a:lnTo>
                    <a:pt x="1" y="3025"/>
                  </a:lnTo>
                  <a:cubicBezTo>
                    <a:pt x="1" y="3192"/>
                    <a:pt x="144" y="3335"/>
                    <a:pt x="311" y="3335"/>
                  </a:cubicBezTo>
                  <a:lnTo>
                    <a:pt x="10408" y="3335"/>
                  </a:lnTo>
                  <a:cubicBezTo>
                    <a:pt x="10575" y="3335"/>
                    <a:pt x="10718" y="3192"/>
                    <a:pt x="10718" y="3025"/>
                  </a:cubicBezTo>
                  <a:lnTo>
                    <a:pt x="10718" y="1882"/>
                  </a:lnTo>
                  <a:lnTo>
                    <a:pt x="8812" y="1"/>
                  </a:lnTo>
                  <a:lnTo>
                    <a:pt x="8098" y="739"/>
                  </a:lnTo>
                  <a:cubicBezTo>
                    <a:pt x="8038" y="799"/>
                    <a:pt x="7955" y="828"/>
                    <a:pt x="7872" y="828"/>
                  </a:cubicBezTo>
                  <a:cubicBezTo>
                    <a:pt x="7788" y="828"/>
                    <a:pt x="7705" y="799"/>
                    <a:pt x="7645" y="739"/>
                  </a:cubicBezTo>
                  <a:lnTo>
                    <a:pt x="6931" y="1"/>
                  </a:lnTo>
                  <a:lnTo>
                    <a:pt x="6121" y="811"/>
                  </a:lnTo>
                  <a:lnTo>
                    <a:pt x="6836" y="1549"/>
                  </a:lnTo>
                  <a:cubicBezTo>
                    <a:pt x="6955" y="1668"/>
                    <a:pt x="6955" y="1858"/>
                    <a:pt x="6836" y="1978"/>
                  </a:cubicBezTo>
                  <a:cubicBezTo>
                    <a:pt x="6776" y="2049"/>
                    <a:pt x="6693" y="2085"/>
                    <a:pt x="6610" y="2085"/>
                  </a:cubicBezTo>
                  <a:cubicBezTo>
                    <a:pt x="6526" y="2085"/>
                    <a:pt x="6443" y="2049"/>
                    <a:pt x="6383" y="1978"/>
                  </a:cubicBezTo>
                  <a:lnTo>
                    <a:pt x="4407" y="1"/>
                  </a:lnTo>
                  <a:lnTo>
                    <a:pt x="3692" y="739"/>
                  </a:lnTo>
                  <a:cubicBezTo>
                    <a:pt x="3633" y="799"/>
                    <a:pt x="3555" y="828"/>
                    <a:pt x="3478" y="828"/>
                  </a:cubicBezTo>
                  <a:cubicBezTo>
                    <a:pt x="3401" y="828"/>
                    <a:pt x="3323" y="799"/>
                    <a:pt x="3264" y="739"/>
                  </a:cubicBezTo>
                  <a:lnTo>
                    <a:pt x="2835" y="334"/>
                  </a:lnTo>
                  <a:lnTo>
                    <a:pt x="2430" y="739"/>
                  </a:lnTo>
                  <a:cubicBezTo>
                    <a:pt x="2371" y="799"/>
                    <a:pt x="2293" y="828"/>
                    <a:pt x="2216" y="828"/>
                  </a:cubicBezTo>
                  <a:cubicBezTo>
                    <a:pt x="2138" y="828"/>
                    <a:pt x="2061" y="799"/>
                    <a:pt x="2001" y="739"/>
                  </a:cubicBezTo>
                  <a:lnTo>
                    <a:pt x="1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9"/>
          <p:cNvGrpSpPr/>
          <p:nvPr/>
        </p:nvGrpSpPr>
        <p:grpSpPr>
          <a:xfrm>
            <a:off x="7787428" y="1770117"/>
            <a:ext cx="348040" cy="351880"/>
            <a:chOff x="6265550" y="2363400"/>
            <a:chExt cx="267950" cy="269950"/>
          </a:xfrm>
        </p:grpSpPr>
        <p:sp>
          <p:nvSpPr>
            <p:cNvPr id="8920" name="Google Shape;8920;p69"/>
            <p:cNvSpPr/>
            <p:nvPr/>
          </p:nvSpPr>
          <p:spPr>
            <a:xfrm>
              <a:off x="6344750" y="25065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9"/>
            <p:cNvSpPr/>
            <p:nvPr/>
          </p:nvSpPr>
          <p:spPr>
            <a:xfrm>
              <a:off x="6265550" y="2363400"/>
              <a:ext cx="267950" cy="269950"/>
            </a:xfrm>
            <a:custGeom>
              <a:rect b="b" l="l" r="r" t="t"/>
              <a:pathLst>
                <a:path extrusionOk="0" h="10798" w="10718">
                  <a:moveTo>
                    <a:pt x="9188" y="5722"/>
                  </a:moveTo>
                  <a:cubicBezTo>
                    <a:pt x="9336" y="5722"/>
                    <a:pt x="9455" y="5835"/>
                    <a:pt x="9455" y="5987"/>
                  </a:cubicBezTo>
                  <a:cubicBezTo>
                    <a:pt x="9479" y="6178"/>
                    <a:pt x="9336" y="6345"/>
                    <a:pt x="9146" y="6345"/>
                  </a:cubicBezTo>
                  <a:lnTo>
                    <a:pt x="6621" y="6345"/>
                  </a:lnTo>
                  <a:cubicBezTo>
                    <a:pt x="6455" y="6345"/>
                    <a:pt x="6336" y="6226"/>
                    <a:pt x="6312" y="6059"/>
                  </a:cubicBezTo>
                  <a:cubicBezTo>
                    <a:pt x="6267" y="5881"/>
                    <a:pt x="6410" y="5723"/>
                    <a:pt x="6585" y="5723"/>
                  </a:cubicBezTo>
                  <a:cubicBezTo>
                    <a:pt x="6597" y="5723"/>
                    <a:pt x="6609" y="5724"/>
                    <a:pt x="6621" y="5725"/>
                  </a:cubicBezTo>
                  <a:lnTo>
                    <a:pt x="9146" y="5725"/>
                  </a:lnTo>
                  <a:cubicBezTo>
                    <a:pt x="9160" y="5723"/>
                    <a:pt x="9174" y="5722"/>
                    <a:pt x="9188" y="5722"/>
                  </a:cubicBezTo>
                  <a:close/>
                  <a:moveTo>
                    <a:pt x="9146" y="6964"/>
                  </a:moveTo>
                  <a:cubicBezTo>
                    <a:pt x="9312" y="6964"/>
                    <a:pt x="9455" y="7083"/>
                    <a:pt x="9455" y="7250"/>
                  </a:cubicBezTo>
                  <a:cubicBezTo>
                    <a:pt x="9479" y="7440"/>
                    <a:pt x="9336" y="7607"/>
                    <a:pt x="9146" y="7607"/>
                  </a:cubicBezTo>
                  <a:lnTo>
                    <a:pt x="6621" y="7607"/>
                  </a:lnTo>
                  <a:cubicBezTo>
                    <a:pt x="6455" y="7607"/>
                    <a:pt x="6336" y="7488"/>
                    <a:pt x="6312" y="7321"/>
                  </a:cubicBezTo>
                  <a:cubicBezTo>
                    <a:pt x="6288" y="7130"/>
                    <a:pt x="6431" y="6988"/>
                    <a:pt x="6621" y="6988"/>
                  </a:cubicBezTo>
                  <a:lnTo>
                    <a:pt x="6621" y="6964"/>
                  </a:lnTo>
                  <a:close/>
                  <a:moveTo>
                    <a:pt x="9146" y="8226"/>
                  </a:moveTo>
                  <a:cubicBezTo>
                    <a:pt x="9312" y="8226"/>
                    <a:pt x="9455" y="8345"/>
                    <a:pt x="9455" y="8512"/>
                  </a:cubicBezTo>
                  <a:cubicBezTo>
                    <a:pt x="9479" y="8702"/>
                    <a:pt x="9336" y="8845"/>
                    <a:pt x="9146" y="8869"/>
                  </a:cubicBezTo>
                  <a:lnTo>
                    <a:pt x="6621" y="8869"/>
                  </a:lnTo>
                  <a:cubicBezTo>
                    <a:pt x="6455" y="8869"/>
                    <a:pt x="6336" y="8750"/>
                    <a:pt x="6312" y="8583"/>
                  </a:cubicBezTo>
                  <a:cubicBezTo>
                    <a:pt x="6288" y="8393"/>
                    <a:pt x="6431" y="8250"/>
                    <a:pt x="6621" y="8250"/>
                  </a:cubicBezTo>
                  <a:lnTo>
                    <a:pt x="6621" y="8226"/>
                  </a:lnTo>
                  <a:close/>
                  <a:moveTo>
                    <a:pt x="3481" y="5086"/>
                  </a:moveTo>
                  <a:cubicBezTo>
                    <a:pt x="3966" y="5086"/>
                    <a:pt x="4430" y="5458"/>
                    <a:pt x="4430" y="6035"/>
                  </a:cubicBezTo>
                  <a:cubicBezTo>
                    <a:pt x="4430" y="6559"/>
                    <a:pt x="4002" y="6964"/>
                    <a:pt x="3478" y="6964"/>
                  </a:cubicBezTo>
                  <a:cubicBezTo>
                    <a:pt x="4335" y="6964"/>
                    <a:pt x="5050" y="7678"/>
                    <a:pt x="5050" y="8536"/>
                  </a:cubicBezTo>
                  <a:cubicBezTo>
                    <a:pt x="5073" y="8774"/>
                    <a:pt x="4907" y="8893"/>
                    <a:pt x="4740" y="8893"/>
                  </a:cubicBezTo>
                  <a:cubicBezTo>
                    <a:pt x="4573" y="8893"/>
                    <a:pt x="4407" y="8774"/>
                    <a:pt x="4430" y="8536"/>
                  </a:cubicBezTo>
                  <a:cubicBezTo>
                    <a:pt x="4430" y="7904"/>
                    <a:pt x="3954" y="7589"/>
                    <a:pt x="3478" y="7589"/>
                  </a:cubicBezTo>
                  <a:cubicBezTo>
                    <a:pt x="3001" y="7589"/>
                    <a:pt x="2525" y="7904"/>
                    <a:pt x="2525" y="8536"/>
                  </a:cubicBezTo>
                  <a:cubicBezTo>
                    <a:pt x="2549" y="8774"/>
                    <a:pt x="2382" y="8893"/>
                    <a:pt x="2216" y="8893"/>
                  </a:cubicBezTo>
                  <a:cubicBezTo>
                    <a:pt x="2049" y="8893"/>
                    <a:pt x="1882" y="8774"/>
                    <a:pt x="1906" y="8536"/>
                  </a:cubicBezTo>
                  <a:cubicBezTo>
                    <a:pt x="1906" y="7678"/>
                    <a:pt x="2620" y="6988"/>
                    <a:pt x="3478" y="6988"/>
                  </a:cubicBezTo>
                  <a:lnTo>
                    <a:pt x="3478" y="6964"/>
                  </a:lnTo>
                  <a:cubicBezTo>
                    <a:pt x="2644" y="6964"/>
                    <a:pt x="2216" y="5964"/>
                    <a:pt x="2811" y="5368"/>
                  </a:cubicBezTo>
                  <a:cubicBezTo>
                    <a:pt x="3006" y="5174"/>
                    <a:pt x="3246" y="5086"/>
                    <a:pt x="3481" y="5086"/>
                  </a:cubicBezTo>
                  <a:close/>
                  <a:moveTo>
                    <a:pt x="7254" y="1"/>
                  </a:moveTo>
                  <a:cubicBezTo>
                    <a:pt x="7140" y="1"/>
                    <a:pt x="7029" y="66"/>
                    <a:pt x="6978" y="224"/>
                  </a:cubicBezTo>
                  <a:lnTo>
                    <a:pt x="5407" y="3439"/>
                  </a:lnTo>
                  <a:lnTo>
                    <a:pt x="3764" y="201"/>
                  </a:lnTo>
                  <a:cubicBezTo>
                    <a:pt x="3702" y="86"/>
                    <a:pt x="3601" y="37"/>
                    <a:pt x="3499" y="37"/>
                  </a:cubicBezTo>
                  <a:cubicBezTo>
                    <a:pt x="3284" y="37"/>
                    <a:pt x="3063" y="252"/>
                    <a:pt x="3192" y="510"/>
                  </a:cubicBezTo>
                  <a:lnTo>
                    <a:pt x="4907" y="3844"/>
                  </a:lnTo>
                  <a:lnTo>
                    <a:pt x="930" y="3844"/>
                  </a:lnTo>
                  <a:cubicBezTo>
                    <a:pt x="406" y="3844"/>
                    <a:pt x="1" y="4249"/>
                    <a:pt x="1" y="4773"/>
                  </a:cubicBezTo>
                  <a:lnTo>
                    <a:pt x="1" y="9845"/>
                  </a:lnTo>
                  <a:cubicBezTo>
                    <a:pt x="1" y="10369"/>
                    <a:pt x="430" y="10774"/>
                    <a:pt x="930" y="10798"/>
                  </a:cubicBezTo>
                  <a:lnTo>
                    <a:pt x="930" y="10774"/>
                  </a:lnTo>
                  <a:lnTo>
                    <a:pt x="9789" y="10774"/>
                  </a:lnTo>
                  <a:cubicBezTo>
                    <a:pt x="10313" y="10774"/>
                    <a:pt x="10717" y="10345"/>
                    <a:pt x="10717" y="9822"/>
                  </a:cubicBezTo>
                  <a:lnTo>
                    <a:pt x="10717" y="4773"/>
                  </a:lnTo>
                  <a:cubicBezTo>
                    <a:pt x="10717" y="4249"/>
                    <a:pt x="10313" y="3820"/>
                    <a:pt x="9789" y="3820"/>
                  </a:cubicBezTo>
                  <a:lnTo>
                    <a:pt x="5907" y="3820"/>
                  </a:lnTo>
                  <a:lnTo>
                    <a:pt x="7526" y="486"/>
                  </a:lnTo>
                  <a:cubicBezTo>
                    <a:pt x="7681" y="223"/>
                    <a:pt x="7464" y="1"/>
                    <a:pt x="7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2" name="Google Shape;8922;p69"/>
          <p:cNvSpPr/>
          <p:nvPr/>
        </p:nvSpPr>
        <p:spPr>
          <a:xfrm>
            <a:off x="7728452" y="2329015"/>
            <a:ext cx="406815" cy="349729"/>
          </a:xfrm>
          <a:custGeom>
            <a:rect b="b" l="l" r="r" t="t"/>
            <a:pathLst>
              <a:path extrusionOk="0" h="10732" w="12528">
                <a:moveTo>
                  <a:pt x="7169" y="1239"/>
                </a:moveTo>
                <a:cubicBezTo>
                  <a:pt x="7336" y="1239"/>
                  <a:pt x="7503" y="1358"/>
                  <a:pt x="7479" y="1596"/>
                </a:cubicBezTo>
                <a:lnTo>
                  <a:pt x="7479" y="2215"/>
                </a:lnTo>
                <a:cubicBezTo>
                  <a:pt x="7503" y="2453"/>
                  <a:pt x="7336" y="2572"/>
                  <a:pt x="7169" y="2572"/>
                </a:cubicBezTo>
                <a:cubicBezTo>
                  <a:pt x="7002" y="2572"/>
                  <a:pt x="6836" y="2453"/>
                  <a:pt x="6860" y="2215"/>
                </a:cubicBezTo>
                <a:lnTo>
                  <a:pt x="6860" y="1596"/>
                </a:lnTo>
                <a:cubicBezTo>
                  <a:pt x="6836" y="1358"/>
                  <a:pt x="7002" y="1239"/>
                  <a:pt x="7169" y="1239"/>
                </a:cubicBezTo>
                <a:close/>
                <a:moveTo>
                  <a:pt x="9829" y="2390"/>
                </a:moveTo>
                <a:cubicBezTo>
                  <a:pt x="9989" y="2390"/>
                  <a:pt x="10146" y="2519"/>
                  <a:pt x="10146" y="2715"/>
                </a:cubicBezTo>
                <a:cubicBezTo>
                  <a:pt x="10146" y="2894"/>
                  <a:pt x="9991" y="3017"/>
                  <a:pt x="9832" y="3017"/>
                </a:cubicBezTo>
                <a:cubicBezTo>
                  <a:pt x="9758" y="3017"/>
                  <a:pt x="9683" y="2990"/>
                  <a:pt x="9622" y="2929"/>
                </a:cubicBezTo>
                <a:cubicBezTo>
                  <a:pt x="9503" y="2810"/>
                  <a:pt x="9503" y="2596"/>
                  <a:pt x="9622" y="2477"/>
                </a:cubicBezTo>
                <a:cubicBezTo>
                  <a:pt x="9682" y="2417"/>
                  <a:pt x="9756" y="2390"/>
                  <a:pt x="9829" y="2390"/>
                </a:cubicBezTo>
                <a:close/>
                <a:moveTo>
                  <a:pt x="4502" y="2388"/>
                </a:moveTo>
                <a:cubicBezTo>
                  <a:pt x="4579" y="2388"/>
                  <a:pt x="4657" y="2417"/>
                  <a:pt x="4716" y="2477"/>
                </a:cubicBezTo>
                <a:cubicBezTo>
                  <a:pt x="4859" y="2596"/>
                  <a:pt x="4859" y="2810"/>
                  <a:pt x="4716" y="2929"/>
                </a:cubicBezTo>
                <a:cubicBezTo>
                  <a:pt x="4657" y="2989"/>
                  <a:pt x="4579" y="3019"/>
                  <a:pt x="4502" y="3019"/>
                </a:cubicBezTo>
                <a:cubicBezTo>
                  <a:pt x="4424" y="3019"/>
                  <a:pt x="4347" y="2989"/>
                  <a:pt x="4288" y="2929"/>
                </a:cubicBezTo>
                <a:cubicBezTo>
                  <a:pt x="4168" y="2787"/>
                  <a:pt x="4168" y="2596"/>
                  <a:pt x="4288" y="2477"/>
                </a:cubicBezTo>
                <a:cubicBezTo>
                  <a:pt x="4347" y="2417"/>
                  <a:pt x="4424" y="2388"/>
                  <a:pt x="4502" y="2388"/>
                </a:cubicBezTo>
                <a:close/>
                <a:moveTo>
                  <a:pt x="4026" y="5049"/>
                </a:moveTo>
                <a:cubicBezTo>
                  <a:pt x="4407" y="5073"/>
                  <a:pt x="4407" y="5644"/>
                  <a:pt x="4026" y="5668"/>
                </a:cubicBezTo>
                <a:lnTo>
                  <a:pt x="3406" y="5668"/>
                </a:lnTo>
                <a:cubicBezTo>
                  <a:pt x="3025" y="5644"/>
                  <a:pt x="3025" y="5073"/>
                  <a:pt x="3406" y="5049"/>
                </a:cubicBezTo>
                <a:close/>
                <a:moveTo>
                  <a:pt x="10269" y="5047"/>
                </a:moveTo>
                <a:cubicBezTo>
                  <a:pt x="10283" y="5047"/>
                  <a:pt x="10298" y="5047"/>
                  <a:pt x="10313" y="5049"/>
                </a:cubicBezTo>
                <a:lnTo>
                  <a:pt x="10932" y="5049"/>
                </a:lnTo>
                <a:cubicBezTo>
                  <a:pt x="11122" y="5049"/>
                  <a:pt x="11265" y="5192"/>
                  <a:pt x="11265" y="5382"/>
                </a:cubicBezTo>
                <a:lnTo>
                  <a:pt x="11241" y="5382"/>
                </a:lnTo>
                <a:cubicBezTo>
                  <a:pt x="11241" y="5549"/>
                  <a:pt x="11098" y="5692"/>
                  <a:pt x="10932" y="5692"/>
                </a:cubicBezTo>
                <a:lnTo>
                  <a:pt x="10313" y="5692"/>
                </a:lnTo>
                <a:cubicBezTo>
                  <a:pt x="10298" y="5693"/>
                  <a:pt x="10283" y="5694"/>
                  <a:pt x="10269" y="5694"/>
                </a:cubicBezTo>
                <a:cubicBezTo>
                  <a:pt x="9851" y="5694"/>
                  <a:pt x="9851" y="5047"/>
                  <a:pt x="10269" y="5047"/>
                </a:cubicBezTo>
                <a:close/>
                <a:moveTo>
                  <a:pt x="7169" y="3191"/>
                </a:moveTo>
                <a:cubicBezTo>
                  <a:pt x="7318" y="3191"/>
                  <a:pt x="7467" y="3287"/>
                  <a:pt x="7479" y="3477"/>
                </a:cubicBezTo>
                <a:lnTo>
                  <a:pt x="7479" y="5239"/>
                </a:lnTo>
                <a:lnTo>
                  <a:pt x="9265" y="7026"/>
                </a:lnTo>
                <a:cubicBezTo>
                  <a:pt x="9408" y="7145"/>
                  <a:pt x="9408" y="7359"/>
                  <a:pt x="9289" y="7478"/>
                </a:cubicBezTo>
                <a:cubicBezTo>
                  <a:pt x="9217" y="7538"/>
                  <a:pt x="9134" y="7567"/>
                  <a:pt x="9053" y="7567"/>
                </a:cubicBezTo>
                <a:cubicBezTo>
                  <a:pt x="8973" y="7567"/>
                  <a:pt x="8896" y="7538"/>
                  <a:pt x="8836" y="7478"/>
                </a:cubicBezTo>
                <a:lnTo>
                  <a:pt x="6955" y="5597"/>
                </a:lnTo>
                <a:cubicBezTo>
                  <a:pt x="6883" y="5525"/>
                  <a:pt x="6860" y="5454"/>
                  <a:pt x="6860" y="5382"/>
                </a:cubicBezTo>
                <a:lnTo>
                  <a:pt x="6860" y="3477"/>
                </a:lnTo>
                <a:cubicBezTo>
                  <a:pt x="6871" y="3287"/>
                  <a:pt x="7020" y="3191"/>
                  <a:pt x="7169" y="3191"/>
                </a:cubicBezTo>
                <a:close/>
                <a:moveTo>
                  <a:pt x="4502" y="7716"/>
                </a:moveTo>
                <a:cubicBezTo>
                  <a:pt x="4788" y="7716"/>
                  <a:pt x="4931" y="8050"/>
                  <a:pt x="4716" y="8240"/>
                </a:cubicBezTo>
                <a:cubicBezTo>
                  <a:pt x="4657" y="8312"/>
                  <a:pt x="4579" y="8347"/>
                  <a:pt x="4502" y="8347"/>
                </a:cubicBezTo>
                <a:cubicBezTo>
                  <a:pt x="4424" y="8347"/>
                  <a:pt x="4347" y="8312"/>
                  <a:pt x="4288" y="8240"/>
                </a:cubicBezTo>
                <a:cubicBezTo>
                  <a:pt x="4097" y="8050"/>
                  <a:pt x="4216" y="7716"/>
                  <a:pt x="4502" y="7716"/>
                </a:cubicBezTo>
                <a:close/>
                <a:moveTo>
                  <a:pt x="9836" y="7722"/>
                </a:moveTo>
                <a:cubicBezTo>
                  <a:pt x="9914" y="7722"/>
                  <a:pt x="9991" y="7752"/>
                  <a:pt x="10051" y="7811"/>
                </a:cubicBezTo>
                <a:cubicBezTo>
                  <a:pt x="10170" y="7931"/>
                  <a:pt x="10170" y="8145"/>
                  <a:pt x="10051" y="8264"/>
                </a:cubicBezTo>
                <a:cubicBezTo>
                  <a:pt x="9986" y="8323"/>
                  <a:pt x="9916" y="8348"/>
                  <a:pt x="9848" y="8348"/>
                </a:cubicBezTo>
                <a:cubicBezTo>
                  <a:pt x="9616" y="8348"/>
                  <a:pt x="9419" y="8051"/>
                  <a:pt x="9622" y="7811"/>
                </a:cubicBezTo>
                <a:cubicBezTo>
                  <a:pt x="9682" y="7752"/>
                  <a:pt x="9759" y="7722"/>
                  <a:pt x="9836" y="7722"/>
                </a:cubicBezTo>
                <a:close/>
                <a:moveTo>
                  <a:pt x="7172" y="8169"/>
                </a:moveTo>
                <a:cubicBezTo>
                  <a:pt x="7342" y="8169"/>
                  <a:pt x="7514" y="8288"/>
                  <a:pt x="7503" y="8526"/>
                </a:cubicBezTo>
                <a:lnTo>
                  <a:pt x="7503" y="9145"/>
                </a:lnTo>
                <a:cubicBezTo>
                  <a:pt x="7479" y="9336"/>
                  <a:pt x="7330" y="9431"/>
                  <a:pt x="7181" y="9431"/>
                </a:cubicBezTo>
                <a:cubicBezTo>
                  <a:pt x="7032" y="9431"/>
                  <a:pt x="6883" y="9336"/>
                  <a:pt x="6860" y="9145"/>
                </a:cubicBezTo>
                <a:lnTo>
                  <a:pt x="6860" y="8526"/>
                </a:lnTo>
                <a:cubicBezTo>
                  <a:pt x="6836" y="8288"/>
                  <a:pt x="7002" y="8169"/>
                  <a:pt x="7172" y="8169"/>
                </a:cubicBezTo>
                <a:close/>
                <a:moveTo>
                  <a:pt x="7169" y="0"/>
                </a:moveTo>
                <a:cubicBezTo>
                  <a:pt x="2406" y="0"/>
                  <a:pt x="1" y="5787"/>
                  <a:pt x="3383" y="9145"/>
                </a:cubicBezTo>
                <a:cubicBezTo>
                  <a:pt x="4478" y="10241"/>
                  <a:pt x="5824" y="10731"/>
                  <a:pt x="7142" y="10731"/>
                </a:cubicBezTo>
                <a:cubicBezTo>
                  <a:pt x="9893" y="10731"/>
                  <a:pt x="12527" y="8595"/>
                  <a:pt x="12527" y="5359"/>
                </a:cubicBezTo>
                <a:cubicBezTo>
                  <a:pt x="12504" y="2406"/>
                  <a:pt x="10122" y="24"/>
                  <a:pt x="71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3" name="Google Shape;8923;p69"/>
          <p:cNvGrpSpPr/>
          <p:nvPr/>
        </p:nvGrpSpPr>
        <p:grpSpPr>
          <a:xfrm>
            <a:off x="7036533" y="2329188"/>
            <a:ext cx="348040" cy="350022"/>
            <a:chOff x="5687450" y="2792300"/>
            <a:chExt cx="267950" cy="268525"/>
          </a:xfrm>
        </p:grpSpPr>
        <p:sp>
          <p:nvSpPr>
            <p:cNvPr id="8924" name="Google Shape;8924;p69"/>
            <p:cNvSpPr/>
            <p:nvPr/>
          </p:nvSpPr>
          <p:spPr>
            <a:xfrm>
              <a:off x="5747600" y="2871475"/>
              <a:ext cx="128625" cy="110275"/>
            </a:xfrm>
            <a:custGeom>
              <a:rect b="b" l="l" r="r" t="t"/>
              <a:pathLst>
                <a:path extrusionOk="0" h="4411" w="5145">
                  <a:moveTo>
                    <a:pt x="2060" y="989"/>
                  </a:moveTo>
                  <a:cubicBezTo>
                    <a:pt x="2144" y="989"/>
                    <a:pt x="2227" y="1025"/>
                    <a:pt x="2286" y="1096"/>
                  </a:cubicBezTo>
                  <a:lnTo>
                    <a:pt x="2548" y="1358"/>
                  </a:lnTo>
                  <a:cubicBezTo>
                    <a:pt x="2679" y="1299"/>
                    <a:pt x="2816" y="1269"/>
                    <a:pt x="2953" y="1269"/>
                  </a:cubicBezTo>
                  <a:cubicBezTo>
                    <a:pt x="3090" y="1269"/>
                    <a:pt x="3227" y="1299"/>
                    <a:pt x="3358" y="1358"/>
                  </a:cubicBezTo>
                  <a:lnTo>
                    <a:pt x="3620" y="1096"/>
                  </a:lnTo>
                  <a:cubicBezTo>
                    <a:pt x="3686" y="1030"/>
                    <a:pt x="3761" y="1002"/>
                    <a:pt x="3834" y="1002"/>
                  </a:cubicBezTo>
                  <a:cubicBezTo>
                    <a:pt x="4076" y="1002"/>
                    <a:pt x="4292" y="1311"/>
                    <a:pt x="4073" y="1549"/>
                  </a:cubicBezTo>
                  <a:lnTo>
                    <a:pt x="3811" y="1811"/>
                  </a:lnTo>
                  <a:cubicBezTo>
                    <a:pt x="3858" y="1930"/>
                    <a:pt x="3906" y="2072"/>
                    <a:pt x="3906" y="2215"/>
                  </a:cubicBezTo>
                  <a:cubicBezTo>
                    <a:pt x="3906" y="2358"/>
                    <a:pt x="3858" y="2477"/>
                    <a:pt x="3811" y="2620"/>
                  </a:cubicBezTo>
                  <a:lnTo>
                    <a:pt x="4073" y="2882"/>
                  </a:lnTo>
                  <a:cubicBezTo>
                    <a:pt x="4192" y="3001"/>
                    <a:pt x="4192" y="3192"/>
                    <a:pt x="4073" y="3311"/>
                  </a:cubicBezTo>
                  <a:cubicBezTo>
                    <a:pt x="4001" y="3370"/>
                    <a:pt x="3918" y="3400"/>
                    <a:pt x="3837" y="3400"/>
                  </a:cubicBezTo>
                  <a:cubicBezTo>
                    <a:pt x="3757" y="3400"/>
                    <a:pt x="3680" y="3370"/>
                    <a:pt x="3620" y="3311"/>
                  </a:cubicBezTo>
                  <a:lnTo>
                    <a:pt x="3358" y="3049"/>
                  </a:lnTo>
                  <a:cubicBezTo>
                    <a:pt x="3227" y="3120"/>
                    <a:pt x="3090" y="3156"/>
                    <a:pt x="2953" y="3156"/>
                  </a:cubicBezTo>
                  <a:cubicBezTo>
                    <a:pt x="2816" y="3156"/>
                    <a:pt x="2679" y="3120"/>
                    <a:pt x="2548" y="3049"/>
                  </a:cubicBezTo>
                  <a:lnTo>
                    <a:pt x="2286" y="3311"/>
                  </a:lnTo>
                  <a:cubicBezTo>
                    <a:pt x="2219" y="3384"/>
                    <a:pt x="2141" y="3415"/>
                    <a:pt x="2067" y="3415"/>
                  </a:cubicBezTo>
                  <a:cubicBezTo>
                    <a:pt x="1827" y="3415"/>
                    <a:pt x="1616" y="3100"/>
                    <a:pt x="1834" y="2882"/>
                  </a:cubicBezTo>
                  <a:lnTo>
                    <a:pt x="2096" y="2620"/>
                  </a:lnTo>
                  <a:cubicBezTo>
                    <a:pt x="2048" y="2477"/>
                    <a:pt x="2001" y="2358"/>
                    <a:pt x="2001" y="2215"/>
                  </a:cubicBezTo>
                  <a:cubicBezTo>
                    <a:pt x="2001" y="2072"/>
                    <a:pt x="2048" y="1930"/>
                    <a:pt x="2096" y="1811"/>
                  </a:cubicBezTo>
                  <a:lnTo>
                    <a:pt x="1834" y="1549"/>
                  </a:lnTo>
                  <a:cubicBezTo>
                    <a:pt x="1715" y="1406"/>
                    <a:pt x="1715" y="1215"/>
                    <a:pt x="1834" y="1096"/>
                  </a:cubicBezTo>
                  <a:cubicBezTo>
                    <a:pt x="1893" y="1025"/>
                    <a:pt x="1977" y="989"/>
                    <a:pt x="2060" y="989"/>
                  </a:cubicBezTo>
                  <a:close/>
                  <a:moveTo>
                    <a:pt x="2953" y="1"/>
                  </a:moveTo>
                  <a:cubicBezTo>
                    <a:pt x="1000" y="1"/>
                    <a:pt x="0" y="2382"/>
                    <a:pt x="1405" y="3763"/>
                  </a:cubicBezTo>
                  <a:cubicBezTo>
                    <a:pt x="1852" y="4210"/>
                    <a:pt x="2402" y="4410"/>
                    <a:pt x="2940" y="4410"/>
                  </a:cubicBezTo>
                  <a:cubicBezTo>
                    <a:pt x="4066" y="4410"/>
                    <a:pt x="5144" y="3536"/>
                    <a:pt x="5144" y="2215"/>
                  </a:cubicBezTo>
                  <a:cubicBezTo>
                    <a:pt x="5144" y="1001"/>
                    <a:pt x="4168" y="1"/>
                    <a:pt x="2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9"/>
            <p:cNvSpPr/>
            <p:nvPr/>
          </p:nvSpPr>
          <p:spPr>
            <a:xfrm>
              <a:off x="5813675" y="2918500"/>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9"/>
            <p:cNvSpPr/>
            <p:nvPr/>
          </p:nvSpPr>
          <p:spPr>
            <a:xfrm>
              <a:off x="5726750" y="2839925"/>
              <a:ext cx="181025" cy="173275"/>
            </a:xfrm>
            <a:custGeom>
              <a:rect b="b" l="l" r="r" t="t"/>
              <a:pathLst>
                <a:path extrusionOk="0" h="6931" w="7241">
                  <a:moveTo>
                    <a:pt x="3772" y="640"/>
                  </a:moveTo>
                  <a:cubicBezTo>
                    <a:pt x="5227" y="640"/>
                    <a:pt x="6621" y="1770"/>
                    <a:pt x="6621" y="3477"/>
                  </a:cubicBezTo>
                  <a:cubicBezTo>
                    <a:pt x="6621" y="5025"/>
                    <a:pt x="5359" y="6287"/>
                    <a:pt x="3787" y="6311"/>
                  </a:cubicBezTo>
                  <a:cubicBezTo>
                    <a:pt x="1263" y="6311"/>
                    <a:pt x="1" y="3263"/>
                    <a:pt x="1787" y="1477"/>
                  </a:cubicBezTo>
                  <a:cubicBezTo>
                    <a:pt x="2365" y="899"/>
                    <a:pt x="3075" y="640"/>
                    <a:pt x="3772" y="640"/>
                  </a:cubicBezTo>
                  <a:close/>
                  <a:moveTo>
                    <a:pt x="334" y="0"/>
                  </a:moveTo>
                  <a:lnTo>
                    <a:pt x="334" y="6930"/>
                  </a:lnTo>
                  <a:lnTo>
                    <a:pt x="7240" y="6930"/>
                  </a:lnTo>
                  <a:lnTo>
                    <a:pt x="7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9"/>
            <p:cNvSpPr/>
            <p:nvPr/>
          </p:nvSpPr>
          <p:spPr>
            <a:xfrm>
              <a:off x="5687450" y="2792300"/>
              <a:ext cx="267950" cy="268525"/>
            </a:xfrm>
            <a:custGeom>
              <a:rect b="b" l="l" r="r" t="t"/>
              <a:pathLst>
                <a:path extrusionOk="0" h="10741" w="10718">
                  <a:moveTo>
                    <a:pt x="311" y="0"/>
                  </a:moveTo>
                  <a:cubicBezTo>
                    <a:pt x="144" y="0"/>
                    <a:pt x="1" y="143"/>
                    <a:pt x="1" y="334"/>
                  </a:cubicBezTo>
                  <a:lnTo>
                    <a:pt x="1" y="2548"/>
                  </a:lnTo>
                  <a:lnTo>
                    <a:pt x="1287" y="2548"/>
                  </a:lnTo>
                  <a:lnTo>
                    <a:pt x="1287" y="1596"/>
                  </a:lnTo>
                  <a:cubicBezTo>
                    <a:pt x="1263" y="1429"/>
                    <a:pt x="1406" y="1286"/>
                    <a:pt x="1597" y="1286"/>
                  </a:cubicBezTo>
                  <a:lnTo>
                    <a:pt x="9122" y="1286"/>
                  </a:lnTo>
                  <a:cubicBezTo>
                    <a:pt x="9312" y="1286"/>
                    <a:pt x="9455" y="1429"/>
                    <a:pt x="9455" y="1596"/>
                  </a:cubicBezTo>
                  <a:lnTo>
                    <a:pt x="9455" y="9145"/>
                  </a:lnTo>
                  <a:cubicBezTo>
                    <a:pt x="9432" y="9312"/>
                    <a:pt x="9289" y="9455"/>
                    <a:pt x="9122" y="9455"/>
                  </a:cubicBezTo>
                  <a:lnTo>
                    <a:pt x="1597" y="9455"/>
                  </a:lnTo>
                  <a:cubicBezTo>
                    <a:pt x="1406" y="9455"/>
                    <a:pt x="1263" y="9312"/>
                    <a:pt x="1287" y="9145"/>
                  </a:cubicBezTo>
                  <a:lnTo>
                    <a:pt x="1287" y="8216"/>
                  </a:lnTo>
                  <a:lnTo>
                    <a:pt x="1" y="8216"/>
                  </a:lnTo>
                  <a:lnTo>
                    <a:pt x="1" y="10431"/>
                  </a:lnTo>
                  <a:cubicBezTo>
                    <a:pt x="1" y="10598"/>
                    <a:pt x="144" y="10741"/>
                    <a:pt x="311" y="10741"/>
                  </a:cubicBezTo>
                  <a:lnTo>
                    <a:pt x="10408" y="10741"/>
                  </a:lnTo>
                  <a:cubicBezTo>
                    <a:pt x="10575" y="10741"/>
                    <a:pt x="10718" y="10598"/>
                    <a:pt x="10718" y="10431"/>
                  </a:cubicBezTo>
                  <a:lnTo>
                    <a:pt x="10718" y="334"/>
                  </a:lnTo>
                  <a:cubicBezTo>
                    <a:pt x="10718" y="143"/>
                    <a:pt x="10575" y="0"/>
                    <a:pt x="10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9"/>
            <p:cNvSpPr/>
            <p:nvPr/>
          </p:nvSpPr>
          <p:spPr>
            <a:xfrm>
              <a:off x="5687450" y="2871475"/>
              <a:ext cx="32175" cy="110175"/>
            </a:xfrm>
            <a:custGeom>
              <a:rect b="b" l="l" r="r" t="t"/>
              <a:pathLst>
                <a:path extrusionOk="0" h="4407" w="1287">
                  <a:moveTo>
                    <a:pt x="1" y="1"/>
                  </a:moveTo>
                  <a:lnTo>
                    <a:pt x="1" y="4406"/>
                  </a:lnTo>
                  <a:lnTo>
                    <a:pt x="1287" y="4406"/>
                  </a:lnTo>
                  <a:lnTo>
                    <a:pt x="1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9"/>
          <p:cNvGrpSpPr/>
          <p:nvPr/>
        </p:nvGrpSpPr>
        <p:grpSpPr>
          <a:xfrm>
            <a:off x="6347532" y="2333848"/>
            <a:ext cx="225067" cy="345949"/>
            <a:chOff x="5157000" y="2795875"/>
            <a:chExt cx="173275" cy="265400"/>
          </a:xfrm>
        </p:grpSpPr>
        <p:sp>
          <p:nvSpPr>
            <p:cNvPr id="8930" name="Google Shape;8930;p69"/>
            <p:cNvSpPr/>
            <p:nvPr/>
          </p:nvSpPr>
          <p:spPr>
            <a:xfrm>
              <a:off x="5157000" y="2903025"/>
              <a:ext cx="173275" cy="158250"/>
            </a:xfrm>
            <a:custGeom>
              <a:rect b="b" l="l" r="r" t="t"/>
              <a:pathLst>
                <a:path extrusionOk="0" h="6330" w="6931">
                  <a:moveTo>
                    <a:pt x="4096" y="1882"/>
                  </a:moveTo>
                  <a:cubicBezTo>
                    <a:pt x="4477" y="1930"/>
                    <a:pt x="4477" y="2477"/>
                    <a:pt x="4096" y="2525"/>
                  </a:cubicBezTo>
                  <a:lnTo>
                    <a:pt x="3787" y="2525"/>
                  </a:lnTo>
                  <a:lnTo>
                    <a:pt x="3787" y="4097"/>
                  </a:lnTo>
                  <a:cubicBezTo>
                    <a:pt x="3763" y="4287"/>
                    <a:pt x="3614" y="4383"/>
                    <a:pt x="3468" y="4383"/>
                  </a:cubicBezTo>
                  <a:cubicBezTo>
                    <a:pt x="3322" y="4383"/>
                    <a:pt x="3180" y="4287"/>
                    <a:pt x="3168" y="4097"/>
                  </a:cubicBezTo>
                  <a:lnTo>
                    <a:pt x="3168" y="2525"/>
                  </a:lnTo>
                  <a:lnTo>
                    <a:pt x="2834" y="2525"/>
                  </a:lnTo>
                  <a:cubicBezTo>
                    <a:pt x="2453" y="2477"/>
                    <a:pt x="2453" y="1930"/>
                    <a:pt x="2834" y="1882"/>
                  </a:cubicBezTo>
                  <a:close/>
                  <a:moveTo>
                    <a:pt x="310" y="1"/>
                  </a:moveTo>
                  <a:cubicBezTo>
                    <a:pt x="143" y="1"/>
                    <a:pt x="0" y="144"/>
                    <a:pt x="24" y="310"/>
                  </a:cubicBezTo>
                  <a:lnTo>
                    <a:pt x="24" y="5383"/>
                  </a:lnTo>
                  <a:cubicBezTo>
                    <a:pt x="24" y="5502"/>
                    <a:pt x="72" y="5597"/>
                    <a:pt x="191" y="5669"/>
                  </a:cubicBezTo>
                  <a:cubicBezTo>
                    <a:pt x="1239" y="6109"/>
                    <a:pt x="2352" y="6329"/>
                    <a:pt x="3468" y="6329"/>
                  </a:cubicBezTo>
                  <a:cubicBezTo>
                    <a:pt x="4585" y="6329"/>
                    <a:pt x="5704" y="6109"/>
                    <a:pt x="6764" y="5669"/>
                  </a:cubicBezTo>
                  <a:cubicBezTo>
                    <a:pt x="6859" y="5597"/>
                    <a:pt x="6930" y="5502"/>
                    <a:pt x="6930" y="5383"/>
                  </a:cubicBezTo>
                  <a:lnTo>
                    <a:pt x="6930" y="310"/>
                  </a:lnTo>
                  <a:cubicBezTo>
                    <a:pt x="6930" y="144"/>
                    <a:pt x="6787" y="1"/>
                    <a:pt x="6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9"/>
            <p:cNvSpPr/>
            <p:nvPr/>
          </p:nvSpPr>
          <p:spPr>
            <a:xfrm>
              <a:off x="5173075" y="2795875"/>
              <a:ext cx="141125" cy="91700"/>
            </a:xfrm>
            <a:custGeom>
              <a:rect b="b" l="l" r="r" t="t"/>
              <a:pathLst>
                <a:path extrusionOk="0" h="3668" w="5645">
                  <a:moveTo>
                    <a:pt x="2810" y="0"/>
                  </a:moveTo>
                  <a:cubicBezTo>
                    <a:pt x="1310" y="0"/>
                    <a:pt x="48" y="1191"/>
                    <a:pt x="0" y="2715"/>
                  </a:cubicBezTo>
                  <a:lnTo>
                    <a:pt x="0" y="3668"/>
                  </a:lnTo>
                  <a:lnTo>
                    <a:pt x="1239" y="3668"/>
                  </a:lnTo>
                  <a:lnTo>
                    <a:pt x="1239" y="2715"/>
                  </a:lnTo>
                  <a:cubicBezTo>
                    <a:pt x="1215" y="1810"/>
                    <a:pt x="1929" y="1072"/>
                    <a:pt x="2810" y="1072"/>
                  </a:cubicBezTo>
                  <a:cubicBezTo>
                    <a:pt x="3715" y="1072"/>
                    <a:pt x="4430" y="1810"/>
                    <a:pt x="4382" y="2715"/>
                  </a:cubicBezTo>
                  <a:lnTo>
                    <a:pt x="4382" y="3668"/>
                  </a:lnTo>
                  <a:lnTo>
                    <a:pt x="5644" y="3668"/>
                  </a:lnTo>
                  <a:lnTo>
                    <a:pt x="5644" y="2715"/>
                  </a:lnTo>
                  <a:cubicBezTo>
                    <a:pt x="5573" y="1191"/>
                    <a:pt x="4335" y="0"/>
                    <a:pt x="2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9"/>
          <p:cNvGrpSpPr/>
          <p:nvPr/>
        </p:nvGrpSpPr>
        <p:grpSpPr>
          <a:xfrm>
            <a:off x="5528153" y="2402119"/>
            <a:ext cx="354632" cy="204910"/>
            <a:chOff x="4526175" y="2848250"/>
            <a:chExt cx="273025" cy="157200"/>
          </a:xfrm>
        </p:grpSpPr>
        <p:sp>
          <p:nvSpPr>
            <p:cNvPr id="8933" name="Google Shape;8933;p69"/>
            <p:cNvSpPr/>
            <p:nvPr/>
          </p:nvSpPr>
          <p:spPr>
            <a:xfrm>
              <a:off x="4655700" y="2910775"/>
              <a:ext cx="16100" cy="16100"/>
            </a:xfrm>
            <a:custGeom>
              <a:rect b="b" l="l" r="r" t="t"/>
              <a:pathLst>
                <a:path extrusionOk="0" h="644" w="644">
                  <a:moveTo>
                    <a:pt x="334" y="0"/>
                  </a:moveTo>
                  <a:cubicBezTo>
                    <a:pt x="143" y="0"/>
                    <a:pt x="0" y="143"/>
                    <a:pt x="0" y="310"/>
                  </a:cubicBezTo>
                  <a:cubicBezTo>
                    <a:pt x="0" y="500"/>
                    <a:pt x="143" y="643"/>
                    <a:pt x="334" y="643"/>
                  </a:cubicBezTo>
                  <a:cubicBezTo>
                    <a:pt x="501" y="643"/>
                    <a:pt x="643" y="500"/>
                    <a:pt x="643" y="310"/>
                  </a:cubicBezTo>
                  <a:cubicBezTo>
                    <a:pt x="643" y="143"/>
                    <a:pt x="501"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9"/>
            <p:cNvSpPr/>
            <p:nvPr/>
          </p:nvSpPr>
          <p:spPr>
            <a:xfrm>
              <a:off x="4555075" y="2892325"/>
              <a:ext cx="217350" cy="113125"/>
            </a:xfrm>
            <a:custGeom>
              <a:rect b="b" l="l" r="r" t="t"/>
              <a:pathLst>
                <a:path extrusionOk="0" h="4525" w="8694">
                  <a:moveTo>
                    <a:pt x="2430" y="0"/>
                  </a:moveTo>
                  <a:cubicBezTo>
                    <a:pt x="1501" y="548"/>
                    <a:pt x="715" y="1286"/>
                    <a:pt x="96" y="2167"/>
                  </a:cubicBezTo>
                  <a:cubicBezTo>
                    <a:pt x="72" y="2215"/>
                    <a:pt x="48" y="2263"/>
                    <a:pt x="1" y="2310"/>
                  </a:cubicBezTo>
                  <a:cubicBezTo>
                    <a:pt x="1192" y="3525"/>
                    <a:pt x="2549" y="4525"/>
                    <a:pt x="4359" y="4525"/>
                  </a:cubicBezTo>
                  <a:cubicBezTo>
                    <a:pt x="6145" y="4525"/>
                    <a:pt x="7526" y="3525"/>
                    <a:pt x="8693" y="2310"/>
                  </a:cubicBezTo>
                  <a:cubicBezTo>
                    <a:pt x="8645" y="2263"/>
                    <a:pt x="8622" y="2215"/>
                    <a:pt x="8598" y="2167"/>
                  </a:cubicBezTo>
                  <a:cubicBezTo>
                    <a:pt x="7979" y="1286"/>
                    <a:pt x="7193" y="548"/>
                    <a:pt x="6264" y="0"/>
                  </a:cubicBezTo>
                  <a:lnTo>
                    <a:pt x="6264" y="0"/>
                  </a:lnTo>
                  <a:cubicBezTo>
                    <a:pt x="7098" y="1477"/>
                    <a:pt x="6026" y="3287"/>
                    <a:pt x="4359" y="3287"/>
                  </a:cubicBezTo>
                  <a:cubicBezTo>
                    <a:pt x="2668" y="3287"/>
                    <a:pt x="1596" y="1477"/>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9"/>
            <p:cNvSpPr/>
            <p:nvPr/>
          </p:nvSpPr>
          <p:spPr>
            <a:xfrm>
              <a:off x="4624750" y="2879425"/>
              <a:ext cx="91700" cy="78400"/>
            </a:xfrm>
            <a:custGeom>
              <a:rect b="b" l="l" r="r" t="t"/>
              <a:pathLst>
                <a:path extrusionOk="0" h="3136" w="3668">
                  <a:moveTo>
                    <a:pt x="1572" y="635"/>
                  </a:moveTo>
                  <a:cubicBezTo>
                    <a:pt x="2405" y="635"/>
                    <a:pt x="2834" y="1659"/>
                    <a:pt x="2239" y="2255"/>
                  </a:cubicBezTo>
                  <a:cubicBezTo>
                    <a:pt x="2048" y="2445"/>
                    <a:pt x="1813" y="2531"/>
                    <a:pt x="1582" y="2531"/>
                  </a:cubicBezTo>
                  <a:cubicBezTo>
                    <a:pt x="1092" y="2531"/>
                    <a:pt x="619" y="2146"/>
                    <a:pt x="619" y="1564"/>
                  </a:cubicBezTo>
                  <a:cubicBezTo>
                    <a:pt x="619" y="1064"/>
                    <a:pt x="1048" y="635"/>
                    <a:pt x="1572" y="635"/>
                  </a:cubicBezTo>
                  <a:close/>
                  <a:moveTo>
                    <a:pt x="1576" y="1"/>
                  </a:moveTo>
                  <a:cubicBezTo>
                    <a:pt x="774" y="1"/>
                    <a:pt x="0" y="630"/>
                    <a:pt x="0" y="1564"/>
                  </a:cubicBezTo>
                  <a:cubicBezTo>
                    <a:pt x="0" y="2445"/>
                    <a:pt x="691" y="3136"/>
                    <a:pt x="1572" y="3136"/>
                  </a:cubicBezTo>
                  <a:cubicBezTo>
                    <a:pt x="2953" y="3136"/>
                    <a:pt x="3668" y="1445"/>
                    <a:pt x="2667" y="469"/>
                  </a:cubicBezTo>
                  <a:cubicBezTo>
                    <a:pt x="2351" y="145"/>
                    <a:pt x="1960"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9"/>
            <p:cNvSpPr/>
            <p:nvPr/>
          </p:nvSpPr>
          <p:spPr>
            <a:xfrm>
              <a:off x="4526175" y="2848250"/>
              <a:ext cx="273025" cy="95000"/>
            </a:xfrm>
            <a:custGeom>
              <a:rect b="b" l="l" r="r" t="t"/>
              <a:pathLst>
                <a:path extrusionOk="0" h="3800" w="10921">
                  <a:moveTo>
                    <a:pt x="5515" y="1"/>
                  </a:moveTo>
                  <a:cubicBezTo>
                    <a:pt x="2228" y="1"/>
                    <a:pt x="276" y="3144"/>
                    <a:pt x="180" y="3287"/>
                  </a:cubicBezTo>
                  <a:cubicBezTo>
                    <a:pt x="1" y="3549"/>
                    <a:pt x="225" y="3799"/>
                    <a:pt x="453" y="3799"/>
                  </a:cubicBezTo>
                  <a:cubicBezTo>
                    <a:pt x="557" y="3799"/>
                    <a:pt x="661" y="3747"/>
                    <a:pt x="728" y="3621"/>
                  </a:cubicBezTo>
                  <a:cubicBezTo>
                    <a:pt x="752" y="3573"/>
                    <a:pt x="2586" y="644"/>
                    <a:pt x="5515" y="644"/>
                  </a:cubicBezTo>
                  <a:cubicBezTo>
                    <a:pt x="8444" y="644"/>
                    <a:pt x="10278" y="3597"/>
                    <a:pt x="10278" y="3621"/>
                  </a:cubicBezTo>
                  <a:cubicBezTo>
                    <a:pt x="10324" y="3713"/>
                    <a:pt x="10420" y="3765"/>
                    <a:pt x="10527" y="3765"/>
                  </a:cubicBezTo>
                  <a:cubicBezTo>
                    <a:pt x="10585" y="3765"/>
                    <a:pt x="10647" y="3750"/>
                    <a:pt x="10706" y="3716"/>
                  </a:cubicBezTo>
                  <a:cubicBezTo>
                    <a:pt x="10873" y="3621"/>
                    <a:pt x="10921" y="3430"/>
                    <a:pt x="10826" y="3287"/>
                  </a:cubicBezTo>
                  <a:cubicBezTo>
                    <a:pt x="10754" y="3144"/>
                    <a:pt x="8777" y="1"/>
                    <a:pt x="5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9"/>
          <p:cNvGrpSpPr/>
          <p:nvPr/>
        </p:nvGrpSpPr>
        <p:grpSpPr>
          <a:xfrm>
            <a:off x="4827202" y="2329644"/>
            <a:ext cx="255981" cy="349566"/>
            <a:chOff x="3986525" y="2792650"/>
            <a:chExt cx="197075" cy="268175"/>
          </a:xfrm>
        </p:grpSpPr>
        <p:sp>
          <p:nvSpPr>
            <p:cNvPr id="8938" name="Google Shape;8938;p69"/>
            <p:cNvSpPr/>
            <p:nvPr/>
          </p:nvSpPr>
          <p:spPr>
            <a:xfrm>
              <a:off x="4028775" y="2982725"/>
              <a:ext cx="111325" cy="15600"/>
            </a:xfrm>
            <a:custGeom>
              <a:rect b="b" l="l" r="r" t="t"/>
              <a:pathLst>
                <a:path extrusionOk="0" h="624" w="4453">
                  <a:moveTo>
                    <a:pt x="316" y="1"/>
                  </a:moveTo>
                  <a:cubicBezTo>
                    <a:pt x="172" y="1"/>
                    <a:pt x="70" y="113"/>
                    <a:pt x="48" y="266"/>
                  </a:cubicBezTo>
                  <a:cubicBezTo>
                    <a:pt x="1" y="456"/>
                    <a:pt x="144" y="623"/>
                    <a:pt x="334" y="623"/>
                  </a:cubicBezTo>
                  <a:lnTo>
                    <a:pt x="4121" y="623"/>
                  </a:lnTo>
                  <a:cubicBezTo>
                    <a:pt x="4287" y="623"/>
                    <a:pt x="4430" y="504"/>
                    <a:pt x="4430" y="337"/>
                  </a:cubicBezTo>
                  <a:cubicBezTo>
                    <a:pt x="4453" y="159"/>
                    <a:pt x="4329" y="2"/>
                    <a:pt x="4157" y="2"/>
                  </a:cubicBezTo>
                  <a:cubicBezTo>
                    <a:pt x="4145" y="2"/>
                    <a:pt x="4133" y="2"/>
                    <a:pt x="4121" y="4"/>
                  </a:cubicBezTo>
                  <a:lnTo>
                    <a:pt x="358" y="4"/>
                  </a:lnTo>
                  <a:cubicBezTo>
                    <a:pt x="344" y="2"/>
                    <a:pt x="330" y="1"/>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9"/>
            <p:cNvSpPr/>
            <p:nvPr/>
          </p:nvSpPr>
          <p:spPr>
            <a:xfrm>
              <a:off x="4029375" y="3013700"/>
              <a:ext cx="113375" cy="47125"/>
            </a:xfrm>
            <a:custGeom>
              <a:rect b="b" l="l" r="r" t="t"/>
              <a:pathLst>
                <a:path extrusionOk="0" h="1885" w="4535">
                  <a:moveTo>
                    <a:pt x="4118" y="1"/>
                  </a:moveTo>
                  <a:cubicBezTo>
                    <a:pt x="4103" y="1"/>
                    <a:pt x="4088" y="2"/>
                    <a:pt x="4073" y="3"/>
                  </a:cubicBezTo>
                  <a:lnTo>
                    <a:pt x="334" y="3"/>
                  </a:lnTo>
                  <a:cubicBezTo>
                    <a:pt x="167" y="3"/>
                    <a:pt x="48" y="122"/>
                    <a:pt x="24" y="265"/>
                  </a:cubicBezTo>
                  <a:cubicBezTo>
                    <a:pt x="1" y="456"/>
                    <a:pt x="144" y="622"/>
                    <a:pt x="310" y="622"/>
                  </a:cubicBezTo>
                  <a:lnTo>
                    <a:pt x="667" y="622"/>
                  </a:lnTo>
                  <a:cubicBezTo>
                    <a:pt x="810" y="1337"/>
                    <a:pt x="1430" y="1861"/>
                    <a:pt x="2168" y="1885"/>
                  </a:cubicBezTo>
                  <a:cubicBezTo>
                    <a:pt x="2620" y="1885"/>
                    <a:pt x="3049" y="1718"/>
                    <a:pt x="3358" y="1361"/>
                  </a:cubicBezTo>
                  <a:cubicBezTo>
                    <a:pt x="3525" y="1146"/>
                    <a:pt x="3668" y="908"/>
                    <a:pt x="3740" y="622"/>
                  </a:cubicBezTo>
                  <a:lnTo>
                    <a:pt x="4073" y="622"/>
                  </a:lnTo>
                  <a:cubicBezTo>
                    <a:pt x="4088" y="624"/>
                    <a:pt x="4103" y="625"/>
                    <a:pt x="4118" y="625"/>
                  </a:cubicBezTo>
                  <a:cubicBezTo>
                    <a:pt x="4534" y="625"/>
                    <a:pt x="4534" y="1"/>
                    <a:pt x="4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9"/>
            <p:cNvSpPr/>
            <p:nvPr/>
          </p:nvSpPr>
          <p:spPr>
            <a:xfrm>
              <a:off x="3986525" y="2792650"/>
              <a:ext cx="197075" cy="174100"/>
            </a:xfrm>
            <a:custGeom>
              <a:rect b="b" l="l" r="r" t="t"/>
              <a:pathLst>
                <a:path extrusionOk="0" h="6964" w="7883">
                  <a:moveTo>
                    <a:pt x="5197" y="3764"/>
                  </a:moveTo>
                  <a:cubicBezTo>
                    <a:pt x="5435" y="3764"/>
                    <a:pt x="5642" y="4079"/>
                    <a:pt x="5406" y="4297"/>
                  </a:cubicBezTo>
                  <a:lnTo>
                    <a:pt x="4787" y="4940"/>
                  </a:lnTo>
                  <a:cubicBezTo>
                    <a:pt x="4727" y="4999"/>
                    <a:pt x="4644" y="5029"/>
                    <a:pt x="4560" y="5029"/>
                  </a:cubicBezTo>
                  <a:cubicBezTo>
                    <a:pt x="4477" y="5029"/>
                    <a:pt x="4394" y="4999"/>
                    <a:pt x="4334" y="4940"/>
                  </a:cubicBezTo>
                  <a:lnTo>
                    <a:pt x="3929" y="4535"/>
                  </a:lnTo>
                  <a:lnTo>
                    <a:pt x="3525" y="4940"/>
                  </a:lnTo>
                  <a:cubicBezTo>
                    <a:pt x="3465" y="4999"/>
                    <a:pt x="3388" y="5029"/>
                    <a:pt x="3307" y="5029"/>
                  </a:cubicBezTo>
                  <a:cubicBezTo>
                    <a:pt x="3227" y="5029"/>
                    <a:pt x="3144" y="4999"/>
                    <a:pt x="3072" y="4940"/>
                  </a:cubicBezTo>
                  <a:lnTo>
                    <a:pt x="2453" y="4297"/>
                  </a:lnTo>
                  <a:cubicBezTo>
                    <a:pt x="2235" y="4079"/>
                    <a:pt x="2432" y="3764"/>
                    <a:pt x="2676" y="3764"/>
                  </a:cubicBezTo>
                  <a:cubicBezTo>
                    <a:pt x="2752" y="3764"/>
                    <a:pt x="2832" y="3795"/>
                    <a:pt x="2905" y="3868"/>
                  </a:cubicBezTo>
                  <a:lnTo>
                    <a:pt x="3310" y="4273"/>
                  </a:lnTo>
                  <a:lnTo>
                    <a:pt x="3715" y="3868"/>
                  </a:lnTo>
                  <a:cubicBezTo>
                    <a:pt x="3775" y="3809"/>
                    <a:pt x="3852" y="3779"/>
                    <a:pt x="3932" y="3779"/>
                  </a:cubicBezTo>
                  <a:cubicBezTo>
                    <a:pt x="4013" y="3779"/>
                    <a:pt x="4096" y="3809"/>
                    <a:pt x="4168" y="3868"/>
                  </a:cubicBezTo>
                  <a:lnTo>
                    <a:pt x="4572" y="4273"/>
                  </a:lnTo>
                  <a:lnTo>
                    <a:pt x="4977" y="3868"/>
                  </a:lnTo>
                  <a:cubicBezTo>
                    <a:pt x="5045" y="3795"/>
                    <a:pt x="5122" y="3764"/>
                    <a:pt x="5197" y="3764"/>
                  </a:cubicBezTo>
                  <a:close/>
                  <a:moveTo>
                    <a:pt x="3935" y="1"/>
                  </a:moveTo>
                  <a:cubicBezTo>
                    <a:pt x="2954" y="1"/>
                    <a:pt x="1977" y="419"/>
                    <a:pt x="1286" y="1248"/>
                  </a:cubicBezTo>
                  <a:cubicBezTo>
                    <a:pt x="0" y="2796"/>
                    <a:pt x="286" y="5106"/>
                    <a:pt x="1953" y="6273"/>
                  </a:cubicBezTo>
                  <a:cubicBezTo>
                    <a:pt x="2167" y="6440"/>
                    <a:pt x="2334" y="6678"/>
                    <a:pt x="2358" y="6964"/>
                  </a:cubicBezTo>
                  <a:lnTo>
                    <a:pt x="5501" y="6964"/>
                  </a:lnTo>
                  <a:cubicBezTo>
                    <a:pt x="5549" y="6678"/>
                    <a:pt x="5715" y="6416"/>
                    <a:pt x="5930" y="6273"/>
                  </a:cubicBezTo>
                  <a:cubicBezTo>
                    <a:pt x="7668" y="5035"/>
                    <a:pt x="7883" y="2511"/>
                    <a:pt x="6382" y="1010"/>
                  </a:cubicBezTo>
                  <a:cubicBezTo>
                    <a:pt x="5696" y="336"/>
                    <a:pt x="4814" y="1"/>
                    <a:pt x="3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69"/>
          <p:cNvGrpSpPr/>
          <p:nvPr/>
        </p:nvGrpSpPr>
        <p:grpSpPr>
          <a:xfrm>
            <a:off x="4027567" y="2329970"/>
            <a:ext cx="348820" cy="349240"/>
            <a:chOff x="3370900" y="2792900"/>
            <a:chExt cx="268550" cy="267925"/>
          </a:xfrm>
        </p:grpSpPr>
        <p:sp>
          <p:nvSpPr>
            <p:cNvPr id="8942" name="Google Shape;8942;p69"/>
            <p:cNvSpPr/>
            <p:nvPr/>
          </p:nvSpPr>
          <p:spPr>
            <a:xfrm>
              <a:off x="3418525" y="2792900"/>
              <a:ext cx="172700" cy="267925"/>
            </a:xfrm>
            <a:custGeom>
              <a:rect b="b" l="l" r="r" t="t"/>
              <a:pathLst>
                <a:path extrusionOk="0" h="10717" w="6908">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9"/>
            <p:cNvSpPr/>
            <p:nvPr/>
          </p:nvSpPr>
          <p:spPr>
            <a:xfrm>
              <a:off x="3607275" y="2900650"/>
              <a:ext cx="32175" cy="83975"/>
            </a:xfrm>
            <a:custGeom>
              <a:rect b="b" l="l" r="r" t="t"/>
              <a:pathLst>
                <a:path extrusionOk="0" h="3359" w="1287">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9"/>
            <p:cNvSpPr/>
            <p:nvPr/>
          </p:nvSpPr>
          <p:spPr>
            <a:xfrm>
              <a:off x="3370900" y="2900050"/>
              <a:ext cx="32175" cy="84575"/>
            </a:xfrm>
            <a:custGeom>
              <a:rect b="b" l="l" r="r" t="t"/>
              <a:pathLst>
                <a:path extrusionOk="0" h="3383" w="1287">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9"/>
          <p:cNvGrpSpPr/>
          <p:nvPr/>
        </p:nvGrpSpPr>
        <p:grpSpPr>
          <a:xfrm>
            <a:off x="3241115" y="2329188"/>
            <a:ext cx="371226" cy="349794"/>
            <a:chOff x="2765425" y="2792300"/>
            <a:chExt cx="285800" cy="268350"/>
          </a:xfrm>
        </p:grpSpPr>
        <p:sp>
          <p:nvSpPr>
            <p:cNvPr id="8946" name="Google Shape;8946;p69"/>
            <p:cNvSpPr/>
            <p:nvPr/>
          </p:nvSpPr>
          <p:spPr>
            <a:xfrm>
              <a:off x="2945225" y="2792300"/>
              <a:ext cx="106000" cy="110800"/>
            </a:xfrm>
            <a:custGeom>
              <a:rect b="b" l="l" r="r" t="t"/>
              <a:pathLst>
                <a:path extrusionOk="0" h="4432" w="4240">
                  <a:moveTo>
                    <a:pt x="334" y="0"/>
                  </a:moveTo>
                  <a:cubicBezTo>
                    <a:pt x="143" y="0"/>
                    <a:pt x="0" y="143"/>
                    <a:pt x="0" y="334"/>
                  </a:cubicBezTo>
                  <a:lnTo>
                    <a:pt x="0" y="4120"/>
                  </a:lnTo>
                  <a:cubicBezTo>
                    <a:pt x="0" y="4215"/>
                    <a:pt x="48" y="4311"/>
                    <a:pt x="143" y="4382"/>
                  </a:cubicBezTo>
                  <a:cubicBezTo>
                    <a:pt x="188" y="4412"/>
                    <a:pt x="250" y="4432"/>
                    <a:pt x="314" y="4432"/>
                  </a:cubicBezTo>
                  <a:cubicBezTo>
                    <a:pt x="353" y="4432"/>
                    <a:pt x="393" y="4424"/>
                    <a:pt x="429" y="4406"/>
                  </a:cubicBezTo>
                  <a:lnTo>
                    <a:pt x="4001" y="3120"/>
                  </a:lnTo>
                  <a:cubicBezTo>
                    <a:pt x="4168" y="3072"/>
                    <a:pt x="4239" y="2882"/>
                    <a:pt x="4168" y="2715"/>
                  </a:cubicBezTo>
                  <a:cubicBezTo>
                    <a:pt x="3573" y="1096"/>
                    <a:pt x="2049" y="24"/>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9"/>
            <p:cNvSpPr/>
            <p:nvPr/>
          </p:nvSpPr>
          <p:spPr>
            <a:xfrm>
              <a:off x="2765425" y="2855400"/>
              <a:ext cx="263000" cy="205250"/>
            </a:xfrm>
            <a:custGeom>
              <a:rect b="b" l="l" r="r" t="t"/>
              <a:pathLst>
                <a:path extrusionOk="0" h="8210" w="10520">
                  <a:moveTo>
                    <a:pt x="5621" y="1"/>
                  </a:moveTo>
                  <a:lnTo>
                    <a:pt x="5621" y="24"/>
                  </a:lnTo>
                  <a:cubicBezTo>
                    <a:pt x="1620" y="24"/>
                    <a:pt x="0" y="5168"/>
                    <a:pt x="3287" y="7455"/>
                  </a:cubicBezTo>
                  <a:cubicBezTo>
                    <a:pt x="4035" y="7979"/>
                    <a:pt x="4837" y="8210"/>
                    <a:pt x="5612" y="8210"/>
                  </a:cubicBezTo>
                  <a:cubicBezTo>
                    <a:pt x="8217" y="8210"/>
                    <a:pt x="10519" y="5597"/>
                    <a:pt x="9455" y="2715"/>
                  </a:cubicBezTo>
                  <a:cubicBezTo>
                    <a:pt x="9400" y="2587"/>
                    <a:pt x="9288" y="2501"/>
                    <a:pt x="9164" y="2501"/>
                  </a:cubicBezTo>
                  <a:cubicBezTo>
                    <a:pt x="9126" y="2501"/>
                    <a:pt x="9088" y="2509"/>
                    <a:pt x="9050" y="2525"/>
                  </a:cubicBezTo>
                  <a:lnTo>
                    <a:pt x="5930" y="3644"/>
                  </a:lnTo>
                  <a:lnTo>
                    <a:pt x="5930" y="334"/>
                  </a:lnTo>
                  <a:cubicBezTo>
                    <a:pt x="5930" y="144"/>
                    <a:pt x="5787" y="1"/>
                    <a:pt x="5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9"/>
          <p:cNvGrpSpPr/>
          <p:nvPr/>
        </p:nvGrpSpPr>
        <p:grpSpPr>
          <a:xfrm>
            <a:off x="2554419" y="2329123"/>
            <a:ext cx="323816" cy="350088"/>
            <a:chOff x="2236750" y="2792250"/>
            <a:chExt cx="249300" cy="268575"/>
          </a:xfrm>
        </p:grpSpPr>
        <p:sp>
          <p:nvSpPr>
            <p:cNvPr id="8949" name="Google Shape;8949;p69"/>
            <p:cNvSpPr/>
            <p:nvPr/>
          </p:nvSpPr>
          <p:spPr>
            <a:xfrm>
              <a:off x="2246275" y="2792250"/>
              <a:ext cx="239775" cy="205475"/>
            </a:xfrm>
            <a:custGeom>
              <a:rect b="b" l="l" r="r" t="t"/>
              <a:pathLst>
                <a:path extrusionOk="0" h="8219" w="9591">
                  <a:moveTo>
                    <a:pt x="4087" y="1937"/>
                  </a:moveTo>
                  <a:cubicBezTo>
                    <a:pt x="4198" y="1937"/>
                    <a:pt x="4311" y="1991"/>
                    <a:pt x="4382" y="2098"/>
                  </a:cubicBezTo>
                  <a:lnTo>
                    <a:pt x="4858" y="3074"/>
                  </a:lnTo>
                  <a:lnTo>
                    <a:pt x="5930" y="3217"/>
                  </a:lnTo>
                  <a:cubicBezTo>
                    <a:pt x="6192" y="3265"/>
                    <a:pt x="6287" y="3574"/>
                    <a:pt x="6121" y="3765"/>
                  </a:cubicBezTo>
                  <a:lnTo>
                    <a:pt x="5335" y="4527"/>
                  </a:lnTo>
                  <a:lnTo>
                    <a:pt x="5525" y="5599"/>
                  </a:lnTo>
                  <a:cubicBezTo>
                    <a:pt x="5525" y="5694"/>
                    <a:pt x="5478" y="5813"/>
                    <a:pt x="5382" y="5884"/>
                  </a:cubicBezTo>
                  <a:cubicBezTo>
                    <a:pt x="5330" y="5924"/>
                    <a:pt x="5270" y="5941"/>
                    <a:pt x="5207" y="5941"/>
                  </a:cubicBezTo>
                  <a:cubicBezTo>
                    <a:pt x="5156" y="5941"/>
                    <a:pt x="5102" y="5930"/>
                    <a:pt x="5049" y="5908"/>
                  </a:cubicBezTo>
                  <a:lnTo>
                    <a:pt x="4096" y="5408"/>
                  </a:lnTo>
                  <a:lnTo>
                    <a:pt x="3120" y="5908"/>
                  </a:lnTo>
                  <a:cubicBezTo>
                    <a:pt x="3077" y="5930"/>
                    <a:pt x="3030" y="5941"/>
                    <a:pt x="2981" y="5941"/>
                  </a:cubicBezTo>
                  <a:cubicBezTo>
                    <a:pt x="2922" y="5941"/>
                    <a:pt x="2863" y="5924"/>
                    <a:pt x="2810" y="5884"/>
                  </a:cubicBezTo>
                  <a:cubicBezTo>
                    <a:pt x="2715" y="5813"/>
                    <a:pt x="2667" y="5694"/>
                    <a:pt x="2667" y="5599"/>
                  </a:cubicBezTo>
                  <a:lnTo>
                    <a:pt x="2858" y="4527"/>
                  </a:lnTo>
                  <a:lnTo>
                    <a:pt x="2072" y="3765"/>
                  </a:lnTo>
                  <a:cubicBezTo>
                    <a:pt x="2001" y="3670"/>
                    <a:pt x="1953" y="3551"/>
                    <a:pt x="2001" y="3432"/>
                  </a:cubicBezTo>
                  <a:cubicBezTo>
                    <a:pt x="2048" y="3313"/>
                    <a:pt x="2144" y="3241"/>
                    <a:pt x="2263" y="3217"/>
                  </a:cubicBezTo>
                  <a:lnTo>
                    <a:pt x="3334" y="3074"/>
                  </a:lnTo>
                  <a:lnTo>
                    <a:pt x="3811" y="2098"/>
                  </a:lnTo>
                  <a:cubicBezTo>
                    <a:pt x="3870" y="1991"/>
                    <a:pt x="3977" y="1937"/>
                    <a:pt x="4087" y="1937"/>
                  </a:cubicBezTo>
                  <a:close/>
                  <a:moveTo>
                    <a:pt x="4141" y="0"/>
                  </a:moveTo>
                  <a:cubicBezTo>
                    <a:pt x="2026" y="0"/>
                    <a:pt x="0" y="1642"/>
                    <a:pt x="0" y="4122"/>
                  </a:cubicBezTo>
                  <a:cubicBezTo>
                    <a:pt x="0" y="6385"/>
                    <a:pt x="1834" y="8218"/>
                    <a:pt x="4096" y="8218"/>
                  </a:cubicBezTo>
                  <a:cubicBezTo>
                    <a:pt x="4106" y="8218"/>
                    <a:pt x="4116" y="8218"/>
                    <a:pt x="4126" y="8218"/>
                  </a:cubicBezTo>
                  <a:cubicBezTo>
                    <a:pt x="7774" y="8218"/>
                    <a:pt x="9591" y="3806"/>
                    <a:pt x="7026" y="1217"/>
                  </a:cubicBezTo>
                  <a:cubicBezTo>
                    <a:pt x="6185" y="377"/>
                    <a:pt x="5153" y="0"/>
                    <a:pt x="4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2320700" y="2866125"/>
              <a:ext cx="55975" cy="52400"/>
            </a:xfrm>
            <a:custGeom>
              <a:rect b="b" l="l" r="r" t="t"/>
              <a:pathLst>
                <a:path extrusionOk="0" h="2096" w="2239">
                  <a:moveTo>
                    <a:pt x="1119" y="0"/>
                  </a:moveTo>
                  <a:lnTo>
                    <a:pt x="834" y="548"/>
                  </a:lnTo>
                  <a:cubicBezTo>
                    <a:pt x="786" y="643"/>
                    <a:pt x="715" y="691"/>
                    <a:pt x="595" y="715"/>
                  </a:cubicBezTo>
                  <a:lnTo>
                    <a:pt x="0" y="810"/>
                  </a:lnTo>
                  <a:lnTo>
                    <a:pt x="453" y="1239"/>
                  </a:lnTo>
                  <a:cubicBezTo>
                    <a:pt x="524" y="1310"/>
                    <a:pt x="548" y="1405"/>
                    <a:pt x="548" y="1501"/>
                  </a:cubicBezTo>
                  <a:lnTo>
                    <a:pt x="524" y="1501"/>
                  </a:lnTo>
                  <a:lnTo>
                    <a:pt x="429" y="2096"/>
                  </a:lnTo>
                  <a:lnTo>
                    <a:pt x="976" y="1810"/>
                  </a:lnTo>
                  <a:cubicBezTo>
                    <a:pt x="1000" y="1786"/>
                    <a:pt x="1048" y="1763"/>
                    <a:pt x="1119" y="1763"/>
                  </a:cubicBezTo>
                  <a:cubicBezTo>
                    <a:pt x="1167" y="1763"/>
                    <a:pt x="1215" y="1786"/>
                    <a:pt x="1262" y="1810"/>
                  </a:cubicBezTo>
                  <a:lnTo>
                    <a:pt x="1810" y="2096"/>
                  </a:lnTo>
                  <a:lnTo>
                    <a:pt x="1691" y="1501"/>
                  </a:lnTo>
                  <a:cubicBezTo>
                    <a:pt x="1691" y="1405"/>
                    <a:pt x="1715" y="1310"/>
                    <a:pt x="1786" y="1239"/>
                  </a:cubicBezTo>
                  <a:lnTo>
                    <a:pt x="2239" y="810"/>
                  </a:lnTo>
                  <a:lnTo>
                    <a:pt x="1619" y="715"/>
                  </a:lnTo>
                  <a:cubicBezTo>
                    <a:pt x="1524" y="691"/>
                    <a:pt x="1429" y="643"/>
                    <a:pt x="1381" y="548"/>
                  </a:cubicBezTo>
                  <a:lnTo>
                    <a:pt x="1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9"/>
            <p:cNvSpPr/>
            <p:nvPr/>
          </p:nvSpPr>
          <p:spPr>
            <a:xfrm>
              <a:off x="2236750" y="2973275"/>
              <a:ext cx="92900" cy="87550"/>
            </a:xfrm>
            <a:custGeom>
              <a:rect b="b" l="l" r="r" t="t"/>
              <a:pathLst>
                <a:path extrusionOk="0" h="3502" w="3716">
                  <a:moveTo>
                    <a:pt x="953" y="1"/>
                  </a:moveTo>
                  <a:lnTo>
                    <a:pt x="72" y="2025"/>
                  </a:lnTo>
                  <a:cubicBezTo>
                    <a:pt x="0" y="2144"/>
                    <a:pt x="24" y="2287"/>
                    <a:pt x="119" y="2359"/>
                  </a:cubicBezTo>
                  <a:lnTo>
                    <a:pt x="95" y="2382"/>
                  </a:lnTo>
                  <a:cubicBezTo>
                    <a:pt x="164" y="2434"/>
                    <a:pt x="245" y="2473"/>
                    <a:pt x="330" y="2473"/>
                  </a:cubicBezTo>
                  <a:cubicBezTo>
                    <a:pt x="362" y="2473"/>
                    <a:pt x="396" y="2467"/>
                    <a:pt x="429" y="2454"/>
                  </a:cubicBezTo>
                  <a:lnTo>
                    <a:pt x="1786" y="2001"/>
                  </a:lnTo>
                  <a:lnTo>
                    <a:pt x="2334" y="3311"/>
                  </a:lnTo>
                  <a:cubicBezTo>
                    <a:pt x="2405" y="3406"/>
                    <a:pt x="2501" y="3478"/>
                    <a:pt x="2644" y="3502"/>
                  </a:cubicBezTo>
                  <a:cubicBezTo>
                    <a:pt x="2763" y="3502"/>
                    <a:pt x="2882" y="3430"/>
                    <a:pt x="2929" y="3311"/>
                  </a:cubicBezTo>
                  <a:lnTo>
                    <a:pt x="3715" y="1549"/>
                  </a:lnTo>
                  <a:cubicBezTo>
                    <a:pt x="2644" y="1358"/>
                    <a:pt x="1667" y="81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9"/>
            <p:cNvSpPr/>
            <p:nvPr/>
          </p:nvSpPr>
          <p:spPr>
            <a:xfrm>
              <a:off x="2368325" y="2973875"/>
              <a:ext cx="92900" cy="86950"/>
            </a:xfrm>
            <a:custGeom>
              <a:rect b="b" l="l" r="r" t="t"/>
              <a:pathLst>
                <a:path extrusionOk="0" h="3478" w="3716">
                  <a:moveTo>
                    <a:pt x="2763" y="1"/>
                  </a:moveTo>
                  <a:cubicBezTo>
                    <a:pt x="2048" y="810"/>
                    <a:pt x="1072" y="1334"/>
                    <a:pt x="0" y="1525"/>
                  </a:cubicBezTo>
                  <a:lnTo>
                    <a:pt x="762" y="3287"/>
                  </a:lnTo>
                  <a:cubicBezTo>
                    <a:pt x="810" y="3406"/>
                    <a:pt x="929" y="3478"/>
                    <a:pt x="1048" y="3478"/>
                  </a:cubicBezTo>
                  <a:cubicBezTo>
                    <a:pt x="1167" y="3454"/>
                    <a:pt x="1286" y="3382"/>
                    <a:pt x="1358" y="3287"/>
                  </a:cubicBezTo>
                  <a:lnTo>
                    <a:pt x="1905" y="1977"/>
                  </a:lnTo>
                  <a:lnTo>
                    <a:pt x="3263" y="2430"/>
                  </a:lnTo>
                  <a:cubicBezTo>
                    <a:pt x="3296" y="2443"/>
                    <a:pt x="3329" y="2449"/>
                    <a:pt x="3362" y="2449"/>
                  </a:cubicBezTo>
                  <a:cubicBezTo>
                    <a:pt x="3447" y="2449"/>
                    <a:pt x="3528" y="2410"/>
                    <a:pt x="3596" y="2358"/>
                  </a:cubicBezTo>
                  <a:cubicBezTo>
                    <a:pt x="3691" y="2263"/>
                    <a:pt x="3715" y="2120"/>
                    <a:pt x="3644" y="2001"/>
                  </a:cubicBezTo>
                  <a:lnTo>
                    <a:pt x="27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9"/>
          <p:cNvGrpSpPr/>
          <p:nvPr/>
        </p:nvGrpSpPr>
        <p:grpSpPr>
          <a:xfrm>
            <a:off x="1773358" y="2329188"/>
            <a:ext cx="348040" cy="350022"/>
            <a:chOff x="1635425" y="2792300"/>
            <a:chExt cx="267950" cy="268525"/>
          </a:xfrm>
        </p:grpSpPr>
        <p:sp>
          <p:nvSpPr>
            <p:cNvPr id="8954" name="Google Shape;8954;p69"/>
            <p:cNvSpPr/>
            <p:nvPr/>
          </p:nvSpPr>
          <p:spPr>
            <a:xfrm>
              <a:off x="1761650" y="2831600"/>
              <a:ext cx="16100" cy="16100"/>
            </a:xfrm>
            <a:custGeom>
              <a:rect b="b" l="l" r="r" t="t"/>
              <a:pathLst>
                <a:path extrusionOk="0" h="644" w="644">
                  <a:moveTo>
                    <a:pt x="334" y="0"/>
                  </a:moveTo>
                  <a:cubicBezTo>
                    <a:pt x="143" y="0"/>
                    <a:pt x="0" y="143"/>
                    <a:pt x="0" y="310"/>
                  </a:cubicBezTo>
                  <a:cubicBezTo>
                    <a:pt x="0" y="500"/>
                    <a:pt x="143" y="643"/>
                    <a:pt x="334" y="643"/>
                  </a:cubicBezTo>
                  <a:cubicBezTo>
                    <a:pt x="500" y="643"/>
                    <a:pt x="643" y="500"/>
                    <a:pt x="643" y="310"/>
                  </a:cubicBezTo>
                  <a:cubicBezTo>
                    <a:pt x="643" y="143"/>
                    <a:pt x="500"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9"/>
            <p:cNvSpPr/>
            <p:nvPr/>
          </p:nvSpPr>
          <p:spPr>
            <a:xfrm>
              <a:off x="1635425" y="2792300"/>
              <a:ext cx="267950" cy="268525"/>
            </a:xfrm>
            <a:custGeom>
              <a:rect b="b" l="l" r="r" t="t"/>
              <a:pathLst>
                <a:path extrusionOk="0" h="10741" w="10718">
                  <a:moveTo>
                    <a:pt x="5376" y="955"/>
                  </a:moveTo>
                  <a:cubicBezTo>
                    <a:pt x="5612" y="955"/>
                    <a:pt x="5854" y="1043"/>
                    <a:pt x="6049" y="1239"/>
                  </a:cubicBezTo>
                  <a:cubicBezTo>
                    <a:pt x="6621" y="1834"/>
                    <a:pt x="6216" y="2834"/>
                    <a:pt x="5383" y="2858"/>
                  </a:cubicBezTo>
                  <a:cubicBezTo>
                    <a:pt x="4835" y="2858"/>
                    <a:pt x="4430" y="2429"/>
                    <a:pt x="4430" y="1882"/>
                  </a:cubicBezTo>
                  <a:cubicBezTo>
                    <a:pt x="4430" y="1322"/>
                    <a:pt x="4892" y="955"/>
                    <a:pt x="5376" y="955"/>
                  </a:cubicBezTo>
                  <a:close/>
                  <a:moveTo>
                    <a:pt x="5335" y="0"/>
                  </a:moveTo>
                  <a:cubicBezTo>
                    <a:pt x="3216" y="0"/>
                    <a:pt x="2692" y="2953"/>
                    <a:pt x="4716" y="3668"/>
                  </a:cubicBezTo>
                  <a:lnTo>
                    <a:pt x="4716" y="8216"/>
                  </a:lnTo>
                  <a:cubicBezTo>
                    <a:pt x="3620" y="8002"/>
                    <a:pt x="2287" y="7478"/>
                    <a:pt x="1930" y="6287"/>
                  </a:cubicBezTo>
                  <a:lnTo>
                    <a:pt x="2168" y="6287"/>
                  </a:lnTo>
                  <a:cubicBezTo>
                    <a:pt x="2188" y="6291"/>
                    <a:pt x="2208" y="6293"/>
                    <a:pt x="2227" y="6293"/>
                  </a:cubicBezTo>
                  <a:cubicBezTo>
                    <a:pt x="2318" y="6293"/>
                    <a:pt x="2390" y="6247"/>
                    <a:pt x="2430" y="6168"/>
                  </a:cubicBezTo>
                  <a:cubicBezTo>
                    <a:pt x="2501" y="6073"/>
                    <a:pt x="2501" y="5954"/>
                    <a:pt x="2430" y="5859"/>
                  </a:cubicBezTo>
                  <a:lnTo>
                    <a:pt x="1572" y="3977"/>
                  </a:lnTo>
                  <a:cubicBezTo>
                    <a:pt x="1501" y="3870"/>
                    <a:pt x="1388" y="3817"/>
                    <a:pt x="1278" y="3817"/>
                  </a:cubicBezTo>
                  <a:cubicBezTo>
                    <a:pt x="1168" y="3817"/>
                    <a:pt x="1060" y="3870"/>
                    <a:pt x="1001" y="3977"/>
                  </a:cubicBezTo>
                  <a:lnTo>
                    <a:pt x="48" y="5859"/>
                  </a:lnTo>
                  <a:cubicBezTo>
                    <a:pt x="1" y="5954"/>
                    <a:pt x="1" y="6073"/>
                    <a:pt x="72" y="6168"/>
                  </a:cubicBezTo>
                  <a:lnTo>
                    <a:pt x="48" y="6168"/>
                  </a:lnTo>
                  <a:cubicBezTo>
                    <a:pt x="88" y="6247"/>
                    <a:pt x="176" y="6293"/>
                    <a:pt x="260" y="6293"/>
                  </a:cubicBezTo>
                  <a:cubicBezTo>
                    <a:pt x="277" y="6293"/>
                    <a:pt x="294" y="6291"/>
                    <a:pt x="310" y="6287"/>
                  </a:cubicBezTo>
                  <a:lnTo>
                    <a:pt x="667" y="6287"/>
                  </a:lnTo>
                  <a:cubicBezTo>
                    <a:pt x="1001" y="8478"/>
                    <a:pt x="2763" y="9240"/>
                    <a:pt x="4287" y="9883"/>
                  </a:cubicBezTo>
                  <a:cubicBezTo>
                    <a:pt x="4549" y="10050"/>
                    <a:pt x="4811" y="10217"/>
                    <a:pt x="5049" y="10407"/>
                  </a:cubicBezTo>
                  <a:cubicBezTo>
                    <a:pt x="5049" y="10574"/>
                    <a:pt x="5168" y="10717"/>
                    <a:pt x="5335" y="10741"/>
                  </a:cubicBezTo>
                  <a:cubicBezTo>
                    <a:pt x="5502" y="10741"/>
                    <a:pt x="5621" y="10669"/>
                    <a:pt x="5668" y="10431"/>
                  </a:cubicBezTo>
                  <a:cubicBezTo>
                    <a:pt x="5692" y="10217"/>
                    <a:pt x="6335" y="9931"/>
                    <a:pt x="6526" y="9836"/>
                  </a:cubicBezTo>
                  <a:cubicBezTo>
                    <a:pt x="8217" y="8978"/>
                    <a:pt x="9717" y="8478"/>
                    <a:pt x="10050" y="6311"/>
                  </a:cubicBezTo>
                  <a:lnTo>
                    <a:pt x="10408" y="6311"/>
                  </a:lnTo>
                  <a:cubicBezTo>
                    <a:pt x="10420" y="6314"/>
                    <a:pt x="10433" y="6316"/>
                    <a:pt x="10446" y="6316"/>
                  </a:cubicBezTo>
                  <a:cubicBezTo>
                    <a:pt x="10533" y="6316"/>
                    <a:pt x="10628" y="6251"/>
                    <a:pt x="10669" y="6168"/>
                  </a:cubicBezTo>
                  <a:cubicBezTo>
                    <a:pt x="10717" y="6097"/>
                    <a:pt x="10717" y="5978"/>
                    <a:pt x="10669" y="5882"/>
                  </a:cubicBezTo>
                  <a:lnTo>
                    <a:pt x="9717" y="4001"/>
                  </a:lnTo>
                  <a:cubicBezTo>
                    <a:pt x="9657" y="3894"/>
                    <a:pt x="9550" y="3840"/>
                    <a:pt x="9443" y="3840"/>
                  </a:cubicBezTo>
                  <a:cubicBezTo>
                    <a:pt x="9336" y="3840"/>
                    <a:pt x="9229" y="3894"/>
                    <a:pt x="9169" y="4001"/>
                  </a:cubicBezTo>
                  <a:lnTo>
                    <a:pt x="8217" y="5882"/>
                  </a:lnTo>
                  <a:cubicBezTo>
                    <a:pt x="8169" y="5978"/>
                    <a:pt x="8169" y="6097"/>
                    <a:pt x="8240" y="6168"/>
                  </a:cubicBezTo>
                  <a:cubicBezTo>
                    <a:pt x="8288" y="6264"/>
                    <a:pt x="8383" y="6335"/>
                    <a:pt x="8502" y="6335"/>
                  </a:cubicBezTo>
                  <a:lnTo>
                    <a:pt x="8741" y="6335"/>
                  </a:lnTo>
                  <a:cubicBezTo>
                    <a:pt x="8479" y="7526"/>
                    <a:pt x="7264" y="7954"/>
                    <a:pt x="5954" y="8216"/>
                  </a:cubicBezTo>
                  <a:lnTo>
                    <a:pt x="5954" y="3668"/>
                  </a:lnTo>
                  <a:cubicBezTo>
                    <a:pt x="7955" y="2953"/>
                    <a:pt x="7455" y="0"/>
                    <a:pt x="5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6" name="Google Shape;8956;p69"/>
          <p:cNvSpPr/>
          <p:nvPr/>
        </p:nvSpPr>
        <p:spPr>
          <a:xfrm>
            <a:off x="1007753" y="2329145"/>
            <a:ext cx="362718" cy="350642"/>
          </a:xfrm>
          <a:custGeom>
            <a:rect b="b" l="l" r="r" t="t"/>
            <a:pathLst>
              <a:path extrusionOk="0" h="10760" w="1117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7" name="Google Shape;8957;p69"/>
          <p:cNvGrpSpPr/>
          <p:nvPr/>
        </p:nvGrpSpPr>
        <p:grpSpPr>
          <a:xfrm>
            <a:off x="1103678" y="2887086"/>
            <a:ext cx="195712" cy="350120"/>
            <a:chOff x="1119850" y="3220300"/>
            <a:chExt cx="150675" cy="268600"/>
          </a:xfrm>
        </p:grpSpPr>
        <p:sp>
          <p:nvSpPr>
            <p:cNvPr id="8958" name="Google Shape;8958;p69"/>
            <p:cNvSpPr/>
            <p:nvPr/>
          </p:nvSpPr>
          <p:spPr>
            <a:xfrm>
              <a:off x="1119850" y="3220300"/>
              <a:ext cx="150675" cy="125700"/>
            </a:xfrm>
            <a:custGeom>
              <a:rect b="b" l="l" r="r" t="t"/>
              <a:pathLst>
                <a:path extrusionOk="0" h="5028" w="6027">
                  <a:moveTo>
                    <a:pt x="1531" y="1"/>
                  </a:moveTo>
                  <a:cubicBezTo>
                    <a:pt x="1133" y="1"/>
                    <a:pt x="1133" y="648"/>
                    <a:pt x="1531" y="648"/>
                  </a:cubicBezTo>
                  <a:cubicBezTo>
                    <a:pt x="1544" y="648"/>
                    <a:pt x="1558" y="647"/>
                    <a:pt x="1572" y="646"/>
                  </a:cubicBezTo>
                  <a:lnTo>
                    <a:pt x="4716" y="646"/>
                  </a:lnTo>
                  <a:cubicBezTo>
                    <a:pt x="4730" y="644"/>
                    <a:pt x="4744" y="644"/>
                    <a:pt x="4758" y="644"/>
                  </a:cubicBezTo>
                  <a:cubicBezTo>
                    <a:pt x="5154" y="644"/>
                    <a:pt x="5154" y="1267"/>
                    <a:pt x="4758" y="1267"/>
                  </a:cubicBezTo>
                  <a:cubicBezTo>
                    <a:pt x="4744" y="1267"/>
                    <a:pt x="4730" y="1267"/>
                    <a:pt x="4716" y="1265"/>
                  </a:cubicBezTo>
                  <a:lnTo>
                    <a:pt x="3453" y="1265"/>
                  </a:lnTo>
                  <a:cubicBezTo>
                    <a:pt x="2929" y="1265"/>
                    <a:pt x="2501" y="1694"/>
                    <a:pt x="2525" y="2218"/>
                  </a:cubicBezTo>
                  <a:lnTo>
                    <a:pt x="2525" y="2527"/>
                  </a:lnTo>
                  <a:lnTo>
                    <a:pt x="1572" y="2527"/>
                  </a:lnTo>
                  <a:cubicBezTo>
                    <a:pt x="715" y="2527"/>
                    <a:pt x="0" y="3218"/>
                    <a:pt x="0" y="4099"/>
                  </a:cubicBezTo>
                  <a:lnTo>
                    <a:pt x="0" y="5028"/>
                  </a:lnTo>
                  <a:lnTo>
                    <a:pt x="2525" y="5028"/>
                  </a:lnTo>
                  <a:lnTo>
                    <a:pt x="2525" y="4099"/>
                  </a:lnTo>
                  <a:cubicBezTo>
                    <a:pt x="2536" y="3908"/>
                    <a:pt x="2679" y="3813"/>
                    <a:pt x="2825" y="3813"/>
                  </a:cubicBezTo>
                  <a:cubicBezTo>
                    <a:pt x="2971" y="3813"/>
                    <a:pt x="3120" y="3908"/>
                    <a:pt x="3144" y="4099"/>
                  </a:cubicBezTo>
                  <a:lnTo>
                    <a:pt x="3144" y="5028"/>
                  </a:lnTo>
                  <a:lnTo>
                    <a:pt x="5644" y="5028"/>
                  </a:lnTo>
                  <a:lnTo>
                    <a:pt x="5644" y="4099"/>
                  </a:lnTo>
                  <a:cubicBezTo>
                    <a:pt x="5644" y="3218"/>
                    <a:pt x="4954" y="2527"/>
                    <a:pt x="4073" y="2527"/>
                  </a:cubicBezTo>
                  <a:lnTo>
                    <a:pt x="3144" y="2527"/>
                  </a:lnTo>
                  <a:lnTo>
                    <a:pt x="3144" y="2218"/>
                  </a:lnTo>
                  <a:cubicBezTo>
                    <a:pt x="3120" y="2027"/>
                    <a:pt x="3287" y="1884"/>
                    <a:pt x="3453" y="1884"/>
                  </a:cubicBezTo>
                  <a:lnTo>
                    <a:pt x="4716" y="1884"/>
                  </a:lnTo>
                  <a:cubicBezTo>
                    <a:pt x="4746" y="1886"/>
                    <a:pt x="4775" y="1887"/>
                    <a:pt x="4804" y="1887"/>
                  </a:cubicBezTo>
                  <a:cubicBezTo>
                    <a:pt x="6027" y="1887"/>
                    <a:pt x="6019" y="1"/>
                    <a:pt x="4783" y="1"/>
                  </a:cubicBezTo>
                  <a:cubicBezTo>
                    <a:pt x="4761" y="1"/>
                    <a:pt x="4738" y="2"/>
                    <a:pt x="4716" y="3"/>
                  </a:cubicBezTo>
                  <a:lnTo>
                    <a:pt x="1572" y="3"/>
                  </a:lnTo>
                  <a:cubicBezTo>
                    <a:pt x="1558" y="1"/>
                    <a:pt x="1544" y="1"/>
                    <a:pt x="1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9"/>
            <p:cNvSpPr/>
            <p:nvPr/>
          </p:nvSpPr>
          <p:spPr>
            <a:xfrm>
              <a:off x="1119850" y="3362050"/>
              <a:ext cx="141725" cy="126850"/>
            </a:xfrm>
            <a:custGeom>
              <a:rect b="b" l="l" r="r" t="t"/>
              <a:pathLst>
                <a:path extrusionOk="0" h="5074" w="5669">
                  <a:moveTo>
                    <a:pt x="0" y="1"/>
                  </a:moveTo>
                  <a:lnTo>
                    <a:pt x="0" y="2239"/>
                  </a:lnTo>
                  <a:cubicBezTo>
                    <a:pt x="0" y="3787"/>
                    <a:pt x="1262" y="5073"/>
                    <a:pt x="2834" y="5073"/>
                  </a:cubicBezTo>
                  <a:cubicBezTo>
                    <a:pt x="4382" y="5073"/>
                    <a:pt x="5668" y="3787"/>
                    <a:pt x="5668" y="2239"/>
                  </a:cubicBezTo>
                  <a:lnTo>
                    <a:pt x="5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9"/>
          <p:cNvGrpSpPr/>
          <p:nvPr/>
        </p:nvGrpSpPr>
        <p:grpSpPr>
          <a:xfrm>
            <a:off x="1774138" y="2887119"/>
            <a:ext cx="348008" cy="350088"/>
            <a:chOff x="1636025" y="3220325"/>
            <a:chExt cx="267925" cy="268575"/>
          </a:xfrm>
        </p:grpSpPr>
        <p:sp>
          <p:nvSpPr>
            <p:cNvPr id="8961" name="Google Shape;8961;p69"/>
            <p:cNvSpPr/>
            <p:nvPr/>
          </p:nvSpPr>
          <p:spPr>
            <a:xfrm>
              <a:off x="1636025" y="3220325"/>
              <a:ext cx="267925" cy="268575"/>
            </a:xfrm>
            <a:custGeom>
              <a:rect b="b" l="l" r="r" t="t"/>
              <a:pathLst>
                <a:path extrusionOk="0" h="10743" w="10717">
                  <a:moveTo>
                    <a:pt x="1234" y="5058"/>
                  </a:moveTo>
                  <a:cubicBezTo>
                    <a:pt x="1393" y="5058"/>
                    <a:pt x="1548" y="5182"/>
                    <a:pt x="1548" y="5360"/>
                  </a:cubicBezTo>
                  <a:cubicBezTo>
                    <a:pt x="1548" y="5551"/>
                    <a:pt x="1405" y="5693"/>
                    <a:pt x="1239" y="5693"/>
                  </a:cubicBezTo>
                  <a:cubicBezTo>
                    <a:pt x="953" y="5693"/>
                    <a:pt x="810" y="5336"/>
                    <a:pt x="1024" y="5146"/>
                  </a:cubicBezTo>
                  <a:cubicBezTo>
                    <a:pt x="1085" y="5085"/>
                    <a:pt x="1160" y="5058"/>
                    <a:pt x="1234" y="5058"/>
                  </a:cubicBezTo>
                  <a:close/>
                  <a:moveTo>
                    <a:pt x="1281" y="6310"/>
                  </a:moveTo>
                  <a:cubicBezTo>
                    <a:pt x="1677" y="6310"/>
                    <a:pt x="1677" y="6934"/>
                    <a:pt x="1281" y="6934"/>
                  </a:cubicBezTo>
                  <a:cubicBezTo>
                    <a:pt x="1268" y="6934"/>
                    <a:pt x="1253" y="6933"/>
                    <a:pt x="1239" y="6932"/>
                  </a:cubicBezTo>
                  <a:cubicBezTo>
                    <a:pt x="858" y="6908"/>
                    <a:pt x="858" y="6360"/>
                    <a:pt x="1239" y="6313"/>
                  </a:cubicBezTo>
                  <a:cubicBezTo>
                    <a:pt x="1253" y="6311"/>
                    <a:pt x="1268" y="6310"/>
                    <a:pt x="1281" y="6310"/>
                  </a:cubicBezTo>
                  <a:close/>
                  <a:moveTo>
                    <a:pt x="1245" y="7567"/>
                  </a:moveTo>
                  <a:cubicBezTo>
                    <a:pt x="1400" y="7567"/>
                    <a:pt x="1548" y="7694"/>
                    <a:pt x="1548" y="7884"/>
                  </a:cubicBezTo>
                  <a:cubicBezTo>
                    <a:pt x="1548" y="8051"/>
                    <a:pt x="1405" y="8194"/>
                    <a:pt x="1239" y="8194"/>
                  </a:cubicBezTo>
                  <a:cubicBezTo>
                    <a:pt x="953" y="8194"/>
                    <a:pt x="810" y="7861"/>
                    <a:pt x="1024" y="7670"/>
                  </a:cubicBezTo>
                  <a:cubicBezTo>
                    <a:pt x="1088" y="7599"/>
                    <a:pt x="1167" y="7567"/>
                    <a:pt x="1245" y="7567"/>
                  </a:cubicBezTo>
                  <a:close/>
                  <a:moveTo>
                    <a:pt x="9182" y="3810"/>
                  </a:moveTo>
                  <a:cubicBezTo>
                    <a:pt x="9332" y="3810"/>
                    <a:pt x="9455" y="3944"/>
                    <a:pt x="9455" y="4098"/>
                  </a:cubicBezTo>
                  <a:lnTo>
                    <a:pt x="9455" y="9170"/>
                  </a:lnTo>
                  <a:cubicBezTo>
                    <a:pt x="9455" y="9337"/>
                    <a:pt x="9312" y="9480"/>
                    <a:pt x="9145" y="9480"/>
                  </a:cubicBezTo>
                  <a:lnTo>
                    <a:pt x="2811" y="9480"/>
                  </a:lnTo>
                  <a:cubicBezTo>
                    <a:pt x="2644" y="9480"/>
                    <a:pt x="2501" y="9337"/>
                    <a:pt x="2501" y="9170"/>
                  </a:cubicBezTo>
                  <a:lnTo>
                    <a:pt x="2501" y="4098"/>
                  </a:lnTo>
                  <a:cubicBezTo>
                    <a:pt x="2501" y="3931"/>
                    <a:pt x="2644" y="3812"/>
                    <a:pt x="2811" y="3812"/>
                  </a:cubicBezTo>
                  <a:lnTo>
                    <a:pt x="9145" y="3812"/>
                  </a:lnTo>
                  <a:cubicBezTo>
                    <a:pt x="9157" y="3810"/>
                    <a:pt x="9170" y="3810"/>
                    <a:pt x="9182" y="3810"/>
                  </a:cubicBezTo>
                  <a:close/>
                  <a:moveTo>
                    <a:pt x="7306" y="0"/>
                  </a:moveTo>
                  <a:cubicBezTo>
                    <a:pt x="7285" y="0"/>
                    <a:pt x="7262" y="1"/>
                    <a:pt x="7240" y="2"/>
                  </a:cubicBezTo>
                  <a:lnTo>
                    <a:pt x="4097" y="2"/>
                  </a:lnTo>
                  <a:cubicBezTo>
                    <a:pt x="3715" y="49"/>
                    <a:pt x="3715" y="597"/>
                    <a:pt x="4097" y="645"/>
                  </a:cubicBezTo>
                  <a:lnTo>
                    <a:pt x="7240" y="645"/>
                  </a:lnTo>
                  <a:cubicBezTo>
                    <a:pt x="7255" y="643"/>
                    <a:pt x="7269" y="643"/>
                    <a:pt x="7282" y="643"/>
                  </a:cubicBezTo>
                  <a:cubicBezTo>
                    <a:pt x="7678" y="643"/>
                    <a:pt x="7678" y="1266"/>
                    <a:pt x="7282" y="1266"/>
                  </a:cubicBezTo>
                  <a:cubicBezTo>
                    <a:pt x="7269" y="1266"/>
                    <a:pt x="7255" y="1266"/>
                    <a:pt x="7240" y="1264"/>
                  </a:cubicBezTo>
                  <a:lnTo>
                    <a:pt x="5978" y="1264"/>
                  </a:lnTo>
                  <a:cubicBezTo>
                    <a:pt x="5454" y="1264"/>
                    <a:pt x="5025" y="1693"/>
                    <a:pt x="5025" y="2217"/>
                  </a:cubicBezTo>
                  <a:lnTo>
                    <a:pt x="5025" y="2526"/>
                  </a:lnTo>
                  <a:lnTo>
                    <a:pt x="953" y="2526"/>
                  </a:lnTo>
                  <a:cubicBezTo>
                    <a:pt x="429" y="2526"/>
                    <a:pt x="0" y="2931"/>
                    <a:pt x="0" y="3455"/>
                  </a:cubicBezTo>
                  <a:lnTo>
                    <a:pt x="0" y="9790"/>
                  </a:lnTo>
                  <a:cubicBezTo>
                    <a:pt x="0" y="10313"/>
                    <a:pt x="429" y="10742"/>
                    <a:pt x="953" y="10742"/>
                  </a:cubicBezTo>
                  <a:lnTo>
                    <a:pt x="9788" y="10742"/>
                  </a:lnTo>
                  <a:cubicBezTo>
                    <a:pt x="10312" y="10718"/>
                    <a:pt x="10717" y="10313"/>
                    <a:pt x="10717" y="9790"/>
                  </a:cubicBezTo>
                  <a:lnTo>
                    <a:pt x="10717" y="3455"/>
                  </a:lnTo>
                  <a:cubicBezTo>
                    <a:pt x="10717" y="2945"/>
                    <a:pt x="10311" y="2525"/>
                    <a:pt x="9806" y="2525"/>
                  </a:cubicBezTo>
                  <a:cubicBezTo>
                    <a:pt x="9792" y="2525"/>
                    <a:pt x="9778" y="2526"/>
                    <a:pt x="9764" y="2526"/>
                  </a:cubicBezTo>
                  <a:lnTo>
                    <a:pt x="5668" y="2526"/>
                  </a:lnTo>
                  <a:lnTo>
                    <a:pt x="5668" y="2217"/>
                  </a:lnTo>
                  <a:cubicBezTo>
                    <a:pt x="5668" y="2026"/>
                    <a:pt x="5811" y="1883"/>
                    <a:pt x="5978" y="1883"/>
                  </a:cubicBezTo>
                  <a:lnTo>
                    <a:pt x="7240" y="1883"/>
                  </a:lnTo>
                  <a:cubicBezTo>
                    <a:pt x="7270" y="1885"/>
                    <a:pt x="7299" y="1886"/>
                    <a:pt x="7327" y="1886"/>
                  </a:cubicBezTo>
                  <a:cubicBezTo>
                    <a:pt x="8528" y="1886"/>
                    <a:pt x="8521" y="0"/>
                    <a:pt x="7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9"/>
            <p:cNvSpPr/>
            <p:nvPr/>
          </p:nvSpPr>
          <p:spPr>
            <a:xfrm>
              <a:off x="1714025" y="3331100"/>
              <a:ext cx="142900" cy="110750"/>
            </a:xfrm>
            <a:custGeom>
              <a:rect b="b" l="l" r="r" t="t"/>
              <a:pathLst>
                <a:path extrusionOk="0" h="4430" w="5716">
                  <a:moveTo>
                    <a:pt x="0" y="0"/>
                  </a:moveTo>
                  <a:lnTo>
                    <a:pt x="0" y="4430"/>
                  </a:lnTo>
                  <a:lnTo>
                    <a:pt x="5716" y="4430"/>
                  </a:lnTo>
                  <a:lnTo>
                    <a:pt x="5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9"/>
          <p:cNvGrpSpPr/>
          <p:nvPr/>
        </p:nvGrpSpPr>
        <p:grpSpPr>
          <a:xfrm>
            <a:off x="2525032" y="2929059"/>
            <a:ext cx="350346" cy="266989"/>
            <a:chOff x="2214125" y="3252500"/>
            <a:chExt cx="269725" cy="204825"/>
          </a:xfrm>
        </p:grpSpPr>
        <p:sp>
          <p:nvSpPr>
            <p:cNvPr id="8964" name="Google Shape;8964;p69"/>
            <p:cNvSpPr/>
            <p:nvPr/>
          </p:nvSpPr>
          <p:spPr>
            <a:xfrm>
              <a:off x="2293300" y="3291800"/>
              <a:ext cx="110775" cy="15500"/>
            </a:xfrm>
            <a:custGeom>
              <a:rect b="b" l="l" r="r" t="t"/>
              <a:pathLst>
                <a:path extrusionOk="0" h="620" w="4431">
                  <a:moveTo>
                    <a:pt x="1" y="1"/>
                  </a:moveTo>
                  <a:lnTo>
                    <a:pt x="1" y="620"/>
                  </a:lnTo>
                  <a:lnTo>
                    <a:pt x="4430" y="620"/>
                  </a:lnTo>
                  <a:lnTo>
                    <a:pt x="4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9"/>
            <p:cNvSpPr/>
            <p:nvPr/>
          </p:nvSpPr>
          <p:spPr>
            <a:xfrm>
              <a:off x="2293300" y="3354900"/>
              <a:ext cx="31575" cy="15525"/>
            </a:xfrm>
            <a:custGeom>
              <a:rect b="b" l="l" r="r" t="t"/>
              <a:pathLst>
                <a:path extrusionOk="0" h="621" w="1263">
                  <a:moveTo>
                    <a:pt x="1" y="1"/>
                  </a:moveTo>
                  <a:lnTo>
                    <a:pt x="1" y="620"/>
                  </a:lnTo>
                  <a:lnTo>
                    <a:pt x="1263" y="620"/>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9"/>
            <p:cNvSpPr/>
            <p:nvPr/>
          </p:nvSpPr>
          <p:spPr>
            <a:xfrm>
              <a:off x="2230200" y="3252500"/>
              <a:ext cx="236975" cy="157200"/>
            </a:xfrm>
            <a:custGeom>
              <a:rect b="b" l="l" r="r" t="t"/>
              <a:pathLst>
                <a:path extrusionOk="0" h="6288" w="9479">
                  <a:moveTo>
                    <a:pt x="7276" y="951"/>
                  </a:moveTo>
                  <a:cubicBezTo>
                    <a:pt x="7427" y="951"/>
                    <a:pt x="7549" y="1086"/>
                    <a:pt x="7549" y="1263"/>
                  </a:cubicBezTo>
                  <a:lnTo>
                    <a:pt x="7549" y="2525"/>
                  </a:lnTo>
                  <a:cubicBezTo>
                    <a:pt x="7549" y="2692"/>
                    <a:pt x="7407" y="2811"/>
                    <a:pt x="7240" y="2811"/>
                  </a:cubicBezTo>
                  <a:lnTo>
                    <a:pt x="2215" y="2811"/>
                  </a:lnTo>
                  <a:cubicBezTo>
                    <a:pt x="2048" y="2811"/>
                    <a:pt x="1905" y="2692"/>
                    <a:pt x="1905" y="2525"/>
                  </a:cubicBezTo>
                  <a:lnTo>
                    <a:pt x="1905" y="1263"/>
                  </a:lnTo>
                  <a:cubicBezTo>
                    <a:pt x="1905" y="1086"/>
                    <a:pt x="2028" y="951"/>
                    <a:pt x="2179" y="951"/>
                  </a:cubicBezTo>
                  <a:cubicBezTo>
                    <a:pt x="2191" y="951"/>
                    <a:pt x="2203" y="952"/>
                    <a:pt x="2215" y="953"/>
                  </a:cubicBezTo>
                  <a:lnTo>
                    <a:pt x="7240" y="953"/>
                  </a:lnTo>
                  <a:cubicBezTo>
                    <a:pt x="7252" y="952"/>
                    <a:pt x="7264" y="951"/>
                    <a:pt x="7276" y="951"/>
                  </a:cubicBezTo>
                  <a:close/>
                  <a:moveTo>
                    <a:pt x="7282" y="3452"/>
                  </a:moveTo>
                  <a:cubicBezTo>
                    <a:pt x="7678" y="3452"/>
                    <a:pt x="7678" y="4075"/>
                    <a:pt x="7282" y="4075"/>
                  </a:cubicBezTo>
                  <a:cubicBezTo>
                    <a:pt x="7269" y="4075"/>
                    <a:pt x="7254" y="4075"/>
                    <a:pt x="7240" y="4073"/>
                  </a:cubicBezTo>
                  <a:lnTo>
                    <a:pt x="5359" y="4073"/>
                  </a:lnTo>
                  <a:cubicBezTo>
                    <a:pt x="5343" y="4075"/>
                    <a:pt x="5328" y="4075"/>
                    <a:pt x="5314" y="4075"/>
                  </a:cubicBezTo>
                  <a:cubicBezTo>
                    <a:pt x="4897" y="4075"/>
                    <a:pt x="4897" y="3452"/>
                    <a:pt x="5314" y="3452"/>
                  </a:cubicBezTo>
                  <a:cubicBezTo>
                    <a:pt x="5328" y="3452"/>
                    <a:pt x="5343" y="3452"/>
                    <a:pt x="5359" y="3454"/>
                  </a:cubicBezTo>
                  <a:lnTo>
                    <a:pt x="7240" y="3454"/>
                  </a:lnTo>
                  <a:cubicBezTo>
                    <a:pt x="7254" y="3452"/>
                    <a:pt x="7269" y="3452"/>
                    <a:pt x="7282" y="3452"/>
                  </a:cubicBezTo>
                  <a:close/>
                  <a:moveTo>
                    <a:pt x="4096" y="3454"/>
                  </a:moveTo>
                  <a:cubicBezTo>
                    <a:pt x="4263" y="3454"/>
                    <a:pt x="4406" y="3597"/>
                    <a:pt x="4406" y="3764"/>
                  </a:cubicBezTo>
                  <a:lnTo>
                    <a:pt x="4406" y="5026"/>
                  </a:lnTo>
                  <a:cubicBezTo>
                    <a:pt x="4406" y="5192"/>
                    <a:pt x="4263" y="5335"/>
                    <a:pt x="4096" y="5335"/>
                  </a:cubicBezTo>
                  <a:lnTo>
                    <a:pt x="2215" y="5335"/>
                  </a:lnTo>
                  <a:cubicBezTo>
                    <a:pt x="2048" y="5335"/>
                    <a:pt x="1905" y="5192"/>
                    <a:pt x="1905" y="5026"/>
                  </a:cubicBezTo>
                  <a:lnTo>
                    <a:pt x="1905" y="3764"/>
                  </a:lnTo>
                  <a:cubicBezTo>
                    <a:pt x="1905" y="3597"/>
                    <a:pt x="2048" y="3454"/>
                    <a:pt x="2215" y="3454"/>
                  </a:cubicBezTo>
                  <a:close/>
                  <a:moveTo>
                    <a:pt x="7282" y="4714"/>
                  </a:moveTo>
                  <a:cubicBezTo>
                    <a:pt x="7678" y="4714"/>
                    <a:pt x="7678" y="5338"/>
                    <a:pt x="7282" y="5338"/>
                  </a:cubicBezTo>
                  <a:cubicBezTo>
                    <a:pt x="7269" y="5338"/>
                    <a:pt x="7254" y="5337"/>
                    <a:pt x="7240" y="5335"/>
                  </a:cubicBezTo>
                  <a:lnTo>
                    <a:pt x="5359" y="5335"/>
                  </a:lnTo>
                  <a:cubicBezTo>
                    <a:pt x="5343" y="5337"/>
                    <a:pt x="5328" y="5338"/>
                    <a:pt x="5314" y="5338"/>
                  </a:cubicBezTo>
                  <a:cubicBezTo>
                    <a:pt x="4897" y="5338"/>
                    <a:pt x="4897" y="4714"/>
                    <a:pt x="5314" y="4714"/>
                  </a:cubicBezTo>
                  <a:cubicBezTo>
                    <a:pt x="5328" y="4714"/>
                    <a:pt x="5343" y="4715"/>
                    <a:pt x="5359" y="4716"/>
                  </a:cubicBezTo>
                  <a:lnTo>
                    <a:pt x="7240" y="4716"/>
                  </a:lnTo>
                  <a:cubicBezTo>
                    <a:pt x="7254" y="4715"/>
                    <a:pt x="7269" y="4714"/>
                    <a:pt x="7282" y="4714"/>
                  </a:cubicBezTo>
                  <a:close/>
                  <a:moveTo>
                    <a:pt x="929" y="1"/>
                  </a:moveTo>
                  <a:cubicBezTo>
                    <a:pt x="429" y="1"/>
                    <a:pt x="0" y="429"/>
                    <a:pt x="0" y="953"/>
                  </a:cubicBezTo>
                  <a:lnTo>
                    <a:pt x="0" y="6288"/>
                  </a:lnTo>
                  <a:lnTo>
                    <a:pt x="9478" y="6288"/>
                  </a:lnTo>
                  <a:lnTo>
                    <a:pt x="9478" y="953"/>
                  </a:lnTo>
                  <a:cubicBezTo>
                    <a:pt x="9455" y="429"/>
                    <a:pt x="9050" y="1"/>
                    <a:pt x="8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2214125" y="3425750"/>
              <a:ext cx="269725" cy="31575"/>
            </a:xfrm>
            <a:custGeom>
              <a:rect b="b" l="l" r="r" t="t"/>
              <a:pathLst>
                <a:path extrusionOk="0" h="1263" w="10789">
                  <a:moveTo>
                    <a:pt x="334" y="1"/>
                  </a:moveTo>
                  <a:cubicBezTo>
                    <a:pt x="215" y="1"/>
                    <a:pt x="119" y="48"/>
                    <a:pt x="72" y="144"/>
                  </a:cubicBezTo>
                  <a:cubicBezTo>
                    <a:pt x="0" y="215"/>
                    <a:pt x="0" y="334"/>
                    <a:pt x="24" y="429"/>
                  </a:cubicBezTo>
                  <a:cubicBezTo>
                    <a:pt x="143" y="691"/>
                    <a:pt x="286" y="930"/>
                    <a:pt x="477" y="1144"/>
                  </a:cubicBezTo>
                  <a:cubicBezTo>
                    <a:pt x="548" y="1215"/>
                    <a:pt x="619" y="1263"/>
                    <a:pt x="715" y="1263"/>
                  </a:cubicBezTo>
                  <a:lnTo>
                    <a:pt x="10026" y="1263"/>
                  </a:lnTo>
                  <a:cubicBezTo>
                    <a:pt x="10121" y="1263"/>
                    <a:pt x="10217" y="1215"/>
                    <a:pt x="10264" y="1144"/>
                  </a:cubicBezTo>
                  <a:cubicBezTo>
                    <a:pt x="10455" y="930"/>
                    <a:pt x="10622" y="691"/>
                    <a:pt x="10717" y="429"/>
                  </a:cubicBezTo>
                  <a:cubicBezTo>
                    <a:pt x="10788" y="215"/>
                    <a:pt x="10645" y="1"/>
                    <a:pt x="104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69"/>
          <p:cNvGrpSpPr/>
          <p:nvPr/>
        </p:nvGrpSpPr>
        <p:grpSpPr>
          <a:xfrm>
            <a:off x="3276673" y="2898036"/>
            <a:ext cx="348040" cy="328352"/>
            <a:chOff x="2792800" y="3228700"/>
            <a:chExt cx="267950" cy="251900"/>
          </a:xfrm>
        </p:grpSpPr>
        <p:sp>
          <p:nvSpPr>
            <p:cNvPr id="8969" name="Google Shape;8969;p69"/>
            <p:cNvSpPr/>
            <p:nvPr/>
          </p:nvSpPr>
          <p:spPr>
            <a:xfrm>
              <a:off x="2852950" y="3276325"/>
              <a:ext cx="128625" cy="109675"/>
            </a:xfrm>
            <a:custGeom>
              <a:rect b="b" l="l" r="r" t="t"/>
              <a:pathLst>
                <a:path extrusionOk="0" h="4387" w="5145">
                  <a:moveTo>
                    <a:pt x="2953" y="2501"/>
                  </a:moveTo>
                  <a:cubicBezTo>
                    <a:pt x="2928" y="2501"/>
                    <a:pt x="2904" y="2501"/>
                    <a:pt x="2879" y="2502"/>
                  </a:cubicBezTo>
                  <a:lnTo>
                    <a:pt x="2879" y="2502"/>
                  </a:lnTo>
                  <a:cubicBezTo>
                    <a:pt x="2906" y="2504"/>
                    <a:pt x="2933" y="2506"/>
                    <a:pt x="2961" y="2506"/>
                  </a:cubicBezTo>
                  <a:cubicBezTo>
                    <a:pt x="2986" y="2506"/>
                    <a:pt x="3012" y="2505"/>
                    <a:pt x="3038" y="2503"/>
                  </a:cubicBezTo>
                  <a:lnTo>
                    <a:pt x="3038" y="2503"/>
                  </a:lnTo>
                  <a:cubicBezTo>
                    <a:pt x="3010" y="2501"/>
                    <a:pt x="2981" y="2501"/>
                    <a:pt x="2953" y="2501"/>
                  </a:cubicBezTo>
                  <a:close/>
                  <a:moveTo>
                    <a:pt x="2953" y="620"/>
                  </a:moveTo>
                  <a:cubicBezTo>
                    <a:pt x="3787" y="620"/>
                    <a:pt x="4215" y="1644"/>
                    <a:pt x="3620" y="2239"/>
                  </a:cubicBezTo>
                  <a:cubicBezTo>
                    <a:pt x="3450" y="2402"/>
                    <a:pt x="3244" y="2486"/>
                    <a:pt x="3038" y="2503"/>
                  </a:cubicBezTo>
                  <a:lnTo>
                    <a:pt x="3038" y="2503"/>
                  </a:lnTo>
                  <a:cubicBezTo>
                    <a:pt x="3379" y="2516"/>
                    <a:pt x="3717" y="2611"/>
                    <a:pt x="4025" y="2787"/>
                  </a:cubicBezTo>
                  <a:cubicBezTo>
                    <a:pt x="4168" y="2858"/>
                    <a:pt x="4215" y="3049"/>
                    <a:pt x="4144" y="3215"/>
                  </a:cubicBezTo>
                  <a:cubicBezTo>
                    <a:pt x="4078" y="3314"/>
                    <a:pt x="3967" y="3367"/>
                    <a:pt x="3857" y="3367"/>
                  </a:cubicBezTo>
                  <a:cubicBezTo>
                    <a:pt x="3808" y="3367"/>
                    <a:pt x="3760" y="3357"/>
                    <a:pt x="3715" y="3334"/>
                  </a:cubicBezTo>
                  <a:cubicBezTo>
                    <a:pt x="3477" y="3203"/>
                    <a:pt x="3215" y="3138"/>
                    <a:pt x="2953" y="3138"/>
                  </a:cubicBezTo>
                  <a:cubicBezTo>
                    <a:pt x="2691" y="3138"/>
                    <a:pt x="2429" y="3203"/>
                    <a:pt x="2191" y="3334"/>
                  </a:cubicBezTo>
                  <a:cubicBezTo>
                    <a:pt x="2146" y="3364"/>
                    <a:pt x="2097" y="3378"/>
                    <a:pt x="2047" y="3378"/>
                  </a:cubicBezTo>
                  <a:cubicBezTo>
                    <a:pt x="1938" y="3378"/>
                    <a:pt x="1828" y="3313"/>
                    <a:pt x="1762" y="3215"/>
                  </a:cubicBezTo>
                  <a:cubicBezTo>
                    <a:pt x="1691" y="3049"/>
                    <a:pt x="1739" y="2858"/>
                    <a:pt x="1882" y="2787"/>
                  </a:cubicBezTo>
                  <a:cubicBezTo>
                    <a:pt x="2193" y="2609"/>
                    <a:pt x="2535" y="2514"/>
                    <a:pt x="2879" y="2502"/>
                  </a:cubicBezTo>
                  <a:lnTo>
                    <a:pt x="2879" y="2502"/>
                  </a:lnTo>
                  <a:cubicBezTo>
                    <a:pt x="2420" y="2464"/>
                    <a:pt x="2001" y="2106"/>
                    <a:pt x="2001" y="1572"/>
                  </a:cubicBezTo>
                  <a:cubicBezTo>
                    <a:pt x="2001" y="1048"/>
                    <a:pt x="2429" y="620"/>
                    <a:pt x="2953" y="620"/>
                  </a:cubicBezTo>
                  <a:close/>
                  <a:moveTo>
                    <a:pt x="2953" y="0"/>
                  </a:moveTo>
                  <a:cubicBezTo>
                    <a:pt x="1000" y="0"/>
                    <a:pt x="0" y="2358"/>
                    <a:pt x="1405" y="3739"/>
                  </a:cubicBezTo>
                  <a:cubicBezTo>
                    <a:pt x="1852" y="4186"/>
                    <a:pt x="2401" y="4386"/>
                    <a:pt x="2940" y="4386"/>
                  </a:cubicBezTo>
                  <a:cubicBezTo>
                    <a:pt x="4066" y="4386"/>
                    <a:pt x="5144" y="3512"/>
                    <a:pt x="5144" y="2191"/>
                  </a:cubicBezTo>
                  <a:cubicBezTo>
                    <a:pt x="5144" y="977"/>
                    <a:pt x="4168"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9"/>
            <p:cNvSpPr/>
            <p:nvPr/>
          </p:nvSpPr>
          <p:spPr>
            <a:xfrm>
              <a:off x="2792800" y="3228700"/>
              <a:ext cx="267950" cy="204225"/>
            </a:xfrm>
            <a:custGeom>
              <a:rect b="b" l="l" r="r" t="t"/>
              <a:pathLst>
                <a:path extrusionOk="0" h="8169" w="10718">
                  <a:moveTo>
                    <a:pt x="5344" y="1259"/>
                  </a:moveTo>
                  <a:cubicBezTo>
                    <a:pt x="6799" y="1259"/>
                    <a:pt x="8193" y="2389"/>
                    <a:pt x="8193" y="4096"/>
                  </a:cubicBezTo>
                  <a:cubicBezTo>
                    <a:pt x="8193" y="5644"/>
                    <a:pt x="6931" y="6906"/>
                    <a:pt x="5359" y="6930"/>
                  </a:cubicBezTo>
                  <a:cubicBezTo>
                    <a:pt x="2835" y="6930"/>
                    <a:pt x="1573" y="3882"/>
                    <a:pt x="3359" y="2096"/>
                  </a:cubicBezTo>
                  <a:cubicBezTo>
                    <a:pt x="3937" y="1518"/>
                    <a:pt x="4647" y="1259"/>
                    <a:pt x="5344" y="1259"/>
                  </a:cubicBezTo>
                  <a:close/>
                  <a:moveTo>
                    <a:pt x="930" y="0"/>
                  </a:moveTo>
                  <a:cubicBezTo>
                    <a:pt x="406" y="0"/>
                    <a:pt x="1" y="429"/>
                    <a:pt x="1" y="953"/>
                  </a:cubicBezTo>
                  <a:lnTo>
                    <a:pt x="1" y="7240"/>
                  </a:lnTo>
                  <a:cubicBezTo>
                    <a:pt x="1" y="7764"/>
                    <a:pt x="430" y="8169"/>
                    <a:pt x="930" y="8169"/>
                  </a:cubicBezTo>
                  <a:lnTo>
                    <a:pt x="9789" y="8169"/>
                  </a:lnTo>
                  <a:cubicBezTo>
                    <a:pt x="10289" y="8169"/>
                    <a:pt x="10717" y="7764"/>
                    <a:pt x="10717" y="7240"/>
                  </a:cubicBezTo>
                  <a:lnTo>
                    <a:pt x="10717" y="953"/>
                  </a:lnTo>
                  <a:cubicBezTo>
                    <a:pt x="10717" y="429"/>
                    <a:pt x="10289" y="0"/>
                    <a:pt x="9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9"/>
            <p:cNvSpPr/>
            <p:nvPr/>
          </p:nvSpPr>
          <p:spPr>
            <a:xfrm>
              <a:off x="2919025" y="3307275"/>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9"/>
            <p:cNvSpPr/>
            <p:nvPr/>
          </p:nvSpPr>
          <p:spPr>
            <a:xfrm>
              <a:off x="2852700" y="3448975"/>
              <a:ext cx="148175" cy="31625"/>
            </a:xfrm>
            <a:custGeom>
              <a:rect b="b" l="l" r="r" t="t"/>
              <a:pathLst>
                <a:path extrusionOk="0" h="1265" w="5927">
                  <a:moveTo>
                    <a:pt x="1820" y="1"/>
                  </a:moveTo>
                  <a:cubicBezTo>
                    <a:pt x="1749" y="215"/>
                    <a:pt x="1630" y="429"/>
                    <a:pt x="1534" y="620"/>
                  </a:cubicBezTo>
                  <a:lnTo>
                    <a:pt x="439" y="620"/>
                  </a:lnTo>
                  <a:cubicBezTo>
                    <a:pt x="425" y="618"/>
                    <a:pt x="411" y="618"/>
                    <a:pt x="398" y="618"/>
                  </a:cubicBezTo>
                  <a:cubicBezTo>
                    <a:pt x="0" y="618"/>
                    <a:pt x="0" y="1265"/>
                    <a:pt x="398" y="1265"/>
                  </a:cubicBezTo>
                  <a:cubicBezTo>
                    <a:pt x="411" y="1265"/>
                    <a:pt x="425" y="1264"/>
                    <a:pt x="439" y="1263"/>
                  </a:cubicBezTo>
                  <a:lnTo>
                    <a:pt x="5488" y="1263"/>
                  </a:lnTo>
                  <a:cubicBezTo>
                    <a:pt x="5502" y="1264"/>
                    <a:pt x="5515" y="1265"/>
                    <a:pt x="5529" y="1265"/>
                  </a:cubicBezTo>
                  <a:cubicBezTo>
                    <a:pt x="5926" y="1265"/>
                    <a:pt x="5926" y="618"/>
                    <a:pt x="5529" y="618"/>
                  </a:cubicBezTo>
                  <a:cubicBezTo>
                    <a:pt x="5515" y="618"/>
                    <a:pt x="5502" y="618"/>
                    <a:pt x="5488" y="620"/>
                  </a:cubicBezTo>
                  <a:lnTo>
                    <a:pt x="4392" y="620"/>
                  </a:lnTo>
                  <a:cubicBezTo>
                    <a:pt x="4273" y="429"/>
                    <a:pt x="4178" y="215"/>
                    <a:pt x="4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9"/>
          <p:cNvGrpSpPr/>
          <p:nvPr/>
        </p:nvGrpSpPr>
        <p:grpSpPr>
          <a:xfrm>
            <a:off x="4027567" y="2898036"/>
            <a:ext cx="348820" cy="328286"/>
            <a:chOff x="3370900" y="3228700"/>
            <a:chExt cx="268550" cy="251850"/>
          </a:xfrm>
        </p:grpSpPr>
        <p:sp>
          <p:nvSpPr>
            <p:cNvPr id="8974" name="Google Shape;8974;p69"/>
            <p:cNvSpPr/>
            <p:nvPr/>
          </p:nvSpPr>
          <p:spPr>
            <a:xfrm>
              <a:off x="3481650" y="3370400"/>
              <a:ext cx="47050" cy="15500"/>
            </a:xfrm>
            <a:custGeom>
              <a:rect b="b" l="l" r="r" t="t"/>
              <a:pathLst>
                <a:path extrusionOk="0" h="620" w="1882">
                  <a:moveTo>
                    <a:pt x="0" y="0"/>
                  </a:moveTo>
                  <a:lnTo>
                    <a:pt x="0" y="619"/>
                  </a:lnTo>
                  <a:lnTo>
                    <a:pt x="1882" y="619"/>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9"/>
            <p:cNvSpPr/>
            <p:nvPr/>
          </p:nvSpPr>
          <p:spPr>
            <a:xfrm>
              <a:off x="3497125" y="3401950"/>
              <a:ext cx="15500" cy="28000"/>
            </a:xfrm>
            <a:custGeom>
              <a:rect b="b" l="l" r="r" t="t"/>
              <a:pathLst>
                <a:path extrusionOk="0" h="1120" w="620">
                  <a:moveTo>
                    <a:pt x="0" y="0"/>
                  </a:moveTo>
                  <a:lnTo>
                    <a:pt x="0" y="810"/>
                  </a:lnTo>
                  <a:lnTo>
                    <a:pt x="334" y="1120"/>
                  </a:lnTo>
                  <a:lnTo>
                    <a:pt x="620" y="81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9"/>
            <p:cNvSpPr/>
            <p:nvPr/>
          </p:nvSpPr>
          <p:spPr>
            <a:xfrm>
              <a:off x="3370900" y="3228700"/>
              <a:ext cx="268550" cy="139925"/>
            </a:xfrm>
            <a:custGeom>
              <a:rect b="b" l="l" r="r" t="t"/>
              <a:pathLst>
                <a:path extrusionOk="0" h="5597" w="10742">
                  <a:moveTo>
                    <a:pt x="3478" y="0"/>
                  </a:moveTo>
                  <a:cubicBezTo>
                    <a:pt x="3311" y="0"/>
                    <a:pt x="3168" y="143"/>
                    <a:pt x="3168" y="334"/>
                  </a:cubicBezTo>
                  <a:lnTo>
                    <a:pt x="3168" y="1905"/>
                  </a:lnTo>
                  <a:lnTo>
                    <a:pt x="310" y="1905"/>
                  </a:lnTo>
                  <a:cubicBezTo>
                    <a:pt x="298" y="1904"/>
                    <a:pt x="286" y="1903"/>
                    <a:pt x="274" y="1903"/>
                  </a:cubicBezTo>
                  <a:cubicBezTo>
                    <a:pt x="124" y="1903"/>
                    <a:pt x="1" y="2038"/>
                    <a:pt x="1" y="2215"/>
                  </a:cubicBezTo>
                  <a:lnTo>
                    <a:pt x="1" y="4692"/>
                  </a:lnTo>
                  <a:cubicBezTo>
                    <a:pt x="1" y="4835"/>
                    <a:pt x="96" y="4954"/>
                    <a:pt x="239" y="5001"/>
                  </a:cubicBezTo>
                  <a:cubicBezTo>
                    <a:pt x="1406" y="5287"/>
                    <a:pt x="2597" y="5478"/>
                    <a:pt x="3787" y="5597"/>
                  </a:cubicBezTo>
                  <a:lnTo>
                    <a:pt x="3787" y="5358"/>
                  </a:lnTo>
                  <a:cubicBezTo>
                    <a:pt x="3787" y="5168"/>
                    <a:pt x="3930" y="5025"/>
                    <a:pt x="4097" y="5025"/>
                  </a:cubicBezTo>
                  <a:lnTo>
                    <a:pt x="4407" y="5025"/>
                  </a:lnTo>
                  <a:lnTo>
                    <a:pt x="4407" y="1905"/>
                  </a:lnTo>
                  <a:lnTo>
                    <a:pt x="3787" y="1905"/>
                  </a:lnTo>
                  <a:lnTo>
                    <a:pt x="3787" y="643"/>
                  </a:lnTo>
                  <a:lnTo>
                    <a:pt x="6931" y="643"/>
                  </a:lnTo>
                  <a:lnTo>
                    <a:pt x="6931" y="1905"/>
                  </a:lnTo>
                  <a:lnTo>
                    <a:pt x="6312" y="1905"/>
                  </a:lnTo>
                  <a:lnTo>
                    <a:pt x="6312" y="5049"/>
                  </a:lnTo>
                  <a:lnTo>
                    <a:pt x="6621" y="5049"/>
                  </a:lnTo>
                  <a:cubicBezTo>
                    <a:pt x="6633" y="5047"/>
                    <a:pt x="6646" y="5046"/>
                    <a:pt x="6658" y="5046"/>
                  </a:cubicBezTo>
                  <a:cubicBezTo>
                    <a:pt x="6808" y="5046"/>
                    <a:pt x="6931" y="5182"/>
                    <a:pt x="6931" y="5358"/>
                  </a:cubicBezTo>
                  <a:lnTo>
                    <a:pt x="6931" y="5597"/>
                  </a:lnTo>
                  <a:cubicBezTo>
                    <a:pt x="8122" y="5478"/>
                    <a:pt x="9312" y="5287"/>
                    <a:pt x="10479" y="5001"/>
                  </a:cubicBezTo>
                  <a:cubicBezTo>
                    <a:pt x="10622" y="4954"/>
                    <a:pt x="10717" y="4835"/>
                    <a:pt x="10741" y="4692"/>
                  </a:cubicBezTo>
                  <a:lnTo>
                    <a:pt x="10741" y="2215"/>
                  </a:lnTo>
                  <a:cubicBezTo>
                    <a:pt x="10717" y="2024"/>
                    <a:pt x="10598" y="1905"/>
                    <a:pt x="10408" y="1905"/>
                  </a:cubicBezTo>
                  <a:lnTo>
                    <a:pt x="7574" y="1905"/>
                  </a:lnTo>
                  <a:lnTo>
                    <a:pt x="7574" y="334"/>
                  </a:lnTo>
                  <a:cubicBezTo>
                    <a:pt x="7574" y="143"/>
                    <a:pt x="7431" y="0"/>
                    <a:pt x="7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9"/>
            <p:cNvSpPr/>
            <p:nvPr/>
          </p:nvSpPr>
          <p:spPr>
            <a:xfrm>
              <a:off x="3497125" y="3276325"/>
              <a:ext cx="15500" cy="78600"/>
            </a:xfrm>
            <a:custGeom>
              <a:rect b="b" l="l" r="r" t="t"/>
              <a:pathLst>
                <a:path extrusionOk="0" h="3144" w="620">
                  <a:moveTo>
                    <a:pt x="0" y="0"/>
                  </a:moveTo>
                  <a:lnTo>
                    <a:pt x="0" y="3144"/>
                  </a:lnTo>
                  <a:lnTo>
                    <a:pt x="620" y="3144"/>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9"/>
            <p:cNvSpPr/>
            <p:nvPr/>
          </p:nvSpPr>
          <p:spPr>
            <a:xfrm>
              <a:off x="3386400" y="3372175"/>
              <a:ext cx="236975" cy="108375"/>
            </a:xfrm>
            <a:custGeom>
              <a:rect b="b" l="l" r="r" t="t"/>
              <a:pathLst>
                <a:path extrusionOk="0" h="4335" w="9479">
                  <a:moveTo>
                    <a:pt x="0" y="1"/>
                  </a:moveTo>
                  <a:lnTo>
                    <a:pt x="0" y="4001"/>
                  </a:lnTo>
                  <a:cubicBezTo>
                    <a:pt x="0" y="4192"/>
                    <a:pt x="143" y="4311"/>
                    <a:pt x="333" y="4335"/>
                  </a:cubicBezTo>
                  <a:lnTo>
                    <a:pt x="9169" y="4335"/>
                  </a:lnTo>
                  <a:cubicBezTo>
                    <a:pt x="9335" y="4311"/>
                    <a:pt x="9478" y="4192"/>
                    <a:pt x="9478" y="4001"/>
                  </a:cubicBezTo>
                  <a:lnTo>
                    <a:pt x="9478" y="1"/>
                  </a:lnTo>
                  <a:cubicBezTo>
                    <a:pt x="8430" y="239"/>
                    <a:pt x="7382" y="382"/>
                    <a:pt x="6311" y="501"/>
                  </a:cubicBezTo>
                  <a:lnTo>
                    <a:pt x="6311" y="882"/>
                  </a:lnTo>
                  <a:cubicBezTo>
                    <a:pt x="6311" y="1048"/>
                    <a:pt x="6168" y="1191"/>
                    <a:pt x="6001" y="1191"/>
                  </a:cubicBezTo>
                  <a:lnTo>
                    <a:pt x="5692" y="1191"/>
                  </a:lnTo>
                  <a:lnTo>
                    <a:pt x="5692" y="2144"/>
                  </a:lnTo>
                  <a:cubicBezTo>
                    <a:pt x="5692" y="2215"/>
                    <a:pt x="5668" y="2287"/>
                    <a:pt x="5596" y="2358"/>
                  </a:cubicBezTo>
                  <a:lnTo>
                    <a:pt x="4977" y="2977"/>
                  </a:lnTo>
                  <a:cubicBezTo>
                    <a:pt x="4906" y="3037"/>
                    <a:pt x="4822" y="3067"/>
                    <a:pt x="4742" y="3067"/>
                  </a:cubicBezTo>
                  <a:cubicBezTo>
                    <a:pt x="4662" y="3067"/>
                    <a:pt x="4584" y="3037"/>
                    <a:pt x="4525" y="2977"/>
                  </a:cubicBezTo>
                  <a:lnTo>
                    <a:pt x="3882" y="2358"/>
                  </a:lnTo>
                  <a:cubicBezTo>
                    <a:pt x="3834" y="2287"/>
                    <a:pt x="3810" y="2215"/>
                    <a:pt x="3810" y="2144"/>
                  </a:cubicBezTo>
                  <a:lnTo>
                    <a:pt x="3810" y="1191"/>
                  </a:lnTo>
                  <a:lnTo>
                    <a:pt x="3477" y="1191"/>
                  </a:lnTo>
                  <a:cubicBezTo>
                    <a:pt x="3310" y="1191"/>
                    <a:pt x="3167" y="1048"/>
                    <a:pt x="3167" y="882"/>
                  </a:cubicBezTo>
                  <a:lnTo>
                    <a:pt x="3167" y="501"/>
                  </a:lnTo>
                  <a:cubicBezTo>
                    <a:pt x="2119" y="382"/>
                    <a:pt x="1048" y="23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9"/>
          <p:cNvGrpSpPr/>
          <p:nvPr/>
        </p:nvGrpSpPr>
        <p:grpSpPr>
          <a:xfrm>
            <a:off x="4778461" y="2887901"/>
            <a:ext cx="350346" cy="350055"/>
            <a:chOff x="3949000" y="3220925"/>
            <a:chExt cx="269725" cy="268550"/>
          </a:xfrm>
        </p:grpSpPr>
        <p:sp>
          <p:nvSpPr>
            <p:cNvPr id="8980" name="Google Shape;8980;p69"/>
            <p:cNvSpPr/>
            <p:nvPr/>
          </p:nvSpPr>
          <p:spPr>
            <a:xfrm>
              <a:off x="4027175" y="3362650"/>
              <a:ext cx="191550" cy="126825"/>
            </a:xfrm>
            <a:custGeom>
              <a:rect b="b" l="l" r="r" t="t"/>
              <a:pathLst>
                <a:path extrusionOk="0" h="5073" w="7662">
                  <a:moveTo>
                    <a:pt x="2935" y="1874"/>
                  </a:moveTo>
                  <a:cubicBezTo>
                    <a:pt x="3097" y="1874"/>
                    <a:pt x="3256" y="2001"/>
                    <a:pt x="3256" y="2191"/>
                  </a:cubicBezTo>
                  <a:cubicBezTo>
                    <a:pt x="3256" y="2358"/>
                    <a:pt x="3113" y="2501"/>
                    <a:pt x="2946" y="2501"/>
                  </a:cubicBezTo>
                  <a:cubicBezTo>
                    <a:pt x="2661" y="2501"/>
                    <a:pt x="2518" y="2168"/>
                    <a:pt x="2708" y="1977"/>
                  </a:cubicBezTo>
                  <a:cubicBezTo>
                    <a:pt x="2772" y="1906"/>
                    <a:pt x="2854" y="1874"/>
                    <a:pt x="2935" y="1874"/>
                  </a:cubicBezTo>
                  <a:close/>
                  <a:moveTo>
                    <a:pt x="4197" y="1874"/>
                  </a:moveTo>
                  <a:cubicBezTo>
                    <a:pt x="4359" y="1874"/>
                    <a:pt x="4518" y="2001"/>
                    <a:pt x="4518" y="2191"/>
                  </a:cubicBezTo>
                  <a:cubicBezTo>
                    <a:pt x="4518" y="2358"/>
                    <a:pt x="4375" y="2501"/>
                    <a:pt x="4185" y="2501"/>
                  </a:cubicBezTo>
                  <a:cubicBezTo>
                    <a:pt x="3899" y="2501"/>
                    <a:pt x="3780" y="2168"/>
                    <a:pt x="3970" y="1977"/>
                  </a:cubicBezTo>
                  <a:cubicBezTo>
                    <a:pt x="4034" y="1906"/>
                    <a:pt x="4116" y="1874"/>
                    <a:pt x="4197" y="1874"/>
                  </a:cubicBezTo>
                  <a:close/>
                  <a:moveTo>
                    <a:pt x="5435" y="1874"/>
                  </a:moveTo>
                  <a:cubicBezTo>
                    <a:pt x="5598" y="1874"/>
                    <a:pt x="5756" y="2001"/>
                    <a:pt x="5756" y="2191"/>
                  </a:cubicBezTo>
                  <a:cubicBezTo>
                    <a:pt x="5756" y="2358"/>
                    <a:pt x="5614" y="2501"/>
                    <a:pt x="5447" y="2501"/>
                  </a:cubicBezTo>
                  <a:cubicBezTo>
                    <a:pt x="5437" y="2502"/>
                    <a:pt x="5428" y="2502"/>
                    <a:pt x="5418" y="2502"/>
                  </a:cubicBezTo>
                  <a:cubicBezTo>
                    <a:pt x="5152" y="2502"/>
                    <a:pt x="5025" y="2184"/>
                    <a:pt x="5209" y="1977"/>
                  </a:cubicBezTo>
                  <a:cubicBezTo>
                    <a:pt x="5272" y="1906"/>
                    <a:pt x="5354" y="1874"/>
                    <a:pt x="5435" y="1874"/>
                  </a:cubicBezTo>
                  <a:close/>
                  <a:moveTo>
                    <a:pt x="2917" y="0"/>
                  </a:moveTo>
                  <a:cubicBezTo>
                    <a:pt x="984" y="0"/>
                    <a:pt x="0" y="2341"/>
                    <a:pt x="1375" y="3716"/>
                  </a:cubicBezTo>
                  <a:lnTo>
                    <a:pt x="1375" y="4740"/>
                  </a:lnTo>
                  <a:cubicBezTo>
                    <a:pt x="1351" y="4859"/>
                    <a:pt x="1446" y="4978"/>
                    <a:pt x="1565" y="5049"/>
                  </a:cubicBezTo>
                  <a:cubicBezTo>
                    <a:pt x="1605" y="5065"/>
                    <a:pt x="1645" y="5073"/>
                    <a:pt x="1683" y="5073"/>
                  </a:cubicBezTo>
                  <a:cubicBezTo>
                    <a:pt x="1761" y="5073"/>
                    <a:pt x="1835" y="5041"/>
                    <a:pt x="1899" y="4978"/>
                  </a:cubicBezTo>
                  <a:lnTo>
                    <a:pt x="2494" y="4382"/>
                  </a:lnTo>
                  <a:cubicBezTo>
                    <a:pt x="2637" y="4406"/>
                    <a:pt x="2780" y="4406"/>
                    <a:pt x="2946" y="4406"/>
                  </a:cubicBezTo>
                  <a:lnTo>
                    <a:pt x="5447" y="4406"/>
                  </a:lnTo>
                  <a:cubicBezTo>
                    <a:pt x="6661" y="4406"/>
                    <a:pt x="7662" y="3430"/>
                    <a:pt x="7662" y="2215"/>
                  </a:cubicBezTo>
                  <a:cubicBezTo>
                    <a:pt x="7662" y="1001"/>
                    <a:pt x="6661" y="0"/>
                    <a:pt x="5447" y="0"/>
                  </a:cubicBezTo>
                  <a:lnTo>
                    <a:pt x="2946" y="0"/>
                  </a:lnTo>
                  <a:cubicBezTo>
                    <a:pt x="2937" y="0"/>
                    <a:pt x="2927" y="0"/>
                    <a:pt x="2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9"/>
            <p:cNvSpPr/>
            <p:nvPr/>
          </p:nvSpPr>
          <p:spPr>
            <a:xfrm>
              <a:off x="3949000" y="3220925"/>
              <a:ext cx="193525" cy="125900"/>
            </a:xfrm>
            <a:custGeom>
              <a:rect b="b" l="l" r="r" t="t"/>
              <a:pathLst>
                <a:path extrusionOk="0" h="5036" w="7741">
                  <a:moveTo>
                    <a:pt x="2287" y="1883"/>
                  </a:moveTo>
                  <a:cubicBezTo>
                    <a:pt x="2573" y="1883"/>
                    <a:pt x="2716" y="2240"/>
                    <a:pt x="2501" y="2431"/>
                  </a:cubicBezTo>
                  <a:cubicBezTo>
                    <a:pt x="2441" y="2491"/>
                    <a:pt x="2365" y="2518"/>
                    <a:pt x="2291" y="2518"/>
                  </a:cubicBezTo>
                  <a:cubicBezTo>
                    <a:pt x="2132" y="2518"/>
                    <a:pt x="1977" y="2395"/>
                    <a:pt x="1977" y="2216"/>
                  </a:cubicBezTo>
                  <a:cubicBezTo>
                    <a:pt x="1977" y="2026"/>
                    <a:pt x="2120" y="1883"/>
                    <a:pt x="2287" y="1883"/>
                  </a:cubicBezTo>
                  <a:close/>
                  <a:moveTo>
                    <a:pt x="3549" y="1883"/>
                  </a:moveTo>
                  <a:cubicBezTo>
                    <a:pt x="3835" y="1883"/>
                    <a:pt x="3978" y="2216"/>
                    <a:pt x="3763" y="2431"/>
                  </a:cubicBezTo>
                  <a:cubicBezTo>
                    <a:pt x="3703" y="2491"/>
                    <a:pt x="3628" y="2518"/>
                    <a:pt x="3553" y="2518"/>
                  </a:cubicBezTo>
                  <a:cubicBezTo>
                    <a:pt x="3394" y="2518"/>
                    <a:pt x="3239" y="2395"/>
                    <a:pt x="3239" y="2216"/>
                  </a:cubicBezTo>
                  <a:cubicBezTo>
                    <a:pt x="3239" y="2026"/>
                    <a:pt x="3382" y="1883"/>
                    <a:pt x="3549" y="1883"/>
                  </a:cubicBezTo>
                  <a:close/>
                  <a:moveTo>
                    <a:pt x="4811" y="1883"/>
                  </a:moveTo>
                  <a:cubicBezTo>
                    <a:pt x="5097" y="1883"/>
                    <a:pt x="5216" y="2240"/>
                    <a:pt x="5026" y="2431"/>
                  </a:cubicBezTo>
                  <a:cubicBezTo>
                    <a:pt x="4965" y="2491"/>
                    <a:pt x="4890" y="2518"/>
                    <a:pt x="4816" y="2518"/>
                  </a:cubicBezTo>
                  <a:cubicBezTo>
                    <a:pt x="4657" y="2518"/>
                    <a:pt x="4502" y="2395"/>
                    <a:pt x="4502" y="2216"/>
                  </a:cubicBezTo>
                  <a:cubicBezTo>
                    <a:pt x="4478" y="2026"/>
                    <a:pt x="4621" y="1883"/>
                    <a:pt x="4811" y="1883"/>
                  </a:cubicBezTo>
                  <a:close/>
                  <a:moveTo>
                    <a:pt x="2202" y="0"/>
                  </a:moveTo>
                  <a:cubicBezTo>
                    <a:pt x="1001" y="0"/>
                    <a:pt x="1" y="983"/>
                    <a:pt x="1" y="2193"/>
                  </a:cubicBezTo>
                  <a:cubicBezTo>
                    <a:pt x="1" y="3426"/>
                    <a:pt x="1001" y="4409"/>
                    <a:pt x="2202" y="4409"/>
                  </a:cubicBezTo>
                  <a:cubicBezTo>
                    <a:pt x="2230" y="4409"/>
                    <a:pt x="2258" y="4408"/>
                    <a:pt x="2287" y="4407"/>
                  </a:cubicBezTo>
                  <a:lnTo>
                    <a:pt x="4811" y="4407"/>
                  </a:lnTo>
                  <a:cubicBezTo>
                    <a:pt x="4954" y="4407"/>
                    <a:pt x="5097" y="4384"/>
                    <a:pt x="5240" y="4360"/>
                  </a:cubicBezTo>
                  <a:lnTo>
                    <a:pt x="5835" y="4955"/>
                  </a:lnTo>
                  <a:cubicBezTo>
                    <a:pt x="5907" y="5009"/>
                    <a:pt x="6005" y="5035"/>
                    <a:pt x="6100" y="5035"/>
                  </a:cubicBezTo>
                  <a:cubicBezTo>
                    <a:pt x="6131" y="5035"/>
                    <a:pt x="6163" y="5032"/>
                    <a:pt x="6192" y="5027"/>
                  </a:cubicBezTo>
                  <a:cubicBezTo>
                    <a:pt x="6312" y="4955"/>
                    <a:pt x="6383" y="4836"/>
                    <a:pt x="6383" y="4717"/>
                  </a:cubicBezTo>
                  <a:lnTo>
                    <a:pt x="6383" y="3741"/>
                  </a:lnTo>
                  <a:cubicBezTo>
                    <a:pt x="7740" y="2335"/>
                    <a:pt x="6740" y="2"/>
                    <a:pt x="4811" y="2"/>
                  </a:cubicBezTo>
                  <a:lnTo>
                    <a:pt x="2287" y="2"/>
                  </a:lnTo>
                  <a:cubicBezTo>
                    <a:pt x="2258" y="1"/>
                    <a:pt x="2230" y="0"/>
                    <a:pt x="2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9"/>
          <p:cNvGrpSpPr/>
          <p:nvPr/>
        </p:nvGrpSpPr>
        <p:grpSpPr>
          <a:xfrm>
            <a:off x="5532440" y="2887934"/>
            <a:ext cx="348040" cy="349273"/>
            <a:chOff x="4529475" y="3220950"/>
            <a:chExt cx="267950" cy="267950"/>
          </a:xfrm>
        </p:grpSpPr>
        <p:sp>
          <p:nvSpPr>
            <p:cNvPr id="8983" name="Google Shape;8983;p69"/>
            <p:cNvSpPr/>
            <p:nvPr/>
          </p:nvSpPr>
          <p:spPr>
            <a:xfrm>
              <a:off x="4606450" y="3284050"/>
              <a:ext cx="190975" cy="125650"/>
            </a:xfrm>
            <a:custGeom>
              <a:rect b="b" l="l" r="r" t="t"/>
              <a:pathLst>
                <a:path extrusionOk="0" h="5026" w="7639">
                  <a:moveTo>
                    <a:pt x="2922" y="1874"/>
                  </a:moveTo>
                  <a:cubicBezTo>
                    <a:pt x="3084" y="1874"/>
                    <a:pt x="3233" y="2001"/>
                    <a:pt x="3233" y="2192"/>
                  </a:cubicBezTo>
                  <a:cubicBezTo>
                    <a:pt x="3233" y="2359"/>
                    <a:pt x="3090" y="2502"/>
                    <a:pt x="2923" y="2502"/>
                  </a:cubicBezTo>
                  <a:cubicBezTo>
                    <a:pt x="2637" y="2502"/>
                    <a:pt x="2494" y="2168"/>
                    <a:pt x="2685" y="1978"/>
                  </a:cubicBezTo>
                  <a:cubicBezTo>
                    <a:pt x="2756" y="1906"/>
                    <a:pt x="2841" y="1874"/>
                    <a:pt x="2922" y="1874"/>
                  </a:cubicBezTo>
                  <a:close/>
                  <a:moveTo>
                    <a:pt x="4184" y="1874"/>
                  </a:moveTo>
                  <a:cubicBezTo>
                    <a:pt x="4347" y="1874"/>
                    <a:pt x="4495" y="2001"/>
                    <a:pt x="4495" y="2192"/>
                  </a:cubicBezTo>
                  <a:cubicBezTo>
                    <a:pt x="4495" y="2359"/>
                    <a:pt x="4352" y="2502"/>
                    <a:pt x="4185" y="2502"/>
                  </a:cubicBezTo>
                  <a:cubicBezTo>
                    <a:pt x="3899" y="2502"/>
                    <a:pt x="3757" y="2168"/>
                    <a:pt x="3947" y="1978"/>
                  </a:cubicBezTo>
                  <a:cubicBezTo>
                    <a:pt x="4019" y="1906"/>
                    <a:pt x="4103" y="1874"/>
                    <a:pt x="4184" y="1874"/>
                  </a:cubicBezTo>
                  <a:close/>
                  <a:moveTo>
                    <a:pt x="5436" y="1874"/>
                  </a:moveTo>
                  <a:cubicBezTo>
                    <a:pt x="5598" y="1874"/>
                    <a:pt x="5757" y="2001"/>
                    <a:pt x="5757" y="2192"/>
                  </a:cubicBezTo>
                  <a:cubicBezTo>
                    <a:pt x="5757" y="2359"/>
                    <a:pt x="5614" y="2502"/>
                    <a:pt x="5447" y="2502"/>
                  </a:cubicBezTo>
                  <a:cubicBezTo>
                    <a:pt x="5162" y="2502"/>
                    <a:pt x="5019" y="2168"/>
                    <a:pt x="5209" y="1978"/>
                  </a:cubicBezTo>
                  <a:cubicBezTo>
                    <a:pt x="5273" y="1906"/>
                    <a:pt x="5355" y="1874"/>
                    <a:pt x="5436" y="1874"/>
                  </a:cubicBezTo>
                  <a:close/>
                  <a:moveTo>
                    <a:pt x="2894" y="1"/>
                  </a:moveTo>
                  <a:cubicBezTo>
                    <a:pt x="961" y="1"/>
                    <a:pt x="1" y="2342"/>
                    <a:pt x="1351" y="3716"/>
                  </a:cubicBezTo>
                  <a:lnTo>
                    <a:pt x="1351" y="4716"/>
                  </a:lnTo>
                  <a:cubicBezTo>
                    <a:pt x="1351" y="4835"/>
                    <a:pt x="1423" y="4954"/>
                    <a:pt x="1542" y="5002"/>
                  </a:cubicBezTo>
                  <a:cubicBezTo>
                    <a:pt x="1582" y="5018"/>
                    <a:pt x="1624" y="5026"/>
                    <a:pt x="1665" y="5026"/>
                  </a:cubicBezTo>
                  <a:cubicBezTo>
                    <a:pt x="1748" y="5026"/>
                    <a:pt x="1828" y="4994"/>
                    <a:pt x="1875" y="4931"/>
                  </a:cubicBezTo>
                  <a:lnTo>
                    <a:pt x="2471" y="4335"/>
                  </a:lnTo>
                  <a:cubicBezTo>
                    <a:pt x="2637" y="4383"/>
                    <a:pt x="2780" y="4383"/>
                    <a:pt x="2923" y="4383"/>
                  </a:cubicBezTo>
                  <a:lnTo>
                    <a:pt x="5447" y="4383"/>
                  </a:lnTo>
                  <a:cubicBezTo>
                    <a:pt x="6662" y="4383"/>
                    <a:pt x="7638" y="3406"/>
                    <a:pt x="7638" y="2192"/>
                  </a:cubicBezTo>
                  <a:cubicBezTo>
                    <a:pt x="7638" y="977"/>
                    <a:pt x="6662" y="1"/>
                    <a:pt x="5447" y="1"/>
                  </a:cubicBezTo>
                  <a:lnTo>
                    <a:pt x="2923" y="1"/>
                  </a:lnTo>
                  <a:cubicBezTo>
                    <a:pt x="2913" y="1"/>
                    <a:pt x="2903" y="1"/>
                    <a:pt x="28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9"/>
            <p:cNvSpPr/>
            <p:nvPr/>
          </p:nvSpPr>
          <p:spPr>
            <a:xfrm>
              <a:off x="4529475" y="3220950"/>
              <a:ext cx="157800" cy="267950"/>
            </a:xfrm>
            <a:custGeom>
              <a:rect b="b" l="l" r="r" t="t"/>
              <a:pathLst>
                <a:path extrusionOk="0" h="10718" w="6312">
                  <a:moveTo>
                    <a:pt x="3197" y="1262"/>
                  </a:moveTo>
                  <a:cubicBezTo>
                    <a:pt x="3465" y="1262"/>
                    <a:pt x="3614" y="1580"/>
                    <a:pt x="3430" y="1787"/>
                  </a:cubicBezTo>
                  <a:cubicBezTo>
                    <a:pt x="3359" y="1858"/>
                    <a:pt x="3274" y="1890"/>
                    <a:pt x="3193" y="1890"/>
                  </a:cubicBezTo>
                  <a:cubicBezTo>
                    <a:pt x="3031" y="1890"/>
                    <a:pt x="2882" y="1763"/>
                    <a:pt x="2882" y="1572"/>
                  </a:cubicBezTo>
                  <a:cubicBezTo>
                    <a:pt x="2882" y="1406"/>
                    <a:pt x="3001" y="1263"/>
                    <a:pt x="3168" y="1263"/>
                  </a:cubicBezTo>
                  <a:cubicBezTo>
                    <a:pt x="3178" y="1262"/>
                    <a:pt x="3187" y="1262"/>
                    <a:pt x="3197" y="1262"/>
                  </a:cubicBezTo>
                  <a:close/>
                  <a:moveTo>
                    <a:pt x="3544" y="8810"/>
                  </a:moveTo>
                  <a:cubicBezTo>
                    <a:pt x="3940" y="8810"/>
                    <a:pt x="3940" y="9433"/>
                    <a:pt x="3544" y="9433"/>
                  </a:cubicBezTo>
                  <a:cubicBezTo>
                    <a:pt x="3530" y="9433"/>
                    <a:pt x="3516" y="9433"/>
                    <a:pt x="3502" y="9431"/>
                  </a:cubicBezTo>
                  <a:lnTo>
                    <a:pt x="2882" y="9431"/>
                  </a:lnTo>
                  <a:cubicBezTo>
                    <a:pt x="2867" y="9433"/>
                    <a:pt x="2852" y="9433"/>
                    <a:pt x="2838" y="9433"/>
                  </a:cubicBezTo>
                  <a:cubicBezTo>
                    <a:pt x="2421" y="9433"/>
                    <a:pt x="2421" y="8810"/>
                    <a:pt x="2838" y="8810"/>
                  </a:cubicBezTo>
                  <a:cubicBezTo>
                    <a:pt x="2852" y="8810"/>
                    <a:pt x="2867" y="8810"/>
                    <a:pt x="2882" y="8812"/>
                  </a:cubicBezTo>
                  <a:lnTo>
                    <a:pt x="3502" y="8812"/>
                  </a:lnTo>
                  <a:cubicBezTo>
                    <a:pt x="3516" y="8810"/>
                    <a:pt x="3530" y="8810"/>
                    <a:pt x="3544" y="8810"/>
                  </a:cubicBezTo>
                  <a:close/>
                  <a:moveTo>
                    <a:pt x="953" y="1"/>
                  </a:moveTo>
                  <a:cubicBezTo>
                    <a:pt x="429" y="1"/>
                    <a:pt x="1" y="406"/>
                    <a:pt x="1" y="929"/>
                  </a:cubicBezTo>
                  <a:lnTo>
                    <a:pt x="1" y="9788"/>
                  </a:lnTo>
                  <a:cubicBezTo>
                    <a:pt x="25" y="10288"/>
                    <a:pt x="429" y="10693"/>
                    <a:pt x="953" y="10717"/>
                  </a:cubicBezTo>
                  <a:lnTo>
                    <a:pt x="5383" y="10717"/>
                  </a:lnTo>
                  <a:cubicBezTo>
                    <a:pt x="5883" y="10717"/>
                    <a:pt x="6312" y="10288"/>
                    <a:pt x="6312" y="9765"/>
                  </a:cubicBezTo>
                  <a:lnTo>
                    <a:pt x="6312" y="7550"/>
                  </a:lnTo>
                  <a:lnTo>
                    <a:pt x="5764" y="7550"/>
                  </a:lnTo>
                  <a:lnTo>
                    <a:pt x="5407" y="7907"/>
                  </a:lnTo>
                  <a:cubicBezTo>
                    <a:pt x="5227" y="8087"/>
                    <a:pt x="4981" y="8188"/>
                    <a:pt x="4728" y="8188"/>
                  </a:cubicBezTo>
                  <a:cubicBezTo>
                    <a:pt x="4612" y="8188"/>
                    <a:pt x="4495" y="8166"/>
                    <a:pt x="4383" y="8121"/>
                  </a:cubicBezTo>
                  <a:cubicBezTo>
                    <a:pt x="4025" y="7955"/>
                    <a:pt x="3787" y="7621"/>
                    <a:pt x="3811" y="7240"/>
                  </a:cubicBezTo>
                  <a:lnTo>
                    <a:pt x="3811" y="6502"/>
                  </a:lnTo>
                  <a:cubicBezTo>
                    <a:pt x="3406" y="6002"/>
                    <a:pt x="3168" y="5359"/>
                    <a:pt x="3168" y="4716"/>
                  </a:cubicBezTo>
                  <a:cubicBezTo>
                    <a:pt x="3168" y="3168"/>
                    <a:pt x="4430" y="1906"/>
                    <a:pt x="6002" y="1906"/>
                  </a:cubicBezTo>
                  <a:lnTo>
                    <a:pt x="6312" y="1906"/>
                  </a:lnTo>
                  <a:lnTo>
                    <a:pt x="6312" y="929"/>
                  </a:lnTo>
                  <a:cubicBezTo>
                    <a:pt x="6312" y="406"/>
                    <a:pt x="5883" y="1"/>
                    <a:pt x="5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9"/>
          <p:cNvGrpSpPr/>
          <p:nvPr/>
        </p:nvGrpSpPr>
        <p:grpSpPr>
          <a:xfrm>
            <a:off x="6285672" y="2887151"/>
            <a:ext cx="348008" cy="350055"/>
            <a:chOff x="5109375" y="3220350"/>
            <a:chExt cx="267925" cy="268550"/>
          </a:xfrm>
        </p:grpSpPr>
        <p:sp>
          <p:nvSpPr>
            <p:cNvPr id="8986" name="Google Shape;8986;p69"/>
            <p:cNvSpPr/>
            <p:nvPr/>
          </p:nvSpPr>
          <p:spPr>
            <a:xfrm>
              <a:off x="5109375" y="3220350"/>
              <a:ext cx="157775" cy="268550"/>
            </a:xfrm>
            <a:custGeom>
              <a:rect b="b" l="l" r="r" t="t"/>
              <a:pathLst>
                <a:path extrusionOk="0" h="10742" w="6311">
                  <a:moveTo>
                    <a:pt x="3167" y="953"/>
                  </a:moveTo>
                  <a:cubicBezTo>
                    <a:pt x="3334" y="953"/>
                    <a:pt x="3477" y="1096"/>
                    <a:pt x="3477" y="1287"/>
                  </a:cubicBezTo>
                  <a:cubicBezTo>
                    <a:pt x="3501" y="1513"/>
                    <a:pt x="3334" y="1626"/>
                    <a:pt x="3167" y="1626"/>
                  </a:cubicBezTo>
                  <a:cubicBezTo>
                    <a:pt x="3001" y="1626"/>
                    <a:pt x="2834" y="1513"/>
                    <a:pt x="2858" y="1287"/>
                  </a:cubicBezTo>
                  <a:cubicBezTo>
                    <a:pt x="2858" y="1096"/>
                    <a:pt x="2977" y="953"/>
                    <a:pt x="3167" y="953"/>
                  </a:cubicBezTo>
                  <a:close/>
                  <a:moveTo>
                    <a:pt x="3543" y="8834"/>
                  </a:moveTo>
                  <a:cubicBezTo>
                    <a:pt x="3939" y="8834"/>
                    <a:pt x="3939" y="9457"/>
                    <a:pt x="3543" y="9457"/>
                  </a:cubicBezTo>
                  <a:cubicBezTo>
                    <a:pt x="3530" y="9457"/>
                    <a:pt x="3515" y="9457"/>
                    <a:pt x="3501" y="9455"/>
                  </a:cubicBezTo>
                  <a:lnTo>
                    <a:pt x="2858" y="9455"/>
                  </a:lnTo>
                  <a:cubicBezTo>
                    <a:pt x="2843" y="9457"/>
                    <a:pt x="2829" y="9457"/>
                    <a:pt x="2815" y="9457"/>
                  </a:cubicBezTo>
                  <a:cubicBezTo>
                    <a:pt x="2420" y="9457"/>
                    <a:pt x="2420" y="8834"/>
                    <a:pt x="2815" y="8834"/>
                  </a:cubicBezTo>
                  <a:cubicBezTo>
                    <a:pt x="2829" y="8834"/>
                    <a:pt x="2843" y="8834"/>
                    <a:pt x="2858" y="8836"/>
                  </a:cubicBezTo>
                  <a:lnTo>
                    <a:pt x="3501" y="8836"/>
                  </a:lnTo>
                  <a:cubicBezTo>
                    <a:pt x="3515" y="8834"/>
                    <a:pt x="3530" y="8834"/>
                    <a:pt x="3543" y="8834"/>
                  </a:cubicBezTo>
                  <a:close/>
                  <a:moveTo>
                    <a:pt x="953" y="1"/>
                  </a:moveTo>
                  <a:cubicBezTo>
                    <a:pt x="429" y="1"/>
                    <a:pt x="0" y="430"/>
                    <a:pt x="0" y="953"/>
                  </a:cubicBezTo>
                  <a:lnTo>
                    <a:pt x="0" y="9789"/>
                  </a:lnTo>
                  <a:cubicBezTo>
                    <a:pt x="0" y="10312"/>
                    <a:pt x="429" y="10717"/>
                    <a:pt x="953" y="10741"/>
                  </a:cubicBezTo>
                  <a:lnTo>
                    <a:pt x="5358" y="10741"/>
                  </a:lnTo>
                  <a:cubicBezTo>
                    <a:pt x="5882" y="10741"/>
                    <a:pt x="6311" y="10312"/>
                    <a:pt x="6311" y="9789"/>
                  </a:cubicBezTo>
                  <a:lnTo>
                    <a:pt x="6311" y="8193"/>
                  </a:lnTo>
                  <a:lnTo>
                    <a:pt x="4096" y="8193"/>
                  </a:lnTo>
                  <a:cubicBezTo>
                    <a:pt x="3572" y="8193"/>
                    <a:pt x="3167" y="7788"/>
                    <a:pt x="3167" y="7264"/>
                  </a:cubicBezTo>
                  <a:lnTo>
                    <a:pt x="3167" y="2859"/>
                  </a:lnTo>
                  <a:cubicBezTo>
                    <a:pt x="3167" y="2335"/>
                    <a:pt x="3572" y="1906"/>
                    <a:pt x="4096" y="1906"/>
                  </a:cubicBezTo>
                  <a:lnTo>
                    <a:pt x="6311" y="1906"/>
                  </a:lnTo>
                  <a:lnTo>
                    <a:pt x="6311" y="953"/>
                  </a:lnTo>
                  <a:cubicBezTo>
                    <a:pt x="6311" y="430"/>
                    <a:pt x="5882" y="1"/>
                    <a:pt x="5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9"/>
            <p:cNvSpPr/>
            <p:nvPr/>
          </p:nvSpPr>
          <p:spPr>
            <a:xfrm>
              <a:off x="5204025" y="3284050"/>
              <a:ext cx="173275" cy="31600"/>
            </a:xfrm>
            <a:custGeom>
              <a:rect b="b" l="l" r="r" t="t"/>
              <a:pathLst>
                <a:path extrusionOk="0" h="1264" w="6931">
                  <a:moveTo>
                    <a:pt x="310" y="1"/>
                  </a:moveTo>
                  <a:cubicBezTo>
                    <a:pt x="144" y="1"/>
                    <a:pt x="1" y="144"/>
                    <a:pt x="1" y="311"/>
                  </a:cubicBezTo>
                  <a:lnTo>
                    <a:pt x="1" y="1263"/>
                  </a:lnTo>
                  <a:lnTo>
                    <a:pt x="6931" y="1263"/>
                  </a:lnTo>
                  <a:lnTo>
                    <a:pt x="6931" y="311"/>
                  </a:lnTo>
                  <a:cubicBezTo>
                    <a:pt x="6931" y="144"/>
                    <a:pt x="6812" y="1"/>
                    <a:pt x="6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9"/>
            <p:cNvSpPr/>
            <p:nvPr/>
          </p:nvSpPr>
          <p:spPr>
            <a:xfrm>
              <a:off x="5204025" y="3331100"/>
              <a:ext cx="173275" cy="78600"/>
            </a:xfrm>
            <a:custGeom>
              <a:rect b="b" l="l" r="r" t="t"/>
              <a:pathLst>
                <a:path extrusionOk="0" h="3144" w="6931">
                  <a:moveTo>
                    <a:pt x="5400" y="617"/>
                  </a:moveTo>
                  <a:cubicBezTo>
                    <a:pt x="5798" y="617"/>
                    <a:pt x="5798" y="1265"/>
                    <a:pt x="5400" y="1265"/>
                  </a:cubicBezTo>
                  <a:cubicBezTo>
                    <a:pt x="5387" y="1265"/>
                    <a:pt x="5373" y="1264"/>
                    <a:pt x="5359" y="1262"/>
                  </a:cubicBezTo>
                  <a:lnTo>
                    <a:pt x="4716" y="1262"/>
                  </a:lnTo>
                  <a:cubicBezTo>
                    <a:pt x="4335" y="1215"/>
                    <a:pt x="4335" y="667"/>
                    <a:pt x="4716" y="620"/>
                  </a:cubicBezTo>
                  <a:lnTo>
                    <a:pt x="5359" y="620"/>
                  </a:lnTo>
                  <a:cubicBezTo>
                    <a:pt x="5373" y="618"/>
                    <a:pt x="5387" y="617"/>
                    <a:pt x="5400" y="617"/>
                  </a:cubicBezTo>
                  <a:close/>
                  <a:moveTo>
                    <a:pt x="1" y="0"/>
                  </a:moveTo>
                  <a:lnTo>
                    <a:pt x="1" y="2834"/>
                  </a:lnTo>
                  <a:cubicBezTo>
                    <a:pt x="1" y="3001"/>
                    <a:pt x="144" y="3144"/>
                    <a:pt x="310" y="3144"/>
                  </a:cubicBezTo>
                  <a:lnTo>
                    <a:pt x="6621" y="3144"/>
                  </a:lnTo>
                  <a:cubicBezTo>
                    <a:pt x="6812" y="3144"/>
                    <a:pt x="6931" y="3001"/>
                    <a:pt x="6931" y="2834"/>
                  </a:cubicBezTo>
                  <a:lnTo>
                    <a:pt x="69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9"/>
          <p:cNvGrpSpPr/>
          <p:nvPr/>
        </p:nvGrpSpPr>
        <p:grpSpPr>
          <a:xfrm>
            <a:off x="7047379" y="2887901"/>
            <a:ext cx="327907" cy="349305"/>
            <a:chOff x="5695800" y="3220925"/>
            <a:chExt cx="252450" cy="267975"/>
          </a:xfrm>
        </p:grpSpPr>
        <p:sp>
          <p:nvSpPr>
            <p:cNvPr id="8990" name="Google Shape;8990;p69"/>
            <p:cNvSpPr/>
            <p:nvPr/>
          </p:nvSpPr>
          <p:spPr>
            <a:xfrm>
              <a:off x="5695800" y="3220925"/>
              <a:ext cx="157200" cy="267975"/>
            </a:xfrm>
            <a:custGeom>
              <a:rect b="b" l="l" r="r" t="t"/>
              <a:pathLst>
                <a:path extrusionOk="0" h="10719" w="6288">
                  <a:moveTo>
                    <a:pt x="3144" y="1264"/>
                  </a:moveTo>
                  <a:cubicBezTo>
                    <a:pt x="3430" y="1264"/>
                    <a:pt x="3573" y="1597"/>
                    <a:pt x="3358" y="1788"/>
                  </a:cubicBezTo>
                  <a:cubicBezTo>
                    <a:pt x="3295" y="1859"/>
                    <a:pt x="3215" y="1891"/>
                    <a:pt x="3138" y="1891"/>
                  </a:cubicBezTo>
                  <a:cubicBezTo>
                    <a:pt x="2982" y="1891"/>
                    <a:pt x="2834" y="1764"/>
                    <a:pt x="2834" y="1573"/>
                  </a:cubicBezTo>
                  <a:cubicBezTo>
                    <a:pt x="2834" y="1407"/>
                    <a:pt x="2977" y="1264"/>
                    <a:pt x="3144" y="1264"/>
                  </a:cubicBezTo>
                  <a:close/>
                  <a:moveTo>
                    <a:pt x="3520" y="8811"/>
                  </a:moveTo>
                  <a:cubicBezTo>
                    <a:pt x="3916" y="8811"/>
                    <a:pt x="3916" y="9434"/>
                    <a:pt x="3520" y="9434"/>
                  </a:cubicBezTo>
                  <a:cubicBezTo>
                    <a:pt x="3506" y="9434"/>
                    <a:pt x="3492" y="9434"/>
                    <a:pt x="3477" y="9432"/>
                  </a:cubicBezTo>
                  <a:lnTo>
                    <a:pt x="2834" y="9432"/>
                  </a:lnTo>
                  <a:cubicBezTo>
                    <a:pt x="2820" y="9434"/>
                    <a:pt x="2806" y="9434"/>
                    <a:pt x="2792" y="9434"/>
                  </a:cubicBezTo>
                  <a:cubicBezTo>
                    <a:pt x="2396" y="9434"/>
                    <a:pt x="2396" y="8811"/>
                    <a:pt x="2792" y="8811"/>
                  </a:cubicBezTo>
                  <a:cubicBezTo>
                    <a:pt x="2806" y="8811"/>
                    <a:pt x="2820" y="8811"/>
                    <a:pt x="2834" y="8813"/>
                  </a:cubicBezTo>
                  <a:lnTo>
                    <a:pt x="3477" y="8813"/>
                  </a:lnTo>
                  <a:cubicBezTo>
                    <a:pt x="3492" y="8811"/>
                    <a:pt x="3506" y="8811"/>
                    <a:pt x="3520" y="8811"/>
                  </a:cubicBezTo>
                  <a:close/>
                  <a:moveTo>
                    <a:pt x="911" y="1"/>
                  </a:moveTo>
                  <a:cubicBezTo>
                    <a:pt x="407" y="1"/>
                    <a:pt x="0" y="420"/>
                    <a:pt x="0" y="930"/>
                  </a:cubicBezTo>
                  <a:lnTo>
                    <a:pt x="0" y="9766"/>
                  </a:lnTo>
                  <a:cubicBezTo>
                    <a:pt x="0" y="10289"/>
                    <a:pt x="429" y="10718"/>
                    <a:pt x="953" y="10718"/>
                  </a:cubicBezTo>
                  <a:lnTo>
                    <a:pt x="5335" y="10718"/>
                  </a:lnTo>
                  <a:cubicBezTo>
                    <a:pt x="5859" y="10718"/>
                    <a:pt x="6287" y="10289"/>
                    <a:pt x="6287" y="9766"/>
                  </a:cubicBezTo>
                  <a:lnTo>
                    <a:pt x="6287" y="8789"/>
                  </a:lnTo>
                  <a:cubicBezTo>
                    <a:pt x="6168" y="8789"/>
                    <a:pt x="6073" y="8813"/>
                    <a:pt x="5978" y="8813"/>
                  </a:cubicBezTo>
                  <a:cubicBezTo>
                    <a:pt x="5949" y="8814"/>
                    <a:pt x="5920" y="8814"/>
                    <a:pt x="5891" y="8814"/>
                  </a:cubicBezTo>
                  <a:cubicBezTo>
                    <a:pt x="3977" y="8814"/>
                    <a:pt x="2406" y="7260"/>
                    <a:pt x="2406" y="5336"/>
                  </a:cubicBezTo>
                  <a:cubicBezTo>
                    <a:pt x="2406" y="3436"/>
                    <a:pt x="3977" y="1882"/>
                    <a:pt x="5891" y="1882"/>
                  </a:cubicBezTo>
                  <a:cubicBezTo>
                    <a:pt x="5920" y="1882"/>
                    <a:pt x="5949" y="1882"/>
                    <a:pt x="5978" y="1883"/>
                  </a:cubicBezTo>
                  <a:cubicBezTo>
                    <a:pt x="6073" y="1883"/>
                    <a:pt x="6192" y="1883"/>
                    <a:pt x="6287" y="1907"/>
                  </a:cubicBezTo>
                  <a:lnTo>
                    <a:pt x="6287" y="930"/>
                  </a:lnTo>
                  <a:cubicBezTo>
                    <a:pt x="6287" y="407"/>
                    <a:pt x="5859" y="2"/>
                    <a:pt x="5335" y="2"/>
                  </a:cubicBezTo>
                  <a:lnTo>
                    <a:pt x="953" y="2"/>
                  </a:lnTo>
                  <a:cubicBezTo>
                    <a:pt x="939" y="1"/>
                    <a:pt x="925" y="1"/>
                    <a:pt x="9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9"/>
            <p:cNvSpPr/>
            <p:nvPr/>
          </p:nvSpPr>
          <p:spPr>
            <a:xfrm>
              <a:off x="5754300" y="3282075"/>
              <a:ext cx="193950" cy="174525"/>
            </a:xfrm>
            <a:custGeom>
              <a:rect b="b" l="l" r="r" t="t"/>
              <a:pathLst>
                <a:path extrusionOk="0" h="6981" w="7758">
                  <a:moveTo>
                    <a:pt x="3565" y="1"/>
                  </a:moveTo>
                  <a:cubicBezTo>
                    <a:pt x="2565" y="1"/>
                    <a:pt x="1560" y="506"/>
                    <a:pt x="1018" y="1628"/>
                  </a:cubicBezTo>
                  <a:cubicBezTo>
                    <a:pt x="1" y="3718"/>
                    <a:pt x="1687" y="5752"/>
                    <a:pt x="3602" y="5752"/>
                  </a:cubicBezTo>
                  <a:cubicBezTo>
                    <a:pt x="4196" y="5752"/>
                    <a:pt x="4812" y="5556"/>
                    <a:pt x="5376" y="5105"/>
                  </a:cubicBezTo>
                  <a:lnTo>
                    <a:pt x="7162" y="6891"/>
                  </a:lnTo>
                  <a:cubicBezTo>
                    <a:pt x="7234" y="6950"/>
                    <a:pt x="7317" y="6980"/>
                    <a:pt x="7398" y="6980"/>
                  </a:cubicBezTo>
                  <a:cubicBezTo>
                    <a:pt x="7478" y="6980"/>
                    <a:pt x="7555" y="6950"/>
                    <a:pt x="7615" y="6891"/>
                  </a:cubicBezTo>
                  <a:cubicBezTo>
                    <a:pt x="7758" y="6772"/>
                    <a:pt x="7758" y="6558"/>
                    <a:pt x="7615" y="6438"/>
                  </a:cubicBezTo>
                  <a:lnTo>
                    <a:pt x="5829" y="4652"/>
                  </a:lnTo>
                  <a:cubicBezTo>
                    <a:pt x="6234" y="4152"/>
                    <a:pt x="6448" y="3533"/>
                    <a:pt x="6448" y="2890"/>
                  </a:cubicBezTo>
                  <a:cubicBezTo>
                    <a:pt x="6476" y="1080"/>
                    <a:pt x="5027" y="1"/>
                    <a:pt x="3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9"/>
          <p:cNvGrpSpPr/>
          <p:nvPr/>
        </p:nvGrpSpPr>
        <p:grpSpPr>
          <a:xfrm>
            <a:off x="7787428" y="3476953"/>
            <a:ext cx="348040" cy="286477"/>
            <a:chOff x="6265550" y="3672825"/>
            <a:chExt cx="267950" cy="219775"/>
          </a:xfrm>
        </p:grpSpPr>
        <p:sp>
          <p:nvSpPr>
            <p:cNvPr id="8993" name="Google Shape;8993;p69"/>
            <p:cNvSpPr/>
            <p:nvPr/>
          </p:nvSpPr>
          <p:spPr>
            <a:xfrm>
              <a:off x="6375700" y="3672825"/>
              <a:ext cx="47650" cy="47075"/>
            </a:xfrm>
            <a:custGeom>
              <a:rect b="b" l="l" r="r" t="t"/>
              <a:pathLst>
                <a:path extrusionOk="0" h="1883" w="1906">
                  <a:moveTo>
                    <a:pt x="953" y="1"/>
                  </a:moveTo>
                  <a:cubicBezTo>
                    <a:pt x="429" y="1"/>
                    <a:pt x="1" y="429"/>
                    <a:pt x="1" y="953"/>
                  </a:cubicBezTo>
                  <a:cubicBezTo>
                    <a:pt x="1" y="1453"/>
                    <a:pt x="429" y="1882"/>
                    <a:pt x="953" y="1882"/>
                  </a:cubicBezTo>
                  <a:cubicBezTo>
                    <a:pt x="1477" y="1882"/>
                    <a:pt x="1906" y="1453"/>
                    <a:pt x="1906" y="953"/>
                  </a:cubicBezTo>
                  <a:cubicBezTo>
                    <a:pt x="1906"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9"/>
            <p:cNvSpPr/>
            <p:nvPr/>
          </p:nvSpPr>
          <p:spPr>
            <a:xfrm>
              <a:off x="6486450" y="3704375"/>
              <a:ext cx="47050" cy="47075"/>
            </a:xfrm>
            <a:custGeom>
              <a:rect b="b" l="l" r="r" t="t"/>
              <a:pathLst>
                <a:path extrusionOk="0" h="1883" w="1882">
                  <a:moveTo>
                    <a:pt x="953" y="1"/>
                  </a:moveTo>
                  <a:cubicBezTo>
                    <a:pt x="429" y="1"/>
                    <a:pt x="0" y="406"/>
                    <a:pt x="0" y="930"/>
                  </a:cubicBezTo>
                  <a:cubicBezTo>
                    <a:pt x="0" y="1454"/>
                    <a:pt x="429" y="1882"/>
                    <a:pt x="953" y="1882"/>
                  </a:cubicBezTo>
                  <a:cubicBezTo>
                    <a:pt x="1477" y="1882"/>
                    <a:pt x="1881" y="1454"/>
                    <a:pt x="1881" y="930"/>
                  </a:cubicBezTo>
                  <a:cubicBezTo>
                    <a:pt x="1881" y="406"/>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9"/>
            <p:cNvSpPr/>
            <p:nvPr/>
          </p:nvSpPr>
          <p:spPr>
            <a:xfrm>
              <a:off x="6265550" y="3704375"/>
              <a:ext cx="47075" cy="47075"/>
            </a:xfrm>
            <a:custGeom>
              <a:rect b="b" l="l" r="r" t="t"/>
              <a:pathLst>
                <a:path extrusionOk="0" h="1883" w="1883">
                  <a:moveTo>
                    <a:pt x="930" y="1"/>
                  </a:moveTo>
                  <a:cubicBezTo>
                    <a:pt x="406" y="1"/>
                    <a:pt x="1" y="406"/>
                    <a:pt x="1" y="930"/>
                  </a:cubicBezTo>
                  <a:cubicBezTo>
                    <a:pt x="1" y="1454"/>
                    <a:pt x="406" y="1882"/>
                    <a:pt x="930" y="1882"/>
                  </a:cubicBezTo>
                  <a:cubicBezTo>
                    <a:pt x="1454" y="1882"/>
                    <a:pt x="1882" y="1454"/>
                    <a:pt x="1882" y="930"/>
                  </a:cubicBezTo>
                  <a:cubicBezTo>
                    <a:pt x="1882" y="406"/>
                    <a:pt x="145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9"/>
            <p:cNvSpPr/>
            <p:nvPr/>
          </p:nvSpPr>
          <p:spPr>
            <a:xfrm>
              <a:off x="6391775" y="3813925"/>
              <a:ext cx="15500" cy="31575"/>
            </a:xfrm>
            <a:custGeom>
              <a:rect b="b" l="l" r="r" t="t"/>
              <a:pathLst>
                <a:path extrusionOk="0" h="1263" w="620">
                  <a:moveTo>
                    <a:pt x="310" y="1"/>
                  </a:moveTo>
                  <a:cubicBezTo>
                    <a:pt x="143" y="1"/>
                    <a:pt x="1" y="287"/>
                    <a:pt x="1" y="644"/>
                  </a:cubicBezTo>
                  <a:cubicBezTo>
                    <a:pt x="1" y="977"/>
                    <a:pt x="143" y="1263"/>
                    <a:pt x="310" y="1263"/>
                  </a:cubicBezTo>
                  <a:cubicBezTo>
                    <a:pt x="477" y="1263"/>
                    <a:pt x="620" y="977"/>
                    <a:pt x="620" y="644"/>
                  </a:cubicBezTo>
                  <a:cubicBezTo>
                    <a:pt x="620" y="287"/>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9"/>
            <p:cNvSpPr/>
            <p:nvPr/>
          </p:nvSpPr>
          <p:spPr>
            <a:xfrm>
              <a:off x="6293550" y="3730575"/>
              <a:ext cx="213150" cy="162025"/>
            </a:xfrm>
            <a:custGeom>
              <a:rect b="b" l="l" r="r" t="t"/>
              <a:pathLst>
                <a:path extrusionOk="0" h="6481" w="8526">
                  <a:moveTo>
                    <a:pt x="2358" y="3311"/>
                  </a:moveTo>
                  <a:cubicBezTo>
                    <a:pt x="2524" y="3311"/>
                    <a:pt x="2691" y="3430"/>
                    <a:pt x="2667" y="3668"/>
                  </a:cubicBezTo>
                  <a:lnTo>
                    <a:pt x="2667" y="4287"/>
                  </a:lnTo>
                  <a:cubicBezTo>
                    <a:pt x="2691" y="4514"/>
                    <a:pt x="2524" y="4627"/>
                    <a:pt x="2358" y="4627"/>
                  </a:cubicBezTo>
                  <a:cubicBezTo>
                    <a:pt x="2191" y="4627"/>
                    <a:pt x="2024" y="4514"/>
                    <a:pt x="2048" y="4287"/>
                  </a:cubicBezTo>
                  <a:lnTo>
                    <a:pt x="2048" y="3668"/>
                  </a:lnTo>
                  <a:cubicBezTo>
                    <a:pt x="2024" y="3430"/>
                    <a:pt x="2191" y="3311"/>
                    <a:pt x="2358" y="3311"/>
                  </a:cubicBezTo>
                  <a:close/>
                  <a:moveTo>
                    <a:pt x="6120" y="3311"/>
                  </a:moveTo>
                  <a:cubicBezTo>
                    <a:pt x="6287" y="3311"/>
                    <a:pt x="6454" y="3430"/>
                    <a:pt x="6430" y="3668"/>
                  </a:cubicBezTo>
                  <a:lnTo>
                    <a:pt x="6430" y="4287"/>
                  </a:lnTo>
                  <a:cubicBezTo>
                    <a:pt x="6454" y="4514"/>
                    <a:pt x="6287" y="4627"/>
                    <a:pt x="6120" y="4627"/>
                  </a:cubicBezTo>
                  <a:cubicBezTo>
                    <a:pt x="5954" y="4627"/>
                    <a:pt x="5787" y="4514"/>
                    <a:pt x="5811" y="4287"/>
                  </a:cubicBezTo>
                  <a:lnTo>
                    <a:pt x="5811" y="3668"/>
                  </a:lnTo>
                  <a:cubicBezTo>
                    <a:pt x="5787" y="3430"/>
                    <a:pt x="5954" y="3311"/>
                    <a:pt x="6120" y="3311"/>
                  </a:cubicBezTo>
                  <a:close/>
                  <a:moveTo>
                    <a:pt x="4239" y="2716"/>
                  </a:moveTo>
                  <a:cubicBezTo>
                    <a:pt x="4763" y="2716"/>
                    <a:pt x="5192" y="3263"/>
                    <a:pt x="5192" y="3978"/>
                  </a:cubicBezTo>
                  <a:cubicBezTo>
                    <a:pt x="5192" y="4668"/>
                    <a:pt x="4763" y="5240"/>
                    <a:pt x="4239" y="5240"/>
                  </a:cubicBezTo>
                  <a:cubicBezTo>
                    <a:pt x="3715" y="5240"/>
                    <a:pt x="3310" y="4668"/>
                    <a:pt x="3310" y="3978"/>
                  </a:cubicBezTo>
                  <a:cubicBezTo>
                    <a:pt x="3310" y="3263"/>
                    <a:pt x="3715" y="2716"/>
                    <a:pt x="4239" y="2716"/>
                  </a:cubicBezTo>
                  <a:close/>
                  <a:moveTo>
                    <a:pt x="3525" y="1"/>
                  </a:moveTo>
                  <a:cubicBezTo>
                    <a:pt x="3263" y="620"/>
                    <a:pt x="2929" y="1382"/>
                    <a:pt x="2572" y="1477"/>
                  </a:cubicBezTo>
                  <a:cubicBezTo>
                    <a:pt x="2545" y="1485"/>
                    <a:pt x="2516" y="1489"/>
                    <a:pt x="2486" y="1489"/>
                  </a:cubicBezTo>
                  <a:cubicBezTo>
                    <a:pt x="2143" y="1489"/>
                    <a:pt x="1607" y="1016"/>
                    <a:pt x="1191" y="644"/>
                  </a:cubicBezTo>
                  <a:cubicBezTo>
                    <a:pt x="953" y="1096"/>
                    <a:pt x="500" y="1382"/>
                    <a:pt x="0" y="1453"/>
                  </a:cubicBezTo>
                  <a:cubicBezTo>
                    <a:pt x="476" y="2858"/>
                    <a:pt x="738" y="4359"/>
                    <a:pt x="786" y="5859"/>
                  </a:cubicBezTo>
                  <a:lnTo>
                    <a:pt x="476" y="5859"/>
                  </a:lnTo>
                  <a:cubicBezTo>
                    <a:pt x="95" y="5907"/>
                    <a:pt x="95" y="6454"/>
                    <a:pt x="476" y="6478"/>
                  </a:cubicBezTo>
                  <a:lnTo>
                    <a:pt x="8049" y="6478"/>
                  </a:lnTo>
                  <a:cubicBezTo>
                    <a:pt x="8064" y="6480"/>
                    <a:pt x="8078" y="6481"/>
                    <a:pt x="8092" y="6481"/>
                  </a:cubicBezTo>
                  <a:cubicBezTo>
                    <a:pt x="8488" y="6481"/>
                    <a:pt x="8488" y="5857"/>
                    <a:pt x="8092" y="5857"/>
                  </a:cubicBezTo>
                  <a:cubicBezTo>
                    <a:pt x="8078" y="5857"/>
                    <a:pt x="8064" y="5858"/>
                    <a:pt x="8049" y="5859"/>
                  </a:cubicBezTo>
                  <a:lnTo>
                    <a:pt x="7764" y="5859"/>
                  </a:lnTo>
                  <a:cubicBezTo>
                    <a:pt x="7787" y="4359"/>
                    <a:pt x="8049" y="2882"/>
                    <a:pt x="8526" y="1453"/>
                  </a:cubicBezTo>
                  <a:cubicBezTo>
                    <a:pt x="8026" y="1382"/>
                    <a:pt x="7573" y="1096"/>
                    <a:pt x="7335" y="644"/>
                  </a:cubicBezTo>
                  <a:cubicBezTo>
                    <a:pt x="6919" y="1016"/>
                    <a:pt x="6382" y="1489"/>
                    <a:pt x="6021" y="1489"/>
                  </a:cubicBezTo>
                  <a:cubicBezTo>
                    <a:pt x="5989" y="1489"/>
                    <a:pt x="5959" y="1485"/>
                    <a:pt x="5930" y="1477"/>
                  </a:cubicBezTo>
                  <a:cubicBezTo>
                    <a:pt x="5597" y="1358"/>
                    <a:pt x="5263" y="620"/>
                    <a:pt x="5049" y="1"/>
                  </a:cubicBezTo>
                  <a:cubicBezTo>
                    <a:pt x="4811" y="132"/>
                    <a:pt x="4549" y="197"/>
                    <a:pt x="4287" y="197"/>
                  </a:cubicBezTo>
                  <a:cubicBezTo>
                    <a:pt x="4025" y="197"/>
                    <a:pt x="3763" y="132"/>
                    <a:pt x="3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8" name="Google Shape;8998;p69"/>
          <p:cNvSpPr/>
          <p:nvPr/>
        </p:nvSpPr>
        <p:spPr>
          <a:xfrm>
            <a:off x="7075803" y="3444725"/>
            <a:ext cx="267606" cy="350218"/>
          </a:xfrm>
          <a:custGeom>
            <a:rect b="b" l="l" r="r" t="t"/>
            <a:pathLst>
              <a:path extrusionOk="0" h="10747" w="8241">
                <a:moveTo>
                  <a:pt x="1632" y="0"/>
                </a:moveTo>
                <a:cubicBezTo>
                  <a:pt x="1459" y="0"/>
                  <a:pt x="1287" y="114"/>
                  <a:pt x="1310" y="340"/>
                </a:cubicBezTo>
                <a:lnTo>
                  <a:pt x="1310" y="10127"/>
                </a:lnTo>
                <a:lnTo>
                  <a:pt x="382" y="10127"/>
                </a:lnTo>
                <a:cubicBezTo>
                  <a:pt x="1" y="10151"/>
                  <a:pt x="1" y="10723"/>
                  <a:pt x="382" y="10747"/>
                </a:cubicBezTo>
                <a:lnTo>
                  <a:pt x="2882" y="10747"/>
                </a:lnTo>
                <a:cubicBezTo>
                  <a:pt x="3263" y="10723"/>
                  <a:pt x="3263" y="10151"/>
                  <a:pt x="2882" y="10127"/>
                </a:cubicBezTo>
                <a:lnTo>
                  <a:pt x="1929" y="10127"/>
                </a:lnTo>
                <a:lnTo>
                  <a:pt x="1929" y="6008"/>
                </a:lnTo>
                <a:cubicBezTo>
                  <a:pt x="2001" y="5960"/>
                  <a:pt x="1929" y="5698"/>
                  <a:pt x="2572" y="5698"/>
                </a:cubicBezTo>
                <a:cubicBezTo>
                  <a:pt x="2977" y="5698"/>
                  <a:pt x="3882" y="6031"/>
                  <a:pt x="4644" y="6293"/>
                </a:cubicBezTo>
                <a:cubicBezTo>
                  <a:pt x="5573" y="6627"/>
                  <a:pt x="6430" y="6960"/>
                  <a:pt x="6978" y="6960"/>
                </a:cubicBezTo>
                <a:cubicBezTo>
                  <a:pt x="7006" y="6962"/>
                  <a:pt x="7033" y="6963"/>
                  <a:pt x="7061" y="6963"/>
                </a:cubicBezTo>
                <a:cubicBezTo>
                  <a:pt x="7411" y="6963"/>
                  <a:pt x="7735" y="6824"/>
                  <a:pt x="7978" y="6603"/>
                </a:cubicBezTo>
                <a:cubicBezTo>
                  <a:pt x="8145" y="6436"/>
                  <a:pt x="8217" y="6222"/>
                  <a:pt x="8240" y="6008"/>
                </a:cubicBezTo>
                <a:lnTo>
                  <a:pt x="8240" y="1578"/>
                </a:lnTo>
                <a:cubicBezTo>
                  <a:pt x="8217" y="1411"/>
                  <a:pt x="8074" y="1292"/>
                  <a:pt x="7907" y="1292"/>
                </a:cubicBezTo>
                <a:cubicBezTo>
                  <a:pt x="7740" y="1292"/>
                  <a:pt x="7597" y="1411"/>
                  <a:pt x="7597" y="1602"/>
                </a:cubicBezTo>
                <a:cubicBezTo>
                  <a:pt x="7597" y="1650"/>
                  <a:pt x="7574" y="1912"/>
                  <a:pt x="6978" y="1912"/>
                </a:cubicBezTo>
                <a:cubicBezTo>
                  <a:pt x="6573" y="1912"/>
                  <a:pt x="5668" y="1578"/>
                  <a:pt x="4882" y="1292"/>
                </a:cubicBezTo>
                <a:cubicBezTo>
                  <a:pt x="3978" y="959"/>
                  <a:pt x="3096" y="649"/>
                  <a:pt x="2572" y="649"/>
                </a:cubicBezTo>
                <a:cubicBezTo>
                  <a:pt x="2358" y="649"/>
                  <a:pt x="2144" y="697"/>
                  <a:pt x="1953" y="768"/>
                </a:cubicBezTo>
                <a:lnTo>
                  <a:pt x="1953" y="340"/>
                </a:lnTo>
                <a:cubicBezTo>
                  <a:pt x="1977" y="114"/>
                  <a:pt x="1804" y="0"/>
                  <a:pt x="1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9" name="Google Shape;8999;p69"/>
          <p:cNvGrpSpPr/>
          <p:nvPr/>
        </p:nvGrpSpPr>
        <p:grpSpPr>
          <a:xfrm>
            <a:off x="6284893" y="3466883"/>
            <a:ext cx="350346" cy="307333"/>
            <a:chOff x="5108775" y="3665100"/>
            <a:chExt cx="269725" cy="235775"/>
          </a:xfrm>
        </p:grpSpPr>
        <p:sp>
          <p:nvSpPr>
            <p:cNvPr id="9000" name="Google Shape;9000;p69"/>
            <p:cNvSpPr/>
            <p:nvPr/>
          </p:nvSpPr>
          <p:spPr>
            <a:xfrm>
              <a:off x="5204025" y="3853225"/>
              <a:ext cx="47050" cy="47650"/>
            </a:xfrm>
            <a:custGeom>
              <a:rect b="b" l="l" r="r" t="t"/>
              <a:pathLst>
                <a:path extrusionOk="0" h="1906" w="1882">
                  <a:moveTo>
                    <a:pt x="953" y="1"/>
                  </a:moveTo>
                  <a:cubicBezTo>
                    <a:pt x="429" y="1"/>
                    <a:pt x="1" y="429"/>
                    <a:pt x="1" y="953"/>
                  </a:cubicBezTo>
                  <a:cubicBezTo>
                    <a:pt x="1" y="1477"/>
                    <a:pt x="429" y="1906"/>
                    <a:pt x="953" y="1906"/>
                  </a:cubicBezTo>
                  <a:cubicBezTo>
                    <a:pt x="1477" y="1906"/>
                    <a:pt x="1882" y="1477"/>
                    <a:pt x="1882" y="953"/>
                  </a:cubicBezTo>
                  <a:cubicBezTo>
                    <a:pt x="1882"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9"/>
            <p:cNvSpPr/>
            <p:nvPr/>
          </p:nvSpPr>
          <p:spPr>
            <a:xfrm>
              <a:off x="5283200" y="3853225"/>
              <a:ext cx="47075" cy="47650"/>
            </a:xfrm>
            <a:custGeom>
              <a:rect b="b" l="l" r="r" t="t"/>
              <a:pathLst>
                <a:path extrusionOk="0" h="1906" w="1883">
                  <a:moveTo>
                    <a:pt x="954" y="1"/>
                  </a:moveTo>
                  <a:cubicBezTo>
                    <a:pt x="430" y="1"/>
                    <a:pt x="1" y="429"/>
                    <a:pt x="1" y="953"/>
                  </a:cubicBezTo>
                  <a:cubicBezTo>
                    <a:pt x="1" y="1477"/>
                    <a:pt x="430" y="1906"/>
                    <a:pt x="954" y="1906"/>
                  </a:cubicBezTo>
                  <a:cubicBezTo>
                    <a:pt x="1477" y="1906"/>
                    <a:pt x="1882" y="1477"/>
                    <a:pt x="1882" y="953"/>
                  </a:cubicBezTo>
                  <a:cubicBezTo>
                    <a:pt x="1882" y="429"/>
                    <a:pt x="1477" y="1"/>
                    <a:pt x="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9"/>
            <p:cNvSpPr/>
            <p:nvPr/>
          </p:nvSpPr>
          <p:spPr>
            <a:xfrm>
              <a:off x="5108775" y="3665100"/>
              <a:ext cx="269725" cy="188150"/>
            </a:xfrm>
            <a:custGeom>
              <a:rect b="b" l="l" r="r" t="t"/>
              <a:pathLst>
                <a:path extrusionOk="0" h="7526" w="10789">
                  <a:moveTo>
                    <a:pt x="358" y="0"/>
                  </a:moveTo>
                  <a:cubicBezTo>
                    <a:pt x="191" y="0"/>
                    <a:pt x="48" y="119"/>
                    <a:pt x="24" y="262"/>
                  </a:cubicBezTo>
                  <a:cubicBezTo>
                    <a:pt x="0" y="453"/>
                    <a:pt x="143" y="619"/>
                    <a:pt x="334" y="619"/>
                  </a:cubicBezTo>
                  <a:lnTo>
                    <a:pt x="1644" y="619"/>
                  </a:lnTo>
                  <a:lnTo>
                    <a:pt x="3168" y="5930"/>
                  </a:lnTo>
                  <a:lnTo>
                    <a:pt x="3049" y="6168"/>
                  </a:lnTo>
                  <a:cubicBezTo>
                    <a:pt x="2739" y="6787"/>
                    <a:pt x="3191" y="7526"/>
                    <a:pt x="3882" y="7526"/>
                  </a:cubicBezTo>
                  <a:lnTo>
                    <a:pt x="9169" y="7526"/>
                  </a:lnTo>
                  <a:cubicBezTo>
                    <a:pt x="9336" y="7526"/>
                    <a:pt x="9455" y="7406"/>
                    <a:pt x="9478" y="7264"/>
                  </a:cubicBezTo>
                  <a:cubicBezTo>
                    <a:pt x="9502" y="7073"/>
                    <a:pt x="9359" y="6906"/>
                    <a:pt x="9169" y="6906"/>
                  </a:cubicBezTo>
                  <a:lnTo>
                    <a:pt x="3882" y="6906"/>
                  </a:lnTo>
                  <a:cubicBezTo>
                    <a:pt x="3644" y="6906"/>
                    <a:pt x="3501" y="6668"/>
                    <a:pt x="3596" y="6454"/>
                  </a:cubicBezTo>
                  <a:lnTo>
                    <a:pt x="3692" y="6287"/>
                  </a:lnTo>
                  <a:lnTo>
                    <a:pt x="9169" y="6287"/>
                  </a:lnTo>
                  <a:cubicBezTo>
                    <a:pt x="9312" y="6287"/>
                    <a:pt x="9431" y="6192"/>
                    <a:pt x="9478" y="6049"/>
                  </a:cubicBezTo>
                  <a:lnTo>
                    <a:pt x="10741" y="1643"/>
                  </a:lnTo>
                  <a:cubicBezTo>
                    <a:pt x="10788" y="1453"/>
                    <a:pt x="10645" y="1262"/>
                    <a:pt x="10431" y="1262"/>
                  </a:cubicBezTo>
                  <a:lnTo>
                    <a:pt x="2477" y="1262"/>
                  </a:lnTo>
                  <a:lnTo>
                    <a:pt x="2191" y="215"/>
                  </a:lnTo>
                  <a:cubicBezTo>
                    <a:pt x="2144" y="95"/>
                    <a:pt x="2025" y="0"/>
                    <a:pt x="1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69"/>
          <p:cNvGrpSpPr/>
          <p:nvPr/>
        </p:nvGrpSpPr>
        <p:grpSpPr>
          <a:xfrm>
            <a:off x="5533219" y="3446092"/>
            <a:ext cx="371745" cy="349077"/>
            <a:chOff x="4530075" y="3649150"/>
            <a:chExt cx="286200" cy="267800"/>
          </a:xfrm>
        </p:grpSpPr>
        <p:sp>
          <p:nvSpPr>
            <p:cNvPr id="9004" name="Google Shape;9004;p69"/>
            <p:cNvSpPr/>
            <p:nvPr/>
          </p:nvSpPr>
          <p:spPr>
            <a:xfrm>
              <a:off x="4620575" y="3766900"/>
              <a:ext cx="86350" cy="150050"/>
            </a:xfrm>
            <a:custGeom>
              <a:rect b="b" l="l" r="r" t="t"/>
              <a:pathLst>
                <a:path extrusionOk="0" h="6002" w="3454">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9"/>
            <p:cNvSpPr/>
            <p:nvPr/>
          </p:nvSpPr>
          <p:spPr>
            <a:xfrm>
              <a:off x="4530075" y="3649150"/>
              <a:ext cx="286200" cy="157075"/>
            </a:xfrm>
            <a:custGeom>
              <a:rect b="b" l="l" r="r" t="t"/>
              <a:pathLst>
                <a:path extrusionOk="0" h="6283" w="11448">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69"/>
          <p:cNvGrpSpPr/>
          <p:nvPr/>
        </p:nvGrpSpPr>
        <p:grpSpPr>
          <a:xfrm>
            <a:off x="4780019" y="3444756"/>
            <a:ext cx="351125" cy="350413"/>
            <a:chOff x="3950200" y="3648125"/>
            <a:chExt cx="270325" cy="268825"/>
          </a:xfrm>
        </p:grpSpPr>
        <p:sp>
          <p:nvSpPr>
            <p:cNvPr id="9007" name="Google Shape;9007;p69"/>
            <p:cNvSpPr/>
            <p:nvPr/>
          </p:nvSpPr>
          <p:spPr>
            <a:xfrm>
              <a:off x="3950200" y="3885375"/>
              <a:ext cx="270325" cy="31575"/>
            </a:xfrm>
            <a:custGeom>
              <a:rect b="b" l="l" r="r" t="t"/>
              <a:pathLst>
                <a:path extrusionOk="0" h="1263" w="10813">
                  <a:moveTo>
                    <a:pt x="715" y="0"/>
                  </a:moveTo>
                  <a:cubicBezTo>
                    <a:pt x="643" y="0"/>
                    <a:pt x="548" y="48"/>
                    <a:pt x="477" y="120"/>
                  </a:cubicBezTo>
                  <a:cubicBezTo>
                    <a:pt x="310" y="334"/>
                    <a:pt x="143" y="572"/>
                    <a:pt x="48" y="834"/>
                  </a:cubicBezTo>
                  <a:cubicBezTo>
                    <a:pt x="0" y="929"/>
                    <a:pt x="24" y="1048"/>
                    <a:pt x="72" y="1120"/>
                  </a:cubicBezTo>
                  <a:cubicBezTo>
                    <a:pt x="143" y="1215"/>
                    <a:pt x="238" y="1263"/>
                    <a:pt x="334" y="1263"/>
                  </a:cubicBezTo>
                  <a:lnTo>
                    <a:pt x="10431" y="1263"/>
                  </a:lnTo>
                  <a:cubicBezTo>
                    <a:pt x="10645" y="1263"/>
                    <a:pt x="10812" y="1048"/>
                    <a:pt x="10741" y="834"/>
                  </a:cubicBezTo>
                  <a:cubicBezTo>
                    <a:pt x="10622" y="572"/>
                    <a:pt x="10479" y="334"/>
                    <a:pt x="10288" y="120"/>
                  </a:cubicBezTo>
                  <a:cubicBezTo>
                    <a:pt x="10217" y="48"/>
                    <a:pt x="10145" y="0"/>
                    <a:pt x="1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9"/>
            <p:cNvSpPr/>
            <p:nvPr/>
          </p:nvSpPr>
          <p:spPr>
            <a:xfrm>
              <a:off x="3982350" y="3774650"/>
              <a:ext cx="47650" cy="95275"/>
            </a:xfrm>
            <a:custGeom>
              <a:rect b="b" l="l" r="r" t="t"/>
              <a:pathLst>
                <a:path extrusionOk="0" h="3811" w="1906">
                  <a:moveTo>
                    <a:pt x="0" y="0"/>
                  </a:moveTo>
                  <a:lnTo>
                    <a:pt x="0" y="3810"/>
                  </a:lnTo>
                  <a:lnTo>
                    <a:pt x="1905" y="3810"/>
                  </a:lnTo>
                  <a:lnTo>
                    <a:pt x="1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9"/>
            <p:cNvSpPr/>
            <p:nvPr/>
          </p:nvSpPr>
          <p:spPr>
            <a:xfrm>
              <a:off x="4061525" y="3774650"/>
              <a:ext cx="47050" cy="95275"/>
            </a:xfrm>
            <a:custGeom>
              <a:rect b="b" l="l" r="r" t="t"/>
              <a:pathLst>
                <a:path extrusionOk="0" h="3811" w="1882">
                  <a:moveTo>
                    <a:pt x="1" y="0"/>
                  </a:moveTo>
                  <a:lnTo>
                    <a:pt x="1" y="3810"/>
                  </a:lnTo>
                  <a:lnTo>
                    <a:pt x="1882" y="3810"/>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9"/>
            <p:cNvSpPr/>
            <p:nvPr/>
          </p:nvSpPr>
          <p:spPr>
            <a:xfrm>
              <a:off x="4140125" y="3774650"/>
              <a:ext cx="47050" cy="95275"/>
            </a:xfrm>
            <a:custGeom>
              <a:rect b="b" l="l" r="r" t="t"/>
              <a:pathLst>
                <a:path extrusionOk="0" h="3811" w="1882">
                  <a:moveTo>
                    <a:pt x="0" y="0"/>
                  </a:moveTo>
                  <a:lnTo>
                    <a:pt x="0" y="3810"/>
                  </a:lnTo>
                  <a:lnTo>
                    <a:pt x="1881" y="3810"/>
                  </a:lnTo>
                  <a:lnTo>
                    <a:pt x="1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9"/>
            <p:cNvSpPr/>
            <p:nvPr/>
          </p:nvSpPr>
          <p:spPr>
            <a:xfrm>
              <a:off x="3951375" y="3727600"/>
              <a:ext cx="267950" cy="31575"/>
            </a:xfrm>
            <a:custGeom>
              <a:rect b="b" l="l" r="r" t="t"/>
              <a:pathLst>
                <a:path extrusionOk="0" h="1263" w="10718">
                  <a:moveTo>
                    <a:pt x="1" y="1"/>
                  </a:moveTo>
                  <a:cubicBezTo>
                    <a:pt x="120" y="453"/>
                    <a:pt x="358" y="834"/>
                    <a:pt x="668" y="1168"/>
                  </a:cubicBezTo>
                  <a:lnTo>
                    <a:pt x="644" y="1168"/>
                  </a:lnTo>
                  <a:cubicBezTo>
                    <a:pt x="715" y="1239"/>
                    <a:pt x="787" y="1263"/>
                    <a:pt x="882" y="1263"/>
                  </a:cubicBezTo>
                  <a:lnTo>
                    <a:pt x="9813" y="1263"/>
                  </a:lnTo>
                  <a:cubicBezTo>
                    <a:pt x="9884" y="1263"/>
                    <a:pt x="9979" y="1239"/>
                    <a:pt x="10027" y="1168"/>
                  </a:cubicBezTo>
                  <a:cubicBezTo>
                    <a:pt x="10360" y="858"/>
                    <a:pt x="10575" y="453"/>
                    <a:pt x="10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9"/>
            <p:cNvSpPr/>
            <p:nvPr/>
          </p:nvSpPr>
          <p:spPr>
            <a:xfrm>
              <a:off x="3955550" y="3648125"/>
              <a:ext cx="258425" cy="64025"/>
            </a:xfrm>
            <a:custGeom>
              <a:rect b="b" l="l" r="r" t="t"/>
              <a:pathLst>
                <a:path extrusionOk="0" h="2561" w="10337">
                  <a:moveTo>
                    <a:pt x="5168" y="0"/>
                  </a:moveTo>
                  <a:cubicBezTo>
                    <a:pt x="5121" y="0"/>
                    <a:pt x="5073" y="12"/>
                    <a:pt x="5026" y="36"/>
                  </a:cubicBezTo>
                  <a:lnTo>
                    <a:pt x="1" y="2561"/>
                  </a:lnTo>
                  <a:lnTo>
                    <a:pt x="10336" y="2561"/>
                  </a:lnTo>
                  <a:lnTo>
                    <a:pt x="5311" y="36"/>
                  </a:lnTo>
                  <a:cubicBezTo>
                    <a:pt x="5264" y="12"/>
                    <a:pt x="5216" y="0"/>
                    <a:pt x="5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69"/>
          <p:cNvGrpSpPr/>
          <p:nvPr/>
        </p:nvGrpSpPr>
        <p:grpSpPr>
          <a:xfrm>
            <a:off x="4079393" y="3445147"/>
            <a:ext cx="245167" cy="350022"/>
            <a:chOff x="3410800" y="3648425"/>
            <a:chExt cx="188750" cy="268525"/>
          </a:xfrm>
        </p:grpSpPr>
        <p:sp>
          <p:nvSpPr>
            <p:cNvPr id="9014" name="Google Shape;9014;p69"/>
            <p:cNvSpPr/>
            <p:nvPr/>
          </p:nvSpPr>
          <p:spPr>
            <a:xfrm>
              <a:off x="3410800" y="3648425"/>
              <a:ext cx="188750" cy="268525"/>
            </a:xfrm>
            <a:custGeom>
              <a:rect b="b" l="l" r="r" t="t"/>
              <a:pathLst>
                <a:path extrusionOk="0" h="10741" w="7550">
                  <a:moveTo>
                    <a:pt x="3763" y="1906"/>
                  </a:moveTo>
                  <a:cubicBezTo>
                    <a:pt x="4811" y="1906"/>
                    <a:pt x="5644" y="2739"/>
                    <a:pt x="5644" y="3787"/>
                  </a:cubicBezTo>
                  <a:cubicBezTo>
                    <a:pt x="5644" y="4917"/>
                    <a:pt x="4714" y="5675"/>
                    <a:pt x="3744" y="5675"/>
                  </a:cubicBezTo>
                  <a:cubicBezTo>
                    <a:pt x="3283" y="5675"/>
                    <a:pt x="2813" y="5504"/>
                    <a:pt x="2429" y="5120"/>
                  </a:cubicBezTo>
                  <a:cubicBezTo>
                    <a:pt x="1239" y="3930"/>
                    <a:pt x="2096" y="1906"/>
                    <a:pt x="3763" y="1906"/>
                  </a:cubicBezTo>
                  <a:close/>
                  <a:moveTo>
                    <a:pt x="3763" y="0"/>
                  </a:moveTo>
                  <a:cubicBezTo>
                    <a:pt x="1691" y="0"/>
                    <a:pt x="0" y="1691"/>
                    <a:pt x="0" y="3787"/>
                  </a:cubicBezTo>
                  <a:cubicBezTo>
                    <a:pt x="0" y="5644"/>
                    <a:pt x="1429" y="7669"/>
                    <a:pt x="2668" y="9407"/>
                  </a:cubicBezTo>
                  <a:cubicBezTo>
                    <a:pt x="2977" y="9836"/>
                    <a:pt x="3263" y="10217"/>
                    <a:pt x="3501" y="10598"/>
                  </a:cubicBezTo>
                  <a:cubicBezTo>
                    <a:pt x="3573" y="10693"/>
                    <a:pt x="3674" y="10741"/>
                    <a:pt x="3772" y="10741"/>
                  </a:cubicBezTo>
                  <a:cubicBezTo>
                    <a:pt x="3870" y="10741"/>
                    <a:pt x="3966" y="10693"/>
                    <a:pt x="4025" y="10598"/>
                  </a:cubicBezTo>
                  <a:cubicBezTo>
                    <a:pt x="4287" y="10241"/>
                    <a:pt x="4573" y="9836"/>
                    <a:pt x="4859" y="9407"/>
                  </a:cubicBezTo>
                  <a:cubicBezTo>
                    <a:pt x="6121" y="7669"/>
                    <a:pt x="7550" y="5644"/>
                    <a:pt x="7550" y="3787"/>
                  </a:cubicBezTo>
                  <a:cubicBezTo>
                    <a:pt x="7550" y="1691"/>
                    <a:pt x="5859" y="0"/>
                    <a:pt x="37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9"/>
            <p:cNvSpPr/>
            <p:nvPr/>
          </p:nvSpPr>
          <p:spPr>
            <a:xfrm>
              <a:off x="3473900" y="3711525"/>
              <a:ext cx="62550" cy="62550"/>
            </a:xfrm>
            <a:custGeom>
              <a:rect b="b" l="l" r="r" t="t"/>
              <a:pathLst>
                <a:path extrusionOk="0" h="2502" w="2502">
                  <a:moveTo>
                    <a:pt x="1239" y="1"/>
                  </a:moveTo>
                  <a:cubicBezTo>
                    <a:pt x="548" y="1"/>
                    <a:pt x="1" y="572"/>
                    <a:pt x="1" y="1263"/>
                  </a:cubicBezTo>
                  <a:cubicBezTo>
                    <a:pt x="1" y="1953"/>
                    <a:pt x="548" y="2501"/>
                    <a:pt x="1239" y="2501"/>
                  </a:cubicBezTo>
                  <a:cubicBezTo>
                    <a:pt x="1930" y="2501"/>
                    <a:pt x="2501" y="1953"/>
                    <a:pt x="2501" y="1263"/>
                  </a:cubicBezTo>
                  <a:cubicBezTo>
                    <a:pt x="2501" y="572"/>
                    <a:pt x="1930" y="1"/>
                    <a:pt x="1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9"/>
          <p:cNvGrpSpPr/>
          <p:nvPr/>
        </p:nvGrpSpPr>
        <p:grpSpPr>
          <a:xfrm>
            <a:off x="3276673" y="3445147"/>
            <a:ext cx="348040" cy="350022"/>
            <a:chOff x="2792800" y="3648425"/>
            <a:chExt cx="267950" cy="268525"/>
          </a:xfrm>
        </p:grpSpPr>
        <p:sp>
          <p:nvSpPr>
            <p:cNvPr id="9017" name="Google Shape;9017;p69"/>
            <p:cNvSpPr/>
            <p:nvPr/>
          </p:nvSpPr>
          <p:spPr>
            <a:xfrm>
              <a:off x="2792800" y="3648425"/>
              <a:ext cx="126250" cy="126250"/>
            </a:xfrm>
            <a:custGeom>
              <a:rect b="b" l="l" r="r" t="t"/>
              <a:pathLst>
                <a:path extrusionOk="0" h="5050" w="5050">
                  <a:moveTo>
                    <a:pt x="2534" y="1310"/>
                  </a:moveTo>
                  <a:cubicBezTo>
                    <a:pt x="2680" y="1310"/>
                    <a:pt x="2823" y="1405"/>
                    <a:pt x="2835" y="1596"/>
                  </a:cubicBezTo>
                  <a:lnTo>
                    <a:pt x="2835" y="2239"/>
                  </a:lnTo>
                  <a:lnTo>
                    <a:pt x="3478" y="2239"/>
                  </a:lnTo>
                  <a:cubicBezTo>
                    <a:pt x="3492" y="2237"/>
                    <a:pt x="3507" y="2237"/>
                    <a:pt x="3520" y="2237"/>
                  </a:cubicBezTo>
                  <a:cubicBezTo>
                    <a:pt x="3916" y="2237"/>
                    <a:pt x="3916" y="2860"/>
                    <a:pt x="3520" y="2860"/>
                  </a:cubicBezTo>
                  <a:cubicBezTo>
                    <a:pt x="3507" y="2860"/>
                    <a:pt x="3492" y="2860"/>
                    <a:pt x="3478" y="2858"/>
                  </a:cubicBezTo>
                  <a:lnTo>
                    <a:pt x="2835" y="2858"/>
                  </a:lnTo>
                  <a:lnTo>
                    <a:pt x="2835" y="3501"/>
                  </a:lnTo>
                  <a:cubicBezTo>
                    <a:pt x="2823" y="3692"/>
                    <a:pt x="2680" y="3787"/>
                    <a:pt x="2534" y="3787"/>
                  </a:cubicBezTo>
                  <a:cubicBezTo>
                    <a:pt x="2388" y="3787"/>
                    <a:pt x="2240" y="3692"/>
                    <a:pt x="2216" y="3501"/>
                  </a:cubicBezTo>
                  <a:lnTo>
                    <a:pt x="2216" y="2858"/>
                  </a:lnTo>
                  <a:lnTo>
                    <a:pt x="1597" y="2858"/>
                  </a:lnTo>
                  <a:cubicBezTo>
                    <a:pt x="1581" y="2860"/>
                    <a:pt x="1566" y="2860"/>
                    <a:pt x="1552" y="2860"/>
                  </a:cubicBezTo>
                  <a:cubicBezTo>
                    <a:pt x="1135" y="2860"/>
                    <a:pt x="1135" y="2237"/>
                    <a:pt x="1552" y="2237"/>
                  </a:cubicBezTo>
                  <a:cubicBezTo>
                    <a:pt x="1566" y="2237"/>
                    <a:pt x="1581" y="2237"/>
                    <a:pt x="1597" y="2239"/>
                  </a:cubicBezTo>
                  <a:lnTo>
                    <a:pt x="2216" y="2239"/>
                  </a:lnTo>
                  <a:lnTo>
                    <a:pt x="2216" y="1596"/>
                  </a:lnTo>
                  <a:cubicBezTo>
                    <a:pt x="2240" y="1405"/>
                    <a:pt x="2388" y="1310"/>
                    <a:pt x="2534" y="1310"/>
                  </a:cubicBezTo>
                  <a:close/>
                  <a:moveTo>
                    <a:pt x="930" y="0"/>
                  </a:moveTo>
                  <a:cubicBezTo>
                    <a:pt x="406" y="0"/>
                    <a:pt x="1" y="429"/>
                    <a:pt x="1" y="953"/>
                  </a:cubicBezTo>
                  <a:lnTo>
                    <a:pt x="1" y="4120"/>
                  </a:lnTo>
                  <a:cubicBezTo>
                    <a:pt x="1" y="4644"/>
                    <a:pt x="430" y="5049"/>
                    <a:pt x="930" y="5049"/>
                  </a:cubicBezTo>
                  <a:lnTo>
                    <a:pt x="4097" y="5049"/>
                  </a:lnTo>
                  <a:cubicBezTo>
                    <a:pt x="4621" y="5049"/>
                    <a:pt x="5050" y="4644"/>
                    <a:pt x="5050" y="4120"/>
                  </a:cubicBezTo>
                  <a:lnTo>
                    <a:pt x="5050" y="953"/>
                  </a:lnTo>
                  <a:cubicBezTo>
                    <a:pt x="5050" y="429"/>
                    <a:pt x="4621"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9"/>
            <p:cNvSpPr/>
            <p:nvPr/>
          </p:nvSpPr>
          <p:spPr>
            <a:xfrm>
              <a:off x="2934500" y="3648425"/>
              <a:ext cx="126250" cy="126250"/>
            </a:xfrm>
            <a:custGeom>
              <a:rect b="b" l="l" r="r" t="t"/>
              <a:pathLst>
                <a:path extrusionOk="0" h="5050" w="5050">
                  <a:moveTo>
                    <a:pt x="3478" y="2239"/>
                  </a:moveTo>
                  <a:cubicBezTo>
                    <a:pt x="3859" y="2263"/>
                    <a:pt x="3859" y="2810"/>
                    <a:pt x="3478" y="2858"/>
                  </a:cubicBezTo>
                  <a:lnTo>
                    <a:pt x="1573" y="2858"/>
                  </a:lnTo>
                  <a:cubicBezTo>
                    <a:pt x="1192" y="2810"/>
                    <a:pt x="1192" y="2263"/>
                    <a:pt x="1573" y="2239"/>
                  </a:cubicBezTo>
                  <a:close/>
                  <a:moveTo>
                    <a:pt x="953" y="0"/>
                  </a:moveTo>
                  <a:cubicBezTo>
                    <a:pt x="429" y="0"/>
                    <a:pt x="1" y="429"/>
                    <a:pt x="1" y="953"/>
                  </a:cubicBezTo>
                  <a:lnTo>
                    <a:pt x="1" y="4120"/>
                  </a:lnTo>
                  <a:cubicBezTo>
                    <a:pt x="1" y="4644"/>
                    <a:pt x="429" y="5049"/>
                    <a:pt x="953" y="5049"/>
                  </a:cubicBezTo>
                  <a:lnTo>
                    <a:pt x="4121" y="5049"/>
                  </a:lnTo>
                  <a:cubicBezTo>
                    <a:pt x="4621" y="5049"/>
                    <a:pt x="5049" y="4644"/>
                    <a:pt x="5049" y="4120"/>
                  </a:cubicBezTo>
                  <a:lnTo>
                    <a:pt x="5049" y="953"/>
                  </a:lnTo>
                  <a:cubicBezTo>
                    <a:pt x="5049" y="429"/>
                    <a:pt x="4621" y="0"/>
                    <a:pt x="4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9"/>
            <p:cNvSpPr/>
            <p:nvPr/>
          </p:nvSpPr>
          <p:spPr>
            <a:xfrm>
              <a:off x="2934500" y="3790725"/>
              <a:ext cx="126250" cy="126225"/>
            </a:xfrm>
            <a:custGeom>
              <a:rect b="b" l="l" r="r" t="t"/>
              <a:pathLst>
                <a:path extrusionOk="0" h="5049" w="5050">
                  <a:moveTo>
                    <a:pt x="3478" y="1572"/>
                  </a:moveTo>
                  <a:cubicBezTo>
                    <a:pt x="3906" y="1572"/>
                    <a:pt x="3906" y="2191"/>
                    <a:pt x="3478" y="2191"/>
                  </a:cubicBezTo>
                  <a:lnTo>
                    <a:pt x="1573" y="2191"/>
                  </a:lnTo>
                  <a:cubicBezTo>
                    <a:pt x="1144" y="2191"/>
                    <a:pt x="1144" y="1572"/>
                    <a:pt x="1573" y="1572"/>
                  </a:cubicBezTo>
                  <a:close/>
                  <a:moveTo>
                    <a:pt x="3478" y="2834"/>
                  </a:moveTo>
                  <a:cubicBezTo>
                    <a:pt x="3859" y="2858"/>
                    <a:pt x="3859" y="3405"/>
                    <a:pt x="3478" y="3453"/>
                  </a:cubicBezTo>
                  <a:lnTo>
                    <a:pt x="1573" y="3453"/>
                  </a:lnTo>
                  <a:cubicBezTo>
                    <a:pt x="1192" y="3405"/>
                    <a:pt x="1192" y="2858"/>
                    <a:pt x="1573" y="2834"/>
                  </a:cubicBezTo>
                  <a:close/>
                  <a:moveTo>
                    <a:pt x="953" y="0"/>
                  </a:moveTo>
                  <a:cubicBezTo>
                    <a:pt x="429" y="0"/>
                    <a:pt x="1" y="429"/>
                    <a:pt x="1" y="929"/>
                  </a:cubicBezTo>
                  <a:lnTo>
                    <a:pt x="1" y="4096"/>
                  </a:lnTo>
                  <a:cubicBezTo>
                    <a:pt x="1" y="4620"/>
                    <a:pt x="429" y="5049"/>
                    <a:pt x="953" y="5049"/>
                  </a:cubicBezTo>
                  <a:lnTo>
                    <a:pt x="4121" y="5049"/>
                  </a:lnTo>
                  <a:cubicBezTo>
                    <a:pt x="4621" y="5049"/>
                    <a:pt x="5049" y="4620"/>
                    <a:pt x="5049" y="4096"/>
                  </a:cubicBezTo>
                  <a:lnTo>
                    <a:pt x="5049" y="929"/>
                  </a:lnTo>
                  <a:cubicBezTo>
                    <a:pt x="5049" y="429"/>
                    <a:pt x="4621" y="0"/>
                    <a:pt x="4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9"/>
            <p:cNvSpPr/>
            <p:nvPr/>
          </p:nvSpPr>
          <p:spPr>
            <a:xfrm>
              <a:off x="2792800" y="3790725"/>
              <a:ext cx="126250" cy="126225"/>
            </a:xfrm>
            <a:custGeom>
              <a:rect b="b" l="l" r="r" t="t"/>
              <a:pathLst>
                <a:path extrusionOk="0" h="5049" w="5050">
                  <a:moveTo>
                    <a:pt x="3204" y="1530"/>
                  </a:moveTo>
                  <a:cubicBezTo>
                    <a:pt x="3287" y="1530"/>
                    <a:pt x="3371" y="1560"/>
                    <a:pt x="3430" y="1619"/>
                  </a:cubicBezTo>
                  <a:cubicBezTo>
                    <a:pt x="3549" y="1738"/>
                    <a:pt x="3549" y="1953"/>
                    <a:pt x="3430" y="2072"/>
                  </a:cubicBezTo>
                  <a:lnTo>
                    <a:pt x="2978" y="2501"/>
                  </a:lnTo>
                  <a:lnTo>
                    <a:pt x="3430" y="2953"/>
                  </a:lnTo>
                  <a:cubicBezTo>
                    <a:pt x="3549" y="3072"/>
                    <a:pt x="3549" y="3286"/>
                    <a:pt x="3430" y="3405"/>
                  </a:cubicBezTo>
                  <a:cubicBezTo>
                    <a:pt x="3359" y="3465"/>
                    <a:pt x="3275" y="3495"/>
                    <a:pt x="3195" y="3495"/>
                  </a:cubicBezTo>
                  <a:cubicBezTo>
                    <a:pt x="3115" y="3495"/>
                    <a:pt x="3037" y="3465"/>
                    <a:pt x="2978" y="3405"/>
                  </a:cubicBezTo>
                  <a:lnTo>
                    <a:pt x="2525" y="2953"/>
                  </a:lnTo>
                  <a:lnTo>
                    <a:pt x="2097" y="3405"/>
                  </a:lnTo>
                  <a:cubicBezTo>
                    <a:pt x="2025" y="3465"/>
                    <a:pt x="1942" y="3495"/>
                    <a:pt x="1861" y="3495"/>
                  </a:cubicBezTo>
                  <a:cubicBezTo>
                    <a:pt x="1781" y="3495"/>
                    <a:pt x="1704" y="3465"/>
                    <a:pt x="1644" y="3405"/>
                  </a:cubicBezTo>
                  <a:cubicBezTo>
                    <a:pt x="1525" y="3286"/>
                    <a:pt x="1525" y="3072"/>
                    <a:pt x="1644" y="2953"/>
                  </a:cubicBezTo>
                  <a:lnTo>
                    <a:pt x="2097" y="2501"/>
                  </a:lnTo>
                  <a:lnTo>
                    <a:pt x="1644" y="2072"/>
                  </a:lnTo>
                  <a:cubicBezTo>
                    <a:pt x="1525" y="1953"/>
                    <a:pt x="1525" y="1738"/>
                    <a:pt x="1644" y="1619"/>
                  </a:cubicBezTo>
                  <a:cubicBezTo>
                    <a:pt x="1704" y="1560"/>
                    <a:pt x="1787" y="1530"/>
                    <a:pt x="1870" y="1530"/>
                  </a:cubicBezTo>
                  <a:cubicBezTo>
                    <a:pt x="1954" y="1530"/>
                    <a:pt x="2037" y="1560"/>
                    <a:pt x="2097" y="1619"/>
                  </a:cubicBezTo>
                  <a:lnTo>
                    <a:pt x="2525" y="2072"/>
                  </a:lnTo>
                  <a:lnTo>
                    <a:pt x="2978" y="1619"/>
                  </a:lnTo>
                  <a:cubicBezTo>
                    <a:pt x="3037" y="1560"/>
                    <a:pt x="3121" y="1530"/>
                    <a:pt x="3204" y="1530"/>
                  </a:cubicBezTo>
                  <a:close/>
                  <a:moveTo>
                    <a:pt x="930" y="0"/>
                  </a:moveTo>
                  <a:cubicBezTo>
                    <a:pt x="430" y="0"/>
                    <a:pt x="1" y="429"/>
                    <a:pt x="1" y="929"/>
                  </a:cubicBezTo>
                  <a:lnTo>
                    <a:pt x="1" y="4096"/>
                  </a:lnTo>
                  <a:cubicBezTo>
                    <a:pt x="1" y="4620"/>
                    <a:pt x="406" y="5049"/>
                    <a:pt x="930" y="5049"/>
                  </a:cubicBezTo>
                  <a:lnTo>
                    <a:pt x="4097" y="5049"/>
                  </a:lnTo>
                  <a:cubicBezTo>
                    <a:pt x="4621" y="5049"/>
                    <a:pt x="5050" y="4620"/>
                    <a:pt x="5050" y="4096"/>
                  </a:cubicBezTo>
                  <a:lnTo>
                    <a:pt x="5050" y="929"/>
                  </a:lnTo>
                  <a:cubicBezTo>
                    <a:pt x="5050" y="429"/>
                    <a:pt x="4621"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69"/>
          <p:cNvSpPr/>
          <p:nvPr/>
        </p:nvSpPr>
        <p:spPr>
          <a:xfrm>
            <a:off x="2523402" y="3444139"/>
            <a:ext cx="352684" cy="351782"/>
          </a:xfrm>
          <a:custGeom>
            <a:rect b="b" l="l" r="r" t="t"/>
            <a:pathLst>
              <a:path extrusionOk="0" h="10795" w="10861">
                <a:moveTo>
                  <a:pt x="6693" y="3192"/>
                </a:moveTo>
                <a:cubicBezTo>
                  <a:pt x="6859" y="3192"/>
                  <a:pt x="7002" y="3335"/>
                  <a:pt x="7002" y="3525"/>
                </a:cubicBezTo>
                <a:lnTo>
                  <a:pt x="7002" y="3835"/>
                </a:lnTo>
                <a:lnTo>
                  <a:pt x="7336" y="3835"/>
                </a:lnTo>
                <a:cubicBezTo>
                  <a:pt x="7502" y="3835"/>
                  <a:pt x="7621" y="3978"/>
                  <a:pt x="7621" y="4144"/>
                </a:cubicBezTo>
                <a:lnTo>
                  <a:pt x="7621" y="6645"/>
                </a:lnTo>
                <a:cubicBezTo>
                  <a:pt x="7621" y="6811"/>
                  <a:pt x="7502" y="6954"/>
                  <a:pt x="7336" y="6978"/>
                </a:cubicBezTo>
                <a:lnTo>
                  <a:pt x="7002" y="6978"/>
                </a:lnTo>
                <a:lnTo>
                  <a:pt x="7002" y="7288"/>
                </a:lnTo>
                <a:cubicBezTo>
                  <a:pt x="7002" y="7454"/>
                  <a:pt x="6859" y="7597"/>
                  <a:pt x="6693" y="7597"/>
                </a:cubicBezTo>
                <a:lnTo>
                  <a:pt x="4192" y="7597"/>
                </a:lnTo>
                <a:cubicBezTo>
                  <a:pt x="4001" y="7597"/>
                  <a:pt x="3859" y="7454"/>
                  <a:pt x="3859" y="7288"/>
                </a:cubicBezTo>
                <a:lnTo>
                  <a:pt x="3859" y="6978"/>
                </a:lnTo>
                <a:lnTo>
                  <a:pt x="3549" y="6978"/>
                </a:lnTo>
                <a:cubicBezTo>
                  <a:pt x="3382" y="6978"/>
                  <a:pt x="3239" y="6835"/>
                  <a:pt x="3239" y="6645"/>
                </a:cubicBezTo>
                <a:lnTo>
                  <a:pt x="3239" y="4144"/>
                </a:lnTo>
                <a:cubicBezTo>
                  <a:pt x="3239" y="3978"/>
                  <a:pt x="3382" y="3835"/>
                  <a:pt x="3549" y="3835"/>
                </a:cubicBezTo>
                <a:lnTo>
                  <a:pt x="3859" y="3835"/>
                </a:lnTo>
                <a:lnTo>
                  <a:pt x="3859" y="3525"/>
                </a:lnTo>
                <a:cubicBezTo>
                  <a:pt x="3859" y="3335"/>
                  <a:pt x="4001" y="3192"/>
                  <a:pt x="4192" y="3192"/>
                </a:cubicBezTo>
                <a:close/>
                <a:moveTo>
                  <a:pt x="4811" y="1"/>
                </a:moveTo>
                <a:cubicBezTo>
                  <a:pt x="4644" y="1"/>
                  <a:pt x="4478" y="120"/>
                  <a:pt x="4502" y="358"/>
                </a:cubicBezTo>
                <a:lnTo>
                  <a:pt x="4502" y="1930"/>
                </a:lnTo>
                <a:lnTo>
                  <a:pt x="3859" y="1930"/>
                </a:lnTo>
                <a:lnTo>
                  <a:pt x="3859" y="358"/>
                </a:lnTo>
                <a:cubicBezTo>
                  <a:pt x="3859" y="143"/>
                  <a:pt x="3698" y="36"/>
                  <a:pt x="3537" y="36"/>
                </a:cubicBezTo>
                <a:cubicBezTo>
                  <a:pt x="3376" y="36"/>
                  <a:pt x="3216" y="143"/>
                  <a:pt x="3216" y="358"/>
                </a:cubicBezTo>
                <a:lnTo>
                  <a:pt x="3216" y="1930"/>
                </a:lnTo>
                <a:lnTo>
                  <a:pt x="2906" y="1930"/>
                </a:lnTo>
                <a:cubicBezTo>
                  <a:pt x="2382" y="1930"/>
                  <a:pt x="1977" y="2358"/>
                  <a:pt x="1953" y="2882"/>
                </a:cubicBezTo>
                <a:lnTo>
                  <a:pt x="1953" y="3192"/>
                </a:lnTo>
                <a:lnTo>
                  <a:pt x="382" y="3192"/>
                </a:lnTo>
                <a:cubicBezTo>
                  <a:pt x="1" y="3239"/>
                  <a:pt x="1" y="3787"/>
                  <a:pt x="382" y="3835"/>
                </a:cubicBezTo>
                <a:lnTo>
                  <a:pt x="1977" y="3835"/>
                </a:lnTo>
                <a:lnTo>
                  <a:pt x="1977" y="4454"/>
                </a:lnTo>
                <a:lnTo>
                  <a:pt x="382" y="4454"/>
                </a:lnTo>
                <a:cubicBezTo>
                  <a:pt x="1" y="4501"/>
                  <a:pt x="1" y="5049"/>
                  <a:pt x="382" y="5073"/>
                </a:cubicBezTo>
                <a:lnTo>
                  <a:pt x="1977" y="5073"/>
                </a:lnTo>
                <a:lnTo>
                  <a:pt x="1977" y="5716"/>
                </a:lnTo>
                <a:lnTo>
                  <a:pt x="382" y="5716"/>
                </a:lnTo>
                <a:cubicBezTo>
                  <a:pt x="1" y="5740"/>
                  <a:pt x="1" y="6311"/>
                  <a:pt x="382" y="6335"/>
                </a:cubicBezTo>
                <a:lnTo>
                  <a:pt x="1977" y="6335"/>
                </a:lnTo>
                <a:lnTo>
                  <a:pt x="1977" y="6978"/>
                </a:lnTo>
                <a:lnTo>
                  <a:pt x="382" y="6978"/>
                </a:lnTo>
                <a:cubicBezTo>
                  <a:pt x="1" y="7002"/>
                  <a:pt x="1" y="7550"/>
                  <a:pt x="382" y="7597"/>
                </a:cubicBezTo>
                <a:lnTo>
                  <a:pt x="1977" y="7597"/>
                </a:lnTo>
                <a:lnTo>
                  <a:pt x="1977" y="7931"/>
                </a:lnTo>
                <a:cubicBezTo>
                  <a:pt x="1977" y="8431"/>
                  <a:pt x="2406" y="8860"/>
                  <a:pt x="2930" y="8860"/>
                </a:cubicBezTo>
                <a:lnTo>
                  <a:pt x="3239" y="8860"/>
                </a:lnTo>
                <a:lnTo>
                  <a:pt x="3239" y="10455"/>
                </a:lnTo>
                <a:cubicBezTo>
                  <a:pt x="3239" y="10669"/>
                  <a:pt x="3394" y="10777"/>
                  <a:pt x="3549" y="10777"/>
                </a:cubicBezTo>
                <a:cubicBezTo>
                  <a:pt x="3704" y="10777"/>
                  <a:pt x="3859" y="10669"/>
                  <a:pt x="3859" y="10455"/>
                </a:cubicBezTo>
                <a:lnTo>
                  <a:pt x="3859" y="8860"/>
                </a:lnTo>
                <a:lnTo>
                  <a:pt x="4502" y="8860"/>
                </a:lnTo>
                <a:lnTo>
                  <a:pt x="4502" y="10455"/>
                </a:lnTo>
                <a:cubicBezTo>
                  <a:pt x="4478" y="10681"/>
                  <a:pt x="4644" y="10794"/>
                  <a:pt x="4811" y="10794"/>
                </a:cubicBezTo>
                <a:cubicBezTo>
                  <a:pt x="4978" y="10794"/>
                  <a:pt x="5145" y="10681"/>
                  <a:pt x="5121" y="10455"/>
                </a:cubicBezTo>
                <a:lnTo>
                  <a:pt x="5121" y="8860"/>
                </a:lnTo>
                <a:lnTo>
                  <a:pt x="5740" y="8860"/>
                </a:lnTo>
                <a:lnTo>
                  <a:pt x="5740" y="10455"/>
                </a:lnTo>
                <a:cubicBezTo>
                  <a:pt x="5716" y="10681"/>
                  <a:pt x="5889" y="10794"/>
                  <a:pt x="6061" y="10794"/>
                </a:cubicBezTo>
                <a:cubicBezTo>
                  <a:pt x="6234" y="10794"/>
                  <a:pt x="6407" y="10681"/>
                  <a:pt x="6383" y="10455"/>
                </a:cubicBezTo>
                <a:lnTo>
                  <a:pt x="6383" y="8860"/>
                </a:lnTo>
                <a:lnTo>
                  <a:pt x="7002" y="8860"/>
                </a:lnTo>
                <a:lnTo>
                  <a:pt x="7002" y="10455"/>
                </a:lnTo>
                <a:cubicBezTo>
                  <a:pt x="6978" y="10681"/>
                  <a:pt x="7145" y="10794"/>
                  <a:pt x="7315" y="10794"/>
                </a:cubicBezTo>
                <a:cubicBezTo>
                  <a:pt x="7484" y="10794"/>
                  <a:pt x="7657" y="10681"/>
                  <a:pt x="7645" y="10455"/>
                </a:cubicBezTo>
                <a:lnTo>
                  <a:pt x="7645" y="8860"/>
                </a:lnTo>
                <a:lnTo>
                  <a:pt x="7931" y="8860"/>
                </a:lnTo>
                <a:cubicBezTo>
                  <a:pt x="8455" y="8860"/>
                  <a:pt x="8883" y="8431"/>
                  <a:pt x="8883" y="7931"/>
                </a:cubicBezTo>
                <a:lnTo>
                  <a:pt x="8883" y="7597"/>
                </a:lnTo>
                <a:lnTo>
                  <a:pt x="10479" y="7597"/>
                </a:lnTo>
                <a:cubicBezTo>
                  <a:pt x="10836" y="7574"/>
                  <a:pt x="10836" y="7002"/>
                  <a:pt x="10479" y="6978"/>
                </a:cubicBezTo>
                <a:lnTo>
                  <a:pt x="8883" y="6978"/>
                </a:lnTo>
                <a:lnTo>
                  <a:pt x="8883" y="6335"/>
                </a:lnTo>
                <a:lnTo>
                  <a:pt x="10479" y="6335"/>
                </a:lnTo>
                <a:cubicBezTo>
                  <a:pt x="10836" y="6311"/>
                  <a:pt x="10836" y="5740"/>
                  <a:pt x="10479" y="5716"/>
                </a:cubicBezTo>
                <a:lnTo>
                  <a:pt x="8883" y="5716"/>
                </a:lnTo>
                <a:lnTo>
                  <a:pt x="8883" y="5073"/>
                </a:lnTo>
                <a:lnTo>
                  <a:pt x="10479" y="5073"/>
                </a:lnTo>
                <a:cubicBezTo>
                  <a:pt x="10836" y="5049"/>
                  <a:pt x="10836" y="4501"/>
                  <a:pt x="10479" y="4454"/>
                </a:cubicBezTo>
                <a:lnTo>
                  <a:pt x="8883" y="4454"/>
                </a:lnTo>
                <a:lnTo>
                  <a:pt x="8883" y="3835"/>
                </a:lnTo>
                <a:lnTo>
                  <a:pt x="10479" y="3835"/>
                </a:lnTo>
                <a:cubicBezTo>
                  <a:pt x="10860" y="3787"/>
                  <a:pt x="10860" y="3239"/>
                  <a:pt x="10479" y="3192"/>
                </a:cubicBezTo>
                <a:lnTo>
                  <a:pt x="8883" y="3192"/>
                </a:lnTo>
                <a:lnTo>
                  <a:pt x="8883" y="2882"/>
                </a:lnTo>
                <a:cubicBezTo>
                  <a:pt x="8883" y="2358"/>
                  <a:pt x="8455" y="1930"/>
                  <a:pt x="7931" y="1930"/>
                </a:cubicBezTo>
                <a:lnTo>
                  <a:pt x="7645" y="1930"/>
                </a:lnTo>
                <a:lnTo>
                  <a:pt x="7645" y="358"/>
                </a:lnTo>
                <a:cubicBezTo>
                  <a:pt x="7657" y="120"/>
                  <a:pt x="7484" y="1"/>
                  <a:pt x="7315" y="1"/>
                </a:cubicBezTo>
                <a:cubicBezTo>
                  <a:pt x="7145" y="1"/>
                  <a:pt x="6978" y="120"/>
                  <a:pt x="7002" y="358"/>
                </a:cubicBezTo>
                <a:lnTo>
                  <a:pt x="7002" y="1930"/>
                </a:lnTo>
                <a:lnTo>
                  <a:pt x="6383" y="1930"/>
                </a:lnTo>
                <a:lnTo>
                  <a:pt x="6383" y="358"/>
                </a:lnTo>
                <a:cubicBezTo>
                  <a:pt x="6407" y="120"/>
                  <a:pt x="6234" y="1"/>
                  <a:pt x="6061" y="1"/>
                </a:cubicBezTo>
                <a:cubicBezTo>
                  <a:pt x="5889" y="1"/>
                  <a:pt x="5716" y="120"/>
                  <a:pt x="5740" y="358"/>
                </a:cubicBezTo>
                <a:lnTo>
                  <a:pt x="5740" y="1930"/>
                </a:lnTo>
                <a:lnTo>
                  <a:pt x="5121" y="1930"/>
                </a:lnTo>
                <a:lnTo>
                  <a:pt x="5121" y="358"/>
                </a:lnTo>
                <a:cubicBezTo>
                  <a:pt x="5145" y="120"/>
                  <a:pt x="4978" y="1"/>
                  <a:pt x="4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9"/>
          <p:cNvSpPr/>
          <p:nvPr/>
        </p:nvSpPr>
        <p:spPr>
          <a:xfrm>
            <a:off x="2648677" y="3569073"/>
            <a:ext cx="102126" cy="102488"/>
          </a:xfrm>
          <a:custGeom>
            <a:rect b="b" l="l" r="r" t="t"/>
            <a:pathLst>
              <a:path extrusionOk="0" h="3145" w="3145">
                <a:moveTo>
                  <a:pt x="620" y="1"/>
                </a:moveTo>
                <a:lnTo>
                  <a:pt x="620" y="310"/>
                </a:lnTo>
                <a:cubicBezTo>
                  <a:pt x="620" y="477"/>
                  <a:pt x="477" y="620"/>
                  <a:pt x="310" y="620"/>
                </a:cubicBezTo>
                <a:lnTo>
                  <a:pt x="1" y="620"/>
                </a:lnTo>
                <a:lnTo>
                  <a:pt x="1" y="2501"/>
                </a:lnTo>
                <a:lnTo>
                  <a:pt x="310" y="2501"/>
                </a:lnTo>
                <a:cubicBezTo>
                  <a:pt x="477" y="2501"/>
                  <a:pt x="620" y="2644"/>
                  <a:pt x="620" y="2811"/>
                </a:cubicBezTo>
                <a:lnTo>
                  <a:pt x="620" y="3144"/>
                </a:lnTo>
                <a:lnTo>
                  <a:pt x="2501" y="3144"/>
                </a:lnTo>
                <a:lnTo>
                  <a:pt x="2501" y="2811"/>
                </a:lnTo>
                <a:cubicBezTo>
                  <a:pt x="2501" y="2644"/>
                  <a:pt x="2644" y="2501"/>
                  <a:pt x="2835" y="2501"/>
                </a:cubicBezTo>
                <a:lnTo>
                  <a:pt x="3144" y="2501"/>
                </a:lnTo>
                <a:lnTo>
                  <a:pt x="3144" y="620"/>
                </a:lnTo>
                <a:lnTo>
                  <a:pt x="2835" y="620"/>
                </a:lnTo>
                <a:cubicBezTo>
                  <a:pt x="2644" y="620"/>
                  <a:pt x="2501" y="477"/>
                  <a:pt x="2501" y="310"/>
                </a:cubicBezTo>
                <a:lnTo>
                  <a:pt x="2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3" name="Google Shape;9023;p69"/>
          <p:cNvGrpSpPr/>
          <p:nvPr/>
        </p:nvGrpSpPr>
        <p:grpSpPr>
          <a:xfrm>
            <a:off x="1814338" y="3445929"/>
            <a:ext cx="266827" cy="350022"/>
            <a:chOff x="1666975" y="3649025"/>
            <a:chExt cx="205425" cy="268525"/>
          </a:xfrm>
        </p:grpSpPr>
        <p:sp>
          <p:nvSpPr>
            <p:cNvPr id="9024" name="Google Shape;9024;p69"/>
            <p:cNvSpPr/>
            <p:nvPr/>
          </p:nvSpPr>
          <p:spPr>
            <a:xfrm>
              <a:off x="1666975" y="3727600"/>
              <a:ext cx="205425" cy="189950"/>
            </a:xfrm>
            <a:custGeom>
              <a:rect b="b" l="l" r="r" t="t"/>
              <a:pathLst>
                <a:path extrusionOk="0" h="7598" w="8217">
                  <a:moveTo>
                    <a:pt x="2549" y="1"/>
                  </a:moveTo>
                  <a:lnTo>
                    <a:pt x="2549" y="1572"/>
                  </a:lnTo>
                  <a:cubicBezTo>
                    <a:pt x="2549" y="1739"/>
                    <a:pt x="2406" y="1882"/>
                    <a:pt x="2239" y="1882"/>
                  </a:cubicBezTo>
                  <a:cubicBezTo>
                    <a:pt x="2225" y="1884"/>
                    <a:pt x="2211" y="1885"/>
                    <a:pt x="2198" y="1885"/>
                  </a:cubicBezTo>
                  <a:cubicBezTo>
                    <a:pt x="2029" y="1885"/>
                    <a:pt x="1906" y="1751"/>
                    <a:pt x="1906" y="1596"/>
                  </a:cubicBezTo>
                  <a:lnTo>
                    <a:pt x="1906" y="25"/>
                  </a:lnTo>
                  <a:lnTo>
                    <a:pt x="953" y="25"/>
                  </a:lnTo>
                  <a:cubicBezTo>
                    <a:pt x="787" y="25"/>
                    <a:pt x="644" y="167"/>
                    <a:pt x="644" y="334"/>
                  </a:cubicBezTo>
                  <a:cubicBezTo>
                    <a:pt x="620" y="2644"/>
                    <a:pt x="429" y="4954"/>
                    <a:pt x="25" y="7216"/>
                  </a:cubicBezTo>
                  <a:cubicBezTo>
                    <a:pt x="1" y="7312"/>
                    <a:pt x="25" y="7407"/>
                    <a:pt x="72" y="7478"/>
                  </a:cubicBezTo>
                  <a:cubicBezTo>
                    <a:pt x="144" y="7550"/>
                    <a:pt x="239" y="7597"/>
                    <a:pt x="334" y="7597"/>
                  </a:cubicBezTo>
                  <a:lnTo>
                    <a:pt x="7860" y="7597"/>
                  </a:lnTo>
                  <a:cubicBezTo>
                    <a:pt x="8074" y="7597"/>
                    <a:pt x="8217" y="7407"/>
                    <a:pt x="8169" y="7216"/>
                  </a:cubicBezTo>
                  <a:cubicBezTo>
                    <a:pt x="7764" y="4954"/>
                    <a:pt x="7550" y="2644"/>
                    <a:pt x="7550" y="334"/>
                  </a:cubicBezTo>
                  <a:cubicBezTo>
                    <a:pt x="7550" y="167"/>
                    <a:pt x="7407" y="25"/>
                    <a:pt x="7240" y="25"/>
                  </a:cubicBezTo>
                  <a:lnTo>
                    <a:pt x="6288" y="25"/>
                  </a:lnTo>
                  <a:lnTo>
                    <a:pt x="6288" y="1572"/>
                  </a:lnTo>
                  <a:cubicBezTo>
                    <a:pt x="6288" y="1715"/>
                    <a:pt x="6169" y="1834"/>
                    <a:pt x="6026" y="1882"/>
                  </a:cubicBezTo>
                  <a:cubicBezTo>
                    <a:pt x="5835" y="1882"/>
                    <a:pt x="5692" y="1763"/>
                    <a:pt x="5669" y="1572"/>
                  </a:cubicBezTo>
                  <a:lnTo>
                    <a:pt x="56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9"/>
            <p:cNvSpPr/>
            <p:nvPr/>
          </p:nvSpPr>
          <p:spPr>
            <a:xfrm>
              <a:off x="1714600" y="3649025"/>
              <a:ext cx="110175" cy="78600"/>
            </a:xfrm>
            <a:custGeom>
              <a:rect b="b" l="l" r="r" t="t"/>
              <a:pathLst>
                <a:path extrusionOk="0" h="3144" w="4407">
                  <a:moveTo>
                    <a:pt x="2216" y="0"/>
                  </a:moveTo>
                  <a:cubicBezTo>
                    <a:pt x="1001" y="0"/>
                    <a:pt x="1" y="977"/>
                    <a:pt x="1" y="2191"/>
                  </a:cubicBezTo>
                  <a:lnTo>
                    <a:pt x="1" y="3120"/>
                  </a:lnTo>
                  <a:lnTo>
                    <a:pt x="644" y="3120"/>
                  </a:lnTo>
                  <a:lnTo>
                    <a:pt x="644" y="2215"/>
                  </a:lnTo>
                  <a:cubicBezTo>
                    <a:pt x="596" y="1310"/>
                    <a:pt x="1287" y="572"/>
                    <a:pt x="2192" y="572"/>
                  </a:cubicBezTo>
                  <a:cubicBezTo>
                    <a:pt x="2206" y="571"/>
                    <a:pt x="2219" y="571"/>
                    <a:pt x="2233" y="571"/>
                  </a:cubicBezTo>
                  <a:cubicBezTo>
                    <a:pt x="3118" y="571"/>
                    <a:pt x="3811" y="1323"/>
                    <a:pt x="3764" y="2191"/>
                  </a:cubicBezTo>
                  <a:lnTo>
                    <a:pt x="3764" y="3144"/>
                  </a:lnTo>
                  <a:lnTo>
                    <a:pt x="4407" y="3144"/>
                  </a:lnTo>
                  <a:lnTo>
                    <a:pt x="4407" y="2215"/>
                  </a:lnTo>
                  <a:cubicBezTo>
                    <a:pt x="4407" y="1000"/>
                    <a:pt x="3430" y="0"/>
                    <a:pt x="2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9"/>
          <p:cNvGrpSpPr/>
          <p:nvPr/>
        </p:nvGrpSpPr>
        <p:grpSpPr>
          <a:xfrm>
            <a:off x="1073511" y="3445734"/>
            <a:ext cx="244388" cy="349436"/>
            <a:chOff x="1096625" y="3648875"/>
            <a:chExt cx="188150" cy="268075"/>
          </a:xfrm>
        </p:grpSpPr>
        <p:sp>
          <p:nvSpPr>
            <p:cNvPr id="9027" name="Google Shape;9027;p69"/>
            <p:cNvSpPr/>
            <p:nvPr/>
          </p:nvSpPr>
          <p:spPr>
            <a:xfrm>
              <a:off x="1096625" y="3885375"/>
              <a:ext cx="188150" cy="31575"/>
            </a:xfrm>
            <a:custGeom>
              <a:rect b="b" l="l" r="r" t="t"/>
              <a:pathLst>
                <a:path extrusionOk="0" h="1263" w="7526">
                  <a:moveTo>
                    <a:pt x="953" y="0"/>
                  </a:moveTo>
                  <a:cubicBezTo>
                    <a:pt x="429" y="0"/>
                    <a:pt x="0" y="429"/>
                    <a:pt x="0" y="953"/>
                  </a:cubicBezTo>
                  <a:cubicBezTo>
                    <a:pt x="0" y="1120"/>
                    <a:pt x="143" y="1263"/>
                    <a:pt x="310" y="1263"/>
                  </a:cubicBezTo>
                  <a:lnTo>
                    <a:pt x="7216" y="1263"/>
                  </a:lnTo>
                  <a:cubicBezTo>
                    <a:pt x="7383" y="1263"/>
                    <a:pt x="7526" y="1120"/>
                    <a:pt x="7526" y="953"/>
                  </a:cubicBezTo>
                  <a:cubicBezTo>
                    <a:pt x="7526" y="429"/>
                    <a:pt x="7121" y="0"/>
                    <a:pt x="6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9"/>
            <p:cNvSpPr/>
            <p:nvPr/>
          </p:nvSpPr>
          <p:spPr>
            <a:xfrm>
              <a:off x="1132350" y="3735950"/>
              <a:ext cx="116700" cy="30975"/>
            </a:xfrm>
            <a:custGeom>
              <a:rect b="b" l="l" r="r" t="t"/>
              <a:pathLst>
                <a:path extrusionOk="0" h="1239" w="4668">
                  <a:moveTo>
                    <a:pt x="1334" y="0"/>
                  </a:moveTo>
                  <a:cubicBezTo>
                    <a:pt x="905" y="0"/>
                    <a:pt x="500" y="119"/>
                    <a:pt x="143" y="357"/>
                  </a:cubicBezTo>
                  <a:cubicBezTo>
                    <a:pt x="72" y="405"/>
                    <a:pt x="0" y="500"/>
                    <a:pt x="0" y="619"/>
                  </a:cubicBezTo>
                  <a:cubicBezTo>
                    <a:pt x="0" y="715"/>
                    <a:pt x="72" y="810"/>
                    <a:pt x="143" y="881"/>
                  </a:cubicBezTo>
                  <a:cubicBezTo>
                    <a:pt x="500" y="1119"/>
                    <a:pt x="905" y="1238"/>
                    <a:pt x="1334" y="1238"/>
                  </a:cubicBezTo>
                  <a:lnTo>
                    <a:pt x="3334" y="1238"/>
                  </a:lnTo>
                  <a:cubicBezTo>
                    <a:pt x="3763" y="1238"/>
                    <a:pt x="4168" y="1119"/>
                    <a:pt x="4525" y="881"/>
                  </a:cubicBezTo>
                  <a:cubicBezTo>
                    <a:pt x="4620" y="810"/>
                    <a:pt x="4668" y="715"/>
                    <a:pt x="4668" y="619"/>
                  </a:cubicBezTo>
                  <a:cubicBezTo>
                    <a:pt x="4668" y="500"/>
                    <a:pt x="4620" y="405"/>
                    <a:pt x="4525" y="357"/>
                  </a:cubicBezTo>
                  <a:cubicBezTo>
                    <a:pt x="4168" y="119"/>
                    <a:pt x="3763" y="0"/>
                    <a:pt x="3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9"/>
            <p:cNvSpPr/>
            <p:nvPr/>
          </p:nvSpPr>
          <p:spPr>
            <a:xfrm>
              <a:off x="1143650" y="3648875"/>
              <a:ext cx="94100" cy="74575"/>
            </a:xfrm>
            <a:custGeom>
              <a:rect b="b" l="l" r="r" t="t"/>
              <a:pathLst>
                <a:path extrusionOk="0" h="2983" w="3764">
                  <a:moveTo>
                    <a:pt x="1873" y="0"/>
                  </a:moveTo>
                  <a:cubicBezTo>
                    <a:pt x="1733" y="0"/>
                    <a:pt x="1596" y="90"/>
                    <a:pt x="1573" y="268"/>
                  </a:cubicBezTo>
                  <a:cubicBezTo>
                    <a:pt x="1454" y="411"/>
                    <a:pt x="1311" y="554"/>
                    <a:pt x="1192" y="673"/>
                  </a:cubicBezTo>
                  <a:cubicBezTo>
                    <a:pt x="691" y="1197"/>
                    <a:pt x="1" y="1888"/>
                    <a:pt x="1" y="2626"/>
                  </a:cubicBezTo>
                  <a:cubicBezTo>
                    <a:pt x="1" y="2745"/>
                    <a:pt x="1" y="2864"/>
                    <a:pt x="48" y="2983"/>
                  </a:cubicBezTo>
                  <a:cubicBezTo>
                    <a:pt x="310" y="2888"/>
                    <a:pt x="596" y="2840"/>
                    <a:pt x="858" y="2840"/>
                  </a:cubicBezTo>
                  <a:lnTo>
                    <a:pt x="2882" y="2840"/>
                  </a:lnTo>
                  <a:cubicBezTo>
                    <a:pt x="3168" y="2840"/>
                    <a:pt x="3454" y="2888"/>
                    <a:pt x="3716" y="2983"/>
                  </a:cubicBezTo>
                  <a:cubicBezTo>
                    <a:pt x="3764" y="2864"/>
                    <a:pt x="3764" y="2745"/>
                    <a:pt x="3764" y="2626"/>
                  </a:cubicBezTo>
                  <a:cubicBezTo>
                    <a:pt x="3764" y="1911"/>
                    <a:pt x="3097" y="1197"/>
                    <a:pt x="2573" y="697"/>
                  </a:cubicBezTo>
                  <a:cubicBezTo>
                    <a:pt x="2430" y="554"/>
                    <a:pt x="2311" y="411"/>
                    <a:pt x="2192" y="268"/>
                  </a:cubicBezTo>
                  <a:cubicBezTo>
                    <a:pt x="2156" y="90"/>
                    <a:pt x="2013" y="0"/>
                    <a:pt x="18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9"/>
            <p:cNvSpPr/>
            <p:nvPr/>
          </p:nvSpPr>
          <p:spPr>
            <a:xfrm>
              <a:off x="1131750" y="3782375"/>
              <a:ext cx="118500" cy="87550"/>
            </a:xfrm>
            <a:custGeom>
              <a:rect b="b" l="l" r="r" t="t"/>
              <a:pathLst>
                <a:path extrusionOk="0" h="3502" w="4740">
                  <a:moveTo>
                    <a:pt x="1096" y="1"/>
                  </a:moveTo>
                  <a:cubicBezTo>
                    <a:pt x="1001" y="1239"/>
                    <a:pt x="620" y="2430"/>
                    <a:pt x="1" y="3501"/>
                  </a:cubicBezTo>
                  <a:lnTo>
                    <a:pt x="4740" y="3501"/>
                  </a:lnTo>
                  <a:cubicBezTo>
                    <a:pt x="4120" y="2430"/>
                    <a:pt x="3739" y="1239"/>
                    <a:pt x="3620" y="1"/>
                  </a:cubicBezTo>
                  <a:cubicBezTo>
                    <a:pt x="3549" y="1"/>
                    <a:pt x="3454" y="24"/>
                    <a:pt x="3358" y="24"/>
                  </a:cubicBezTo>
                  <a:lnTo>
                    <a:pt x="1358" y="24"/>
                  </a:lnTo>
                  <a:cubicBezTo>
                    <a:pt x="1287" y="24"/>
                    <a:pt x="1191" y="24"/>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69"/>
          <p:cNvGrpSpPr/>
          <p:nvPr/>
        </p:nvGrpSpPr>
        <p:grpSpPr>
          <a:xfrm>
            <a:off x="1020938" y="4003045"/>
            <a:ext cx="348787" cy="349338"/>
            <a:chOff x="1056150" y="4076425"/>
            <a:chExt cx="268525" cy="268000"/>
          </a:xfrm>
        </p:grpSpPr>
        <p:sp>
          <p:nvSpPr>
            <p:cNvPr id="9032" name="Google Shape;9032;p69"/>
            <p:cNvSpPr/>
            <p:nvPr/>
          </p:nvSpPr>
          <p:spPr>
            <a:xfrm>
              <a:off x="1056150" y="4076425"/>
              <a:ext cx="268525" cy="173325"/>
            </a:xfrm>
            <a:custGeom>
              <a:rect b="b" l="l" r="r" t="t"/>
              <a:pathLst>
                <a:path extrusionOk="0" h="6933" w="10741">
                  <a:moveTo>
                    <a:pt x="934" y="1"/>
                  </a:moveTo>
                  <a:cubicBezTo>
                    <a:pt x="538" y="1"/>
                    <a:pt x="538" y="624"/>
                    <a:pt x="934" y="624"/>
                  </a:cubicBezTo>
                  <a:cubicBezTo>
                    <a:pt x="948" y="624"/>
                    <a:pt x="962" y="624"/>
                    <a:pt x="976" y="622"/>
                  </a:cubicBezTo>
                  <a:lnTo>
                    <a:pt x="1286" y="622"/>
                  </a:lnTo>
                  <a:lnTo>
                    <a:pt x="1286" y="1265"/>
                  </a:lnTo>
                  <a:lnTo>
                    <a:pt x="334" y="1265"/>
                  </a:lnTo>
                  <a:cubicBezTo>
                    <a:pt x="320" y="1263"/>
                    <a:pt x="306" y="1262"/>
                    <a:pt x="292" y="1262"/>
                  </a:cubicBezTo>
                  <a:cubicBezTo>
                    <a:pt x="123" y="1262"/>
                    <a:pt x="0" y="1398"/>
                    <a:pt x="0" y="1575"/>
                  </a:cubicBezTo>
                  <a:lnTo>
                    <a:pt x="0" y="6623"/>
                  </a:lnTo>
                  <a:cubicBezTo>
                    <a:pt x="24" y="6790"/>
                    <a:pt x="143" y="6933"/>
                    <a:pt x="334" y="6933"/>
                  </a:cubicBezTo>
                  <a:lnTo>
                    <a:pt x="10431" y="6933"/>
                  </a:lnTo>
                  <a:cubicBezTo>
                    <a:pt x="10598" y="6933"/>
                    <a:pt x="10717" y="6790"/>
                    <a:pt x="10740" y="6623"/>
                  </a:cubicBezTo>
                  <a:lnTo>
                    <a:pt x="10740" y="1575"/>
                  </a:lnTo>
                  <a:cubicBezTo>
                    <a:pt x="10740" y="1408"/>
                    <a:pt x="10598" y="1265"/>
                    <a:pt x="10431" y="1265"/>
                  </a:cubicBezTo>
                  <a:lnTo>
                    <a:pt x="9454" y="1265"/>
                  </a:lnTo>
                  <a:lnTo>
                    <a:pt x="9454" y="622"/>
                  </a:lnTo>
                  <a:lnTo>
                    <a:pt x="9788" y="622"/>
                  </a:lnTo>
                  <a:cubicBezTo>
                    <a:pt x="9802" y="624"/>
                    <a:pt x="9817" y="624"/>
                    <a:pt x="9830" y="624"/>
                  </a:cubicBezTo>
                  <a:cubicBezTo>
                    <a:pt x="10226" y="624"/>
                    <a:pt x="10226" y="1"/>
                    <a:pt x="9830" y="1"/>
                  </a:cubicBezTo>
                  <a:cubicBezTo>
                    <a:pt x="9817" y="1"/>
                    <a:pt x="9802" y="1"/>
                    <a:pt x="9788" y="3"/>
                  </a:cubicBezTo>
                  <a:lnTo>
                    <a:pt x="8526" y="3"/>
                  </a:lnTo>
                  <a:cubicBezTo>
                    <a:pt x="8510" y="1"/>
                    <a:pt x="8495" y="1"/>
                    <a:pt x="8481" y="1"/>
                  </a:cubicBezTo>
                  <a:cubicBezTo>
                    <a:pt x="8064" y="1"/>
                    <a:pt x="8064" y="624"/>
                    <a:pt x="8481" y="624"/>
                  </a:cubicBezTo>
                  <a:cubicBezTo>
                    <a:pt x="8495" y="624"/>
                    <a:pt x="8510" y="624"/>
                    <a:pt x="8526" y="622"/>
                  </a:cubicBezTo>
                  <a:lnTo>
                    <a:pt x="8835" y="622"/>
                  </a:lnTo>
                  <a:lnTo>
                    <a:pt x="8835" y="1265"/>
                  </a:lnTo>
                  <a:lnTo>
                    <a:pt x="5692" y="1265"/>
                  </a:lnTo>
                  <a:lnTo>
                    <a:pt x="5692" y="622"/>
                  </a:lnTo>
                  <a:lnTo>
                    <a:pt x="6001" y="622"/>
                  </a:lnTo>
                  <a:cubicBezTo>
                    <a:pt x="6016" y="624"/>
                    <a:pt x="6030" y="624"/>
                    <a:pt x="6044" y="624"/>
                  </a:cubicBezTo>
                  <a:cubicBezTo>
                    <a:pt x="6440" y="624"/>
                    <a:pt x="6440" y="1"/>
                    <a:pt x="6044" y="1"/>
                  </a:cubicBezTo>
                  <a:cubicBezTo>
                    <a:pt x="6030" y="1"/>
                    <a:pt x="6016" y="1"/>
                    <a:pt x="6001" y="3"/>
                  </a:cubicBezTo>
                  <a:lnTo>
                    <a:pt x="4739" y="3"/>
                  </a:lnTo>
                  <a:cubicBezTo>
                    <a:pt x="4725" y="1"/>
                    <a:pt x="4710" y="1"/>
                    <a:pt x="4697" y="1"/>
                  </a:cubicBezTo>
                  <a:cubicBezTo>
                    <a:pt x="4301" y="1"/>
                    <a:pt x="4301" y="624"/>
                    <a:pt x="4697" y="624"/>
                  </a:cubicBezTo>
                  <a:cubicBezTo>
                    <a:pt x="4710" y="624"/>
                    <a:pt x="4725" y="624"/>
                    <a:pt x="4739" y="622"/>
                  </a:cubicBezTo>
                  <a:lnTo>
                    <a:pt x="5049" y="622"/>
                  </a:lnTo>
                  <a:lnTo>
                    <a:pt x="5049" y="1265"/>
                  </a:lnTo>
                  <a:lnTo>
                    <a:pt x="1929" y="1265"/>
                  </a:lnTo>
                  <a:lnTo>
                    <a:pt x="1929" y="622"/>
                  </a:lnTo>
                  <a:lnTo>
                    <a:pt x="2215" y="622"/>
                  </a:lnTo>
                  <a:cubicBezTo>
                    <a:pt x="2230" y="624"/>
                    <a:pt x="2245" y="624"/>
                    <a:pt x="2260" y="624"/>
                  </a:cubicBezTo>
                  <a:cubicBezTo>
                    <a:pt x="2676" y="624"/>
                    <a:pt x="2676" y="1"/>
                    <a:pt x="2260" y="1"/>
                  </a:cubicBezTo>
                  <a:cubicBezTo>
                    <a:pt x="2245" y="1"/>
                    <a:pt x="2230" y="1"/>
                    <a:pt x="2215" y="3"/>
                  </a:cubicBezTo>
                  <a:lnTo>
                    <a:pt x="976" y="3"/>
                  </a:lnTo>
                  <a:cubicBezTo>
                    <a:pt x="962" y="1"/>
                    <a:pt x="948" y="1"/>
                    <a:pt x="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9"/>
            <p:cNvSpPr/>
            <p:nvPr/>
          </p:nvSpPr>
          <p:spPr>
            <a:xfrm>
              <a:off x="1102575" y="4265800"/>
              <a:ext cx="176250" cy="78625"/>
            </a:xfrm>
            <a:custGeom>
              <a:rect b="b" l="l" r="r" t="t"/>
              <a:pathLst>
                <a:path extrusionOk="0" h="3145" w="7050">
                  <a:moveTo>
                    <a:pt x="2573" y="1716"/>
                  </a:moveTo>
                  <a:lnTo>
                    <a:pt x="2573" y="2525"/>
                  </a:lnTo>
                  <a:lnTo>
                    <a:pt x="1763" y="2525"/>
                  </a:lnTo>
                  <a:lnTo>
                    <a:pt x="2573" y="1716"/>
                  </a:lnTo>
                  <a:close/>
                  <a:moveTo>
                    <a:pt x="4454" y="1716"/>
                  </a:moveTo>
                  <a:lnTo>
                    <a:pt x="5287" y="2525"/>
                  </a:lnTo>
                  <a:lnTo>
                    <a:pt x="4454" y="2525"/>
                  </a:lnTo>
                  <a:lnTo>
                    <a:pt x="4454" y="1716"/>
                  </a:lnTo>
                  <a:close/>
                  <a:moveTo>
                    <a:pt x="2573" y="1"/>
                  </a:moveTo>
                  <a:lnTo>
                    <a:pt x="2573" y="811"/>
                  </a:lnTo>
                  <a:lnTo>
                    <a:pt x="882" y="2525"/>
                  </a:lnTo>
                  <a:lnTo>
                    <a:pt x="382" y="2525"/>
                  </a:lnTo>
                  <a:cubicBezTo>
                    <a:pt x="1" y="2549"/>
                    <a:pt x="1" y="3121"/>
                    <a:pt x="382" y="3144"/>
                  </a:cubicBezTo>
                  <a:lnTo>
                    <a:pt x="6669" y="3144"/>
                  </a:lnTo>
                  <a:cubicBezTo>
                    <a:pt x="7050" y="3121"/>
                    <a:pt x="7050" y="2549"/>
                    <a:pt x="6669" y="2525"/>
                  </a:cubicBezTo>
                  <a:lnTo>
                    <a:pt x="6169" y="2525"/>
                  </a:lnTo>
                  <a:lnTo>
                    <a:pt x="4454" y="811"/>
                  </a:lnTo>
                  <a:lnTo>
                    <a:pt x="4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9"/>
          <p:cNvGrpSpPr/>
          <p:nvPr/>
        </p:nvGrpSpPr>
        <p:grpSpPr>
          <a:xfrm>
            <a:off x="1835218" y="4003110"/>
            <a:ext cx="225067" cy="349273"/>
            <a:chOff x="1683050" y="4076475"/>
            <a:chExt cx="173275" cy="267950"/>
          </a:xfrm>
        </p:grpSpPr>
        <p:sp>
          <p:nvSpPr>
            <p:cNvPr id="9035" name="Google Shape;9035;p69"/>
            <p:cNvSpPr/>
            <p:nvPr/>
          </p:nvSpPr>
          <p:spPr>
            <a:xfrm>
              <a:off x="1683050" y="4187825"/>
              <a:ext cx="173275" cy="156600"/>
            </a:xfrm>
            <a:custGeom>
              <a:rect b="b" l="l" r="r" t="t"/>
              <a:pathLst>
                <a:path extrusionOk="0" h="6264" w="6931">
                  <a:moveTo>
                    <a:pt x="322" y="0"/>
                  </a:moveTo>
                  <a:cubicBezTo>
                    <a:pt x="173" y="0"/>
                    <a:pt x="25" y="95"/>
                    <a:pt x="1" y="286"/>
                  </a:cubicBezTo>
                  <a:cubicBezTo>
                    <a:pt x="1" y="2072"/>
                    <a:pt x="1382" y="3549"/>
                    <a:pt x="3144" y="3715"/>
                  </a:cubicBezTo>
                  <a:lnTo>
                    <a:pt x="3144" y="5644"/>
                  </a:lnTo>
                  <a:lnTo>
                    <a:pt x="2216" y="5644"/>
                  </a:lnTo>
                  <a:cubicBezTo>
                    <a:pt x="1834" y="5668"/>
                    <a:pt x="1834" y="6240"/>
                    <a:pt x="2216" y="6263"/>
                  </a:cubicBezTo>
                  <a:lnTo>
                    <a:pt x="4716" y="6263"/>
                  </a:lnTo>
                  <a:cubicBezTo>
                    <a:pt x="5097" y="6240"/>
                    <a:pt x="5097" y="5668"/>
                    <a:pt x="4716" y="5644"/>
                  </a:cubicBezTo>
                  <a:lnTo>
                    <a:pt x="3763" y="5644"/>
                  </a:lnTo>
                  <a:lnTo>
                    <a:pt x="3763" y="3715"/>
                  </a:lnTo>
                  <a:cubicBezTo>
                    <a:pt x="5550" y="3549"/>
                    <a:pt x="6907" y="2072"/>
                    <a:pt x="6907" y="286"/>
                  </a:cubicBezTo>
                  <a:lnTo>
                    <a:pt x="6931" y="286"/>
                  </a:lnTo>
                  <a:cubicBezTo>
                    <a:pt x="6907" y="95"/>
                    <a:pt x="6758" y="0"/>
                    <a:pt x="6609" y="0"/>
                  </a:cubicBezTo>
                  <a:cubicBezTo>
                    <a:pt x="6460" y="0"/>
                    <a:pt x="6312" y="95"/>
                    <a:pt x="6288" y="286"/>
                  </a:cubicBezTo>
                  <a:cubicBezTo>
                    <a:pt x="6359" y="1882"/>
                    <a:pt x="5073" y="3239"/>
                    <a:pt x="3478" y="3239"/>
                  </a:cubicBezTo>
                  <a:cubicBezTo>
                    <a:pt x="1858" y="3239"/>
                    <a:pt x="572" y="1882"/>
                    <a:pt x="644" y="286"/>
                  </a:cubicBezTo>
                  <a:cubicBezTo>
                    <a:pt x="620" y="95"/>
                    <a:pt x="471" y="0"/>
                    <a:pt x="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9"/>
            <p:cNvSpPr/>
            <p:nvPr/>
          </p:nvSpPr>
          <p:spPr>
            <a:xfrm>
              <a:off x="1714600" y="4076475"/>
              <a:ext cx="110175" cy="110775"/>
            </a:xfrm>
            <a:custGeom>
              <a:rect b="b" l="l" r="r" t="t"/>
              <a:pathLst>
                <a:path extrusionOk="0" h="4431" w="4407">
                  <a:moveTo>
                    <a:pt x="1882" y="1"/>
                  </a:moveTo>
                  <a:cubicBezTo>
                    <a:pt x="930" y="168"/>
                    <a:pt x="168" y="930"/>
                    <a:pt x="25" y="1906"/>
                  </a:cubicBezTo>
                  <a:lnTo>
                    <a:pt x="1573" y="1906"/>
                  </a:lnTo>
                  <a:cubicBezTo>
                    <a:pt x="1587" y="1905"/>
                    <a:pt x="1601" y="1904"/>
                    <a:pt x="1615" y="1904"/>
                  </a:cubicBezTo>
                  <a:cubicBezTo>
                    <a:pt x="2011" y="1904"/>
                    <a:pt x="2011" y="2528"/>
                    <a:pt x="1615" y="2528"/>
                  </a:cubicBezTo>
                  <a:cubicBezTo>
                    <a:pt x="1601" y="2528"/>
                    <a:pt x="1587" y="2527"/>
                    <a:pt x="1573" y="2525"/>
                  </a:cubicBezTo>
                  <a:lnTo>
                    <a:pt x="1" y="2525"/>
                  </a:lnTo>
                  <a:lnTo>
                    <a:pt x="1" y="3168"/>
                  </a:lnTo>
                  <a:lnTo>
                    <a:pt x="1573" y="3168"/>
                  </a:lnTo>
                  <a:cubicBezTo>
                    <a:pt x="2001" y="3168"/>
                    <a:pt x="2001" y="3787"/>
                    <a:pt x="1573" y="3787"/>
                  </a:cubicBezTo>
                  <a:lnTo>
                    <a:pt x="1" y="3787"/>
                  </a:lnTo>
                  <a:lnTo>
                    <a:pt x="1" y="4430"/>
                  </a:lnTo>
                  <a:lnTo>
                    <a:pt x="4407" y="4430"/>
                  </a:lnTo>
                  <a:lnTo>
                    <a:pt x="4407" y="3787"/>
                  </a:lnTo>
                  <a:lnTo>
                    <a:pt x="2835" y="3787"/>
                  </a:lnTo>
                  <a:cubicBezTo>
                    <a:pt x="2406" y="3787"/>
                    <a:pt x="2406" y="3168"/>
                    <a:pt x="2835" y="3168"/>
                  </a:cubicBezTo>
                  <a:lnTo>
                    <a:pt x="4407" y="3168"/>
                  </a:lnTo>
                  <a:lnTo>
                    <a:pt x="4407" y="2525"/>
                  </a:lnTo>
                  <a:lnTo>
                    <a:pt x="2835" y="2525"/>
                  </a:lnTo>
                  <a:cubicBezTo>
                    <a:pt x="2819" y="2527"/>
                    <a:pt x="2805" y="2528"/>
                    <a:pt x="2790" y="2528"/>
                  </a:cubicBezTo>
                  <a:cubicBezTo>
                    <a:pt x="2373" y="2528"/>
                    <a:pt x="2373" y="1904"/>
                    <a:pt x="2790" y="1904"/>
                  </a:cubicBezTo>
                  <a:cubicBezTo>
                    <a:pt x="2805" y="1904"/>
                    <a:pt x="2819" y="1905"/>
                    <a:pt x="2835" y="1906"/>
                  </a:cubicBezTo>
                  <a:lnTo>
                    <a:pt x="4383" y="1906"/>
                  </a:lnTo>
                  <a:cubicBezTo>
                    <a:pt x="4240" y="930"/>
                    <a:pt x="3478" y="168"/>
                    <a:pt x="2525" y="1"/>
                  </a:cubicBezTo>
                  <a:lnTo>
                    <a:pt x="2525" y="953"/>
                  </a:lnTo>
                  <a:cubicBezTo>
                    <a:pt x="2549" y="1192"/>
                    <a:pt x="2376" y="1311"/>
                    <a:pt x="2204" y="1311"/>
                  </a:cubicBezTo>
                  <a:cubicBezTo>
                    <a:pt x="2031" y="1311"/>
                    <a:pt x="1858" y="1192"/>
                    <a:pt x="1882" y="953"/>
                  </a:cubicBez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9"/>
            <p:cNvSpPr/>
            <p:nvPr/>
          </p:nvSpPr>
          <p:spPr>
            <a:xfrm>
              <a:off x="1715200" y="4202700"/>
              <a:ext cx="108975" cy="47050"/>
            </a:xfrm>
            <a:custGeom>
              <a:rect b="b" l="l" r="r" t="t"/>
              <a:pathLst>
                <a:path extrusionOk="0" h="1882" w="4359">
                  <a:moveTo>
                    <a:pt x="1" y="1"/>
                  </a:moveTo>
                  <a:cubicBezTo>
                    <a:pt x="167" y="1072"/>
                    <a:pt x="1096" y="1882"/>
                    <a:pt x="2192" y="1882"/>
                  </a:cubicBezTo>
                  <a:cubicBezTo>
                    <a:pt x="3263" y="1882"/>
                    <a:pt x="4192" y="1072"/>
                    <a:pt x="4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69"/>
          <p:cNvGrpSpPr/>
          <p:nvPr/>
        </p:nvGrpSpPr>
        <p:grpSpPr>
          <a:xfrm>
            <a:off x="2523473" y="4024846"/>
            <a:ext cx="351125" cy="306388"/>
            <a:chOff x="2212925" y="4093150"/>
            <a:chExt cx="270325" cy="235050"/>
          </a:xfrm>
        </p:grpSpPr>
        <p:sp>
          <p:nvSpPr>
            <p:cNvPr id="9039" name="Google Shape;9039;p69"/>
            <p:cNvSpPr/>
            <p:nvPr/>
          </p:nvSpPr>
          <p:spPr>
            <a:xfrm>
              <a:off x="2286150" y="4155375"/>
              <a:ext cx="197100" cy="172825"/>
            </a:xfrm>
            <a:custGeom>
              <a:rect b="b" l="l" r="r" t="t"/>
              <a:pathLst>
                <a:path extrusionOk="0" h="6913" w="7884">
                  <a:moveTo>
                    <a:pt x="3737" y="1"/>
                  </a:moveTo>
                  <a:cubicBezTo>
                    <a:pt x="3044" y="1"/>
                    <a:pt x="2338" y="255"/>
                    <a:pt x="1763" y="822"/>
                  </a:cubicBezTo>
                  <a:cubicBezTo>
                    <a:pt x="1" y="2608"/>
                    <a:pt x="1263" y="5656"/>
                    <a:pt x="3764" y="5656"/>
                  </a:cubicBezTo>
                  <a:cubicBezTo>
                    <a:pt x="4407" y="5656"/>
                    <a:pt x="5026" y="5442"/>
                    <a:pt x="5526" y="5037"/>
                  </a:cubicBezTo>
                  <a:lnTo>
                    <a:pt x="7312" y="6823"/>
                  </a:lnTo>
                  <a:cubicBezTo>
                    <a:pt x="7371" y="6883"/>
                    <a:pt x="7455" y="6912"/>
                    <a:pt x="7538" y="6912"/>
                  </a:cubicBezTo>
                  <a:cubicBezTo>
                    <a:pt x="7621" y="6912"/>
                    <a:pt x="7705" y="6883"/>
                    <a:pt x="7764" y="6823"/>
                  </a:cubicBezTo>
                  <a:cubicBezTo>
                    <a:pt x="7883" y="6704"/>
                    <a:pt x="7883" y="6490"/>
                    <a:pt x="7764" y="6371"/>
                  </a:cubicBezTo>
                  <a:lnTo>
                    <a:pt x="5978" y="4585"/>
                  </a:lnTo>
                  <a:cubicBezTo>
                    <a:pt x="6383" y="4084"/>
                    <a:pt x="6597" y="3465"/>
                    <a:pt x="6597" y="2822"/>
                  </a:cubicBezTo>
                  <a:cubicBezTo>
                    <a:pt x="6597" y="1127"/>
                    <a:pt x="5196" y="1"/>
                    <a:pt x="37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9"/>
            <p:cNvSpPr/>
            <p:nvPr/>
          </p:nvSpPr>
          <p:spPr>
            <a:xfrm>
              <a:off x="2212925" y="4265225"/>
              <a:ext cx="82775" cy="16100"/>
            </a:xfrm>
            <a:custGeom>
              <a:rect b="b" l="l" r="r" t="t"/>
              <a:pathLst>
                <a:path extrusionOk="0" h="644" w="3311">
                  <a:moveTo>
                    <a:pt x="382" y="0"/>
                  </a:moveTo>
                  <a:cubicBezTo>
                    <a:pt x="1" y="48"/>
                    <a:pt x="1" y="595"/>
                    <a:pt x="382" y="643"/>
                  </a:cubicBezTo>
                  <a:lnTo>
                    <a:pt x="2930" y="643"/>
                  </a:lnTo>
                  <a:cubicBezTo>
                    <a:pt x="3311" y="595"/>
                    <a:pt x="3311" y="48"/>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9"/>
            <p:cNvSpPr/>
            <p:nvPr/>
          </p:nvSpPr>
          <p:spPr>
            <a:xfrm>
              <a:off x="2212925" y="4234200"/>
              <a:ext cx="52650" cy="15625"/>
            </a:xfrm>
            <a:custGeom>
              <a:rect b="b" l="l" r="r" t="t"/>
              <a:pathLst>
                <a:path extrusionOk="0" h="625" w="2106">
                  <a:moveTo>
                    <a:pt x="1689" y="0"/>
                  </a:moveTo>
                  <a:cubicBezTo>
                    <a:pt x="1674" y="0"/>
                    <a:pt x="1659" y="1"/>
                    <a:pt x="1644" y="3"/>
                  </a:cubicBezTo>
                  <a:lnTo>
                    <a:pt x="382" y="3"/>
                  </a:lnTo>
                  <a:cubicBezTo>
                    <a:pt x="1" y="27"/>
                    <a:pt x="1" y="574"/>
                    <a:pt x="382" y="622"/>
                  </a:cubicBezTo>
                  <a:lnTo>
                    <a:pt x="1644" y="622"/>
                  </a:lnTo>
                  <a:cubicBezTo>
                    <a:pt x="1659" y="623"/>
                    <a:pt x="1674" y="624"/>
                    <a:pt x="1689" y="624"/>
                  </a:cubicBezTo>
                  <a:cubicBezTo>
                    <a:pt x="2105" y="624"/>
                    <a:pt x="2105" y="0"/>
                    <a:pt x="1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9"/>
            <p:cNvSpPr/>
            <p:nvPr/>
          </p:nvSpPr>
          <p:spPr>
            <a:xfrm>
              <a:off x="2214125" y="4093150"/>
              <a:ext cx="174450" cy="125050"/>
            </a:xfrm>
            <a:custGeom>
              <a:rect b="b" l="l" r="r" t="t"/>
              <a:pathLst>
                <a:path extrusionOk="0" h="5002" w="6978">
                  <a:moveTo>
                    <a:pt x="322" y="1"/>
                  </a:moveTo>
                  <a:cubicBezTo>
                    <a:pt x="173" y="1"/>
                    <a:pt x="24" y="96"/>
                    <a:pt x="0" y="286"/>
                  </a:cubicBezTo>
                  <a:lnTo>
                    <a:pt x="0" y="4692"/>
                  </a:lnTo>
                  <a:cubicBezTo>
                    <a:pt x="0" y="4859"/>
                    <a:pt x="143" y="5002"/>
                    <a:pt x="334" y="5002"/>
                  </a:cubicBezTo>
                  <a:lnTo>
                    <a:pt x="3215" y="5002"/>
                  </a:lnTo>
                  <a:cubicBezTo>
                    <a:pt x="3382" y="3216"/>
                    <a:pt x="4858" y="1858"/>
                    <a:pt x="6645" y="1858"/>
                  </a:cubicBezTo>
                  <a:cubicBezTo>
                    <a:pt x="6764" y="1858"/>
                    <a:pt x="6859" y="1858"/>
                    <a:pt x="6978" y="1882"/>
                  </a:cubicBezTo>
                  <a:lnTo>
                    <a:pt x="6978" y="929"/>
                  </a:lnTo>
                  <a:cubicBezTo>
                    <a:pt x="6978" y="733"/>
                    <a:pt x="6810" y="605"/>
                    <a:pt x="6643" y="605"/>
                  </a:cubicBezTo>
                  <a:cubicBezTo>
                    <a:pt x="6566" y="605"/>
                    <a:pt x="6490" y="632"/>
                    <a:pt x="6430" y="691"/>
                  </a:cubicBezTo>
                  <a:lnTo>
                    <a:pt x="5406" y="1739"/>
                  </a:lnTo>
                  <a:lnTo>
                    <a:pt x="4668" y="1001"/>
                  </a:lnTo>
                  <a:cubicBezTo>
                    <a:pt x="4608" y="941"/>
                    <a:pt x="4531" y="912"/>
                    <a:pt x="4454" y="912"/>
                  </a:cubicBezTo>
                  <a:cubicBezTo>
                    <a:pt x="4376" y="912"/>
                    <a:pt x="4299" y="941"/>
                    <a:pt x="4239" y="1001"/>
                  </a:cubicBezTo>
                  <a:lnTo>
                    <a:pt x="2572" y="2668"/>
                  </a:lnTo>
                  <a:lnTo>
                    <a:pt x="1834" y="1953"/>
                  </a:lnTo>
                  <a:cubicBezTo>
                    <a:pt x="1763" y="1894"/>
                    <a:pt x="1679" y="1864"/>
                    <a:pt x="1599" y="1864"/>
                  </a:cubicBezTo>
                  <a:cubicBezTo>
                    <a:pt x="1518" y="1864"/>
                    <a:pt x="1441" y="1894"/>
                    <a:pt x="1382" y="1953"/>
                  </a:cubicBezTo>
                  <a:lnTo>
                    <a:pt x="643" y="2668"/>
                  </a:lnTo>
                  <a:lnTo>
                    <a:pt x="643" y="286"/>
                  </a:lnTo>
                  <a:cubicBezTo>
                    <a:pt x="619" y="96"/>
                    <a:pt x="47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9"/>
          <p:cNvGrpSpPr/>
          <p:nvPr/>
        </p:nvGrpSpPr>
        <p:grpSpPr>
          <a:xfrm>
            <a:off x="3276673" y="4003110"/>
            <a:ext cx="348820" cy="349957"/>
            <a:chOff x="2792800" y="4076475"/>
            <a:chExt cx="268550" cy="268475"/>
          </a:xfrm>
        </p:grpSpPr>
        <p:sp>
          <p:nvSpPr>
            <p:cNvPr id="9044" name="Google Shape;9044;p69"/>
            <p:cNvSpPr/>
            <p:nvPr/>
          </p:nvSpPr>
          <p:spPr>
            <a:xfrm>
              <a:off x="2895225" y="4076475"/>
              <a:ext cx="63125" cy="31600"/>
            </a:xfrm>
            <a:custGeom>
              <a:rect b="b" l="l" r="r" t="t"/>
              <a:pathLst>
                <a:path extrusionOk="0" h="1264" w="2525">
                  <a:moveTo>
                    <a:pt x="310" y="1"/>
                  </a:moveTo>
                  <a:cubicBezTo>
                    <a:pt x="143" y="1"/>
                    <a:pt x="24" y="120"/>
                    <a:pt x="0" y="310"/>
                  </a:cubicBezTo>
                  <a:lnTo>
                    <a:pt x="0" y="953"/>
                  </a:lnTo>
                  <a:cubicBezTo>
                    <a:pt x="0" y="1120"/>
                    <a:pt x="143" y="1263"/>
                    <a:pt x="310" y="1263"/>
                  </a:cubicBezTo>
                  <a:lnTo>
                    <a:pt x="2215" y="1263"/>
                  </a:lnTo>
                  <a:cubicBezTo>
                    <a:pt x="2381" y="1263"/>
                    <a:pt x="2524" y="1120"/>
                    <a:pt x="2524" y="953"/>
                  </a:cubicBezTo>
                  <a:lnTo>
                    <a:pt x="2524" y="310"/>
                  </a:lnTo>
                  <a:cubicBezTo>
                    <a:pt x="2501" y="120"/>
                    <a:pt x="2381" y="1"/>
                    <a:pt x="2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9"/>
            <p:cNvSpPr/>
            <p:nvPr/>
          </p:nvSpPr>
          <p:spPr>
            <a:xfrm>
              <a:off x="2855925" y="4166375"/>
              <a:ext cx="141725" cy="51825"/>
            </a:xfrm>
            <a:custGeom>
              <a:rect b="b" l="l" r="r" t="t"/>
              <a:pathLst>
                <a:path extrusionOk="0" h="2073" w="5669">
                  <a:moveTo>
                    <a:pt x="3787" y="1"/>
                  </a:moveTo>
                  <a:lnTo>
                    <a:pt x="2120" y="1668"/>
                  </a:lnTo>
                  <a:cubicBezTo>
                    <a:pt x="2060" y="1727"/>
                    <a:pt x="1977" y="1757"/>
                    <a:pt x="1894" y="1757"/>
                  </a:cubicBezTo>
                  <a:cubicBezTo>
                    <a:pt x="1810" y="1757"/>
                    <a:pt x="1727" y="1727"/>
                    <a:pt x="1667" y="1668"/>
                  </a:cubicBezTo>
                  <a:lnTo>
                    <a:pt x="953" y="953"/>
                  </a:lnTo>
                  <a:lnTo>
                    <a:pt x="0" y="1882"/>
                  </a:lnTo>
                  <a:lnTo>
                    <a:pt x="0" y="2073"/>
                  </a:lnTo>
                  <a:lnTo>
                    <a:pt x="5668" y="2073"/>
                  </a:lnTo>
                  <a:lnTo>
                    <a:pt x="5668" y="1"/>
                  </a:lnTo>
                  <a:lnTo>
                    <a:pt x="4930" y="739"/>
                  </a:lnTo>
                  <a:cubicBezTo>
                    <a:pt x="4870" y="799"/>
                    <a:pt x="4793" y="828"/>
                    <a:pt x="4716" y="828"/>
                  </a:cubicBezTo>
                  <a:cubicBezTo>
                    <a:pt x="4638" y="828"/>
                    <a:pt x="4561" y="799"/>
                    <a:pt x="4501" y="739"/>
                  </a:cubicBez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9"/>
            <p:cNvSpPr/>
            <p:nvPr/>
          </p:nvSpPr>
          <p:spPr>
            <a:xfrm>
              <a:off x="2792800" y="4092500"/>
              <a:ext cx="268550" cy="252450"/>
            </a:xfrm>
            <a:custGeom>
              <a:rect b="b" l="l" r="r" t="t"/>
              <a:pathLst>
                <a:path extrusionOk="0" h="10098" w="10742">
                  <a:moveTo>
                    <a:pt x="2216" y="1235"/>
                  </a:moveTo>
                  <a:cubicBezTo>
                    <a:pt x="2382" y="1235"/>
                    <a:pt x="2549" y="1348"/>
                    <a:pt x="2525" y="1575"/>
                  </a:cubicBezTo>
                  <a:lnTo>
                    <a:pt x="2525" y="3956"/>
                  </a:lnTo>
                  <a:lnTo>
                    <a:pt x="3264" y="3242"/>
                  </a:lnTo>
                  <a:cubicBezTo>
                    <a:pt x="3311" y="3170"/>
                    <a:pt x="3389" y="3134"/>
                    <a:pt x="3469" y="3134"/>
                  </a:cubicBezTo>
                  <a:cubicBezTo>
                    <a:pt x="3549" y="3134"/>
                    <a:pt x="3633" y="3170"/>
                    <a:pt x="3692" y="3242"/>
                  </a:cubicBezTo>
                  <a:lnTo>
                    <a:pt x="4407" y="3956"/>
                  </a:lnTo>
                  <a:lnTo>
                    <a:pt x="6074" y="2289"/>
                  </a:lnTo>
                  <a:cubicBezTo>
                    <a:pt x="6133" y="2230"/>
                    <a:pt x="6217" y="2200"/>
                    <a:pt x="6300" y="2200"/>
                  </a:cubicBezTo>
                  <a:cubicBezTo>
                    <a:pt x="6383" y="2200"/>
                    <a:pt x="6467" y="2230"/>
                    <a:pt x="6526" y="2289"/>
                  </a:cubicBezTo>
                  <a:lnTo>
                    <a:pt x="7241" y="3004"/>
                  </a:lnTo>
                  <a:lnTo>
                    <a:pt x="8288" y="1979"/>
                  </a:lnTo>
                  <a:cubicBezTo>
                    <a:pt x="8352" y="1908"/>
                    <a:pt x="8431" y="1876"/>
                    <a:pt x="8509" y="1876"/>
                  </a:cubicBezTo>
                  <a:cubicBezTo>
                    <a:pt x="8664" y="1876"/>
                    <a:pt x="8812" y="2003"/>
                    <a:pt x="8812" y="2194"/>
                  </a:cubicBezTo>
                  <a:lnTo>
                    <a:pt x="8812" y="5337"/>
                  </a:lnTo>
                  <a:cubicBezTo>
                    <a:pt x="8812" y="5528"/>
                    <a:pt x="8669" y="5671"/>
                    <a:pt x="8503" y="5671"/>
                  </a:cubicBezTo>
                  <a:lnTo>
                    <a:pt x="2216" y="5671"/>
                  </a:lnTo>
                  <a:cubicBezTo>
                    <a:pt x="2049" y="5671"/>
                    <a:pt x="1906" y="5528"/>
                    <a:pt x="1906" y="5337"/>
                  </a:cubicBezTo>
                  <a:lnTo>
                    <a:pt x="1906" y="1575"/>
                  </a:lnTo>
                  <a:cubicBezTo>
                    <a:pt x="1882" y="1348"/>
                    <a:pt x="2049" y="1235"/>
                    <a:pt x="2216" y="1235"/>
                  </a:cubicBezTo>
                  <a:close/>
                  <a:moveTo>
                    <a:pt x="10444" y="1"/>
                  </a:moveTo>
                  <a:cubicBezTo>
                    <a:pt x="10432" y="1"/>
                    <a:pt x="10420" y="1"/>
                    <a:pt x="10408" y="3"/>
                  </a:cubicBezTo>
                  <a:lnTo>
                    <a:pt x="7241" y="3"/>
                  </a:lnTo>
                  <a:lnTo>
                    <a:pt x="7241" y="312"/>
                  </a:lnTo>
                  <a:cubicBezTo>
                    <a:pt x="7241" y="813"/>
                    <a:pt x="6812" y="1241"/>
                    <a:pt x="6312" y="1241"/>
                  </a:cubicBezTo>
                  <a:lnTo>
                    <a:pt x="4407" y="1241"/>
                  </a:lnTo>
                  <a:cubicBezTo>
                    <a:pt x="3883" y="1241"/>
                    <a:pt x="3478" y="813"/>
                    <a:pt x="3478" y="312"/>
                  </a:cubicBezTo>
                  <a:lnTo>
                    <a:pt x="3478" y="3"/>
                  </a:lnTo>
                  <a:lnTo>
                    <a:pt x="311" y="3"/>
                  </a:lnTo>
                  <a:cubicBezTo>
                    <a:pt x="144" y="3"/>
                    <a:pt x="1" y="122"/>
                    <a:pt x="1" y="312"/>
                  </a:cubicBezTo>
                  <a:lnTo>
                    <a:pt x="1" y="6623"/>
                  </a:lnTo>
                  <a:cubicBezTo>
                    <a:pt x="1" y="6790"/>
                    <a:pt x="144" y="6933"/>
                    <a:pt x="311" y="6933"/>
                  </a:cubicBezTo>
                  <a:lnTo>
                    <a:pt x="5050" y="6933"/>
                  </a:lnTo>
                  <a:lnTo>
                    <a:pt x="5050" y="8933"/>
                  </a:lnTo>
                  <a:lnTo>
                    <a:pt x="3954" y="9481"/>
                  </a:lnTo>
                  <a:cubicBezTo>
                    <a:pt x="3608" y="9624"/>
                    <a:pt x="3784" y="10097"/>
                    <a:pt x="4081" y="10097"/>
                  </a:cubicBezTo>
                  <a:cubicBezTo>
                    <a:pt x="4131" y="10097"/>
                    <a:pt x="4185" y="10084"/>
                    <a:pt x="4240" y="10053"/>
                  </a:cubicBezTo>
                  <a:lnTo>
                    <a:pt x="5359" y="9481"/>
                  </a:lnTo>
                  <a:lnTo>
                    <a:pt x="6478" y="10053"/>
                  </a:lnTo>
                  <a:cubicBezTo>
                    <a:pt x="6528" y="10079"/>
                    <a:pt x="6577" y="10091"/>
                    <a:pt x="6624" y="10091"/>
                  </a:cubicBezTo>
                  <a:cubicBezTo>
                    <a:pt x="6909" y="10091"/>
                    <a:pt x="7092" y="9645"/>
                    <a:pt x="6764" y="9481"/>
                  </a:cubicBezTo>
                  <a:lnTo>
                    <a:pt x="5693" y="8933"/>
                  </a:lnTo>
                  <a:lnTo>
                    <a:pt x="5693" y="6933"/>
                  </a:lnTo>
                  <a:lnTo>
                    <a:pt x="10408" y="6933"/>
                  </a:lnTo>
                  <a:cubicBezTo>
                    <a:pt x="10598" y="6933"/>
                    <a:pt x="10741" y="6790"/>
                    <a:pt x="10741" y="6623"/>
                  </a:cubicBezTo>
                  <a:lnTo>
                    <a:pt x="10741" y="312"/>
                  </a:lnTo>
                  <a:cubicBezTo>
                    <a:pt x="10741" y="157"/>
                    <a:pt x="10616" y="1"/>
                    <a:pt x="104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9"/>
          <p:cNvGrpSpPr/>
          <p:nvPr/>
        </p:nvGrpSpPr>
        <p:grpSpPr>
          <a:xfrm>
            <a:off x="4069326" y="4003110"/>
            <a:ext cx="265300" cy="349273"/>
            <a:chOff x="3403050" y="4076475"/>
            <a:chExt cx="204250" cy="267950"/>
          </a:xfrm>
        </p:grpSpPr>
        <p:sp>
          <p:nvSpPr>
            <p:cNvPr id="9048" name="Google Shape;9048;p69"/>
            <p:cNvSpPr/>
            <p:nvPr/>
          </p:nvSpPr>
          <p:spPr>
            <a:xfrm>
              <a:off x="3407225" y="4281875"/>
              <a:ext cx="58375" cy="57775"/>
            </a:xfrm>
            <a:custGeom>
              <a:rect b="b" l="l" r="r" t="t"/>
              <a:pathLst>
                <a:path extrusionOk="0" h="2311" w="2335">
                  <a:moveTo>
                    <a:pt x="1" y="1"/>
                  </a:moveTo>
                  <a:lnTo>
                    <a:pt x="2334" y="2311"/>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9"/>
            <p:cNvSpPr/>
            <p:nvPr/>
          </p:nvSpPr>
          <p:spPr>
            <a:xfrm>
              <a:off x="3403050" y="4076475"/>
              <a:ext cx="204250" cy="267950"/>
            </a:xfrm>
            <a:custGeom>
              <a:rect b="b" l="l" r="r" t="t"/>
              <a:pathLst>
                <a:path extrusionOk="0" h="10718" w="8170">
                  <a:moveTo>
                    <a:pt x="4671" y="2523"/>
                  </a:moveTo>
                  <a:cubicBezTo>
                    <a:pt x="4686" y="2523"/>
                    <a:pt x="4701" y="2524"/>
                    <a:pt x="4716" y="2525"/>
                  </a:cubicBezTo>
                  <a:lnTo>
                    <a:pt x="6597" y="2525"/>
                  </a:lnTo>
                  <a:cubicBezTo>
                    <a:pt x="6978" y="2573"/>
                    <a:pt x="6978" y="3121"/>
                    <a:pt x="6597" y="3144"/>
                  </a:cubicBezTo>
                  <a:lnTo>
                    <a:pt x="4716" y="3144"/>
                  </a:lnTo>
                  <a:cubicBezTo>
                    <a:pt x="4701" y="3146"/>
                    <a:pt x="4686" y="3147"/>
                    <a:pt x="4671" y="3147"/>
                  </a:cubicBezTo>
                  <a:cubicBezTo>
                    <a:pt x="4255" y="3147"/>
                    <a:pt x="4255" y="2523"/>
                    <a:pt x="4671" y="2523"/>
                  </a:cubicBezTo>
                  <a:close/>
                  <a:moveTo>
                    <a:pt x="2823" y="1894"/>
                  </a:moveTo>
                  <a:cubicBezTo>
                    <a:pt x="2906" y="1894"/>
                    <a:pt x="2990" y="1930"/>
                    <a:pt x="3049" y="2001"/>
                  </a:cubicBezTo>
                  <a:cubicBezTo>
                    <a:pt x="3168" y="2097"/>
                    <a:pt x="3168" y="2311"/>
                    <a:pt x="3049" y="2430"/>
                  </a:cubicBezTo>
                  <a:lnTo>
                    <a:pt x="2644" y="2835"/>
                  </a:lnTo>
                  <a:lnTo>
                    <a:pt x="3049" y="3240"/>
                  </a:lnTo>
                  <a:cubicBezTo>
                    <a:pt x="3252" y="3479"/>
                    <a:pt x="3055" y="3776"/>
                    <a:pt x="2812" y="3776"/>
                  </a:cubicBezTo>
                  <a:cubicBezTo>
                    <a:pt x="2741" y="3776"/>
                    <a:pt x="2666" y="3751"/>
                    <a:pt x="2597" y="3692"/>
                  </a:cubicBezTo>
                  <a:lnTo>
                    <a:pt x="2192" y="3287"/>
                  </a:lnTo>
                  <a:lnTo>
                    <a:pt x="1787" y="3692"/>
                  </a:lnTo>
                  <a:cubicBezTo>
                    <a:pt x="1720" y="3770"/>
                    <a:pt x="1641" y="3803"/>
                    <a:pt x="1564" y="3803"/>
                  </a:cubicBezTo>
                  <a:cubicBezTo>
                    <a:pt x="1312" y="3803"/>
                    <a:pt x="1079" y="3458"/>
                    <a:pt x="1334" y="3240"/>
                  </a:cubicBezTo>
                  <a:lnTo>
                    <a:pt x="1739" y="2835"/>
                  </a:lnTo>
                  <a:lnTo>
                    <a:pt x="1334" y="2430"/>
                  </a:lnTo>
                  <a:cubicBezTo>
                    <a:pt x="1215" y="2311"/>
                    <a:pt x="1215" y="2097"/>
                    <a:pt x="1334" y="2001"/>
                  </a:cubicBezTo>
                  <a:cubicBezTo>
                    <a:pt x="1406" y="1930"/>
                    <a:pt x="1489" y="1894"/>
                    <a:pt x="1570" y="1894"/>
                  </a:cubicBezTo>
                  <a:cubicBezTo>
                    <a:pt x="1650" y="1894"/>
                    <a:pt x="1727" y="1930"/>
                    <a:pt x="1787" y="2001"/>
                  </a:cubicBezTo>
                  <a:lnTo>
                    <a:pt x="2192" y="2406"/>
                  </a:lnTo>
                  <a:lnTo>
                    <a:pt x="2597" y="2001"/>
                  </a:lnTo>
                  <a:cubicBezTo>
                    <a:pt x="2656" y="1930"/>
                    <a:pt x="2739" y="1894"/>
                    <a:pt x="2823" y="1894"/>
                  </a:cubicBezTo>
                  <a:close/>
                  <a:moveTo>
                    <a:pt x="4671" y="5666"/>
                  </a:moveTo>
                  <a:cubicBezTo>
                    <a:pt x="4686" y="5666"/>
                    <a:pt x="4701" y="5667"/>
                    <a:pt x="4716" y="5669"/>
                  </a:cubicBezTo>
                  <a:lnTo>
                    <a:pt x="6597" y="5669"/>
                  </a:lnTo>
                  <a:cubicBezTo>
                    <a:pt x="6978" y="5716"/>
                    <a:pt x="6978" y="6264"/>
                    <a:pt x="6597" y="6288"/>
                  </a:cubicBezTo>
                  <a:lnTo>
                    <a:pt x="4716" y="6288"/>
                  </a:lnTo>
                  <a:cubicBezTo>
                    <a:pt x="4701" y="6289"/>
                    <a:pt x="4686" y="6290"/>
                    <a:pt x="4671" y="6290"/>
                  </a:cubicBezTo>
                  <a:cubicBezTo>
                    <a:pt x="4255" y="6290"/>
                    <a:pt x="4255" y="5666"/>
                    <a:pt x="4671" y="5666"/>
                  </a:cubicBezTo>
                  <a:close/>
                  <a:moveTo>
                    <a:pt x="3454" y="5032"/>
                  </a:moveTo>
                  <a:cubicBezTo>
                    <a:pt x="3531" y="5032"/>
                    <a:pt x="3609" y="5061"/>
                    <a:pt x="3668" y="5121"/>
                  </a:cubicBezTo>
                  <a:cubicBezTo>
                    <a:pt x="3811" y="5240"/>
                    <a:pt x="3811" y="5454"/>
                    <a:pt x="3668" y="5573"/>
                  </a:cubicBezTo>
                  <a:lnTo>
                    <a:pt x="2406" y="6836"/>
                  </a:lnTo>
                  <a:cubicBezTo>
                    <a:pt x="2358" y="6883"/>
                    <a:pt x="2287" y="6931"/>
                    <a:pt x="2192" y="6931"/>
                  </a:cubicBezTo>
                  <a:cubicBezTo>
                    <a:pt x="2120" y="6931"/>
                    <a:pt x="2025" y="6883"/>
                    <a:pt x="1977" y="6836"/>
                  </a:cubicBezTo>
                  <a:lnTo>
                    <a:pt x="1334" y="6216"/>
                  </a:lnTo>
                  <a:cubicBezTo>
                    <a:pt x="1215" y="6097"/>
                    <a:pt x="1215" y="5883"/>
                    <a:pt x="1334" y="5764"/>
                  </a:cubicBezTo>
                  <a:cubicBezTo>
                    <a:pt x="1406" y="5704"/>
                    <a:pt x="1489" y="5675"/>
                    <a:pt x="1570" y="5675"/>
                  </a:cubicBezTo>
                  <a:cubicBezTo>
                    <a:pt x="1650" y="5675"/>
                    <a:pt x="1727" y="5704"/>
                    <a:pt x="1787" y="5764"/>
                  </a:cubicBezTo>
                  <a:lnTo>
                    <a:pt x="2192" y="6169"/>
                  </a:lnTo>
                  <a:lnTo>
                    <a:pt x="3240" y="5121"/>
                  </a:lnTo>
                  <a:cubicBezTo>
                    <a:pt x="3299" y="5061"/>
                    <a:pt x="3377" y="5032"/>
                    <a:pt x="3454" y="5032"/>
                  </a:cubicBezTo>
                  <a:close/>
                  <a:moveTo>
                    <a:pt x="310" y="1"/>
                  </a:moveTo>
                  <a:cubicBezTo>
                    <a:pt x="144" y="1"/>
                    <a:pt x="1" y="120"/>
                    <a:pt x="1" y="310"/>
                  </a:cubicBezTo>
                  <a:lnTo>
                    <a:pt x="1" y="7574"/>
                  </a:lnTo>
                  <a:lnTo>
                    <a:pt x="2835" y="7574"/>
                  </a:lnTo>
                  <a:cubicBezTo>
                    <a:pt x="2845" y="7572"/>
                    <a:pt x="2856" y="7572"/>
                    <a:pt x="2867" y="7572"/>
                  </a:cubicBezTo>
                  <a:cubicBezTo>
                    <a:pt x="3019" y="7572"/>
                    <a:pt x="3144" y="7728"/>
                    <a:pt x="3144" y="7883"/>
                  </a:cubicBezTo>
                  <a:lnTo>
                    <a:pt x="3144" y="10717"/>
                  </a:lnTo>
                  <a:lnTo>
                    <a:pt x="7860" y="10717"/>
                  </a:lnTo>
                  <a:cubicBezTo>
                    <a:pt x="8026" y="10717"/>
                    <a:pt x="8169" y="10598"/>
                    <a:pt x="8169" y="10432"/>
                  </a:cubicBezTo>
                  <a:lnTo>
                    <a:pt x="8169" y="310"/>
                  </a:lnTo>
                  <a:cubicBezTo>
                    <a:pt x="8169" y="120"/>
                    <a:pt x="8026" y="1"/>
                    <a:pt x="7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69"/>
          <p:cNvGrpSpPr/>
          <p:nvPr/>
        </p:nvGrpSpPr>
        <p:grpSpPr>
          <a:xfrm>
            <a:off x="4773038" y="4002556"/>
            <a:ext cx="364277" cy="350316"/>
            <a:chOff x="3944825" y="4076050"/>
            <a:chExt cx="280450" cy="268750"/>
          </a:xfrm>
        </p:grpSpPr>
        <p:sp>
          <p:nvSpPr>
            <p:cNvPr id="9051" name="Google Shape;9051;p69"/>
            <p:cNvSpPr/>
            <p:nvPr/>
          </p:nvSpPr>
          <p:spPr>
            <a:xfrm>
              <a:off x="4047825" y="4076050"/>
              <a:ext cx="177450" cy="180100"/>
            </a:xfrm>
            <a:custGeom>
              <a:rect b="b" l="l" r="r" t="t"/>
              <a:pathLst>
                <a:path extrusionOk="0" h="7204" w="7098">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9"/>
            <p:cNvSpPr/>
            <p:nvPr/>
          </p:nvSpPr>
          <p:spPr>
            <a:xfrm>
              <a:off x="3944825" y="4164600"/>
              <a:ext cx="177450" cy="180200"/>
            </a:xfrm>
            <a:custGeom>
              <a:rect b="b" l="l" r="r" t="t"/>
              <a:pathLst>
                <a:path extrusionOk="0" h="7208" w="7098">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9"/>
          <p:cNvGrpSpPr/>
          <p:nvPr/>
        </p:nvGrpSpPr>
        <p:grpSpPr>
          <a:xfrm>
            <a:off x="5574199" y="4003110"/>
            <a:ext cx="265300" cy="349273"/>
            <a:chOff x="4561625" y="4076475"/>
            <a:chExt cx="204250" cy="267950"/>
          </a:xfrm>
        </p:grpSpPr>
        <p:sp>
          <p:nvSpPr>
            <p:cNvPr id="9054" name="Google Shape;9054;p69"/>
            <p:cNvSpPr/>
            <p:nvPr/>
          </p:nvSpPr>
          <p:spPr>
            <a:xfrm>
              <a:off x="4566400" y="4281875"/>
              <a:ext cx="58375" cy="57775"/>
            </a:xfrm>
            <a:custGeom>
              <a:rect b="b" l="l" r="r" t="t"/>
              <a:pathLst>
                <a:path extrusionOk="0" h="2311" w="2335">
                  <a:moveTo>
                    <a:pt x="0" y="1"/>
                  </a:moveTo>
                  <a:lnTo>
                    <a:pt x="2334" y="2311"/>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9"/>
            <p:cNvSpPr/>
            <p:nvPr/>
          </p:nvSpPr>
          <p:spPr>
            <a:xfrm>
              <a:off x="4608675" y="4166975"/>
              <a:ext cx="110150" cy="51825"/>
            </a:xfrm>
            <a:custGeom>
              <a:rect b="b" l="l" r="r" t="t"/>
              <a:pathLst>
                <a:path extrusionOk="0" h="2073" w="4406">
                  <a:moveTo>
                    <a:pt x="3787" y="1"/>
                  </a:moveTo>
                  <a:lnTo>
                    <a:pt x="2120" y="1668"/>
                  </a:lnTo>
                  <a:cubicBezTo>
                    <a:pt x="2060" y="1727"/>
                    <a:pt x="1977" y="1757"/>
                    <a:pt x="1893" y="1757"/>
                  </a:cubicBezTo>
                  <a:cubicBezTo>
                    <a:pt x="1810" y="1757"/>
                    <a:pt x="1727" y="1727"/>
                    <a:pt x="1667" y="1668"/>
                  </a:cubicBezTo>
                  <a:lnTo>
                    <a:pt x="953" y="953"/>
                  </a:lnTo>
                  <a:lnTo>
                    <a:pt x="0" y="1882"/>
                  </a:lnTo>
                  <a:lnTo>
                    <a:pt x="0" y="2073"/>
                  </a:lnTo>
                  <a:lnTo>
                    <a:pt x="4406" y="2073"/>
                  </a:lnTo>
                  <a:lnTo>
                    <a:pt x="4406" y="644"/>
                  </a:ln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9"/>
            <p:cNvSpPr/>
            <p:nvPr/>
          </p:nvSpPr>
          <p:spPr>
            <a:xfrm>
              <a:off x="4561625" y="4076475"/>
              <a:ext cx="204250" cy="267950"/>
            </a:xfrm>
            <a:custGeom>
              <a:rect b="b" l="l" r="r" t="t"/>
              <a:pathLst>
                <a:path extrusionOk="0" h="10718" w="8170">
                  <a:moveTo>
                    <a:pt x="6021" y="1285"/>
                  </a:moveTo>
                  <a:cubicBezTo>
                    <a:pt x="6417" y="1285"/>
                    <a:pt x="6417" y="1908"/>
                    <a:pt x="6021" y="1908"/>
                  </a:cubicBezTo>
                  <a:cubicBezTo>
                    <a:pt x="6007" y="1908"/>
                    <a:pt x="5993" y="1908"/>
                    <a:pt x="5978" y="1906"/>
                  </a:cubicBezTo>
                  <a:lnTo>
                    <a:pt x="4073" y="1906"/>
                  </a:lnTo>
                  <a:cubicBezTo>
                    <a:pt x="3692" y="1858"/>
                    <a:pt x="3692" y="1311"/>
                    <a:pt x="4073" y="1287"/>
                  </a:cubicBezTo>
                  <a:lnTo>
                    <a:pt x="5978" y="1287"/>
                  </a:lnTo>
                  <a:cubicBezTo>
                    <a:pt x="5993" y="1285"/>
                    <a:pt x="6007" y="1285"/>
                    <a:pt x="6021" y="1285"/>
                  </a:cubicBezTo>
                  <a:close/>
                  <a:moveTo>
                    <a:pt x="1573" y="1876"/>
                  </a:moveTo>
                  <a:cubicBezTo>
                    <a:pt x="1739" y="1876"/>
                    <a:pt x="1906" y="1989"/>
                    <a:pt x="1882" y="2216"/>
                  </a:cubicBezTo>
                  <a:lnTo>
                    <a:pt x="1882" y="4621"/>
                  </a:lnTo>
                  <a:lnTo>
                    <a:pt x="2620" y="3906"/>
                  </a:lnTo>
                  <a:cubicBezTo>
                    <a:pt x="2668" y="3835"/>
                    <a:pt x="2745" y="3799"/>
                    <a:pt x="2826" y="3799"/>
                  </a:cubicBezTo>
                  <a:cubicBezTo>
                    <a:pt x="2906" y="3799"/>
                    <a:pt x="2990" y="3835"/>
                    <a:pt x="3049" y="3906"/>
                  </a:cubicBezTo>
                  <a:lnTo>
                    <a:pt x="3763" y="4621"/>
                  </a:lnTo>
                  <a:lnTo>
                    <a:pt x="5430" y="2954"/>
                  </a:lnTo>
                  <a:cubicBezTo>
                    <a:pt x="5490" y="2894"/>
                    <a:pt x="5573" y="2865"/>
                    <a:pt x="5657" y="2865"/>
                  </a:cubicBezTo>
                  <a:cubicBezTo>
                    <a:pt x="5740" y="2865"/>
                    <a:pt x="5823" y="2894"/>
                    <a:pt x="5883" y="2954"/>
                  </a:cubicBezTo>
                  <a:lnTo>
                    <a:pt x="6836" y="3906"/>
                  </a:lnTo>
                  <a:cubicBezTo>
                    <a:pt x="6883" y="3954"/>
                    <a:pt x="6907" y="4049"/>
                    <a:pt x="6907" y="4121"/>
                  </a:cubicBezTo>
                  <a:lnTo>
                    <a:pt x="6907" y="6002"/>
                  </a:lnTo>
                  <a:cubicBezTo>
                    <a:pt x="6907" y="6193"/>
                    <a:pt x="6764" y="6312"/>
                    <a:pt x="6597" y="6312"/>
                  </a:cubicBezTo>
                  <a:lnTo>
                    <a:pt x="1573" y="6312"/>
                  </a:lnTo>
                  <a:cubicBezTo>
                    <a:pt x="1406" y="6312"/>
                    <a:pt x="1263" y="6193"/>
                    <a:pt x="1263" y="6002"/>
                  </a:cubicBezTo>
                  <a:lnTo>
                    <a:pt x="1263" y="2216"/>
                  </a:lnTo>
                  <a:cubicBezTo>
                    <a:pt x="1239" y="1989"/>
                    <a:pt x="1406" y="1876"/>
                    <a:pt x="1573" y="1876"/>
                  </a:cubicBezTo>
                  <a:close/>
                  <a:moveTo>
                    <a:pt x="5978" y="6955"/>
                  </a:moveTo>
                  <a:cubicBezTo>
                    <a:pt x="6383" y="6955"/>
                    <a:pt x="6383" y="7574"/>
                    <a:pt x="5978" y="7574"/>
                  </a:cubicBezTo>
                  <a:lnTo>
                    <a:pt x="4073" y="7574"/>
                  </a:lnTo>
                  <a:cubicBezTo>
                    <a:pt x="3668" y="7574"/>
                    <a:pt x="3668" y="6955"/>
                    <a:pt x="4073" y="6955"/>
                  </a:cubicBezTo>
                  <a:close/>
                  <a:moveTo>
                    <a:pt x="6021" y="8215"/>
                  </a:moveTo>
                  <a:cubicBezTo>
                    <a:pt x="6417" y="8215"/>
                    <a:pt x="6417" y="8838"/>
                    <a:pt x="6021" y="8838"/>
                  </a:cubicBezTo>
                  <a:cubicBezTo>
                    <a:pt x="6007" y="8838"/>
                    <a:pt x="5993" y="8838"/>
                    <a:pt x="5978" y="8836"/>
                  </a:cubicBezTo>
                  <a:lnTo>
                    <a:pt x="4073" y="8836"/>
                  </a:lnTo>
                  <a:cubicBezTo>
                    <a:pt x="3692" y="8788"/>
                    <a:pt x="3692" y="8241"/>
                    <a:pt x="4073" y="8217"/>
                  </a:cubicBezTo>
                  <a:lnTo>
                    <a:pt x="5978" y="8217"/>
                  </a:lnTo>
                  <a:cubicBezTo>
                    <a:pt x="5993" y="8215"/>
                    <a:pt x="6007" y="8215"/>
                    <a:pt x="6021" y="8215"/>
                  </a:cubicBezTo>
                  <a:close/>
                  <a:moveTo>
                    <a:pt x="310" y="1"/>
                  </a:moveTo>
                  <a:cubicBezTo>
                    <a:pt x="144" y="1"/>
                    <a:pt x="1" y="120"/>
                    <a:pt x="1" y="310"/>
                  </a:cubicBezTo>
                  <a:lnTo>
                    <a:pt x="1" y="7574"/>
                  </a:lnTo>
                  <a:lnTo>
                    <a:pt x="2835" y="7574"/>
                  </a:lnTo>
                  <a:cubicBezTo>
                    <a:pt x="3001" y="7574"/>
                    <a:pt x="3144" y="7717"/>
                    <a:pt x="3144" y="7883"/>
                  </a:cubicBezTo>
                  <a:lnTo>
                    <a:pt x="3144" y="10717"/>
                  </a:lnTo>
                  <a:lnTo>
                    <a:pt x="7860" y="10717"/>
                  </a:lnTo>
                  <a:cubicBezTo>
                    <a:pt x="8026" y="10717"/>
                    <a:pt x="8169" y="10574"/>
                    <a:pt x="8169" y="10408"/>
                  </a:cubicBezTo>
                  <a:lnTo>
                    <a:pt x="8169" y="310"/>
                  </a:lnTo>
                  <a:cubicBezTo>
                    <a:pt x="8169" y="144"/>
                    <a:pt x="8026" y="1"/>
                    <a:pt x="7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9"/>
          <p:cNvGrpSpPr/>
          <p:nvPr/>
        </p:nvGrpSpPr>
        <p:grpSpPr>
          <a:xfrm>
            <a:off x="6285672" y="4044268"/>
            <a:ext cx="357295" cy="266403"/>
            <a:chOff x="5109375" y="4108050"/>
            <a:chExt cx="275075" cy="204375"/>
          </a:xfrm>
        </p:grpSpPr>
        <p:sp>
          <p:nvSpPr>
            <p:cNvPr id="9058" name="Google Shape;9058;p69"/>
            <p:cNvSpPr/>
            <p:nvPr/>
          </p:nvSpPr>
          <p:spPr>
            <a:xfrm>
              <a:off x="5109375" y="4108050"/>
              <a:ext cx="275075" cy="204225"/>
            </a:xfrm>
            <a:custGeom>
              <a:rect b="b" l="l" r="r" t="t"/>
              <a:pathLst>
                <a:path extrusionOk="0" h="8169" w="11003">
                  <a:moveTo>
                    <a:pt x="5692" y="1262"/>
                  </a:moveTo>
                  <a:lnTo>
                    <a:pt x="5692" y="2524"/>
                  </a:lnTo>
                  <a:lnTo>
                    <a:pt x="2167" y="2524"/>
                  </a:lnTo>
                  <a:lnTo>
                    <a:pt x="3001" y="1262"/>
                  </a:lnTo>
                  <a:close/>
                  <a:moveTo>
                    <a:pt x="1568" y="4413"/>
                  </a:moveTo>
                  <a:cubicBezTo>
                    <a:pt x="1727" y="4413"/>
                    <a:pt x="1881" y="4537"/>
                    <a:pt x="1881" y="4715"/>
                  </a:cubicBezTo>
                  <a:cubicBezTo>
                    <a:pt x="1905" y="4906"/>
                    <a:pt x="1739" y="5049"/>
                    <a:pt x="1572" y="5049"/>
                  </a:cubicBezTo>
                  <a:cubicBezTo>
                    <a:pt x="1286" y="5025"/>
                    <a:pt x="1143" y="4691"/>
                    <a:pt x="1358" y="4501"/>
                  </a:cubicBezTo>
                  <a:cubicBezTo>
                    <a:pt x="1418" y="4440"/>
                    <a:pt x="1493" y="4413"/>
                    <a:pt x="1568" y="4413"/>
                  </a:cubicBezTo>
                  <a:close/>
                  <a:moveTo>
                    <a:pt x="6025" y="4406"/>
                  </a:moveTo>
                  <a:cubicBezTo>
                    <a:pt x="6192" y="4406"/>
                    <a:pt x="6335" y="4549"/>
                    <a:pt x="6335" y="4715"/>
                  </a:cubicBezTo>
                  <a:lnTo>
                    <a:pt x="6335" y="5977"/>
                  </a:lnTo>
                  <a:cubicBezTo>
                    <a:pt x="6335" y="6144"/>
                    <a:pt x="6216" y="6287"/>
                    <a:pt x="6025" y="6287"/>
                  </a:cubicBezTo>
                  <a:lnTo>
                    <a:pt x="2858" y="6287"/>
                  </a:lnTo>
                  <a:cubicBezTo>
                    <a:pt x="2667" y="6287"/>
                    <a:pt x="2524" y="6144"/>
                    <a:pt x="2524" y="5977"/>
                  </a:cubicBezTo>
                  <a:lnTo>
                    <a:pt x="2524" y="4715"/>
                  </a:lnTo>
                  <a:cubicBezTo>
                    <a:pt x="2524" y="4549"/>
                    <a:pt x="2667" y="4406"/>
                    <a:pt x="2858" y="4406"/>
                  </a:cubicBezTo>
                  <a:close/>
                  <a:moveTo>
                    <a:pt x="1614" y="5666"/>
                  </a:moveTo>
                  <a:cubicBezTo>
                    <a:pt x="2010" y="5666"/>
                    <a:pt x="2010" y="6289"/>
                    <a:pt x="1614" y="6289"/>
                  </a:cubicBezTo>
                  <a:cubicBezTo>
                    <a:pt x="1601" y="6289"/>
                    <a:pt x="1586" y="6289"/>
                    <a:pt x="1572" y="6287"/>
                  </a:cubicBezTo>
                  <a:cubicBezTo>
                    <a:pt x="1191" y="6263"/>
                    <a:pt x="1191" y="5692"/>
                    <a:pt x="1572" y="5668"/>
                  </a:cubicBezTo>
                  <a:cubicBezTo>
                    <a:pt x="1586" y="5666"/>
                    <a:pt x="1601" y="5666"/>
                    <a:pt x="1614" y="5666"/>
                  </a:cubicBezTo>
                  <a:close/>
                  <a:moveTo>
                    <a:pt x="9788" y="0"/>
                  </a:moveTo>
                  <a:cubicBezTo>
                    <a:pt x="9383" y="0"/>
                    <a:pt x="9026" y="262"/>
                    <a:pt x="8883" y="643"/>
                  </a:cubicBezTo>
                  <a:lnTo>
                    <a:pt x="7883" y="643"/>
                  </a:lnTo>
                  <a:cubicBezTo>
                    <a:pt x="7811" y="643"/>
                    <a:pt x="7716" y="667"/>
                    <a:pt x="7668" y="738"/>
                  </a:cubicBezTo>
                  <a:lnTo>
                    <a:pt x="6311" y="2072"/>
                  </a:lnTo>
                  <a:lnTo>
                    <a:pt x="6311" y="953"/>
                  </a:lnTo>
                  <a:cubicBezTo>
                    <a:pt x="6311" y="786"/>
                    <a:pt x="6192" y="643"/>
                    <a:pt x="6025" y="643"/>
                  </a:cubicBezTo>
                  <a:lnTo>
                    <a:pt x="2834" y="643"/>
                  </a:lnTo>
                  <a:cubicBezTo>
                    <a:pt x="2739" y="643"/>
                    <a:pt x="2620" y="691"/>
                    <a:pt x="2572" y="786"/>
                  </a:cubicBezTo>
                  <a:lnTo>
                    <a:pt x="1405" y="2524"/>
                  </a:lnTo>
                  <a:lnTo>
                    <a:pt x="310" y="2524"/>
                  </a:lnTo>
                  <a:cubicBezTo>
                    <a:pt x="143" y="2524"/>
                    <a:pt x="0" y="2643"/>
                    <a:pt x="0" y="2834"/>
                  </a:cubicBezTo>
                  <a:lnTo>
                    <a:pt x="0" y="7859"/>
                  </a:lnTo>
                  <a:cubicBezTo>
                    <a:pt x="0" y="8026"/>
                    <a:pt x="143" y="8168"/>
                    <a:pt x="310" y="8168"/>
                  </a:cubicBezTo>
                  <a:lnTo>
                    <a:pt x="7287" y="8168"/>
                  </a:lnTo>
                  <a:cubicBezTo>
                    <a:pt x="7454" y="8168"/>
                    <a:pt x="7573" y="8026"/>
                    <a:pt x="7573" y="7859"/>
                  </a:cubicBezTo>
                  <a:lnTo>
                    <a:pt x="7573" y="6930"/>
                  </a:lnTo>
                  <a:lnTo>
                    <a:pt x="8216" y="6930"/>
                  </a:lnTo>
                  <a:lnTo>
                    <a:pt x="8216" y="3787"/>
                  </a:lnTo>
                  <a:lnTo>
                    <a:pt x="7573" y="3787"/>
                  </a:lnTo>
                  <a:lnTo>
                    <a:pt x="7573" y="2834"/>
                  </a:lnTo>
                  <a:cubicBezTo>
                    <a:pt x="7573" y="2667"/>
                    <a:pt x="7430" y="2548"/>
                    <a:pt x="7287" y="2548"/>
                  </a:cubicBezTo>
                  <a:lnTo>
                    <a:pt x="6763" y="2548"/>
                  </a:lnTo>
                  <a:lnTo>
                    <a:pt x="8026" y="1286"/>
                  </a:lnTo>
                  <a:lnTo>
                    <a:pt x="8907" y="1286"/>
                  </a:lnTo>
                  <a:cubicBezTo>
                    <a:pt x="9041" y="1688"/>
                    <a:pt x="9408" y="1901"/>
                    <a:pt x="9780" y="1901"/>
                  </a:cubicBezTo>
                  <a:cubicBezTo>
                    <a:pt x="10069" y="1901"/>
                    <a:pt x="10362" y="1772"/>
                    <a:pt x="10550" y="1500"/>
                  </a:cubicBezTo>
                  <a:cubicBezTo>
                    <a:pt x="11002" y="881"/>
                    <a:pt x="10550" y="24"/>
                    <a:pt x="9788" y="24"/>
                  </a:cubicBezTo>
                  <a:lnTo>
                    <a:pt x="97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9"/>
            <p:cNvSpPr/>
            <p:nvPr/>
          </p:nvSpPr>
          <p:spPr>
            <a:xfrm>
              <a:off x="5187950" y="4234250"/>
              <a:ext cx="63725" cy="15500"/>
            </a:xfrm>
            <a:custGeom>
              <a:rect b="b" l="l" r="r" t="t"/>
              <a:pathLst>
                <a:path extrusionOk="0" h="620" w="2549">
                  <a:moveTo>
                    <a:pt x="1" y="1"/>
                  </a:moveTo>
                  <a:lnTo>
                    <a:pt x="1" y="620"/>
                  </a:lnTo>
                  <a:lnTo>
                    <a:pt x="2549" y="620"/>
                  </a:lnTo>
                  <a:lnTo>
                    <a:pt x="2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9"/>
            <p:cNvSpPr/>
            <p:nvPr/>
          </p:nvSpPr>
          <p:spPr>
            <a:xfrm>
              <a:off x="5330250" y="4171000"/>
              <a:ext cx="47650" cy="141425"/>
            </a:xfrm>
            <a:custGeom>
              <a:rect b="b" l="l" r="r" t="t"/>
              <a:pathLst>
                <a:path extrusionOk="0" h="5657" w="1906">
                  <a:moveTo>
                    <a:pt x="1560" y="0"/>
                  </a:moveTo>
                  <a:cubicBezTo>
                    <a:pt x="1507" y="0"/>
                    <a:pt x="1453" y="18"/>
                    <a:pt x="1405" y="54"/>
                  </a:cubicBezTo>
                  <a:lnTo>
                    <a:pt x="0" y="983"/>
                  </a:lnTo>
                  <a:lnTo>
                    <a:pt x="0" y="4674"/>
                  </a:lnTo>
                  <a:lnTo>
                    <a:pt x="1405" y="5603"/>
                  </a:lnTo>
                  <a:cubicBezTo>
                    <a:pt x="1453" y="5638"/>
                    <a:pt x="1507" y="5656"/>
                    <a:pt x="1560" y="5656"/>
                  </a:cubicBezTo>
                  <a:cubicBezTo>
                    <a:pt x="1614" y="5656"/>
                    <a:pt x="1667" y="5638"/>
                    <a:pt x="1715" y="5603"/>
                  </a:cubicBezTo>
                  <a:cubicBezTo>
                    <a:pt x="1834" y="5555"/>
                    <a:pt x="1905" y="5436"/>
                    <a:pt x="1882" y="5317"/>
                  </a:cubicBezTo>
                  <a:lnTo>
                    <a:pt x="1882" y="316"/>
                  </a:lnTo>
                  <a:cubicBezTo>
                    <a:pt x="1905" y="197"/>
                    <a:pt x="1834" y="102"/>
                    <a:pt x="1715" y="54"/>
                  </a:cubicBezTo>
                  <a:cubicBezTo>
                    <a:pt x="1667" y="18"/>
                    <a:pt x="1614" y="0"/>
                    <a:pt x="1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9"/>
          <p:cNvGrpSpPr/>
          <p:nvPr/>
        </p:nvGrpSpPr>
        <p:grpSpPr>
          <a:xfrm>
            <a:off x="7046023" y="4003110"/>
            <a:ext cx="329736" cy="350055"/>
            <a:chOff x="5694756" y="4076475"/>
            <a:chExt cx="253858" cy="268550"/>
          </a:xfrm>
        </p:grpSpPr>
        <p:sp>
          <p:nvSpPr>
            <p:cNvPr id="9062" name="Google Shape;9062;p69"/>
            <p:cNvSpPr/>
            <p:nvPr/>
          </p:nvSpPr>
          <p:spPr>
            <a:xfrm>
              <a:off x="5694756" y="4170488"/>
              <a:ext cx="253858" cy="39754"/>
            </a:xfrm>
            <a:custGeom>
              <a:rect b="b" l="l" r="r" t="t"/>
              <a:pathLst>
                <a:path extrusionOk="0" h="29502" w="188043">
                  <a:moveTo>
                    <a:pt x="0" y="1"/>
                  </a:moveTo>
                  <a:lnTo>
                    <a:pt x="0" y="6229"/>
                  </a:lnTo>
                  <a:cubicBezTo>
                    <a:pt x="0" y="20269"/>
                    <a:pt x="11538" y="29502"/>
                    <a:pt x="23488" y="29502"/>
                  </a:cubicBezTo>
                  <a:cubicBezTo>
                    <a:pt x="29715" y="29502"/>
                    <a:pt x="36054" y="26995"/>
                    <a:pt x="40931" y="21356"/>
                  </a:cubicBezTo>
                  <a:cubicBezTo>
                    <a:pt x="45603" y="26695"/>
                    <a:pt x="52054" y="29365"/>
                    <a:pt x="58560" y="29365"/>
                  </a:cubicBezTo>
                  <a:cubicBezTo>
                    <a:pt x="65067" y="29365"/>
                    <a:pt x="71629" y="26695"/>
                    <a:pt x="76523" y="21356"/>
                  </a:cubicBezTo>
                  <a:cubicBezTo>
                    <a:pt x="80972" y="26695"/>
                    <a:pt x="87201" y="29365"/>
                    <a:pt x="93875" y="29365"/>
                  </a:cubicBezTo>
                  <a:cubicBezTo>
                    <a:pt x="100548" y="29365"/>
                    <a:pt x="107222" y="26250"/>
                    <a:pt x="111671" y="21356"/>
                  </a:cubicBezTo>
                  <a:cubicBezTo>
                    <a:pt x="116342" y="26695"/>
                    <a:pt x="122793" y="29365"/>
                    <a:pt x="129244" y="29365"/>
                  </a:cubicBezTo>
                  <a:cubicBezTo>
                    <a:pt x="135696" y="29365"/>
                    <a:pt x="142147" y="26695"/>
                    <a:pt x="146818" y="21356"/>
                  </a:cubicBezTo>
                  <a:cubicBezTo>
                    <a:pt x="151678" y="26975"/>
                    <a:pt x="158041" y="29484"/>
                    <a:pt x="164297" y="29484"/>
                  </a:cubicBezTo>
                  <a:cubicBezTo>
                    <a:pt x="176369" y="29484"/>
                    <a:pt x="188042" y="20143"/>
                    <a:pt x="187749" y="5785"/>
                  </a:cubicBezTo>
                  <a:lnTo>
                    <a:pt x="1877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9"/>
            <p:cNvSpPr/>
            <p:nvPr/>
          </p:nvSpPr>
          <p:spPr>
            <a:xfrm>
              <a:off x="5845510" y="4265810"/>
              <a:ext cx="39643" cy="79136"/>
            </a:xfrm>
            <a:custGeom>
              <a:rect b="b" l="l" r="r" t="t"/>
              <a:pathLst>
                <a:path extrusionOk="0" h="58728" w="29365">
                  <a:moveTo>
                    <a:pt x="1" y="1"/>
                  </a:moveTo>
                  <a:lnTo>
                    <a:pt x="1" y="58728"/>
                  </a:lnTo>
                  <a:lnTo>
                    <a:pt x="29364" y="58728"/>
                  </a:lnTo>
                  <a:lnTo>
                    <a:pt x="29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9"/>
            <p:cNvSpPr/>
            <p:nvPr/>
          </p:nvSpPr>
          <p:spPr>
            <a:xfrm>
              <a:off x="5758420" y="4265810"/>
              <a:ext cx="39643" cy="31176"/>
            </a:xfrm>
            <a:custGeom>
              <a:rect b="b" l="l" r="r" t="t"/>
              <a:pathLst>
                <a:path extrusionOk="0" h="23136" w="29365">
                  <a:moveTo>
                    <a:pt x="1" y="1"/>
                  </a:moveTo>
                  <a:lnTo>
                    <a:pt x="1" y="23136"/>
                  </a:lnTo>
                  <a:lnTo>
                    <a:pt x="29364" y="23136"/>
                  </a:lnTo>
                  <a:lnTo>
                    <a:pt x="29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9"/>
            <p:cNvSpPr/>
            <p:nvPr/>
          </p:nvSpPr>
          <p:spPr>
            <a:xfrm>
              <a:off x="5758300" y="4076475"/>
              <a:ext cx="126250" cy="31600"/>
            </a:xfrm>
            <a:custGeom>
              <a:rect b="b" l="l" r="r" t="t"/>
              <a:pathLst>
                <a:path extrusionOk="0" h="1264" w="5050">
                  <a:moveTo>
                    <a:pt x="334" y="1"/>
                  </a:moveTo>
                  <a:cubicBezTo>
                    <a:pt x="168" y="1"/>
                    <a:pt x="25" y="120"/>
                    <a:pt x="1" y="310"/>
                  </a:cubicBezTo>
                  <a:lnTo>
                    <a:pt x="1" y="1263"/>
                  </a:lnTo>
                  <a:lnTo>
                    <a:pt x="5050" y="1263"/>
                  </a:lnTo>
                  <a:lnTo>
                    <a:pt x="5050" y="310"/>
                  </a:lnTo>
                  <a:cubicBezTo>
                    <a:pt x="5026" y="120"/>
                    <a:pt x="4883" y="1"/>
                    <a:pt x="4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9"/>
            <p:cNvSpPr/>
            <p:nvPr/>
          </p:nvSpPr>
          <p:spPr>
            <a:xfrm>
              <a:off x="5699975" y="4124125"/>
              <a:ext cx="242925" cy="31575"/>
            </a:xfrm>
            <a:custGeom>
              <a:rect b="b" l="l" r="r" t="t"/>
              <a:pathLst>
                <a:path extrusionOk="0" h="1263" w="9717">
                  <a:moveTo>
                    <a:pt x="1405" y="0"/>
                  </a:moveTo>
                  <a:cubicBezTo>
                    <a:pt x="1310" y="0"/>
                    <a:pt x="1215" y="48"/>
                    <a:pt x="1167" y="119"/>
                  </a:cubicBezTo>
                  <a:lnTo>
                    <a:pt x="0" y="1262"/>
                  </a:lnTo>
                  <a:lnTo>
                    <a:pt x="9716" y="1262"/>
                  </a:lnTo>
                  <a:lnTo>
                    <a:pt x="8573" y="119"/>
                  </a:lnTo>
                  <a:cubicBezTo>
                    <a:pt x="8502" y="48"/>
                    <a:pt x="8407" y="0"/>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9"/>
            <p:cNvSpPr/>
            <p:nvPr/>
          </p:nvSpPr>
          <p:spPr>
            <a:xfrm>
              <a:off x="5845225" y="4265225"/>
              <a:ext cx="39325" cy="79200"/>
            </a:xfrm>
            <a:custGeom>
              <a:rect b="b" l="l" r="r" t="t"/>
              <a:pathLst>
                <a:path extrusionOk="0" h="3168" w="1573">
                  <a:moveTo>
                    <a:pt x="1" y="0"/>
                  </a:moveTo>
                  <a:lnTo>
                    <a:pt x="1" y="3167"/>
                  </a:lnTo>
                  <a:lnTo>
                    <a:pt x="1573" y="3167"/>
                  </a:lnTo>
                  <a:lnTo>
                    <a:pt x="1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9"/>
            <p:cNvSpPr/>
            <p:nvPr/>
          </p:nvSpPr>
          <p:spPr>
            <a:xfrm>
              <a:off x="5758300" y="4265225"/>
              <a:ext cx="39325" cy="31575"/>
            </a:xfrm>
            <a:custGeom>
              <a:rect b="b" l="l" r="r" t="t"/>
              <a:pathLst>
                <a:path extrusionOk="0" h="1263" w="1573">
                  <a:moveTo>
                    <a:pt x="1" y="0"/>
                  </a:moveTo>
                  <a:lnTo>
                    <a:pt x="1" y="1262"/>
                  </a:lnTo>
                  <a:lnTo>
                    <a:pt x="1573" y="1262"/>
                  </a:lnTo>
                  <a:lnTo>
                    <a:pt x="1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9"/>
            <p:cNvSpPr/>
            <p:nvPr/>
          </p:nvSpPr>
          <p:spPr>
            <a:xfrm>
              <a:off x="5711275" y="4219975"/>
              <a:ext cx="220300" cy="125050"/>
            </a:xfrm>
            <a:custGeom>
              <a:rect b="b" l="l" r="r" t="t"/>
              <a:pathLst>
                <a:path extrusionOk="0" h="5002" w="8812">
                  <a:moveTo>
                    <a:pt x="3787" y="1191"/>
                  </a:moveTo>
                  <a:cubicBezTo>
                    <a:pt x="3954" y="1191"/>
                    <a:pt x="4097" y="1334"/>
                    <a:pt x="4097" y="1500"/>
                  </a:cubicBezTo>
                  <a:lnTo>
                    <a:pt x="4097" y="3382"/>
                  </a:lnTo>
                  <a:cubicBezTo>
                    <a:pt x="4097" y="3549"/>
                    <a:pt x="3954" y="3691"/>
                    <a:pt x="3787" y="3715"/>
                  </a:cubicBezTo>
                  <a:lnTo>
                    <a:pt x="1596" y="3715"/>
                  </a:lnTo>
                  <a:cubicBezTo>
                    <a:pt x="1429" y="3715"/>
                    <a:pt x="1287" y="3572"/>
                    <a:pt x="1287" y="3382"/>
                  </a:cubicBezTo>
                  <a:lnTo>
                    <a:pt x="1287" y="1500"/>
                  </a:lnTo>
                  <a:cubicBezTo>
                    <a:pt x="1287" y="1334"/>
                    <a:pt x="1429" y="1191"/>
                    <a:pt x="1596" y="1191"/>
                  </a:cubicBezTo>
                  <a:close/>
                  <a:moveTo>
                    <a:pt x="1572" y="0"/>
                  </a:moveTo>
                  <a:cubicBezTo>
                    <a:pt x="1287" y="172"/>
                    <a:pt x="966" y="257"/>
                    <a:pt x="643" y="257"/>
                  </a:cubicBezTo>
                  <a:cubicBezTo>
                    <a:pt x="427" y="257"/>
                    <a:pt x="210" y="219"/>
                    <a:pt x="1" y="143"/>
                  </a:cubicBezTo>
                  <a:lnTo>
                    <a:pt x="1" y="4692"/>
                  </a:lnTo>
                  <a:cubicBezTo>
                    <a:pt x="1" y="4858"/>
                    <a:pt x="143" y="5001"/>
                    <a:pt x="334" y="5001"/>
                  </a:cubicBezTo>
                  <a:lnTo>
                    <a:pt x="4716" y="5001"/>
                  </a:lnTo>
                  <a:lnTo>
                    <a:pt x="4716" y="1500"/>
                  </a:lnTo>
                  <a:cubicBezTo>
                    <a:pt x="4716" y="1334"/>
                    <a:pt x="4859" y="1191"/>
                    <a:pt x="5025" y="1191"/>
                  </a:cubicBezTo>
                  <a:lnTo>
                    <a:pt x="7240" y="1191"/>
                  </a:lnTo>
                  <a:cubicBezTo>
                    <a:pt x="7407" y="1191"/>
                    <a:pt x="7550" y="1334"/>
                    <a:pt x="7550" y="1500"/>
                  </a:cubicBezTo>
                  <a:lnTo>
                    <a:pt x="7550" y="4977"/>
                  </a:lnTo>
                  <a:lnTo>
                    <a:pt x="8502" y="4977"/>
                  </a:lnTo>
                  <a:cubicBezTo>
                    <a:pt x="8669" y="4977"/>
                    <a:pt x="8812" y="4834"/>
                    <a:pt x="8812" y="4668"/>
                  </a:cubicBezTo>
                  <a:lnTo>
                    <a:pt x="8812" y="143"/>
                  </a:lnTo>
                  <a:cubicBezTo>
                    <a:pt x="8598" y="214"/>
                    <a:pt x="8383" y="238"/>
                    <a:pt x="8169" y="238"/>
                  </a:cubicBezTo>
                  <a:cubicBezTo>
                    <a:pt x="7836" y="238"/>
                    <a:pt x="7526" y="167"/>
                    <a:pt x="7240" y="0"/>
                  </a:cubicBezTo>
                  <a:cubicBezTo>
                    <a:pt x="6942" y="167"/>
                    <a:pt x="6615" y="250"/>
                    <a:pt x="6291" y="250"/>
                  </a:cubicBezTo>
                  <a:cubicBezTo>
                    <a:pt x="5966" y="250"/>
                    <a:pt x="5645" y="167"/>
                    <a:pt x="5359" y="0"/>
                  </a:cubicBezTo>
                  <a:cubicBezTo>
                    <a:pt x="5073" y="167"/>
                    <a:pt x="4740" y="238"/>
                    <a:pt x="4406" y="238"/>
                  </a:cubicBezTo>
                  <a:cubicBezTo>
                    <a:pt x="4073" y="238"/>
                    <a:pt x="3739" y="167"/>
                    <a:pt x="3454" y="0"/>
                  </a:cubicBezTo>
                  <a:cubicBezTo>
                    <a:pt x="3168" y="167"/>
                    <a:pt x="2846" y="250"/>
                    <a:pt x="2522" y="250"/>
                  </a:cubicBezTo>
                  <a:cubicBezTo>
                    <a:pt x="2197" y="250"/>
                    <a:pt x="1870" y="167"/>
                    <a:pt x="1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9"/>
          <p:cNvGrpSpPr/>
          <p:nvPr/>
        </p:nvGrpSpPr>
        <p:grpSpPr>
          <a:xfrm>
            <a:off x="7786064" y="4003110"/>
            <a:ext cx="350183" cy="349501"/>
            <a:chOff x="6264500" y="4076475"/>
            <a:chExt cx="269600" cy="268125"/>
          </a:xfrm>
        </p:grpSpPr>
        <p:sp>
          <p:nvSpPr>
            <p:cNvPr id="9071" name="Google Shape;9071;p69"/>
            <p:cNvSpPr/>
            <p:nvPr/>
          </p:nvSpPr>
          <p:spPr>
            <a:xfrm>
              <a:off x="6264500" y="4243375"/>
              <a:ext cx="118800" cy="101225"/>
            </a:xfrm>
            <a:custGeom>
              <a:rect b="b" l="l" r="r" t="t"/>
              <a:pathLst>
                <a:path extrusionOk="0" h="4049" w="4752">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9"/>
            <p:cNvSpPr/>
            <p:nvPr/>
          </p:nvSpPr>
          <p:spPr>
            <a:xfrm>
              <a:off x="6328075" y="4140625"/>
              <a:ext cx="44675" cy="43050"/>
            </a:xfrm>
            <a:custGeom>
              <a:rect b="b" l="l" r="r" t="t"/>
              <a:pathLst>
                <a:path extrusionOk="0" h="1722" w="1787">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9"/>
            <p:cNvSpPr/>
            <p:nvPr/>
          </p:nvSpPr>
          <p:spPr>
            <a:xfrm>
              <a:off x="6426900" y="4237225"/>
              <a:ext cx="43500" cy="43950"/>
            </a:xfrm>
            <a:custGeom>
              <a:rect b="b" l="l" r="r" t="t"/>
              <a:pathLst>
                <a:path extrusionOk="0" h="1758" w="174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9"/>
            <p:cNvSpPr/>
            <p:nvPr/>
          </p:nvSpPr>
          <p:spPr>
            <a:xfrm>
              <a:off x="6455475" y="4076475"/>
              <a:ext cx="78625" cy="78025"/>
            </a:xfrm>
            <a:custGeom>
              <a:rect b="b" l="l" r="r" t="t"/>
              <a:pathLst>
                <a:path extrusionOk="0" h="3121" w="3145">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9"/>
            <p:cNvSpPr/>
            <p:nvPr/>
          </p:nvSpPr>
          <p:spPr>
            <a:xfrm>
              <a:off x="6426300" y="4165350"/>
              <a:ext cx="20875" cy="15350"/>
            </a:xfrm>
            <a:custGeom>
              <a:rect b="b" l="l" r="r" t="t"/>
              <a:pathLst>
                <a:path extrusionOk="0" h="614" w="835">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9"/>
            <p:cNvSpPr/>
            <p:nvPr/>
          </p:nvSpPr>
          <p:spPr>
            <a:xfrm>
              <a:off x="6366175" y="4099700"/>
              <a:ext cx="144700" cy="144100"/>
            </a:xfrm>
            <a:custGeom>
              <a:rect b="b" l="l" r="r" t="t"/>
              <a:pathLst>
                <a:path extrusionOk="0" h="5764" w="5788">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9"/>
            <p:cNvSpPr/>
            <p:nvPr/>
          </p:nvSpPr>
          <p:spPr>
            <a:xfrm>
              <a:off x="6339375" y="4195550"/>
              <a:ext cx="75650" cy="74300"/>
            </a:xfrm>
            <a:custGeom>
              <a:rect b="b" l="l" r="r" t="t"/>
              <a:pathLst>
                <a:path extrusionOk="0" h="2972" w="3026">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8" name="Google Shape;9078;p69"/>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Digital Marketing</a:t>
            </a:r>
            <a:endParaRPr sz="1600">
              <a:solidFill>
                <a:schemeClr val="lt1"/>
              </a:solidFill>
            </a:endParaRPr>
          </a:p>
        </p:txBody>
      </p:sp>
      <p:sp>
        <p:nvSpPr>
          <p:cNvPr id="9079" name="Google Shape;9079;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3" name="Shape 9083"/>
        <p:cNvGrpSpPr/>
        <p:nvPr/>
      </p:nvGrpSpPr>
      <p:grpSpPr>
        <a:xfrm>
          <a:off x="0" y="0"/>
          <a:ext cx="0" cy="0"/>
          <a:chOff x="0" y="0"/>
          <a:chExt cx="0" cy="0"/>
        </a:xfrm>
      </p:grpSpPr>
      <p:sp>
        <p:nvSpPr>
          <p:cNvPr id="9084" name="Google Shape;9084;p70"/>
          <p:cNvSpPr/>
          <p:nvPr/>
        </p:nvSpPr>
        <p:spPr>
          <a:xfrm>
            <a:off x="3286742" y="1770000"/>
            <a:ext cx="75972" cy="76004"/>
          </a:xfrm>
          <a:custGeom>
            <a:rect b="b" l="l" r="r" t="t"/>
            <a:pathLst>
              <a:path extrusionOk="0" h="2335" w="2334">
                <a:moveTo>
                  <a:pt x="2334" y="1"/>
                </a:moveTo>
                <a:lnTo>
                  <a:pt x="0" y="2334"/>
                </a:lnTo>
                <a:lnTo>
                  <a:pt x="2334" y="2334"/>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5" name="Google Shape;9085;p70"/>
          <p:cNvGrpSpPr/>
          <p:nvPr/>
        </p:nvGrpSpPr>
        <p:grpSpPr>
          <a:xfrm>
            <a:off x="6285540" y="4003061"/>
            <a:ext cx="349710" cy="349784"/>
            <a:chOff x="6281267" y="4151023"/>
            <a:chExt cx="348838" cy="348877"/>
          </a:xfrm>
        </p:grpSpPr>
        <p:sp>
          <p:nvSpPr>
            <p:cNvPr id="9086" name="Google Shape;9086;p70"/>
            <p:cNvSpPr/>
            <p:nvPr/>
          </p:nvSpPr>
          <p:spPr>
            <a:xfrm>
              <a:off x="6440181" y="4299878"/>
              <a:ext cx="32583" cy="22492"/>
            </a:xfrm>
            <a:custGeom>
              <a:rect b="b" l="l" r="r" t="t"/>
              <a:pathLst>
                <a:path extrusionOk="0" h="691" w="1001">
                  <a:moveTo>
                    <a:pt x="0" y="0"/>
                  </a:moveTo>
                  <a:lnTo>
                    <a:pt x="0" y="691"/>
                  </a:lnTo>
                  <a:lnTo>
                    <a:pt x="1001" y="691"/>
                  </a:lnTo>
                  <a:lnTo>
                    <a:pt x="1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0"/>
            <p:cNvSpPr/>
            <p:nvPr/>
          </p:nvSpPr>
          <p:spPr>
            <a:xfrm>
              <a:off x="6395228" y="4199101"/>
              <a:ext cx="120956" cy="81408"/>
            </a:xfrm>
            <a:custGeom>
              <a:rect b="b" l="l" r="r" t="t"/>
              <a:pathLst>
                <a:path extrusionOk="0" h="2501" w="3716">
                  <a:moveTo>
                    <a:pt x="1858" y="0"/>
                  </a:moveTo>
                  <a:cubicBezTo>
                    <a:pt x="500" y="0"/>
                    <a:pt x="0" y="1786"/>
                    <a:pt x="1143" y="2501"/>
                  </a:cubicBezTo>
                  <a:lnTo>
                    <a:pt x="1548" y="2501"/>
                  </a:lnTo>
                  <a:lnTo>
                    <a:pt x="1548" y="1239"/>
                  </a:lnTo>
                  <a:lnTo>
                    <a:pt x="2167" y="1239"/>
                  </a:lnTo>
                  <a:lnTo>
                    <a:pt x="2167" y="2501"/>
                  </a:lnTo>
                  <a:lnTo>
                    <a:pt x="2572" y="2501"/>
                  </a:lnTo>
                  <a:cubicBezTo>
                    <a:pt x="3715" y="1786"/>
                    <a:pt x="3215" y="0"/>
                    <a:pt x="1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6281267" y="4151023"/>
              <a:ext cx="348838" cy="218638"/>
            </a:xfrm>
            <a:custGeom>
              <a:rect b="b" l="l" r="r" t="t"/>
              <a:pathLst>
                <a:path extrusionOk="0" h="6717" w="10717">
                  <a:moveTo>
                    <a:pt x="2168" y="1025"/>
                  </a:moveTo>
                  <a:lnTo>
                    <a:pt x="3168" y="1549"/>
                  </a:lnTo>
                  <a:lnTo>
                    <a:pt x="2882" y="2097"/>
                  </a:lnTo>
                  <a:lnTo>
                    <a:pt x="1858" y="1573"/>
                  </a:lnTo>
                  <a:lnTo>
                    <a:pt x="2168" y="1025"/>
                  </a:lnTo>
                  <a:close/>
                  <a:moveTo>
                    <a:pt x="8574" y="1025"/>
                  </a:moveTo>
                  <a:lnTo>
                    <a:pt x="8883" y="1573"/>
                  </a:lnTo>
                  <a:lnTo>
                    <a:pt x="7859" y="2097"/>
                  </a:lnTo>
                  <a:lnTo>
                    <a:pt x="7573" y="1549"/>
                  </a:lnTo>
                  <a:lnTo>
                    <a:pt x="8574" y="1025"/>
                  </a:lnTo>
                  <a:close/>
                  <a:moveTo>
                    <a:pt x="2763" y="2549"/>
                  </a:moveTo>
                  <a:lnTo>
                    <a:pt x="2763" y="3192"/>
                  </a:lnTo>
                  <a:lnTo>
                    <a:pt x="1596" y="3192"/>
                  </a:lnTo>
                  <a:lnTo>
                    <a:pt x="1596" y="2549"/>
                  </a:lnTo>
                  <a:close/>
                  <a:moveTo>
                    <a:pt x="9145" y="2549"/>
                  </a:moveTo>
                  <a:lnTo>
                    <a:pt x="9145" y="3192"/>
                  </a:lnTo>
                  <a:lnTo>
                    <a:pt x="7978" y="3192"/>
                  </a:lnTo>
                  <a:lnTo>
                    <a:pt x="7978" y="2549"/>
                  </a:lnTo>
                  <a:close/>
                  <a:moveTo>
                    <a:pt x="2882" y="3621"/>
                  </a:moveTo>
                  <a:lnTo>
                    <a:pt x="3168" y="4192"/>
                  </a:lnTo>
                  <a:lnTo>
                    <a:pt x="2168" y="4716"/>
                  </a:lnTo>
                  <a:lnTo>
                    <a:pt x="1858" y="4145"/>
                  </a:lnTo>
                  <a:lnTo>
                    <a:pt x="2882" y="3621"/>
                  </a:lnTo>
                  <a:close/>
                  <a:moveTo>
                    <a:pt x="7859" y="3621"/>
                  </a:moveTo>
                  <a:lnTo>
                    <a:pt x="8859" y="4145"/>
                  </a:lnTo>
                  <a:lnTo>
                    <a:pt x="8574" y="4716"/>
                  </a:lnTo>
                  <a:lnTo>
                    <a:pt x="7550" y="4192"/>
                  </a:lnTo>
                  <a:lnTo>
                    <a:pt x="7859" y="3621"/>
                  </a:lnTo>
                  <a:close/>
                  <a:moveTo>
                    <a:pt x="5359" y="858"/>
                  </a:moveTo>
                  <a:cubicBezTo>
                    <a:pt x="7288" y="858"/>
                    <a:pt x="8074" y="3335"/>
                    <a:pt x="6478" y="4454"/>
                  </a:cubicBezTo>
                  <a:lnTo>
                    <a:pt x="6478" y="5907"/>
                  </a:lnTo>
                  <a:lnTo>
                    <a:pt x="4239" y="5907"/>
                  </a:lnTo>
                  <a:lnTo>
                    <a:pt x="4239" y="4454"/>
                  </a:lnTo>
                  <a:cubicBezTo>
                    <a:pt x="2644" y="3335"/>
                    <a:pt x="3430" y="858"/>
                    <a:pt x="5359" y="858"/>
                  </a:cubicBezTo>
                  <a:close/>
                  <a:moveTo>
                    <a:pt x="0" y="1"/>
                  </a:moveTo>
                  <a:lnTo>
                    <a:pt x="0"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6281267" y="4389784"/>
              <a:ext cx="348838" cy="110117"/>
            </a:xfrm>
            <a:custGeom>
              <a:rect b="b" l="l" r="r" t="t"/>
              <a:pathLst>
                <a:path extrusionOk="0" h="3383" w="10717">
                  <a:moveTo>
                    <a:pt x="0" y="1"/>
                  </a:moveTo>
                  <a:lnTo>
                    <a:pt x="0" y="1596"/>
                  </a:lnTo>
                  <a:lnTo>
                    <a:pt x="4001" y="1596"/>
                  </a:lnTo>
                  <a:lnTo>
                    <a:pt x="4001" y="1977"/>
                  </a:lnTo>
                  <a:cubicBezTo>
                    <a:pt x="4001" y="2406"/>
                    <a:pt x="3668" y="2739"/>
                    <a:pt x="3239" y="2739"/>
                  </a:cubicBezTo>
                  <a:lnTo>
                    <a:pt x="2263" y="2739"/>
                  </a:lnTo>
                  <a:lnTo>
                    <a:pt x="2263" y="3382"/>
                  </a:lnTo>
                  <a:lnTo>
                    <a:pt x="8455" y="3382"/>
                  </a:lnTo>
                  <a:lnTo>
                    <a:pt x="8455" y="2763"/>
                  </a:lnTo>
                  <a:lnTo>
                    <a:pt x="7502" y="2763"/>
                  </a:lnTo>
                  <a:cubicBezTo>
                    <a:pt x="7073" y="2763"/>
                    <a:pt x="6716" y="2406"/>
                    <a:pt x="6740" y="1977"/>
                  </a:cubicBezTo>
                  <a:lnTo>
                    <a:pt x="6740"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0"/>
          <p:cNvGrpSpPr/>
          <p:nvPr/>
        </p:nvGrpSpPr>
        <p:grpSpPr>
          <a:xfrm>
            <a:off x="7804020" y="4003061"/>
            <a:ext cx="335746" cy="349778"/>
            <a:chOff x="7795960" y="4151023"/>
            <a:chExt cx="334909" cy="348871"/>
          </a:xfrm>
        </p:grpSpPr>
        <p:sp>
          <p:nvSpPr>
            <p:cNvPr id="9091" name="Google Shape;9091;p70"/>
            <p:cNvSpPr/>
            <p:nvPr/>
          </p:nvSpPr>
          <p:spPr>
            <a:xfrm>
              <a:off x="7857221" y="4296786"/>
              <a:ext cx="273648" cy="134106"/>
            </a:xfrm>
            <a:custGeom>
              <a:rect b="b" l="l" r="r" t="t"/>
              <a:pathLst>
                <a:path extrusionOk="0" h="4120" w="8407">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7906829" y="4340176"/>
              <a:ext cx="22525" cy="19400"/>
            </a:xfrm>
            <a:custGeom>
              <a:rect b="b" l="l" r="r" t="t"/>
              <a:pathLst>
                <a:path extrusionOk="0" h="596" w="692">
                  <a:moveTo>
                    <a:pt x="0" y="1"/>
                  </a:moveTo>
                  <a:lnTo>
                    <a:pt x="0" y="596"/>
                  </a:lnTo>
                  <a:lnTo>
                    <a:pt x="358" y="596"/>
                  </a:lnTo>
                  <a:cubicBezTo>
                    <a:pt x="548" y="596"/>
                    <a:pt x="691" y="453"/>
                    <a:pt x="667" y="263"/>
                  </a:cubicBezTo>
                  <a:cubicBezTo>
                    <a:pt x="643" y="120"/>
                    <a:pt x="501"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7985114" y="4340176"/>
              <a:ext cx="21743" cy="47328"/>
            </a:xfrm>
            <a:custGeom>
              <a:rect b="b" l="l" r="r" t="t"/>
              <a:pathLst>
                <a:path extrusionOk="0" h="1454" w="668">
                  <a:moveTo>
                    <a:pt x="1" y="1"/>
                  </a:moveTo>
                  <a:lnTo>
                    <a:pt x="1" y="1453"/>
                  </a:lnTo>
                  <a:lnTo>
                    <a:pt x="358" y="1453"/>
                  </a:lnTo>
                  <a:cubicBezTo>
                    <a:pt x="525" y="1453"/>
                    <a:pt x="668" y="1310"/>
                    <a:pt x="668" y="1168"/>
                  </a:cubicBezTo>
                  <a:lnTo>
                    <a:pt x="668" y="286"/>
                  </a:lnTo>
                  <a:cubicBezTo>
                    <a:pt x="668" y="120"/>
                    <a:pt x="525"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0"/>
            <p:cNvSpPr/>
            <p:nvPr/>
          </p:nvSpPr>
          <p:spPr>
            <a:xfrm>
              <a:off x="7796741" y="4151023"/>
              <a:ext cx="260498" cy="348871"/>
            </a:xfrm>
            <a:custGeom>
              <a:rect b="b" l="l" r="r" t="t"/>
              <a:pathLst>
                <a:path extrusionOk="0" h="10718" w="8003">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0"/>
            <p:cNvSpPr/>
            <p:nvPr/>
          </p:nvSpPr>
          <p:spPr>
            <a:xfrm>
              <a:off x="7795960" y="4151023"/>
              <a:ext cx="76004" cy="76004"/>
            </a:xfrm>
            <a:custGeom>
              <a:rect b="b" l="l" r="r" t="t"/>
              <a:pathLst>
                <a:path extrusionOk="0" h="2335" w="2335">
                  <a:moveTo>
                    <a:pt x="2335" y="1"/>
                  </a:moveTo>
                  <a:lnTo>
                    <a:pt x="1" y="2335"/>
                  </a:lnTo>
                  <a:lnTo>
                    <a:pt x="2335" y="2335"/>
                  </a:lnTo>
                  <a:lnTo>
                    <a:pt x="2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0"/>
          <p:cNvGrpSpPr/>
          <p:nvPr/>
        </p:nvGrpSpPr>
        <p:grpSpPr>
          <a:xfrm>
            <a:off x="7041664" y="1788845"/>
            <a:ext cx="349743" cy="309344"/>
            <a:chOff x="7035505" y="1942549"/>
            <a:chExt cx="348871" cy="308541"/>
          </a:xfrm>
        </p:grpSpPr>
        <p:sp>
          <p:nvSpPr>
            <p:cNvPr id="9097" name="Google Shape;9097;p70"/>
            <p:cNvSpPr/>
            <p:nvPr/>
          </p:nvSpPr>
          <p:spPr>
            <a:xfrm>
              <a:off x="7035505" y="1942549"/>
              <a:ext cx="234913" cy="59729"/>
            </a:xfrm>
            <a:custGeom>
              <a:rect b="b" l="l" r="r" t="t"/>
              <a:pathLst>
                <a:path extrusionOk="0" h="1835" w="7217">
                  <a:moveTo>
                    <a:pt x="1763" y="596"/>
                  </a:moveTo>
                  <a:lnTo>
                    <a:pt x="1763" y="1239"/>
                  </a:lnTo>
                  <a:lnTo>
                    <a:pt x="1120" y="1239"/>
                  </a:lnTo>
                  <a:lnTo>
                    <a:pt x="1120" y="596"/>
                  </a:lnTo>
                  <a:close/>
                  <a:moveTo>
                    <a:pt x="2930" y="596"/>
                  </a:moveTo>
                  <a:lnTo>
                    <a:pt x="2930" y="1239"/>
                  </a:lnTo>
                  <a:lnTo>
                    <a:pt x="2311" y="1239"/>
                  </a:lnTo>
                  <a:lnTo>
                    <a:pt x="2287" y="596"/>
                  </a:lnTo>
                  <a:close/>
                  <a:moveTo>
                    <a:pt x="4073" y="596"/>
                  </a:moveTo>
                  <a:lnTo>
                    <a:pt x="4073" y="1239"/>
                  </a:lnTo>
                  <a:lnTo>
                    <a:pt x="3454" y="1239"/>
                  </a:lnTo>
                  <a:lnTo>
                    <a:pt x="3454" y="596"/>
                  </a:lnTo>
                  <a:close/>
                  <a:moveTo>
                    <a:pt x="1" y="1"/>
                  </a:moveTo>
                  <a:lnTo>
                    <a:pt x="1" y="1835"/>
                  </a:lnTo>
                  <a:lnTo>
                    <a:pt x="5693" y="1835"/>
                  </a:lnTo>
                  <a:lnTo>
                    <a:pt x="72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7178924" y="2102243"/>
              <a:ext cx="51982" cy="60510"/>
            </a:xfrm>
            <a:custGeom>
              <a:rect b="b" l="l" r="r" t="t"/>
              <a:pathLst>
                <a:path extrusionOk="0" h="1859" w="1597">
                  <a:moveTo>
                    <a:pt x="1" y="1"/>
                  </a:moveTo>
                  <a:lnTo>
                    <a:pt x="1" y="1858"/>
                  </a:lnTo>
                  <a:lnTo>
                    <a:pt x="1596" y="92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7035505" y="1942549"/>
              <a:ext cx="348871" cy="308541"/>
            </a:xfrm>
            <a:custGeom>
              <a:rect b="b" l="l" r="r" t="t"/>
              <a:pathLst>
                <a:path extrusionOk="0" h="9479" w="10718">
                  <a:moveTo>
                    <a:pt x="3764" y="3811"/>
                  </a:moveTo>
                  <a:lnTo>
                    <a:pt x="7264" y="5835"/>
                  </a:lnTo>
                  <a:lnTo>
                    <a:pt x="3764" y="7860"/>
                  </a:lnTo>
                  <a:lnTo>
                    <a:pt x="3764" y="3811"/>
                  </a:lnTo>
                  <a:close/>
                  <a:moveTo>
                    <a:pt x="8050" y="1"/>
                  </a:moveTo>
                  <a:lnTo>
                    <a:pt x="6002" y="2477"/>
                  </a:lnTo>
                  <a:lnTo>
                    <a:pt x="1" y="2477"/>
                  </a:lnTo>
                  <a:lnTo>
                    <a:pt x="1" y="9479"/>
                  </a:lnTo>
                  <a:lnTo>
                    <a:pt x="10718" y="9479"/>
                  </a:lnTo>
                  <a:lnTo>
                    <a:pt x="107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70"/>
          <p:cNvGrpSpPr/>
          <p:nvPr/>
        </p:nvGrpSpPr>
        <p:grpSpPr>
          <a:xfrm>
            <a:off x="1789099" y="2887027"/>
            <a:ext cx="276681" cy="349002"/>
            <a:chOff x="1796039" y="3037884"/>
            <a:chExt cx="275991" cy="348097"/>
          </a:xfrm>
        </p:grpSpPr>
        <p:sp>
          <p:nvSpPr>
            <p:cNvPr id="9101" name="Google Shape;9101;p70"/>
            <p:cNvSpPr/>
            <p:nvPr/>
          </p:nvSpPr>
          <p:spPr>
            <a:xfrm>
              <a:off x="1796039" y="3037884"/>
              <a:ext cx="275991" cy="270556"/>
            </a:xfrm>
            <a:custGeom>
              <a:rect b="b" l="l" r="r" t="t"/>
              <a:pathLst>
                <a:path extrusionOk="0" h="8312" w="8479">
                  <a:moveTo>
                    <a:pt x="1" y="0"/>
                  </a:moveTo>
                  <a:lnTo>
                    <a:pt x="1" y="8312"/>
                  </a:lnTo>
                  <a:lnTo>
                    <a:pt x="1263" y="8312"/>
                  </a:lnTo>
                  <a:lnTo>
                    <a:pt x="1263" y="1239"/>
                  </a:lnTo>
                  <a:lnTo>
                    <a:pt x="7240" y="1239"/>
                  </a:lnTo>
                  <a:lnTo>
                    <a:pt x="7240" y="8312"/>
                  </a:lnTo>
                  <a:lnTo>
                    <a:pt x="8479" y="8312"/>
                  </a:lnTo>
                  <a:lnTo>
                    <a:pt x="8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1857300" y="3098363"/>
              <a:ext cx="154287" cy="210078"/>
            </a:xfrm>
            <a:custGeom>
              <a:rect b="b" l="l" r="r" t="t"/>
              <a:pathLst>
                <a:path extrusionOk="0" h="6454" w="4740">
                  <a:moveTo>
                    <a:pt x="3477" y="929"/>
                  </a:moveTo>
                  <a:lnTo>
                    <a:pt x="3477" y="1548"/>
                  </a:lnTo>
                  <a:lnTo>
                    <a:pt x="1262" y="1548"/>
                  </a:lnTo>
                  <a:lnTo>
                    <a:pt x="1262" y="929"/>
                  </a:lnTo>
                  <a:close/>
                  <a:moveTo>
                    <a:pt x="4049" y="2215"/>
                  </a:moveTo>
                  <a:lnTo>
                    <a:pt x="4049" y="2834"/>
                  </a:lnTo>
                  <a:lnTo>
                    <a:pt x="691" y="2834"/>
                  </a:lnTo>
                  <a:lnTo>
                    <a:pt x="691" y="2215"/>
                  </a:lnTo>
                  <a:close/>
                  <a:moveTo>
                    <a:pt x="4049" y="3525"/>
                  </a:moveTo>
                  <a:lnTo>
                    <a:pt x="4049" y="4168"/>
                  </a:lnTo>
                  <a:lnTo>
                    <a:pt x="691" y="4168"/>
                  </a:lnTo>
                  <a:lnTo>
                    <a:pt x="691" y="3525"/>
                  </a:lnTo>
                  <a:close/>
                  <a:moveTo>
                    <a:pt x="4049" y="4858"/>
                  </a:moveTo>
                  <a:lnTo>
                    <a:pt x="4049" y="5477"/>
                  </a:lnTo>
                  <a:lnTo>
                    <a:pt x="691" y="5477"/>
                  </a:lnTo>
                  <a:lnTo>
                    <a:pt x="691" y="4858"/>
                  </a:lnTo>
                  <a:close/>
                  <a:moveTo>
                    <a:pt x="0" y="0"/>
                  </a:moveTo>
                  <a:lnTo>
                    <a:pt x="0" y="6454"/>
                  </a:lnTo>
                  <a:lnTo>
                    <a:pt x="4739" y="6454"/>
                  </a:lnTo>
                  <a:lnTo>
                    <a:pt x="4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1796039" y="3327814"/>
              <a:ext cx="275991" cy="58167"/>
            </a:xfrm>
            <a:custGeom>
              <a:rect b="b" l="l" r="r" t="t"/>
              <a:pathLst>
                <a:path extrusionOk="0" h="1787" w="8479">
                  <a:moveTo>
                    <a:pt x="4549" y="548"/>
                  </a:moveTo>
                  <a:lnTo>
                    <a:pt x="4549" y="1191"/>
                  </a:lnTo>
                  <a:lnTo>
                    <a:pt x="3930" y="1191"/>
                  </a:lnTo>
                  <a:lnTo>
                    <a:pt x="3930" y="548"/>
                  </a:lnTo>
                  <a:close/>
                  <a:moveTo>
                    <a:pt x="1" y="0"/>
                  </a:moveTo>
                  <a:lnTo>
                    <a:pt x="1" y="1786"/>
                  </a:lnTo>
                  <a:lnTo>
                    <a:pt x="8479" y="1786"/>
                  </a:lnTo>
                  <a:lnTo>
                    <a:pt x="8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0"/>
          <p:cNvGrpSpPr/>
          <p:nvPr/>
        </p:nvGrpSpPr>
        <p:grpSpPr>
          <a:xfrm>
            <a:off x="4019454" y="3445061"/>
            <a:ext cx="349710" cy="348968"/>
            <a:chOff x="4020831" y="3594470"/>
            <a:chExt cx="348838" cy="348063"/>
          </a:xfrm>
        </p:grpSpPr>
        <p:sp>
          <p:nvSpPr>
            <p:cNvPr id="9105" name="Google Shape;9105;p70"/>
            <p:cNvSpPr/>
            <p:nvPr/>
          </p:nvSpPr>
          <p:spPr>
            <a:xfrm>
              <a:off x="4144850" y="3724706"/>
              <a:ext cx="98496" cy="31801"/>
            </a:xfrm>
            <a:custGeom>
              <a:rect b="b" l="l" r="r" t="t"/>
              <a:pathLst>
                <a:path extrusionOk="0" h="977" w="3026">
                  <a:moveTo>
                    <a:pt x="1" y="0"/>
                  </a:moveTo>
                  <a:lnTo>
                    <a:pt x="1" y="976"/>
                  </a:lnTo>
                  <a:lnTo>
                    <a:pt x="3025" y="976"/>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0"/>
            <p:cNvSpPr/>
            <p:nvPr/>
          </p:nvSpPr>
          <p:spPr>
            <a:xfrm>
              <a:off x="4097586" y="3649513"/>
              <a:ext cx="195365" cy="55042"/>
            </a:xfrm>
            <a:custGeom>
              <a:rect b="b" l="l" r="r" t="t"/>
              <a:pathLst>
                <a:path extrusionOk="0" h="1691" w="6002">
                  <a:moveTo>
                    <a:pt x="3001" y="0"/>
                  </a:moveTo>
                  <a:lnTo>
                    <a:pt x="0" y="1286"/>
                  </a:lnTo>
                  <a:lnTo>
                    <a:pt x="953" y="1691"/>
                  </a:lnTo>
                  <a:lnTo>
                    <a:pt x="5049" y="1691"/>
                  </a:lnTo>
                  <a:lnTo>
                    <a:pt x="6001" y="1286"/>
                  </a:lnTo>
                  <a:lnTo>
                    <a:pt x="3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0"/>
            <p:cNvSpPr/>
            <p:nvPr/>
          </p:nvSpPr>
          <p:spPr>
            <a:xfrm>
              <a:off x="4020831" y="3833230"/>
              <a:ext cx="348838" cy="109303"/>
            </a:xfrm>
            <a:custGeom>
              <a:rect b="b" l="l" r="r" t="t"/>
              <a:pathLst>
                <a:path extrusionOk="0" h="3358" w="10717">
                  <a:moveTo>
                    <a:pt x="0" y="0"/>
                  </a:moveTo>
                  <a:lnTo>
                    <a:pt x="0" y="1596"/>
                  </a:lnTo>
                  <a:lnTo>
                    <a:pt x="4001" y="1596"/>
                  </a:lnTo>
                  <a:lnTo>
                    <a:pt x="4001" y="1953"/>
                  </a:lnTo>
                  <a:cubicBezTo>
                    <a:pt x="4001" y="2381"/>
                    <a:pt x="3644" y="2739"/>
                    <a:pt x="3215" y="2739"/>
                  </a:cubicBezTo>
                  <a:lnTo>
                    <a:pt x="2263" y="2739"/>
                  </a:lnTo>
                  <a:lnTo>
                    <a:pt x="2263" y="3358"/>
                  </a:lnTo>
                  <a:lnTo>
                    <a:pt x="8455" y="3358"/>
                  </a:lnTo>
                  <a:lnTo>
                    <a:pt x="8455" y="2739"/>
                  </a:lnTo>
                  <a:lnTo>
                    <a:pt x="7478" y="2739"/>
                  </a:lnTo>
                  <a:cubicBezTo>
                    <a:pt x="7050" y="2739"/>
                    <a:pt x="6716" y="2381"/>
                    <a:pt x="6716" y="1953"/>
                  </a:cubicBezTo>
                  <a:lnTo>
                    <a:pt x="6716" y="1596"/>
                  </a:lnTo>
                  <a:lnTo>
                    <a:pt x="10717" y="159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0"/>
            <p:cNvSpPr/>
            <p:nvPr/>
          </p:nvSpPr>
          <p:spPr>
            <a:xfrm>
              <a:off x="4020831" y="3594470"/>
              <a:ext cx="348838" cy="218606"/>
            </a:xfrm>
            <a:custGeom>
              <a:rect b="b" l="l" r="r" t="t"/>
              <a:pathLst>
                <a:path extrusionOk="0" h="6716" w="10717">
                  <a:moveTo>
                    <a:pt x="5359" y="1024"/>
                  </a:moveTo>
                  <a:lnTo>
                    <a:pt x="9407" y="2763"/>
                  </a:lnTo>
                  <a:lnTo>
                    <a:pt x="9407" y="3215"/>
                  </a:lnTo>
                  <a:lnTo>
                    <a:pt x="8859" y="3477"/>
                  </a:lnTo>
                  <a:lnTo>
                    <a:pt x="8859" y="4954"/>
                  </a:lnTo>
                  <a:lnTo>
                    <a:pt x="8216" y="4954"/>
                  </a:lnTo>
                  <a:lnTo>
                    <a:pt x="8216" y="3739"/>
                  </a:lnTo>
                  <a:lnTo>
                    <a:pt x="7478" y="4049"/>
                  </a:lnTo>
                  <a:lnTo>
                    <a:pt x="7478" y="5620"/>
                  </a:lnTo>
                  <a:lnTo>
                    <a:pt x="3192" y="5620"/>
                  </a:lnTo>
                  <a:lnTo>
                    <a:pt x="3192" y="4025"/>
                  </a:lnTo>
                  <a:lnTo>
                    <a:pt x="1310" y="3215"/>
                  </a:lnTo>
                  <a:lnTo>
                    <a:pt x="1310" y="2739"/>
                  </a:lnTo>
                  <a:lnTo>
                    <a:pt x="5359" y="1024"/>
                  </a:lnTo>
                  <a:close/>
                  <a:moveTo>
                    <a:pt x="0" y="0"/>
                  </a:moveTo>
                  <a:lnTo>
                    <a:pt x="0" y="6716"/>
                  </a:lnTo>
                  <a:lnTo>
                    <a:pt x="10717" y="671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70"/>
          <p:cNvGrpSpPr/>
          <p:nvPr/>
        </p:nvGrpSpPr>
        <p:grpSpPr>
          <a:xfrm>
            <a:off x="7086762" y="4003001"/>
            <a:ext cx="259589" cy="349845"/>
            <a:chOff x="7086762" y="4003001"/>
            <a:chExt cx="259589" cy="349845"/>
          </a:xfrm>
        </p:grpSpPr>
        <p:sp>
          <p:nvSpPr>
            <p:cNvPr id="9110" name="Google Shape;9110;p70"/>
            <p:cNvSpPr/>
            <p:nvPr/>
          </p:nvSpPr>
          <p:spPr>
            <a:xfrm>
              <a:off x="7192983" y="4003001"/>
              <a:ext cx="46668" cy="35801"/>
            </a:xfrm>
            <a:custGeom>
              <a:rect b="b" l="l" r="r" t="t"/>
              <a:pathLst>
                <a:path extrusionOk="0" h="1097" w="1430">
                  <a:moveTo>
                    <a:pt x="715" y="1"/>
                  </a:moveTo>
                  <a:lnTo>
                    <a:pt x="1" y="1096"/>
                  </a:lnTo>
                  <a:lnTo>
                    <a:pt x="1430" y="1096"/>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1" name="Google Shape;9111;p70"/>
            <p:cNvGrpSpPr/>
            <p:nvPr/>
          </p:nvGrpSpPr>
          <p:grpSpPr>
            <a:xfrm>
              <a:off x="7086762" y="4059031"/>
              <a:ext cx="259589" cy="293816"/>
              <a:chOff x="7080490" y="4206848"/>
              <a:chExt cx="258941" cy="293054"/>
            </a:xfrm>
          </p:grpSpPr>
          <p:sp>
            <p:nvSpPr>
              <p:cNvPr id="9112" name="Google Shape;9112;p70"/>
              <p:cNvSpPr/>
              <p:nvPr/>
            </p:nvSpPr>
            <p:spPr>
              <a:xfrm>
                <a:off x="7150247" y="4206848"/>
                <a:ext cx="117864" cy="34926"/>
              </a:xfrm>
              <a:custGeom>
                <a:rect b="b" l="l" r="r" t="t"/>
                <a:pathLst>
                  <a:path extrusionOk="0" h="1073" w="3621">
                    <a:moveTo>
                      <a:pt x="691" y="1"/>
                    </a:moveTo>
                    <a:lnTo>
                      <a:pt x="1" y="1072"/>
                    </a:lnTo>
                    <a:lnTo>
                      <a:pt x="362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0"/>
              <p:cNvSpPr/>
              <p:nvPr/>
            </p:nvSpPr>
            <p:spPr>
              <a:xfrm>
                <a:off x="7148685" y="4453355"/>
                <a:ext cx="120956" cy="46546"/>
              </a:xfrm>
              <a:custGeom>
                <a:rect b="b" l="l" r="r" t="t"/>
                <a:pathLst>
                  <a:path extrusionOk="0" h="1430" w="3716">
                    <a:moveTo>
                      <a:pt x="1" y="1"/>
                    </a:moveTo>
                    <a:lnTo>
                      <a:pt x="1" y="1429"/>
                    </a:lnTo>
                    <a:lnTo>
                      <a:pt x="3716" y="1429"/>
                    </a:lnTo>
                    <a:lnTo>
                      <a:pt x="3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7289793" y="4347142"/>
                <a:ext cx="49639" cy="129484"/>
              </a:xfrm>
              <a:custGeom>
                <a:rect b="b" l="l" r="r" t="t"/>
                <a:pathLst>
                  <a:path extrusionOk="0" h="3978" w="1525">
                    <a:moveTo>
                      <a:pt x="0" y="1"/>
                    </a:moveTo>
                    <a:lnTo>
                      <a:pt x="0" y="3978"/>
                    </a:lnTo>
                    <a:lnTo>
                      <a:pt x="1524" y="3978"/>
                    </a:lnTo>
                    <a:lnTo>
                      <a:pt x="1524" y="114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0"/>
              <p:cNvSpPr/>
              <p:nvPr/>
            </p:nvSpPr>
            <p:spPr>
              <a:xfrm>
                <a:off x="7080490" y="4347923"/>
                <a:ext cx="47295" cy="128703"/>
              </a:xfrm>
              <a:custGeom>
                <a:rect b="b" l="l" r="r" t="t"/>
                <a:pathLst>
                  <a:path extrusionOk="0" h="3954" w="1453">
                    <a:moveTo>
                      <a:pt x="1453" y="1"/>
                    </a:moveTo>
                    <a:lnTo>
                      <a:pt x="0" y="1120"/>
                    </a:lnTo>
                    <a:lnTo>
                      <a:pt x="0" y="3954"/>
                    </a:lnTo>
                    <a:lnTo>
                      <a:pt x="1453" y="3954"/>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0"/>
              <p:cNvSpPr/>
              <p:nvPr/>
            </p:nvSpPr>
            <p:spPr>
              <a:xfrm>
                <a:off x="7148685" y="4261892"/>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7219255" y="4261892"/>
                <a:ext cx="50387" cy="171343"/>
              </a:xfrm>
              <a:custGeom>
                <a:rect b="b" l="l" r="r" t="t"/>
                <a:pathLst>
                  <a:path extrusionOk="0" h="5264" w="1548">
                    <a:moveTo>
                      <a:pt x="0" y="0"/>
                    </a:moveTo>
                    <a:lnTo>
                      <a:pt x="0" y="5263"/>
                    </a:lnTo>
                    <a:lnTo>
                      <a:pt x="1548" y="5263"/>
                    </a:lnTo>
                    <a:lnTo>
                      <a:pt x="15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8" name="Google Shape;9118;p70"/>
          <p:cNvGrpSpPr/>
          <p:nvPr/>
        </p:nvGrpSpPr>
        <p:grpSpPr>
          <a:xfrm>
            <a:off x="2508740" y="2922012"/>
            <a:ext cx="348937" cy="278248"/>
            <a:chOff x="2513885" y="3072778"/>
            <a:chExt cx="348066" cy="277527"/>
          </a:xfrm>
        </p:grpSpPr>
        <p:sp>
          <p:nvSpPr>
            <p:cNvPr id="9119" name="Google Shape;9119;p70"/>
            <p:cNvSpPr/>
            <p:nvPr/>
          </p:nvSpPr>
          <p:spPr>
            <a:xfrm>
              <a:off x="2649525" y="3072778"/>
              <a:ext cx="116301" cy="159690"/>
            </a:xfrm>
            <a:custGeom>
              <a:rect b="b" l="l" r="r" t="t"/>
              <a:pathLst>
                <a:path extrusionOk="0" h="4906" w="3573">
                  <a:moveTo>
                    <a:pt x="2811" y="1358"/>
                  </a:moveTo>
                  <a:lnTo>
                    <a:pt x="2811" y="1977"/>
                  </a:lnTo>
                  <a:lnTo>
                    <a:pt x="810" y="1977"/>
                  </a:lnTo>
                  <a:lnTo>
                    <a:pt x="810" y="1358"/>
                  </a:lnTo>
                  <a:close/>
                  <a:moveTo>
                    <a:pt x="2811" y="2763"/>
                  </a:moveTo>
                  <a:lnTo>
                    <a:pt x="2811" y="3406"/>
                  </a:lnTo>
                  <a:lnTo>
                    <a:pt x="810" y="3406"/>
                  </a:lnTo>
                  <a:lnTo>
                    <a:pt x="810" y="2763"/>
                  </a:lnTo>
                  <a:close/>
                  <a:moveTo>
                    <a:pt x="1096" y="0"/>
                  </a:moveTo>
                  <a:cubicBezTo>
                    <a:pt x="501" y="0"/>
                    <a:pt x="1" y="500"/>
                    <a:pt x="1" y="1119"/>
                  </a:cubicBezTo>
                  <a:lnTo>
                    <a:pt x="1" y="4906"/>
                  </a:lnTo>
                  <a:cubicBezTo>
                    <a:pt x="310" y="4644"/>
                    <a:pt x="715" y="4501"/>
                    <a:pt x="1120" y="4501"/>
                  </a:cubicBezTo>
                  <a:lnTo>
                    <a:pt x="3573" y="4501"/>
                  </a:lnTo>
                  <a:lnTo>
                    <a:pt x="3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2650306" y="3240219"/>
              <a:ext cx="106243" cy="25584"/>
            </a:xfrm>
            <a:custGeom>
              <a:rect b="b" l="l" r="r" t="t"/>
              <a:pathLst>
                <a:path extrusionOk="0" h="786" w="3264">
                  <a:moveTo>
                    <a:pt x="1072" y="0"/>
                  </a:moveTo>
                  <a:cubicBezTo>
                    <a:pt x="572" y="0"/>
                    <a:pt x="143" y="333"/>
                    <a:pt x="0" y="786"/>
                  </a:cubicBezTo>
                  <a:lnTo>
                    <a:pt x="3215" y="786"/>
                  </a:lnTo>
                  <a:lnTo>
                    <a:pt x="3215" y="310"/>
                  </a:lnTo>
                  <a:cubicBezTo>
                    <a:pt x="3215" y="191"/>
                    <a:pt x="3239" y="95"/>
                    <a:pt x="3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a:off x="2513885" y="3240219"/>
              <a:ext cx="115520" cy="25584"/>
            </a:xfrm>
            <a:custGeom>
              <a:rect b="b" l="l" r="r" t="t"/>
              <a:pathLst>
                <a:path extrusionOk="0" h="786" w="3549">
                  <a:moveTo>
                    <a:pt x="0" y="0"/>
                  </a:moveTo>
                  <a:lnTo>
                    <a:pt x="0" y="786"/>
                  </a:lnTo>
                  <a:lnTo>
                    <a:pt x="3548" y="786"/>
                  </a:lnTo>
                  <a:cubicBezTo>
                    <a:pt x="3406" y="333"/>
                    <a:pt x="2977" y="0"/>
                    <a:pt x="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0"/>
            <p:cNvSpPr/>
            <p:nvPr/>
          </p:nvSpPr>
          <p:spPr>
            <a:xfrm>
              <a:off x="2776669" y="3227818"/>
              <a:ext cx="32583" cy="43422"/>
            </a:xfrm>
            <a:custGeom>
              <a:rect b="b" l="l" r="r" t="t"/>
              <a:pathLst>
                <a:path extrusionOk="0" h="1334" w="1001">
                  <a:moveTo>
                    <a:pt x="643" y="0"/>
                  </a:moveTo>
                  <a:cubicBezTo>
                    <a:pt x="286" y="0"/>
                    <a:pt x="0" y="286"/>
                    <a:pt x="0" y="667"/>
                  </a:cubicBezTo>
                  <a:lnTo>
                    <a:pt x="0" y="1334"/>
                  </a:lnTo>
                  <a:lnTo>
                    <a:pt x="1000" y="1334"/>
                  </a:lnTo>
                  <a:lnTo>
                    <a:pt x="1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2829369" y="3227818"/>
              <a:ext cx="32583" cy="43422"/>
            </a:xfrm>
            <a:custGeom>
              <a:rect b="b" l="l" r="r" t="t"/>
              <a:pathLst>
                <a:path extrusionOk="0" h="1334" w="1001">
                  <a:moveTo>
                    <a:pt x="1" y="0"/>
                  </a:moveTo>
                  <a:lnTo>
                    <a:pt x="1" y="1334"/>
                  </a:lnTo>
                  <a:lnTo>
                    <a:pt x="1001" y="1334"/>
                  </a:lnTo>
                  <a:lnTo>
                    <a:pt x="1001" y="667"/>
                  </a:lnTo>
                  <a:cubicBezTo>
                    <a:pt x="1001" y="286"/>
                    <a:pt x="715"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2786727" y="3132444"/>
              <a:ext cx="41892" cy="75223"/>
            </a:xfrm>
            <a:custGeom>
              <a:rect b="b" l="l" r="r" t="t"/>
              <a:pathLst>
                <a:path extrusionOk="0" h="2311" w="1287">
                  <a:moveTo>
                    <a:pt x="1" y="1"/>
                  </a:moveTo>
                  <a:lnTo>
                    <a:pt x="1" y="644"/>
                  </a:lnTo>
                  <a:lnTo>
                    <a:pt x="287" y="644"/>
                  </a:lnTo>
                  <a:cubicBezTo>
                    <a:pt x="299" y="642"/>
                    <a:pt x="311" y="642"/>
                    <a:pt x="323" y="642"/>
                  </a:cubicBezTo>
                  <a:cubicBezTo>
                    <a:pt x="522" y="642"/>
                    <a:pt x="691" y="823"/>
                    <a:pt x="691" y="1025"/>
                  </a:cubicBezTo>
                  <a:lnTo>
                    <a:pt x="691" y="2311"/>
                  </a:lnTo>
                  <a:lnTo>
                    <a:pt x="1287" y="2311"/>
                  </a:lnTo>
                  <a:lnTo>
                    <a:pt x="1287" y="1025"/>
                  </a:lnTo>
                  <a:cubicBezTo>
                    <a:pt x="1287" y="453"/>
                    <a:pt x="834"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2775888" y="3291357"/>
              <a:ext cx="86062" cy="58948"/>
            </a:xfrm>
            <a:custGeom>
              <a:rect b="b" l="l" r="r" t="t"/>
              <a:pathLst>
                <a:path extrusionOk="0" h="1811" w="2644">
                  <a:moveTo>
                    <a:pt x="0" y="1"/>
                  </a:moveTo>
                  <a:lnTo>
                    <a:pt x="0" y="763"/>
                  </a:lnTo>
                  <a:cubicBezTo>
                    <a:pt x="0" y="1334"/>
                    <a:pt x="453" y="1811"/>
                    <a:pt x="1024" y="1811"/>
                  </a:cubicBezTo>
                  <a:lnTo>
                    <a:pt x="1620" y="1811"/>
                  </a:lnTo>
                  <a:cubicBezTo>
                    <a:pt x="2191" y="1811"/>
                    <a:pt x="2644" y="1334"/>
                    <a:pt x="2644" y="787"/>
                  </a:cubicBezTo>
                  <a:lnTo>
                    <a:pt x="2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2513885" y="3072778"/>
              <a:ext cx="116301" cy="159690"/>
            </a:xfrm>
            <a:custGeom>
              <a:rect b="b" l="l" r="r" t="t"/>
              <a:pathLst>
                <a:path extrusionOk="0" h="4906" w="3573">
                  <a:moveTo>
                    <a:pt x="2763" y="1358"/>
                  </a:moveTo>
                  <a:lnTo>
                    <a:pt x="2763" y="1977"/>
                  </a:lnTo>
                  <a:lnTo>
                    <a:pt x="762" y="1977"/>
                  </a:lnTo>
                  <a:lnTo>
                    <a:pt x="762" y="1358"/>
                  </a:lnTo>
                  <a:close/>
                  <a:moveTo>
                    <a:pt x="2763" y="2763"/>
                  </a:moveTo>
                  <a:lnTo>
                    <a:pt x="2763" y="3406"/>
                  </a:lnTo>
                  <a:lnTo>
                    <a:pt x="762" y="3406"/>
                  </a:lnTo>
                  <a:lnTo>
                    <a:pt x="762" y="2763"/>
                  </a:lnTo>
                  <a:close/>
                  <a:moveTo>
                    <a:pt x="0" y="0"/>
                  </a:moveTo>
                  <a:lnTo>
                    <a:pt x="0" y="4501"/>
                  </a:lnTo>
                  <a:lnTo>
                    <a:pt x="2453" y="4501"/>
                  </a:lnTo>
                  <a:cubicBezTo>
                    <a:pt x="2858" y="4501"/>
                    <a:pt x="3263" y="4644"/>
                    <a:pt x="3572" y="4906"/>
                  </a:cubicBezTo>
                  <a:lnTo>
                    <a:pt x="3572" y="1119"/>
                  </a:lnTo>
                  <a:cubicBezTo>
                    <a:pt x="3572" y="500"/>
                    <a:pt x="3072" y="0"/>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70"/>
          <p:cNvSpPr/>
          <p:nvPr/>
        </p:nvSpPr>
        <p:spPr>
          <a:xfrm>
            <a:off x="3390529" y="1959534"/>
            <a:ext cx="21788" cy="48176"/>
          </a:xfrm>
          <a:custGeom>
            <a:rect b="b" l="l" r="r" t="t"/>
            <a:pathLst>
              <a:path extrusionOk="0" h="1477" w="668">
                <a:moveTo>
                  <a:pt x="0" y="0"/>
                </a:moveTo>
                <a:lnTo>
                  <a:pt x="0" y="1477"/>
                </a:lnTo>
                <a:lnTo>
                  <a:pt x="381" y="1477"/>
                </a:lnTo>
                <a:cubicBezTo>
                  <a:pt x="524" y="1477"/>
                  <a:pt x="667" y="1334"/>
                  <a:pt x="667" y="1167"/>
                </a:cubicBezTo>
                <a:lnTo>
                  <a:pt x="667" y="310"/>
                </a:lnTo>
                <a:cubicBezTo>
                  <a:pt x="667" y="143"/>
                  <a:pt x="524"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3470540" y="1959534"/>
            <a:ext cx="22539" cy="48176"/>
          </a:xfrm>
          <a:custGeom>
            <a:rect b="b" l="l" r="r" t="t"/>
            <a:pathLst>
              <a:path extrusionOk="0" h="1477" w="691">
                <a:moveTo>
                  <a:pt x="310" y="0"/>
                </a:moveTo>
                <a:cubicBezTo>
                  <a:pt x="143" y="0"/>
                  <a:pt x="0" y="143"/>
                  <a:pt x="0" y="310"/>
                </a:cubicBezTo>
                <a:lnTo>
                  <a:pt x="0" y="1167"/>
                </a:lnTo>
                <a:cubicBezTo>
                  <a:pt x="0" y="1334"/>
                  <a:pt x="119" y="1477"/>
                  <a:pt x="286" y="1477"/>
                </a:cubicBezTo>
                <a:lnTo>
                  <a:pt x="381" y="1477"/>
                </a:lnTo>
                <a:cubicBezTo>
                  <a:pt x="548" y="1477"/>
                  <a:pt x="691" y="1334"/>
                  <a:pt x="691" y="1167"/>
                </a:cubicBezTo>
                <a:lnTo>
                  <a:pt x="691" y="310"/>
                </a:lnTo>
                <a:cubicBezTo>
                  <a:pt x="691" y="143"/>
                  <a:pt x="548"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3345171" y="1914722"/>
            <a:ext cx="274362" cy="134489"/>
          </a:xfrm>
          <a:custGeom>
            <a:rect b="b" l="l" r="r" t="t"/>
            <a:pathLst>
              <a:path extrusionOk="0" h="4121" w="8407">
                <a:moveTo>
                  <a:pt x="1810" y="715"/>
                </a:moveTo>
                <a:cubicBezTo>
                  <a:pt x="2310" y="715"/>
                  <a:pt x="2715" y="1120"/>
                  <a:pt x="2715" y="1644"/>
                </a:cubicBezTo>
                <a:lnTo>
                  <a:pt x="2715" y="2525"/>
                </a:lnTo>
                <a:cubicBezTo>
                  <a:pt x="2715" y="3025"/>
                  <a:pt x="2310" y="3430"/>
                  <a:pt x="1810" y="3430"/>
                </a:cubicBezTo>
                <a:lnTo>
                  <a:pt x="810" y="3430"/>
                </a:lnTo>
                <a:lnTo>
                  <a:pt x="810" y="715"/>
                </a:lnTo>
                <a:close/>
                <a:moveTo>
                  <a:pt x="4263" y="715"/>
                </a:moveTo>
                <a:cubicBezTo>
                  <a:pt x="4763" y="715"/>
                  <a:pt x="5192" y="1120"/>
                  <a:pt x="5192" y="1644"/>
                </a:cubicBezTo>
                <a:lnTo>
                  <a:pt x="5192" y="2501"/>
                </a:lnTo>
                <a:cubicBezTo>
                  <a:pt x="5192" y="3025"/>
                  <a:pt x="4763" y="3430"/>
                  <a:pt x="4263" y="3430"/>
                </a:cubicBezTo>
                <a:lnTo>
                  <a:pt x="4192" y="3430"/>
                </a:lnTo>
                <a:cubicBezTo>
                  <a:pt x="3668" y="3430"/>
                  <a:pt x="3263" y="3025"/>
                  <a:pt x="3263" y="2501"/>
                </a:cubicBezTo>
                <a:lnTo>
                  <a:pt x="3263" y="1644"/>
                </a:lnTo>
                <a:cubicBezTo>
                  <a:pt x="3263" y="1144"/>
                  <a:pt x="3668" y="715"/>
                  <a:pt x="4168" y="715"/>
                </a:cubicBezTo>
                <a:close/>
                <a:moveTo>
                  <a:pt x="6692" y="715"/>
                </a:moveTo>
                <a:cubicBezTo>
                  <a:pt x="7192" y="715"/>
                  <a:pt x="7597" y="1120"/>
                  <a:pt x="7597" y="1644"/>
                </a:cubicBezTo>
                <a:lnTo>
                  <a:pt x="6978" y="1644"/>
                </a:lnTo>
                <a:cubicBezTo>
                  <a:pt x="6978" y="1477"/>
                  <a:pt x="6835" y="1334"/>
                  <a:pt x="6692" y="1334"/>
                </a:cubicBezTo>
                <a:lnTo>
                  <a:pt x="6621" y="1334"/>
                </a:lnTo>
                <a:cubicBezTo>
                  <a:pt x="6454" y="1334"/>
                  <a:pt x="6311" y="1477"/>
                  <a:pt x="6311" y="1644"/>
                </a:cubicBezTo>
                <a:lnTo>
                  <a:pt x="6311" y="2501"/>
                </a:lnTo>
                <a:cubicBezTo>
                  <a:pt x="6311" y="2668"/>
                  <a:pt x="6454" y="2811"/>
                  <a:pt x="6621" y="2811"/>
                </a:cubicBezTo>
                <a:lnTo>
                  <a:pt x="6692" y="2811"/>
                </a:lnTo>
                <a:cubicBezTo>
                  <a:pt x="6835" y="2811"/>
                  <a:pt x="6978" y="2668"/>
                  <a:pt x="6978" y="2501"/>
                </a:cubicBezTo>
                <a:lnTo>
                  <a:pt x="7597" y="2501"/>
                </a:lnTo>
                <a:cubicBezTo>
                  <a:pt x="7597" y="3025"/>
                  <a:pt x="7192" y="3430"/>
                  <a:pt x="6692" y="3430"/>
                </a:cubicBezTo>
                <a:lnTo>
                  <a:pt x="6621" y="3430"/>
                </a:lnTo>
                <a:cubicBezTo>
                  <a:pt x="6097" y="3430"/>
                  <a:pt x="5692" y="3025"/>
                  <a:pt x="5692" y="2501"/>
                </a:cubicBezTo>
                <a:lnTo>
                  <a:pt x="5692" y="1644"/>
                </a:lnTo>
                <a:cubicBezTo>
                  <a:pt x="5692" y="1120"/>
                  <a:pt x="6097" y="715"/>
                  <a:pt x="6621" y="715"/>
                </a:cubicBezTo>
                <a:close/>
                <a:moveTo>
                  <a:pt x="0" y="1"/>
                </a:moveTo>
                <a:lnTo>
                  <a:pt x="0" y="4121"/>
                </a:lnTo>
                <a:lnTo>
                  <a:pt x="8407" y="4121"/>
                </a:lnTo>
                <a:lnTo>
                  <a:pt x="8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0"/>
          <p:cNvSpPr/>
          <p:nvPr/>
        </p:nvSpPr>
        <p:spPr>
          <a:xfrm>
            <a:off x="3283784" y="1768616"/>
            <a:ext cx="261929" cy="349782"/>
          </a:xfrm>
          <a:custGeom>
            <a:rect b="b" l="l" r="r" t="t"/>
            <a:pathLst>
              <a:path extrusionOk="0" h="10718" w="8026">
                <a:moveTo>
                  <a:pt x="6597" y="2382"/>
                </a:moveTo>
                <a:lnTo>
                  <a:pt x="6597" y="3001"/>
                </a:lnTo>
                <a:lnTo>
                  <a:pt x="3715" y="3001"/>
                </a:lnTo>
                <a:lnTo>
                  <a:pt x="3715"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1" name="Google Shape;9131;p70"/>
          <p:cNvGrpSpPr/>
          <p:nvPr/>
        </p:nvGrpSpPr>
        <p:grpSpPr>
          <a:xfrm>
            <a:off x="4774827" y="3465262"/>
            <a:ext cx="349710" cy="308560"/>
            <a:chOff x="4774321" y="3614619"/>
            <a:chExt cx="348838" cy="307760"/>
          </a:xfrm>
        </p:grpSpPr>
        <p:sp>
          <p:nvSpPr>
            <p:cNvPr id="9132" name="Google Shape;9132;p70"/>
            <p:cNvSpPr/>
            <p:nvPr/>
          </p:nvSpPr>
          <p:spPr>
            <a:xfrm>
              <a:off x="4840985" y="3747166"/>
              <a:ext cx="217076" cy="123299"/>
            </a:xfrm>
            <a:custGeom>
              <a:rect b="b" l="l" r="r" t="t"/>
              <a:pathLst>
                <a:path extrusionOk="0" h="3788" w="6669">
                  <a:moveTo>
                    <a:pt x="3159" y="483"/>
                  </a:moveTo>
                  <a:cubicBezTo>
                    <a:pt x="3656" y="483"/>
                    <a:pt x="4156" y="822"/>
                    <a:pt x="4120" y="1501"/>
                  </a:cubicBezTo>
                  <a:lnTo>
                    <a:pt x="4120" y="3263"/>
                  </a:lnTo>
                  <a:lnTo>
                    <a:pt x="3501" y="3263"/>
                  </a:lnTo>
                  <a:lnTo>
                    <a:pt x="3501" y="2477"/>
                  </a:lnTo>
                  <a:lnTo>
                    <a:pt x="2834" y="2477"/>
                  </a:lnTo>
                  <a:lnTo>
                    <a:pt x="2834" y="3263"/>
                  </a:lnTo>
                  <a:lnTo>
                    <a:pt x="2215" y="3263"/>
                  </a:lnTo>
                  <a:lnTo>
                    <a:pt x="2215" y="1501"/>
                  </a:lnTo>
                  <a:cubicBezTo>
                    <a:pt x="2167" y="822"/>
                    <a:pt x="2661" y="483"/>
                    <a:pt x="3159" y="483"/>
                  </a:cubicBezTo>
                  <a:close/>
                  <a:moveTo>
                    <a:pt x="0" y="1"/>
                  </a:moveTo>
                  <a:lnTo>
                    <a:pt x="0" y="3787"/>
                  </a:lnTo>
                  <a:lnTo>
                    <a:pt x="6668" y="3787"/>
                  </a:lnTo>
                  <a:lnTo>
                    <a:pt x="6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4774321" y="3614619"/>
              <a:ext cx="348838" cy="307760"/>
            </a:xfrm>
            <a:custGeom>
              <a:rect b="b" l="l" r="r" t="t"/>
              <a:pathLst>
                <a:path extrusionOk="0" h="9455" w="10717">
                  <a:moveTo>
                    <a:pt x="9335" y="3453"/>
                  </a:moveTo>
                  <a:lnTo>
                    <a:pt x="9335" y="8454"/>
                  </a:lnTo>
                  <a:lnTo>
                    <a:pt x="1405" y="8454"/>
                  </a:lnTo>
                  <a:lnTo>
                    <a:pt x="1405" y="3453"/>
                  </a:lnTo>
                  <a:close/>
                  <a:moveTo>
                    <a:pt x="8073" y="0"/>
                  </a:moveTo>
                  <a:lnTo>
                    <a:pt x="6025" y="2453"/>
                  </a:lnTo>
                  <a:lnTo>
                    <a:pt x="0" y="2453"/>
                  </a:lnTo>
                  <a:lnTo>
                    <a:pt x="0" y="9455"/>
                  </a:lnTo>
                  <a:lnTo>
                    <a:pt x="10717" y="9455"/>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4933234" y="3785152"/>
              <a:ext cx="21711" cy="21743"/>
            </a:xfrm>
            <a:custGeom>
              <a:rect b="b" l="l" r="r" t="t"/>
              <a:pathLst>
                <a:path extrusionOk="0" h="668" w="667">
                  <a:moveTo>
                    <a:pt x="334" y="1"/>
                  </a:moveTo>
                  <a:cubicBezTo>
                    <a:pt x="143" y="1"/>
                    <a:pt x="0" y="143"/>
                    <a:pt x="0" y="334"/>
                  </a:cubicBezTo>
                  <a:lnTo>
                    <a:pt x="0" y="667"/>
                  </a:lnTo>
                  <a:lnTo>
                    <a:pt x="667" y="667"/>
                  </a:lnTo>
                  <a:lnTo>
                    <a:pt x="667" y="334"/>
                  </a:lnTo>
                  <a:cubicBezTo>
                    <a:pt x="667" y="143"/>
                    <a:pt x="524" y="1"/>
                    <a:pt x="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4774321" y="3614619"/>
              <a:ext cx="235662" cy="59729"/>
            </a:xfrm>
            <a:custGeom>
              <a:rect b="b" l="l" r="r" t="t"/>
              <a:pathLst>
                <a:path extrusionOk="0" h="1835" w="7240">
                  <a:moveTo>
                    <a:pt x="1762" y="596"/>
                  </a:moveTo>
                  <a:lnTo>
                    <a:pt x="1762" y="1215"/>
                  </a:lnTo>
                  <a:lnTo>
                    <a:pt x="1143" y="1215"/>
                  </a:lnTo>
                  <a:lnTo>
                    <a:pt x="1143" y="596"/>
                  </a:lnTo>
                  <a:close/>
                  <a:moveTo>
                    <a:pt x="2929" y="596"/>
                  </a:moveTo>
                  <a:lnTo>
                    <a:pt x="2929" y="1215"/>
                  </a:lnTo>
                  <a:lnTo>
                    <a:pt x="2310" y="1215"/>
                  </a:lnTo>
                  <a:lnTo>
                    <a:pt x="2310" y="596"/>
                  </a:lnTo>
                  <a:close/>
                  <a:moveTo>
                    <a:pt x="4072" y="596"/>
                  </a:moveTo>
                  <a:lnTo>
                    <a:pt x="4072" y="1215"/>
                  </a:lnTo>
                  <a:lnTo>
                    <a:pt x="3453" y="1215"/>
                  </a:lnTo>
                  <a:lnTo>
                    <a:pt x="3453" y="596"/>
                  </a:lnTo>
                  <a:close/>
                  <a:moveTo>
                    <a:pt x="0" y="0"/>
                  </a:moveTo>
                  <a:lnTo>
                    <a:pt x="0" y="1834"/>
                  </a:lnTo>
                  <a:lnTo>
                    <a:pt x="5716" y="1834"/>
                  </a:lnTo>
                  <a:lnTo>
                    <a:pt x="7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0"/>
          <p:cNvGrpSpPr/>
          <p:nvPr/>
        </p:nvGrpSpPr>
        <p:grpSpPr>
          <a:xfrm>
            <a:off x="1753367" y="2329124"/>
            <a:ext cx="351277" cy="348085"/>
            <a:chOff x="1760396" y="2481428"/>
            <a:chExt cx="350401" cy="347182"/>
          </a:xfrm>
        </p:grpSpPr>
        <p:sp>
          <p:nvSpPr>
            <p:cNvPr id="9137" name="Google Shape;9137;p70"/>
            <p:cNvSpPr/>
            <p:nvPr/>
          </p:nvSpPr>
          <p:spPr>
            <a:xfrm>
              <a:off x="1868139" y="2639429"/>
              <a:ext cx="132576" cy="189181"/>
            </a:xfrm>
            <a:custGeom>
              <a:rect b="b" l="l" r="r" t="t"/>
              <a:pathLst>
                <a:path extrusionOk="0" h="5812" w="4073">
                  <a:moveTo>
                    <a:pt x="3192" y="2763"/>
                  </a:moveTo>
                  <a:lnTo>
                    <a:pt x="3192" y="3383"/>
                  </a:lnTo>
                  <a:lnTo>
                    <a:pt x="882" y="3383"/>
                  </a:lnTo>
                  <a:lnTo>
                    <a:pt x="882" y="2763"/>
                  </a:lnTo>
                  <a:close/>
                  <a:moveTo>
                    <a:pt x="3192" y="4073"/>
                  </a:moveTo>
                  <a:lnTo>
                    <a:pt x="3192" y="4716"/>
                  </a:lnTo>
                  <a:lnTo>
                    <a:pt x="882" y="4716"/>
                  </a:lnTo>
                  <a:lnTo>
                    <a:pt x="882" y="4073"/>
                  </a:lnTo>
                  <a:close/>
                  <a:moveTo>
                    <a:pt x="1739" y="1"/>
                  </a:moveTo>
                  <a:lnTo>
                    <a:pt x="1739" y="1763"/>
                  </a:lnTo>
                  <a:lnTo>
                    <a:pt x="1" y="1763"/>
                  </a:lnTo>
                  <a:lnTo>
                    <a:pt x="1" y="5812"/>
                  </a:lnTo>
                  <a:lnTo>
                    <a:pt x="4073" y="5812"/>
                  </a:lnTo>
                  <a:lnTo>
                    <a:pt x="40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1760396" y="2481428"/>
              <a:ext cx="350401" cy="244125"/>
            </a:xfrm>
            <a:custGeom>
              <a:rect b="b" l="l" r="r" t="t"/>
              <a:pathLst>
                <a:path extrusionOk="0" h="7500" w="10765">
                  <a:moveTo>
                    <a:pt x="5245" y="1"/>
                  </a:moveTo>
                  <a:cubicBezTo>
                    <a:pt x="5133" y="1"/>
                    <a:pt x="5020" y="7"/>
                    <a:pt x="4906" y="21"/>
                  </a:cubicBezTo>
                  <a:cubicBezTo>
                    <a:pt x="3477" y="187"/>
                    <a:pt x="2382" y="1378"/>
                    <a:pt x="2358" y="2831"/>
                  </a:cubicBezTo>
                  <a:lnTo>
                    <a:pt x="2358" y="2902"/>
                  </a:lnTo>
                  <a:lnTo>
                    <a:pt x="2287" y="2902"/>
                  </a:lnTo>
                  <a:cubicBezTo>
                    <a:pt x="1024" y="2902"/>
                    <a:pt x="0" y="3926"/>
                    <a:pt x="24" y="5212"/>
                  </a:cubicBezTo>
                  <a:cubicBezTo>
                    <a:pt x="24" y="6460"/>
                    <a:pt x="1025" y="7475"/>
                    <a:pt x="2267" y="7475"/>
                  </a:cubicBezTo>
                  <a:cubicBezTo>
                    <a:pt x="2282" y="7475"/>
                    <a:pt x="2296" y="7475"/>
                    <a:pt x="2310" y="7474"/>
                  </a:cubicBezTo>
                  <a:lnTo>
                    <a:pt x="2691" y="7474"/>
                  </a:lnTo>
                  <a:lnTo>
                    <a:pt x="2691" y="5760"/>
                  </a:lnTo>
                  <a:lnTo>
                    <a:pt x="4239" y="4212"/>
                  </a:lnTo>
                  <a:lnTo>
                    <a:pt x="8026" y="4212"/>
                  </a:lnTo>
                  <a:lnTo>
                    <a:pt x="8026" y="7498"/>
                  </a:lnTo>
                  <a:cubicBezTo>
                    <a:pt x="8054" y="7499"/>
                    <a:pt x="8083" y="7500"/>
                    <a:pt x="8111" y="7500"/>
                  </a:cubicBezTo>
                  <a:cubicBezTo>
                    <a:pt x="9573" y="7500"/>
                    <a:pt x="10765" y="6303"/>
                    <a:pt x="10765" y="4831"/>
                  </a:cubicBezTo>
                  <a:cubicBezTo>
                    <a:pt x="10765" y="3359"/>
                    <a:pt x="9573" y="2163"/>
                    <a:pt x="8111" y="2163"/>
                  </a:cubicBezTo>
                  <a:cubicBezTo>
                    <a:pt x="8083" y="2163"/>
                    <a:pt x="8054" y="2163"/>
                    <a:pt x="8026" y="2164"/>
                  </a:cubicBezTo>
                  <a:cubicBezTo>
                    <a:pt x="7697" y="870"/>
                    <a:pt x="6541" y="1"/>
                    <a:pt x="5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a:off x="1870483" y="2641773"/>
              <a:ext cx="34112" cy="34145"/>
            </a:xfrm>
            <a:custGeom>
              <a:rect b="b" l="l" r="r" t="t"/>
              <a:pathLst>
                <a:path extrusionOk="0" h="1049" w="1048">
                  <a:moveTo>
                    <a:pt x="1048" y="0"/>
                  </a:moveTo>
                  <a:lnTo>
                    <a:pt x="0" y="1048"/>
                  </a:lnTo>
                  <a:lnTo>
                    <a:pt x="1048" y="1048"/>
                  </a:lnTo>
                  <a:lnTo>
                    <a:pt x="1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0"/>
          <p:cNvGrpSpPr/>
          <p:nvPr/>
        </p:nvGrpSpPr>
        <p:grpSpPr>
          <a:xfrm>
            <a:off x="997211" y="2347661"/>
            <a:ext cx="349743" cy="309344"/>
            <a:chOff x="1006125" y="2499916"/>
            <a:chExt cx="348871" cy="308541"/>
          </a:xfrm>
        </p:grpSpPr>
        <p:sp>
          <p:nvSpPr>
            <p:cNvPr id="9141" name="Google Shape;9141;p70"/>
            <p:cNvSpPr/>
            <p:nvPr/>
          </p:nvSpPr>
          <p:spPr>
            <a:xfrm>
              <a:off x="1088316" y="2640210"/>
              <a:ext cx="186056" cy="31053"/>
            </a:xfrm>
            <a:custGeom>
              <a:rect b="b" l="l" r="r" t="t"/>
              <a:pathLst>
                <a:path extrusionOk="0" h="954" w="5716">
                  <a:moveTo>
                    <a:pt x="0" y="1"/>
                  </a:moveTo>
                  <a:lnTo>
                    <a:pt x="0" y="953"/>
                  </a:lnTo>
                  <a:lnTo>
                    <a:pt x="5716" y="953"/>
                  </a:lnTo>
                  <a:lnTo>
                    <a:pt x="5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a:off x="1006125" y="2499916"/>
              <a:ext cx="235695" cy="59729"/>
            </a:xfrm>
            <a:custGeom>
              <a:rect b="b" l="l" r="r" t="t"/>
              <a:pathLst>
                <a:path extrusionOk="0" h="1835" w="7241">
                  <a:moveTo>
                    <a:pt x="1763" y="619"/>
                  </a:moveTo>
                  <a:lnTo>
                    <a:pt x="1763" y="1239"/>
                  </a:lnTo>
                  <a:lnTo>
                    <a:pt x="1144" y="1239"/>
                  </a:lnTo>
                  <a:lnTo>
                    <a:pt x="1144" y="619"/>
                  </a:lnTo>
                  <a:close/>
                  <a:moveTo>
                    <a:pt x="2930" y="619"/>
                  </a:moveTo>
                  <a:lnTo>
                    <a:pt x="2930" y="1239"/>
                  </a:lnTo>
                  <a:lnTo>
                    <a:pt x="2311" y="1239"/>
                  </a:lnTo>
                  <a:lnTo>
                    <a:pt x="2311" y="619"/>
                  </a:lnTo>
                  <a:close/>
                  <a:moveTo>
                    <a:pt x="4097" y="619"/>
                  </a:moveTo>
                  <a:lnTo>
                    <a:pt x="4097" y="1239"/>
                  </a:lnTo>
                  <a:lnTo>
                    <a:pt x="3454" y="1239"/>
                  </a:lnTo>
                  <a:lnTo>
                    <a:pt x="3454" y="619"/>
                  </a:lnTo>
                  <a:close/>
                  <a:moveTo>
                    <a:pt x="1" y="0"/>
                  </a:moveTo>
                  <a:lnTo>
                    <a:pt x="1" y="1834"/>
                  </a:lnTo>
                  <a:lnTo>
                    <a:pt x="5716" y="1834"/>
                  </a:lnTo>
                  <a:lnTo>
                    <a:pt x="72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a:off x="1006125" y="2499916"/>
              <a:ext cx="348871" cy="308541"/>
            </a:xfrm>
            <a:custGeom>
              <a:rect b="b" l="l" r="r" t="t"/>
              <a:pathLst>
                <a:path extrusionOk="0" h="9479" w="10718">
                  <a:moveTo>
                    <a:pt x="8860" y="3692"/>
                  </a:moveTo>
                  <a:lnTo>
                    <a:pt x="8860" y="5906"/>
                  </a:lnTo>
                  <a:lnTo>
                    <a:pt x="1882" y="5906"/>
                  </a:lnTo>
                  <a:lnTo>
                    <a:pt x="1882" y="3692"/>
                  </a:lnTo>
                  <a:close/>
                  <a:moveTo>
                    <a:pt x="8074" y="0"/>
                  </a:moveTo>
                  <a:lnTo>
                    <a:pt x="6026" y="2477"/>
                  </a:lnTo>
                  <a:lnTo>
                    <a:pt x="1" y="2477"/>
                  </a:lnTo>
                  <a:lnTo>
                    <a:pt x="1" y="9478"/>
                  </a:lnTo>
                  <a:lnTo>
                    <a:pt x="10717" y="9478"/>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0"/>
          <p:cNvGrpSpPr/>
          <p:nvPr/>
        </p:nvGrpSpPr>
        <p:grpSpPr>
          <a:xfrm>
            <a:off x="5530167" y="4003061"/>
            <a:ext cx="349743" cy="349784"/>
            <a:chOff x="5527778" y="4151023"/>
            <a:chExt cx="348871" cy="348877"/>
          </a:xfrm>
        </p:grpSpPr>
        <p:sp>
          <p:nvSpPr>
            <p:cNvPr id="9145" name="Google Shape;9145;p70"/>
            <p:cNvSpPr/>
            <p:nvPr/>
          </p:nvSpPr>
          <p:spPr>
            <a:xfrm>
              <a:off x="5720707" y="4226606"/>
              <a:ext cx="69885" cy="55335"/>
            </a:xfrm>
            <a:custGeom>
              <a:rect b="b" l="l" r="r" t="t"/>
              <a:pathLst>
                <a:path extrusionOk="0" h="1700" w="2147">
                  <a:moveTo>
                    <a:pt x="1218" y="1"/>
                  </a:moveTo>
                  <a:cubicBezTo>
                    <a:pt x="1004" y="1"/>
                    <a:pt x="789" y="84"/>
                    <a:pt x="623" y="251"/>
                  </a:cubicBezTo>
                  <a:cubicBezTo>
                    <a:pt x="0" y="855"/>
                    <a:pt x="561" y="1699"/>
                    <a:pt x="1221" y="1699"/>
                  </a:cubicBezTo>
                  <a:cubicBezTo>
                    <a:pt x="1419" y="1699"/>
                    <a:pt x="1627" y="1623"/>
                    <a:pt x="1814" y="1442"/>
                  </a:cubicBezTo>
                  <a:cubicBezTo>
                    <a:pt x="2147" y="1108"/>
                    <a:pt x="2147" y="560"/>
                    <a:pt x="1814" y="251"/>
                  </a:cubicBezTo>
                  <a:cubicBezTo>
                    <a:pt x="1647" y="84"/>
                    <a:pt x="1432" y="1"/>
                    <a:pt x="1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0"/>
            <p:cNvSpPr/>
            <p:nvPr/>
          </p:nvSpPr>
          <p:spPr>
            <a:xfrm>
              <a:off x="5527778" y="4389784"/>
              <a:ext cx="348871" cy="110117"/>
            </a:xfrm>
            <a:custGeom>
              <a:rect b="b" l="l" r="r" t="t"/>
              <a:pathLst>
                <a:path extrusionOk="0" h="3383" w="10718">
                  <a:moveTo>
                    <a:pt x="1" y="1"/>
                  </a:moveTo>
                  <a:lnTo>
                    <a:pt x="1" y="1596"/>
                  </a:lnTo>
                  <a:lnTo>
                    <a:pt x="4002" y="1596"/>
                  </a:lnTo>
                  <a:lnTo>
                    <a:pt x="4002" y="1977"/>
                  </a:lnTo>
                  <a:cubicBezTo>
                    <a:pt x="4002" y="2406"/>
                    <a:pt x="3644" y="2739"/>
                    <a:pt x="3216" y="2739"/>
                  </a:cubicBezTo>
                  <a:lnTo>
                    <a:pt x="2263" y="2739"/>
                  </a:lnTo>
                  <a:lnTo>
                    <a:pt x="2263" y="3382"/>
                  </a:lnTo>
                  <a:lnTo>
                    <a:pt x="8455" y="3382"/>
                  </a:lnTo>
                  <a:lnTo>
                    <a:pt x="8455" y="2763"/>
                  </a:lnTo>
                  <a:lnTo>
                    <a:pt x="7479" y="2763"/>
                  </a:lnTo>
                  <a:cubicBezTo>
                    <a:pt x="7050" y="2763"/>
                    <a:pt x="6716" y="2406"/>
                    <a:pt x="6716" y="1977"/>
                  </a:cubicBezTo>
                  <a:lnTo>
                    <a:pt x="6716"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0"/>
            <p:cNvSpPr/>
            <p:nvPr/>
          </p:nvSpPr>
          <p:spPr>
            <a:xfrm>
              <a:off x="5527778" y="4151023"/>
              <a:ext cx="348871" cy="218638"/>
            </a:xfrm>
            <a:custGeom>
              <a:rect b="b" l="l" r="r" t="t"/>
              <a:pathLst>
                <a:path extrusionOk="0" h="6717" w="10718">
                  <a:moveTo>
                    <a:pt x="4907" y="1239"/>
                  </a:moveTo>
                  <a:lnTo>
                    <a:pt x="4907" y="1858"/>
                  </a:lnTo>
                  <a:lnTo>
                    <a:pt x="1763" y="1858"/>
                  </a:lnTo>
                  <a:lnTo>
                    <a:pt x="1763" y="1239"/>
                  </a:lnTo>
                  <a:close/>
                  <a:moveTo>
                    <a:pt x="4907" y="2478"/>
                  </a:moveTo>
                  <a:lnTo>
                    <a:pt x="4907" y="3121"/>
                  </a:lnTo>
                  <a:lnTo>
                    <a:pt x="1763" y="3121"/>
                  </a:lnTo>
                  <a:lnTo>
                    <a:pt x="1763" y="2478"/>
                  </a:lnTo>
                  <a:close/>
                  <a:moveTo>
                    <a:pt x="4907" y="3740"/>
                  </a:moveTo>
                  <a:lnTo>
                    <a:pt x="4907" y="4359"/>
                  </a:lnTo>
                  <a:lnTo>
                    <a:pt x="1763" y="4359"/>
                  </a:lnTo>
                  <a:lnTo>
                    <a:pt x="1763" y="3740"/>
                  </a:lnTo>
                  <a:close/>
                  <a:moveTo>
                    <a:pt x="7113" y="1677"/>
                  </a:moveTo>
                  <a:cubicBezTo>
                    <a:pt x="8146" y="1677"/>
                    <a:pt x="9079" y="2849"/>
                    <a:pt x="8384" y="3954"/>
                  </a:cubicBezTo>
                  <a:lnTo>
                    <a:pt x="9217" y="4788"/>
                  </a:lnTo>
                  <a:lnTo>
                    <a:pt x="8765" y="5240"/>
                  </a:lnTo>
                  <a:lnTo>
                    <a:pt x="7931" y="4383"/>
                  </a:lnTo>
                  <a:cubicBezTo>
                    <a:pt x="7693" y="4549"/>
                    <a:pt x="7431" y="4621"/>
                    <a:pt x="7145" y="4621"/>
                  </a:cubicBezTo>
                  <a:cubicBezTo>
                    <a:pt x="5835" y="4621"/>
                    <a:pt x="5192" y="3049"/>
                    <a:pt x="6097" y="2120"/>
                  </a:cubicBezTo>
                  <a:cubicBezTo>
                    <a:pt x="6409" y="1809"/>
                    <a:pt x="6767" y="1677"/>
                    <a:pt x="7113" y="1677"/>
                  </a:cubicBezTo>
                  <a:close/>
                  <a:moveTo>
                    <a:pt x="4907" y="4978"/>
                  </a:moveTo>
                  <a:lnTo>
                    <a:pt x="4907" y="5597"/>
                  </a:lnTo>
                  <a:lnTo>
                    <a:pt x="1763" y="5597"/>
                  </a:lnTo>
                  <a:lnTo>
                    <a:pt x="1763" y="4978"/>
                  </a:lnTo>
                  <a:close/>
                  <a:moveTo>
                    <a:pt x="1" y="1"/>
                  </a:moveTo>
                  <a:lnTo>
                    <a:pt x="1"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0"/>
          <p:cNvGrpSpPr/>
          <p:nvPr/>
        </p:nvGrpSpPr>
        <p:grpSpPr>
          <a:xfrm>
            <a:off x="7831236" y="1768839"/>
            <a:ext cx="281352" cy="349590"/>
            <a:chOff x="7823108" y="1922595"/>
            <a:chExt cx="280651" cy="348683"/>
          </a:xfrm>
        </p:grpSpPr>
        <p:sp>
          <p:nvSpPr>
            <p:cNvPr id="9149" name="Google Shape;9149;p70"/>
            <p:cNvSpPr/>
            <p:nvPr/>
          </p:nvSpPr>
          <p:spPr>
            <a:xfrm>
              <a:off x="7823108" y="2240226"/>
              <a:ext cx="131046" cy="31053"/>
            </a:xfrm>
            <a:custGeom>
              <a:rect b="b" l="l" r="r" t="t"/>
              <a:pathLst>
                <a:path extrusionOk="0" h="954" w="4026">
                  <a:moveTo>
                    <a:pt x="1" y="1"/>
                  </a:moveTo>
                  <a:lnTo>
                    <a:pt x="1" y="953"/>
                  </a:lnTo>
                  <a:lnTo>
                    <a:pt x="4025" y="953"/>
                  </a:lnTo>
                  <a:cubicBezTo>
                    <a:pt x="3858" y="405"/>
                    <a:pt x="3358" y="24"/>
                    <a:pt x="2787" y="24"/>
                  </a:cubicBezTo>
                  <a:lnTo>
                    <a:pt x="2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7823108" y="2056509"/>
              <a:ext cx="130265" cy="179090"/>
            </a:xfrm>
            <a:custGeom>
              <a:rect b="b" l="l" r="r" t="t"/>
              <a:pathLst>
                <a:path extrusionOk="0" h="5502" w="4002">
                  <a:moveTo>
                    <a:pt x="3096" y="1548"/>
                  </a:moveTo>
                  <a:lnTo>
                    <a:pt x="3096" y="2168"/>
                  </a:lnTo>
                  <a:lnTo>
                    <a:pt x="905" y="2168"/>
                  </a:lnTo>
                  <a:lnTo>
                    <a:pt x="905" y="1548"/>
                  </a:lnTo>
                  <a:close/>
                  <a:moveTo>
                    <a:pt x="3096" y="3120"/>
                  </a:moveTo>
                  <a:lnTo>
                    <a:pt x="3096" y="3739"/>
                  </a:lnTo>
                  <a:lnTo>
                    <a:pt x="905" y="3739"/>
                  </a:lnTo>
                  <a:lnTo>
                    <a:pt x="905" y="3120"/>
                  </a:lnTo>
                  <a:close/>
                  <a:moveTo>
                    <a:pt x="1" y="1"/>
                  </a:moveTo>
                  <a:lnTo>
                    <a:pt x="1" y="5025"/>
                  </a:lnTo>
                  <a:lnTo>
                    <a:pt x="2763" y="5025"/>
                  </a:lnTo>
                  <a:cubicBezTo>
                    <a:pt x="3215" y="5025"/>
                    <a:pt x="3668" y="5192"/>
                    <a:pt x="4001" y="5502"/>
                  </a:cubicBezTo>
                  <a:lnTo>
                    <a:pt x="4001" y="1239"/>
                  </a:lnTo>
                  <a:cubicBezTo>
                    <a:pt x="4001" y="548"/>
                    <a:pt x="3454" y="1"/>
                    <a:pt x="2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7974274" y="2241007"/>
              <a:ext cx="129484" cy="30272"/>
            </a:xfrm>
            <a:custGeom>
              <a:rect b="b" l="l" r="r" t="t"/>
              <a:pathLst>
                <a:path extrusionOk="0" h="930" w="3978">
                  <a:moveTo>
                    <a:pt x="1215" y="0"/>
                  </a:moveTo>
                  <a:cubicBezTo>
                    <a:pt x="620" y="0"/>
                    <a:pt x="143" y="381"/>
                    <a:pt x="0" y="929"/>
                  </a:cubicBezTo>
                  <a:lnTo>
                    <a:pt x="3977" y="929"/>
                  </a:lnTo>
                  <a:lnTo>
                    <a:pt x="3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0"/>
            <p:cNvSpPr/>
            <p:nvPr/>
          </p:nvSpPr>
          <p:spPr>
            <a:xfrm>
              <a:off x="7973493" y="2056509"/>
              <a:ext cx="130265" cy="179090"/>
            </a:xfrm>
            <a:custGeom>
              <a:rect b="b" l="l" r="r" t="t"/>
              <a:pathLst>
                <a:path extrusionOk="0" h="5502" w="4002">
                  <a:moveTo>
                    <a:pt x="3120" y="1548"/>
                  </a:moveTo>
                  <a:lnTo>
                    <a:pt x="3120" y="2168"/>
                  </a:lnTo>
                  <a:lnTo>
                    <a:pt x="929" y="2168"/>
                  </a:lnTo>
                  <a:lnTo>
                    <a:pt x="929" y="1548"/>
                  </a:lnTo>
                  <a:close/>
                  <a:moveTo>
                    <a:pt x="3120" y="3096"/>
                  </a:moveTo>
                  <a:lnTo>
                    <a:pt x="3120" y="3739"/>
                  </a:lnTo>
                  <a:lnTo>
                    <a:pt x="929" y="3739"/>
                  </a:lnTo>
                  <a:lnTo>
                    <a:pt x="929" y="3096"/>
                  </a:lnTo>
                  <a:close/>
                  <a:moveTo>
                    <a:pt x="1263" y="1"/>
                  </a:moveTo>
                  <a:cubicBezTo>
                    <a:pt x="572" y="1"/>
                    <a:pt x="24" y="548"/>
                    <a:pt x="1" y="1239"/>
                  </a:cubicBezTo>
                  <a:lnTo>
                    <a:pt x="1" y="5502"/>
                  </a:lnTo>
                  <a:cubicBezTo>
                    <a:pt x="338" y="5209"/>
                    <a:pt x="738" y="5023"/>
                    <a:pt x="1183" y="5023"/>
                  </a:cubicBezTo>
                  <a:cubicBezTo>
                    <a:pt x="1209" y="5023"/>
                    <a:pt x="1236" y="5024"/>
                    <a:pt x="1263" y="5025"/>
                  </a:cubicBezTo>
                  <a:lnTo>
                    <a:pt x="4001" y="5025"/>
                  </a:lnTo>
                  <a:lnTo>
                    <a:pt x="4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a:off x="7934725" y="2003028"/>
              <a:ext cx="58167" cy="27147"/>
            </a:xfrm>
            <a:custGeom>
              <a:rect b="b" l="l" r="r" t="t"/>
              <a:pathLst>
                <a:path extrusionOk="0" h="834" w="1787">
                  <a:moveTo>
                    <a:pt x="885" y="0"/>
                  </a:moveTo>
                  <a:cubicBezTo>
                    <a:pt x="543" y="0"/>
                    <a:pt x="203" y="167"/>
                    <a:pt x="1" y="500"/>
                  </a:cubicBezTo>
                  <a:lnTo>
                    <a:pt x="525" y="834"/>
                  </a:lnTo>
                  <a:cubicBezTo>
                    <a:pt x="608" y="703"/>
                    <a:pt x="745" y="637"/>
                    <a:pt x="882" y="637"/>
                  </a:cubicBezTo>
                  <a:cubicBezTo>
                    <a:pt x="1019" y="637"/>
                    <a:pt x="1156" y="703"/>
                    <a:pt x="1239" y="834"/>
                  </a:cubicBezTo>
                  <a:lnTo>
                    <a:pt x="1787" y="500"/>
                  </a:lnTo>
                  <a:cubicBezTo>
                    <a:pt x="1573" y="167"/>
                    <a:pt x="1227"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7900612" y="1963479"/>
              <a:ext cx="125610" cy="45765"/>
            </a:xfrm>
            <a:custGeom>
              <a:rect b="b" l="l" r="r" t="t"/>
              <a:pathLst>
                <a:path extrusionOk="0" h="1406" w="3859">
                  <a:moveTo>
                    <a:pt x="1939" y="1"/>
                  </a:moveTo>
                  <a:cubicBezTo>
                    <a:pt x="1198" y="1"/>
                    <a:pt x="453" y="358"/>
                    <a:pt x="1" y="1072"/>
                  </a:cubicBezTo>
                  <a:lnTo>
                    <a:pt x="549" y="1406"/>
                  </a:lnTo>
                  <a:cubicBezTo>
                    <a:pt x="870" y="894"/>
                    <a:pt x="1406" y="638"/>
                    <a:pt x="1942" y="638"/>
                  </a:cubicBezTo>
                  <a:cubicBezTo>
                    <a:pt x="2478" y="638"/>
                    <a:pt x="3013" y="894"/>
                    <a:pt x="3335" y="1406"/>
                  </a:cubicBezTo>
                  <a:lnTo>
                    <a:pt x="3859" y="1072"/>
                  </a:lnTo>
                  <a:cubicBezTo>
                    <a:pt x="3418" y="358"/>
                    <a:pt x="2680" y="1"/>
                    <a:pt x="1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a:off x="7864968" y="1922595"/>
              <a:ext cx="196927" cy="64970"/>
            </a:xfrm>
            <a:custGeom>
              <a:rect b="b" l="l" r="r" t="t"/>
              <a:pathLst>
                <a:path extrusionOk="0" h="1996" w="6050">
                  <a:moveTo>
                    <a:pt x="3025" y="1"/>
                  </a:moveTo>
                  <a:cubicBezTo>
                    <a:pt x="1864" y="1"/>
                    <a:pt x="703" y="554"/>
                    <a:pt x="0" y="1662"/>
                  </a:cubicBezTo>
                  <a:lnTo>
                    <a:pt x="524" y="1995"/>
                  </a:lnTo>
                  <a:cubicBezTo>
                    <a:pt x="1072" y="1138"/>
                    <a:pt x="2025" y="614"/>
                    <a:pt x="3025" y="614"/>
                  </a:cubicBezTo>
                  <a:cubicBezTo>
                    <a:pt x="4025" y="614"/>
                    <a:pt x="4978" y="1138"/>
                    <a:pt x="5525" y="1995"/>
                  </a:cubicBezTo>
                  <a:lnTo>
                    <a:pt x="6049" y="1662"/>
                  </a:lnTo>
                  <a:cubicBezTo>
                    <a:pt x="5347" y="554"/>
                    <a:pt x="4186"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0"/>
          <p:cNvGrpSpPr/>
          <p:nvPr/>
        </p:nvGrpSpPr>
        <p:grpSpPr>
          <a:xfrm>
            <a:off x="6286323" y="1768643"/>
            <a:ext cx="348927" cy="349783"/>
            <a:chOff x="6282048" y="1922400"/>
            <a:chExt cx="348057" cy="348876"/>
          </a:xfrm>
        </p:grpSpPr>
        <p:sp>
          <p:nvSpPr>
            <p:cNvPr id="9157" name="Google Shape;9157;p70"/>
            <p:cNvSpPr/>
            <p:nvPr/>
          </p:nvSpPr>
          <p:spPr>
            <a:xfrm>
              <a:off x="6458019" y="2140230"/>
              <a:ext cx="80626" cy="131046"/>
            </a:xfrm>
            <a:custGeom>
              <a:rect b="b" l="l" r="r" t="t"/>
              <a:pathLst>
                <a:path extrusionOk="0" h="4026" w="2477">
                  <a:moveTo>
                    <a:pt x="0" y="0"/>
                  </a:moveTo>
                  <a:lnTo>
                    <a:pt x="215" y="3096"/>
                  </a:lnTo>
                  <a:lnTo>
                    <a:pt x="1048" y="2620"/>
                  </a:lnTo>
                  <a:lnTo>
                    <a:pt x="1834" y="4025"/>
                  </a:lnTo>
                  <a:lnTo>
                    <a:pt x="2429" y="3692"/>
                  </a:lnTo>
                  <a:lnTo>
                    <a:pt x="1643" y="2287"/>
                  </a:lnTo>
                  <a:lnTo>
                    <a:pt x="2477" y="183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0"/>
            <p:cNvSpPr/>
            <p:nvPr/>
          </p:nvSpPr>
          <p:spPr>
            <a:xfrm>
              <a:off x="6282048" y="1922400"/>
              <a:ext cx="234913" cy="59729"/>
            </a:xfrm>
            <a:custGeom>
              <a:rect b="b" l="l" r="r" t="t"/>
              <a:pathLst>
                <a:path extrusionOk="0" h="1835" w="7217">
                  <a:moveTo>
                    <a:pt x="1739" y="596"/>
                  </a:moveTo>
                  <a:lnTo>
                    <a:pt x="1739" y="1215"/>
                  </a:lnTo>
                  <a:lnTo>
                    <a:pt x="1120" y="1215"/>
                  </a:lnTo>
                  <a:lnTo>
                    <a:pt x="1120" y="596"/>
                  </a:lnTo>
                  <a:close/>
                  <a:moveTo>
                    <a:pt x="2906" y="596"/>
                  </a:moveTo>
                  <a:lnTo>
                    <a:pt x="2906" y="1215"/>
                  </a:lnTo>
                  <a:lnTo>
                    <a:pt x="2286" y="1215"/>
                  </a:lnTo>
                  <a:lnTo>
                    <a:pt x="2286" y="596"/>
                  </a:lnTo>
                  <a:close/>
                  <a:moveTo>
                    <a:pt x="4049" y="596"/>
                  </a:moveTo>
                  <a:lnTo>
                    <a:pt x="4049" y="1215"/>
                  </a:lnTo>
                  <a:lnTo>
                    <a:pt x="3430" y="1215"/>
                  </a:lnTo>
                  <a:lnTo>
                    <a:pt x="3430" y="596"/>
                  </a:lnTo>
                  <a:close/>
                  <a:moveTo>
                    <a:pt x="0" y="1"/>
                  </a:moveTo>
                  <a:lnTo>
                    <a:pt x="0" y="1834"/>
                  </a:lnTo>
                  <a:lnTo>
                    <a:pt x="5692" y="1834"/>
                  </a:lnTo>
                  <a:lnTo>
                    <a:pt x="7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0"/>
            <p:cNvSpPr/>
            <p:nvPr/>
          </p:nvSpPr>
          <p:spPr>
            <a:xfrm>
              <a:off x="6282048" y="1922400"/>
              <a:ext cx="348057" cy="308541"/>
            </a:xfrm>
            <a:custGeom>
              <a:rect b="b" l="l" r="r" t="t"/>
              <a:pathLst>
                <a:path extrusionOk="0" h="9479" w="10693">
                  <a:moveTo>
                    <a:pt x="5144" y="3311"/>
                  </a:moveTo>
                  <a:lnTo>
                    <a:pt x="5740" y="3478"/>
                  </a:lnTo>
                  <a:lnTo>
                    <a:pt x="5430" y="4573"/>
                  </a:lnTo>
                  <a:lnTo>
                    <a:pt x="4835" y="4406"/>
                  </a:lnTo>
                  <a:lnTo>
                    <a:pt x="5144" y="3311"/>
                  </a:lnTo>
                  <a:close/>
                  <a:moveTo>
                    <a:pt x="3954" y="3454"/>
                  </a:moveTo>
                  <a:lnTo>
                    <a:pt x="4501" y="4430"/>
                  </a:lnTo>
                  <a:lnTo>
                    <a:pt x="3954" y="4740"/>
                  </a:lnTo>
                  <a:lnTo>
                    <a:pt x="3406" y="3739"/>
                  </a:lnTo>
                  <a:lnTo>
                    <a:pt x="3954" y="3454"/>
                  </a:lnTo>
                  <a:close/>
                  <a:moveTo>
                    <a:pt x="6716" y="4263"/>
                  </a:moveTo>
                  <a:lnTo>
                    <a:pt x="7026" y="4811"/>
                  </a:lnTo>
                  <a:lnTo>
                    <a:pt x="6025" y="5359"/>
                  </a:lnTo>
                  <a:lnTo>
                    <a:pt x="5740" y="4787"/>
                  </a:lnTo>
                  <a:lnTo>
                    <a:pt x="6716" y="4263"/>
                  </a:lnTo>
                  <a:close/>
                  <a:moveTo>
                    <a:pt x="2644" y="4692"/>
                  </a:moveTo>
                  <a:lnTo>
                    <a:pt x="3739" y="5002"/>
                  </a:lnTo>
                  <a:lnTo>
                    <a:pt x="3549" y="5597"/>
                  </a:lnTo>
                  <a:lnTo>
                    <a:pt x="2477" y="5287"/>
                  </a:lnTo>
                  <a:lnTo>
                    <a:pt x="2644" y="4692"/>
                  </a:lnTo>
                  <a:close/>
                  <a:moveTo>
                    <a:pt x="3596" y="5978"/>
                  </a:moveTo>
                  <a:lnTo>
                    <a:pt x="3906" y="6526"/>
                  </a:lnTo>
                  <a:lnTo>
                    <a:pt x="2906" y="7073"/>
                  </a:lnTo>
                  <a:lnTo>
                    <a:pt x="2620" y="6526"/>
                  </a:lnTo>
                  <a:lnTo>
                    <a:pt x="3596" y="5978"/>
                  </a:lnTo>
                  <a:close/>
                  <a:moveTo>
                    <a:pt x="8050" y="1"/>
                  </a:moveTo>
                  <a:lnTo>
                    <a:pt x="6002" y="2477"/>
                  </a:lnTo>
                  <a:lnTo>
                    <a:pt x="0" y="2477"/>
                  </a:lnTo>
                  <a:lnTo>
                    <a:pt x="0" y="9479"/>
                  </a:lnTo>
                  <a:lnTo>
                    <a:pt x="4978" y="9479"/>
                  </a:lnTo>
                  <a:lnTo>
                    <a:pt x="4692" y="5383"/>
                  </a:lnTo>
                  <a:lnTo>
                    <a:pt x="9050" y="8598"/>
                  </a:lnTo>
                  <a:lnTo>
                    <a:pt x="7931" y="9241"/>
                  </a:lnTo>
                  <a:lnTo>
                    <a:pt x="8050" y="9479"/>
                  </a:lnTo>
                  <a:lnTo>
                    <a:pt x="10693" y="9479"/>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70"/>
          <p:cNvGrpSpPr/>
          <p:nvPr/>
        </p:nvGrpSpPr>
        <p:grpSpPr>
          <a:xfrm>
            <a:off x="5537183" y="1768643"/>
            <a:ext cx="336497" cy="349778"/>
            <a:chOff x="5534776" y="1922400"/>
            <a:chExt cx="335657" cy="348871"/>
          </a:xfrm>
        </p:grpSpPr>
        <p:sp>
          <p:nvSpPr>
            <p:cNvPr id="9161" name="Google Shape;9161;p70"/>
            <p:cNvSpPr/>
            <p:nvPr/>
          </p:nvSpPr>
          <p:spPr>
            <a:xfrm>
              <a:off x="5596004" y="2068130"/>
              <a:ext cx="274429" cy="134139"/>
            </a:xfrm>
            <a:custGeom>
              <a:rect b="b" l="l" r="r" t="t"/>
              <a:pathLst>
                <a:path extrusionOk="0" h="4121" w="8431">
                  <a:moveTo>
                    <a:pt x="2715" y="715"/>
                  </a:moveTo>
                  <a:lnTo>
                    <a:pt x="2715" y="1334"/>
                  </a:lnTo>
                  <a:lnTo>
                    <a:pt x="2049" y="1334"/>
                  </a:lnTo>
                  <a:lnTo>
                    <a:pt x="2049" y="3430"/>
                  </a:lnTo>
                  <a:lnTo>
                    <a:pt x="1429" y="3430"/>
                  </a:lnTo>
                  <a:lnTo>
                    <a:pt x="1429" y="1334"/>
                  </a:lnTo>
                  <a:lnTo>
                    <a:pt x="786" y="1334"/>
                  </a:lnTo>
                  <a:lnTo>
                    <a:pt x="786" y="715"/>
                  </a:lnTo>
                  <a:close/>
                  <a:moveTo>
                    <a:pt x="5311" y="715"/>
                  </a:moveTo>
                  <a:lnTo>
                    <a:pt x="4597" y="2073"/>
                  </a:lnTo>
                  <a:lnTo>
                    <a:pt x="5335" y="3430"/>
                  </a:lnTo>
                  <a:lnTo>
                    <a:pt x="4620" y="3430"/>
                  </a:lnTo>
                  <a:lnTo>
                    <a:pt x="4239" y="2739"/>
                  </a:lnTo>
                  <a:lnTo>
                    <a:pt x="3858" y="3430"/>
                  </a:lnTo>
                  <a:lnTo>
                    <a:pt x="3144" y="3430"/>
                  </a:lnTo>
                  <a:lnTo>
                    <a:pt x="3882" y="2073"/>
                  </a:lnTo>
                  <a:lnTo>
                    <a:pt x="3144" y="715"/>
                  </a:lnTo>
                  <a:lnTo>
                    <a:pt x="3858" y="715"/>
                  </a:lnTo>
                  <a:lnTo>
                    <a:pt x="4239" y="1406"/>
                  </a:lnTo>
                  <a:lnTo>
                    <a:pt x="4620" y="715"/>
                  </a:lnTo>
                  <a:close/>
                  <a:moveTo>
                    <a:pt x="7645" y="715"/>
                  </a:moveTo>
                  <a:lnTo>
                    <a:pt x="7645" y="1334"/>
                  </a:lnTo>
                  <a:lnTo>
                    <a:pt x="7002" y="1334"/>
                  </a:lnTo>
                  <a:lnTo>
                    <a:pt x="7002" y="3430"/>
                  </a:lnTo>
                  <a:lnTo>
                    <a:pt x="6359" y="3430"/>
                  </a:lnTo>
                  <a:lnTo>
                    <a:pt x="6359" y="1334"/>
                  </a:lnTo>
                  <a:lnTo>
                    <a:pt x="5716" y="1334"/>
                  </a:lnTo>
                  <a:lnTo>
                    <a:pt x="5716" y="715"/>
                  </a:lnTo>
                  <a:close/>
                  <a:moveTo>
                    <a:pt x="0" y="1"/>
                  </a:moveTo>
                  <a:lnTo>
                    <a:pt x="0" y="4121"/>
                  </a:lnTo>
                  <a:lnTo>
                    <a:pt x="8431" y="4121"/>
                  </a:lnTo>
                  <a:lnTo>
                    <a:pt x="8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0"/>
            <p:cNvSpPr/>
            <p:nvPr/>
          </p:nvSpPr>
          <p:spPr>
            <a:xfrm>
              <a:off x="5534776" y="1922400"/>
              <a:ext cx="75972" cy="76004"/>
            </a:xfrm>
            <a:custGeom>
              <a:rect b="b" l="l" r="r" t="t"/>
              <a:pathLst>
                <a:path extrusionOk="0" h="2335" w="2334">
                  <a:moveTo>
                    <a:pt x="2334" y="1"/>
                  </a:moveTo>
                  <a:lnTo>
                    <a:pt x="0" y="2334"/>
                  </a:lnTo>
                  <a:lnTo>
                    <a:pt x="2334" y="2334"/>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0"/>
            <p:cNvSpPr/>
            <p:nvPr/>
          </p:nvSpPr>
          <p:spPr>
            <a:xfrm>
              <a:off x="5534776" y="1922400"/>
              <a:ext cx="261246" cy="348871"/>
            </a:xfrm>
            <a:custGeom>
              <a:rect b="b" l="l" r="r" t="t"/>
              <a:pathLst>
                <a:path extrusionOk="0" h="10718" w="8026">
                  <a:moveTo>
                    <a:pt x="6597" y="2382"/>
                  </a:moveTo>
                  <a:lnTo>
                    <a:pt x="6597" y="3001"/>
                  </a:lnTo>
                  <a:lnTo>
                    <a:pt x="3739" y="3001"/>
                  </a:lnTo>
                  <a:lnTo>
                    <a:pt x="3739"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70"/>
          <p:cNvGrpSpPr/>
          <p:nvPr/>
        </p:nvGrpSpPr>
        <p:grpSpPr>
          <a:xfrm>
            <a:off x="4774827" y="1768643"/>
            <a:ext cx="349710" cy="349781"/>
            <a:chOff x="4774321" y="1922400"/>
            <a:chExt cx="348838" cy="348874"/>
          </a:xfrm>
        </p:grpSpPr>
        <p:sp>
          <p:nvSpPr>
            <p:cNvPr id="9165" name="Google Shape;9165;p70"/>
            <p:cNvSpPr/>
            <p:nvPr/>
          </p:nvSpPr>
          <p:spPr>
            <a:xfrm>
              <a:off x="4846388" y="2191400"/>
              <a:ext cx="23306" cy="24054"/>
            </a:xfrm>
            <a:custGeom>
              <a:rect b="b" l="l" r="r" t="t"/>
              <a:pathLst>
                <a:path extrusionOk="0" h="739" w="716">
                  <a:moveTo>
                    <a:pt x="1" y="0"/>
                  </a:moveTo>
                  <a:lnTo>
                    <a:pt x="1" y="738"/>
                  </a:lnTo>
                  <a:lnTo>
                    <a:pt x="715" y="738"/>
                  </a:lnTo>
                  <a:lnTo>
                    <a:pt x="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0"/>
            <p:cNvSpPr/>
            <p:nvPr/>
          </p:nvSpPr>
          <p:spPr>
            <a:xfrm>
              <a:off x="4774321" y="1947985"/>
              <a:ext cx="348838" cy="77534"/>
            </a:xfrm>
            <a:custGeom>
              <a:rect b="b" l="l" r="r" t="t"/>
              <a:pathLst>
                <a:path extrusionOk="0" h="2382" w="10717">
                  <a:moveTo>
                    <a:pt x="0" y="0"/>
                  </a:moveTo>
                  <a:lnTo>
                    <a:pt x="0" y="2382"/>
                  </a:lnTo>
                  <a:lnTo>
                    <a:pt x="10717" y="2382"/>
                  </a:lnTo>
                  <a:lnTo>
                    <a:pt x="10717" y="0"/>
                  </a:lnTo>
                  <a:lnTo>
                    <a:pt x="9288" y="0"/>
                  </a:lnTo>
                  <a:lnTo>
                    <a:pt x="9288" y="310"/>
                  </a:lnTo>
                  <a:cubicBezTo>
                    <a:pt x="9288" y="834"/>
                    <a:pt x="8859" y="1263"/>
                    <a:pt x="8335" y="1263"/>
                  </a:cubicBezTo>
                  <a:lnTo>
                    <a:pt x="8264" y="1263"/>
                  </a:lnTo>
                  <a:cubicBezTo>
                    <a:pt x="7740" y="1263"/>
                    <a:pt x="7311" y="834"/>
                    <a:pt x="7311" y="310"/>
                  </a:cubicBezTo>
                  <a:lnTo>
                    <a:pt x="7311" y="0"/>
                  </a:lnTo>
                  <a:lnTo>
                    <a:pt x="3406" y="0"/>
                  </a:lnTo>
                  <a:lnTo>
                    <a:pt x="3406" y="310"/>
                  </a:lnTo>
                  <a:cubicBezTo>
                    <a:pt x="3406" y="834"/>
                    <a:pt x="2977" y="1263"/>
                    <a:pt x="2453" y="1263"/>
                  </a:cubicBezTo>
                  <a:lnTo>
                    <a:pt x="2382" y="1263"/>
                  </a:lnTo>
                  <a:cubicBezTo>
                    <a:pt x="1858" y="1263"/>
                    <a:pt x="1429" y="834"/>
                    <a:pt x="1429" y="310"/>
                  </a:cubicBezTo>
                  <a:lnTo>
                    <a:pt x="1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0"/>
            <p:cNvSpPr/>
            <p:nvPr/>
          </p:nvSpPr>
          <p:spPr>
            <a:xfrm>
              <a:off x="4774321" y="2045670"/>
              <a:ext cx="348838" cy="225604"/>
            </a:xfrm>
            <a:custGeom>
              <a:rect b="b" l="l" r="r" t="t"/>
              <a:pathLst>
                <a:path extrusionOk="0" h="6931" w="10717">
                  <a:moveTo>
                    <a:pt x="3572" y="1096"/>
                  </a:moveTo>
                  <a:lnTo>
                    <a:pt x="3572" y="3072"/>
                  </a:lnTo>
                  <a:lnTo>
                    <a:pt x="1596" y="3072"/>
                  </a:lnTo>
                  <a:lnTo>
                    <a:pt x="1596" y="1096"/>
                  </a:lnTo>
                  <a:close/>
                  <a:moveTo>
                    <a:pt x="6382" y="1096"/>
                  </a:moveTo>
                  <a:lnTo>
                    <a:pt x="6382" y="3072"/>
                  </a:lnTo>
                  <a:lnTo>
                    <a:pt x="4406" y="3072"/>
                  </a:lnTo>
                  <a:lnTo>
                    <a:pt x="4406" y="1096"/>
                  </a:lnTo>
                  <a:close/>
                  <a:moveTo>
                    <a:pt x="9169" y="1096"/>
                  </a:moveTo>
                  <a:lnTo>
                    <a:pt x="9169" y="3072"/>
                  </a:lnTo>
                  <a:lnTo>
                    <a:pt x="7168" y="3072"/>
                  </a:lnTo>
                  <a:lnTo>
                    <a:pt x="7168" y="1096"/>
                  </a:lnTo>
                  <a:close/>
                  <a:moveTo>
                    <a:pt x="3572" y="3858"/>
                  </a:moveTo>
                  <a:lnTo>
                    <a:pt x="3572" y="5835"/>
                  </a:lnTo>
                  <a:lnTo>
                    <a:pt x="1596" y="5835"/>
                  </a:lnTo>
                  <a:lnTo>
                    <a:pt x="1596" y="3858"/>
                  </a:lnTo>
                  <a:close/>
                  <a:moveTo>
                    <a:pt x="6382" y="3858"/>
                  </a:moveTo>
                  <a:lnTo>
                    <a:pt x="6382" y="5835"/>
                  </a:lnTo>
                  <a:lnTo>
                    <a:pt x="4406" y="5835"/>
                  </a:lnTo>
                  <a:lnTo>
                    <a:pt x="4406" y="3858"/>
                  </a:lnTo>
                  <a:close/>
                  <a:moveTo>
                    <a:pt x="9169" y="3858"/>
                  </a:moveTo>
                  <a:lnTo>
                    <a:pt x="9169" y="5835"/>
                  </a:lnTo>
                  <a:lnTo>
                    <a:pt x="7168" y="5835"/>
                  </a:lnTo>
                  <a:lnTo>
                    <a:pt x="7168" y="3858"/>
                  </a:lnTo>
                  <a:close/>
                  <a:moveTo>
                    <a:pt x="0" y="0"/>
                  </a:moveTo>
                  <a:lnTo>
                    <a:pt x="0" y="6930"/>
                  </a:lnTo>
                  <a:lnTo>
                    <a:pt x="10717" y="6930"/>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0"/>
            <p:cNvSpPr/>
            <p:nvPr/>
          </p:nvSpPr>
          <p:spPr>
            <a:xfrm>
              <a:off x="4846388" y="2101462"/>
              <a:ext cx="23306" cy="24054"/>
            </a:xfrm>
            <a:custGeom>
              <a:rect b="b" l="l" r="r" t="t"/>
              <a:pathLst>
                <a:path extrusionOk="0" h="739" w="716">
                  <a:moveTo>
                    <a:pt x="1" y="1"/>
                  </a:moveTo>
                  <a:lnTo>
                    <a:pt x="1" y="739"/>
                  </a:lnTo>
                  <a:lnTo>
                    <a:pt x="715" y="739"/>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0"/>
            <p:cNvSpPr/>
            <p:nvPr/>
          </p:nvSpPr>
          <p:spPr>
            <a:xfrm>
              <a:off x="4840985"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8" y="1287"/>
                    <a:pt x="738" y="1096"/>
                  </a:cubicBezTo>
                  <a:lnTo>
                    <a:pt x="7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5032450"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9" y="1287"/>
                    <a:pt x="739" y="1096"/>
                  </a:cubicBezTo>
                  <a:lnTo>
                    <a:pt x="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0"/>
            <p:cNvSpPr/>
            <p:nvPr/>
          </p:nvSpPr>
          <p:spPr>
            <a:xfrm>
              <a:off x="4937108" y="2191400"/>
              <a:ext cx="24054" cy="24054"/>
            </a:xfrm>
            <a:custGeom>
              <a:rect b="b" l="l" r="r" t="t"/>
              <a:pathLst>
                <a:path extrusionOk="0" h="739" w="739">
                  <a:moveTo>
                    <a:pt x="0" y="0"/>
                  </a:moveTo>
                  <a:lnTo>
                    <a:pt x="0" y="738"/>
                  </a:lnTo>
                  <a:lnTo>
                    <a:pt x="738" y="738"/>
                  </a:lnTo>
                  <a:lnTo>
                    <a:pt x="7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0"/>
            <p:cNvSpPr/>
            <p:nvPr/>
          </p:nvSpPr>
          <p:spPr>
            <a:xfrm>
              <a:off x="5027795" y="2101462"/>
              <a:ext cx="23273" cy="24054"/>
            </a:xfrm>
            <a:custGeom>
              <a:rect b="b" l="l" r="r" t="t"/>
              <a:pathLst>
                <a:path extrusionOk="0" h="739" w="715">
                  <a:moveTo>
                    <a:pt x="0" y="1"/>
                  </a:moveTo>
                  <a:lnTo>
                    <a:pt x="0" y="739"/>
                  </a:lnTo>
                  <a:lnTo>
                    <a:pt x="715" y="739"/>
                  </a:lnTo>
                  <a:lnTo>
                    <a:pt x="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0"/>
            <p:cNvSpPr/>
            <p:nvPr/>
          </p:nvSpPr>
          <p:spPr>
            <a:xfrm>
              <a:off x="5027795" y="2191400"/>
              <a:ext cx="23273" cy="24054"/>
            </a:xfrm>
            <a:custGeom>
              <a:rect b="b" l="l" r="r" t="t"/>
              <a:pathLst>
                <a:path extrusionOk="0" h="739" w="715">
                  <a:moveTo>
                    <a:pt x="0" y="0"/>
                  </a:moveTo>
                  <a:lnTo>
                    <a:pt x="0" y="738"/>
                  </a:lnTo>
                  <a:lnTo>
                    <a:pt x="715" y="738"/>
                  </a:lnTo>
                  <a:lnTo>
                    <a:pt x="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0"/>
            <p:cNvSpPr/>
            <p:nvPr/>
          </p:nvSpPr>
          <p:spPr>
            <a:xfrm>
              <a:off x="4937108" y="2101462"/>
              <a:ext cx="24054" cy="24054"/>
            </a:xfrm>
            <a:custGeom>
              <a:rect b="b" l="l" r="r" t="t"/>
              <a:pathLst>
                <a:path extrusionOk="0" h="739" w="739">
                  <a:moveTo>
                    <a:pt x="0" y="1"/>
                  </a:moveTo>
                  <a:lnTo>
                    <a:pt x="0" y="739"/>
                  </a:lnTo>
                  <a:lnTo>
                    <a:pt x="738" y="739"/>
                  </a:lnTo>
                  <a:lnTo>
                    <a:pt x="7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0"/>
          <p:cNvGrpSpPr/>
          <p:nvPr/>
        </p:nvGrpSpPr>
        <p:grpSpPr>
          <a:xfrm>
            <a:off x="4063736" y="1768643"/>
            <a:ext cx="261149" cy="349778"/>
            <a:chOff x="4065003" y="1922400"/>
            <a:chExt cx="260498" cy="348871"/>
          </a:xfrm>
        </p:grpSpPr>
        <p:sp>
          <p:nvSpPr>
            <p:cNvPr id="9176" name="Google Shape;9176;p70"/>
            <p:cNvSpPr/>
            <p:nvPr/>
          </p:nvSpPr>
          <p:spPr>
            <a:xfrm>
              <a:off x="4065003" y="1922400"/>
              <a:ext cx="75223" cy="76004"/>
            </a:xfrm>
            <a:custGeom>
              <a:rect b="b" l="l" r="r" t="t"/>
              <a:pathLst>
                <a:path extrusionOk="0" h="2335" w="2311">
                  <a:moveTo>
                    <a:pt x="2311" y="1"/>
                  </a:moveTo>
                  <a:lnTo>
                    <a:pt x="1" y="2334"/>
                  </a:lnTo>
                  <a:lnTo>
                    <a:pt x="2311" y="2334"/>
                  </a:lnTo>
                  <a:lnTo>
                    <a:pt x="23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0"/>
            <p:cNvSpPr/>
            <p:nvPr/>
          </p:nvSpPr>
          <p:spPr>
            <a:xfrm>
              <a:off x="4065003" y="1922400"/>
              <a:ext cx="260498" cy="348871"/>
            </a:xfrm>
            <a:custGeom>
              <a:rect b="b" l="l" r="r" t="t"/>
              <a:pathLst>
                <a:path extrusionOk="0" h="10718" w="8003">
                  <a:moveTo>
                    <a:pt x="4311" y="3739"/>
                  </a:moveTo>
                  <a:lnTo>
                    <a:pt x="4311" y="6526"/>
                  </a:lnTo>
                  <a:lnTo>
                    <a:pt x="5240" y="5621"/>
                  </a:lnTo>
                  <a:lnTo>
                    <a:pt x="5693" y="6049"/>
                  </a:lnTo>
                  <a:lnTo>
                    <a:pt x="4002" y="7740"/>
                  </a:lnTo>
                  <a:lnTo>
                    <a:pt x="2335" y="6073"/>
                  </a:lnTo>
                  <a:lnTo>
                    <a:pt x="2787" y="5621"/>
                  </a:lnTo>
                  <a:lnTo>
                    <a:pt x="3692" y="6526"/>
                  </a:lnTo>
                  <a:lnTo>
                    <a:pt x="3692" y="3739"/>
                  </a:lnTo>
                  <a:close/>
                  <a:moveTo>
                    <a:pt x="6312" y="7740"/>
                  </a:moveTo>
                  <a:lnTo>
                    <a:pt x="6312" y="9169"/>
                  </a:lnTo>
                  <a:lnTo>
                    <a:pt x="1668" y="9169"/>
                  </a:lnTo>
                  <a:lnTo>
                    <a:pt x="1668" y="7740"/>
                  </a:lnTo>
                  <a:lnTo>
                    <a:pt x="2287" y="7740"/>
                  </a:lnTo>
                  <a:lnTo>
                    <a:pt x="2287" y="8526"/>
                  </a:lnTo>
                  <a:lnTo>
                    <a:pt x="5693" y="8526"/>
                  </a:lnTo>
                  <a:lnTo>
                    <a:pt x="5693" y="7740"/>
                  </a:lnTo>
                  <a:close/>
                  <a:moveTo>
                    <a:pt x="2954" y="1"/>
                  </a:moveTo>
                  <a:lnTo>
                    <a:pt x="2954" y="2954"/>
                  </a:lnTo>
                  <a:lnTo>
                    <a:pt x="1" y="2954"/>
                  </a:lnTo>
                  <a:lnTo>
                    <a:pt x="1" y="10717"/>
                  </a:lnTo>
                  <a:lnTo>
                    <a:pt x="8003" y="10717"/>
                  </a:lnTo>
                  <a:lnTo>
                    <a:pt x="80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0"/>
          <p:cNvGrpSpPr/>
          <p:nvPr/>
        </p:nvGrpSpPr>
        <p:grpSpPr>
          <a:xfrm>
            <a:off x="2508740" y="1781077"/>
            <a:ext cx="349710" cy="325661"/>
            <a:chOff x="2513885" y="1934802"/>
            <a:chExt cx="348838" cy="324816"/>
          </a:xfrm>
        </p:grpSpPr>
        <p:sp>
          <p:nvSpPr>
            <p:cNvPr id="9179" name="Google Shape;9179;p70"/>
            <p:cNvSpPr/>
            <p:nvPr/>
          </p:nvSpPr>
          <p:spPr>
            <a:xfrm>
              <a:off x="2669674" y="2065038"/>
              <a:ext cx="35707" cy="61259"/>
            </a:xfrm>
            <a:custGeom>
              <a:rect b="b" l="l" r="r" t="t"/>
              <a:pathLst>
                <a:path extrusionOk="0" h="1882" w="1097">
                  <a:moveTo>
                    <a:pt x="549" y="0"/>
                  </a:moveTo>
                  <a:cubicBezTo>
                    <a:pt x="525" y="0"/>
                    <a:pt x="382" y="120"/>
                    <a:pt x="215" y="572"/>
                  </a:cubicBezTo>
                  <a:cubicBezTo>
                    <a:pt x="96" y="1001"/>
                    <a:pt x="25" y="1429"/>
                    <a:pt x="1" y="1882"/>
                  </a:cubicBezTo>
                  <a:lnTo>
                    <a:pt x="1096" y="1882"/>
                  </a:lnTo>
                  <a:cubicBezTo>
                    <a:pt x="1096" y="1429"/>
                    <a:pt x="1025" y="1001"/>
                    <a:pt x="882" y="572"/>
                  </a:cubicBezTo>
                  <a:cubicBezTo>
                    <a:pt x="739" y="120"/>
                    <a:pt x="596" y="0"/>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0"/>
            <p:cNvSpPr/>
            <p:nvPr/>
          </p:nvSpPr>
          <p:spPr>
            <a:xfrm>
              <a:off x="2669674" y="2146415"/>
              <a:ext cx="35707" cy="62073"/>
            </a:xfrm>
            <a:custGeom>
              <a:rect b="b" l="l" r="r" t="t"/>
              <a:pathLst>
                <a:path extrusionOk="0" h="1907" w="1097">
                  <a:moveTo>
                    <a:pt x="1" y="1"/>
                  </a:moveTo>
                  <a:cubicBezTo>
                    <a:pt x="25" y="453"/>
                    <a:pt x="96" y="906"/>
                    <a:pt x="215" y="1335"/>
                  </a:cubicBezTo>
                  <a:cubicBezTo>
                    <a:pt x="382" y="1763"/>
                    <a:pt x="525" y="1882"/>
                    <a:pt x="549" y="1906"/>
                  </a:cubicBezTo>
                  <a:cubicBezTo>
                    <a:pt x="596" y="1906"/>
                    <a:pt x="739" y="1763"/>
                    <a:pt x="882" y="1335"/>
                  </a:cubicBezTo>
                  <a:cubicBezTo>
                    <a:pt x="1025" y="906"/>
                    <a:pt x="1096" y="453"/>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0"/>
            <p:cNvSpPr/>
            <p:nvPr/>
          </p:nvSpPr>
          <p:spPr>
            <a:xfrm>
              <a:off x="2715408" y="2071222"/>
              <a:ext cx="42673" cy="55075"/>
            </a:xfrm>
            <a:custGeom>
              <a:rect b="b" l="l" r="r" t="t"/>
              <a:pathLst>
                <a:path extrusionOk="0" h="1692" w="1311">
                  <a:moveTo>
                    <a:pt x="1" y="1"/>
                  </a:moveTo>
                  <a:lnTo>
                    <a:pt x="1" y="1"/>
                  </a:lnTo>
                  <a:cubicBezTo>
                    <a:pt x="215" y="549"/>
                    <a:pt x="310" y="1120"/>
                    <a:pt x="334" y="1692"/>
                  </a:cubicBezTo>
                  <a:lnTo>
                    <a:pt x="1311" y="1692"/>
                  </a:lnTo>
                  <a:cubicBezTo>
                    <a:pt x="1215" y="930"/>
                    <a:pt x="715" y="2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0"/>
            <p:cNvSpPr/>
            <p:nvPr/>
          </p:nvSpPr>
          <p:spPr>
            <a:xfrm>
              <a:off x="2677421" y="1949547"/>
              <a:ext cx="162066" cy="41892"/>
            </a:xfrm>
            <a:custGeom>
              <a:rect b="b" l="l" r="r" t="t"/>
              <a:pathLst>
                <a:path extrusionOk="0" h="1287" w="4979">
                  <a:moveTo>
                    <a:pt x="1" y="0"/>
                  </a:moveTo>
                  <a:lnTo>
                    <a:pt x="739" y="1286"/>
                  </a:lnTo>
                  <a:lnTo>
                    <a:pt x="4978" y="1286"/>
                  </a:lnTo>
                  <a:lnTo>
                    <a:pt x="4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0"/>
            <p:cNvSpPr/>
            <p:nvPr/>
          </p:nvSpPr>
          <p:spPr>
            <a:xfrm>
              <a:off x="2616974" y="2071222"/>
              <a:ext cx="42673" cy="55075"/>
            </a:xfrm>
            <a:custGeom>
              <a:rect b="b" l="l" r="r" t="t"/>
              <a:pathLst>
                <a:path extrusionOk="0" h="1692" w="1311">
                  <a:moveTo>
                    <a:pt x="1310" y="1"/>
                  </a:moveTo>
                  <a:lnTo>
                    <a:pt x="1310" y="1"/>
                  </a:lnTo>
                  <a:cubicBezTo>
                    <a:pt x="620" y="287"/>
                    <a:pt x="119" y="930"/>
                    <a:pt x="0" y="1692"/>
                  </a:cubicBezTo>
                  <a:lnTo>
                    <a:pt x="1001" y="1692"/>
                  </a:lnTo>
                  <a:cubicBezTo>
                    <a:pt x="1001" y="1120"/>
                    <a:pt x="1120" y="549"/>
                    <a:pt x="1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0"/>
            <p:cNvSpPr/>
            <p:nvPr/>
          </p:nvSpPr>
          <p:spPr>
            <a:xfrm>
              <a:off x="2616974" y="2146415"/>
              <a:ext cx="42673" cy="55856"/>
            </a:xfrm>
            <a:custGeom>
              <a:rect b="b" l="l" r="r" t="t"/>
              <a:pathLst>
                <a:path extrusionOk="0" h="1716" w="1311">
                  <a:moveTo>
                    <a:pt x="0" y="1"/>
                  </a:moveTo>
                  <a:cubicBezTo>
                    <a:pt x="119" y="763"/>
                    <a:pt x="620" y="1406"/>
                    <a:pt x="1310" y="1716"/>
                  </a:cubicBezTo>
                  <a:cubicBezTo>
                    <a:pt x="1120" y="1168"/>
                    <a:pt x="1001" y="596"/>
                    <a:pt x="1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0"/>
            <p:cNvSpPr/>
            <p:nvPr/>
          </p:nvSpPr>
          <p:spPr>
            <a:xfrm>
              <a:off x="2513885" y="1934802"/>
              <a:ext cx="348838" cy="324816"/>
            </a:xfrm>
            <a:custGeom>
              <a:rect b="b" l="l" r="r" t="t"/>
              <a:pathLst>
                <a:path extrusionOk="0" h="9979" w="10717">
                  <a:moveTo>
                    <a:pt x="5315" y="3371"/>
                  </a:moveTo>
                  <a:cubicBezTo>
                    <a:pt x="6767" y="3371"/>
                    <a:pt x="8168" y="4497"/>
                    <a:pt x="8168" y="6192"/>
                  </a:cubicBezTo>
                  <a:cubicBezTo>
                    <a:pt x="8168" y="7740"/>
                    <a:pt x="6906" y="9002"/>
                    <a:pt x="5335" y="9002"/>
                  </a:cubicBezTo>
                  <a:cubicBezTo>
                    <a:pt x="2834" y="9002"/>
                    <a:pt x="1572" y="5978"/>
                    <a:pt x="3358" y="4192"/>
                  </a:cubicBezTo>
                  <a:cubicBezTo>
                    <a:pt x="3925" y="3625"/>
                    <a:pt x="4626" y="3371"/>
                    <a:pt x="5315" y="3371"/>
                  </a:cubicBezTo>
                  <a:close/>
                  <a:moveTo>
                    <a:pt x="0" y="1"/>
                  </a:moveTo>
                  <a:lnTo>
                    <a:pt x="0" y="9979"/>
                  </a:lnTo>
                  <a:lnTo>
                    <a:pt x="10717" y="9979"/>
                  </a:lnTo>
                  <a:lnTo>
                    <a:pt x="10717" y="2382"/>
                  </a:lnTo>
                  <a:lnTo>
                    <a:pt x="5406" y="2382"/>
                  </a:ln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0"/>
            <p:cNvSpPr/>
            <p:nvPr/>
          </p:nvSpPr>
          <p:spPr>
            <a:xfrm>
              <a:off x="2715408" y="2146415"/>
              <a:ext cx="42673" cy="55856"/>
            </a:xfrm>
            <a:custGeom>
              <a:rect b="b" l="l" r="r" t="t"/>
              <a:pathLst>
                <a:path extrusionOk="0" h="1716" w="1311">
                  <a:moveTo>
                    <a:pt x="334" y="1"/>
                  </a:moveTo>
                  <a:cubicBezTo>
                    <a:pt x="310" y="596"/>
                    <a:pt x="215" y="1168"/>
                    <a:pt x="1" y="1716"/>
                  </a:cubicBezTo>
                  <a:cubicBezTo>
                    <a:pt x="715" y="1406"/>
                    <a:pt x="1215" y="763"/>
                    <a:pt x="1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0"/>
          <p:cNvGrpSpPr/>
          <p:nvPr/>
        </p:nvGrpSpPr>
        <p:grpSpPr>
          <a:xfrm>
            <a:off x="1752584" y="1784178"/>
            <a:ext cx="349743" cy="318684"/>
            <a:chOff x="1759614" y="1937894"/>
            <a:chExt cx="348871" cy="317857"/>
          </a:xfrm>
        </p:grpSpPr>
        <p:sp>
          <p:nvSpPr>
            <p:cNvPr id="9188" name="Google Shape;9188;p70"/>
            <p:cNvSpPr/>
            <p:nvPr/>
          </p:nvSpPr>
          <p:spPr>
            <a:xfrm>
              <a:off x="1844898" y="1937894"/>
              <a:ext cx="179090" cy="251188"/>
            </a:xfrm>
            <a:custGeom>
              <a:rect b="b" l="l" r="r" t="t"/>
              <a:pathLst>
                <a:path extrusionOk="0" h="7717" w="5502">
                  <a:moveTo>
                    <a:pt x="1858" y="2525"/>
                  </a:moveTo>
                  <a:lnTo>
                    <a:pt x="2310" y="2954"/>
                  </a:lnTo>
                  <a:lnTo>
                    <a:pt x="1286" y="4026"/>
                  </a:lnTo>
                  <a:lnTo>
                    <a:pt x="524" y="3311"/>
                  </a:lnTo>
                  <a:lnTo>
                    <a:pt x="953" y="2859"/>
                  </a:lnTo>
                  <a:lnTo>
                    <a:pt x="1262" y="3144"/>
                  </a:lnTo>
                  <a:lnTo>
                    <a:pt x="1858" y="2525"/>
                  </a:lnTo>
                  <a:close/>
                  <a:moveTo>
                    <a:pt x="4811" y="3406"/>
                  </a:moveTo>
                  <a:lnTo>
                    <a:pt x="4811" y="4026"/>
                  </a:lnTo>
                  <a:lnTo>
                    <a:pt x="2667" y="4026"/>
                  </a:lnTo>
                  <a:lnTo>
                    <a:pt x="2667" y="3406"/>
                  </a:lnTo>
                  <a:close/>
                  <a:moveTo>
                    <a:pt x="1739" y="4692"/>
                  </a:moveTo>
                  <a:lnTo>
                    <a:pt x="1739" y="5312"/>
                  </a:lnTo>
                  <a:lnTo>
                    <a:pt x="1096" y="5312"/>
                  </a:lnTo>
                  <a:lnTo>
                    <a:pt x="1096" y="4692"/>
                  </a:lnTo>
                  <a:close/>
                  <a:moveTo>
                    <a:pt x="4811" y="4692"/>
                  </a:moveTo>
                  <a:lnTo>
                    <a:pt x="4811" y="5312"/>
                  </a:lnTo>
                  <a:lnTo>
                    <a:pt x="2667" y="5312"/>
                  </a:lnTo>
                  <a:lnTo>
                    <a:pt x="2667" y="4692"/>
                  </a:lnTo>
                  <a:close/>
                  <a:moveTo>
                    <a:pt x="1739" y="5954"/>
                  </a:moveTo>
                  <a:lnTo>
                    <a:pt x="1739" y="6597"/>
                  </a:lnTo>
                  <a:lnTo>
                    <a:pt x="1096" y="6597"/>
                  </a:lnTo>
                  <a:lnTo>
                    <a:pt x="1096" y="5954"/>
                  </a:lnTo>
                  <a:close/>
                  <a:moveTo>
                    <a:pt x="4811" y="5954"/>
                  </a:moveTo>
                  <a:lnTo>
                    <a:pt x="4811" y="6597"/>
                  </a:lnTo>
                  <a:lnTo>
                    <a:pt x="2667" y="6597"/>
                  </a:lnTo>
                  <a:lnTo>
                    <a:pt x="2667" y="5954"/>
                  </a:lnTo>
                  <a:close/>
                  <a:moveTo>
                    <a:pt x="1953" y="1"/>
                  </a:moveTo>
                  <a:lnTo>
                    <a:pt x="1953" y="1954"/>
                  </a:lnTo>
                  <a:lnTo>
                    <a:pt x="0" y="1954"/>
                  </a:lnTo>
                  <a:lnTo>
                    <a:pt x="0" y="7717"/>
                  </a:lnTo>
                  <a:lnTo>
                    <a:pt x="5501" y="7717"/>
                  </a:lnTo>
                  <a:lnTo>
                    <a:pt x="5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0"/>
            <p:cNvSpPr/>
            <p:nvPr/>
          </p:nvSpPr>
          <p:spPr>
            <a:xfrm>
              <a:off x="1853426" y="1946422"/>
              <a:ext cx="34894" cy="34145"/>
            </a:xfrm>
            <a:custGeom>
              <a:rect b="b" l="l" r="r" t="t"/>
              <a:pathLst>
                <a:path extrusionOk="0" h="1049" w="1072">
                  <a:moveTo>
                    <a:pt x="1072" y="1"/>
                  </a:moveTo>
                  <a:lnTo>
                    <a:pt x="0" y="1049"/>
                  </a:lnTo>
                  <a:lnTo>
                    <a:pt x="1072" y="1049"/>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2044110" y="2012338"/>
              <a:ext cx="43454" cy="176747"/>
            </a:xfrm>
            <a:custGeom>
              <a:rect b="b" l="l" r="r" t="t"/>
              <a:pathLst>
                <a:path extrusionOk="0" h="5430" w="1335">
                  <a:moveTo>
                    <a:pt x="1" y="0"/>
                  </a:moveTo>
                  <a:lnTo>
                    <a:pt x="1" y="5430"/>
                  </a:lnTo>
                  <a:lnTo>
                    <a:pt x="1334" y="5430"/>
                  </a:lnTo>
                  <a:lnTo>
                    <a:pt x="13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0"/>
            <p:cNvSpPr/>
            <p:nvPr/>
          </p:nvSpPr>
          <p:spPr>
            <a:xfrm>
              <a:off x="1780545" y="2012338"/>
              <a:ext cx="44235" cy="176747"/>
            </a:xfrm>
            <a:custGeom>
              <a:rect b="b" l="l" r="r" t="t"/>
              <a:pathLst>
                <a:path extrusionOk="0" h="5430" w="1359">
                  <a:moveTo>
                    <a:pt x="1" y="0"/>
                  </a:moveTo>
                  <a:lnTo>
                    <a:pt x="1" y="5430"/>
                  </a:lnTo>
                  <a:lnTo>
                    <a:pt x="1358" y="5430"/>
                  </a:lnTo>
                  <a:lnTo>
                    <a:pt x="1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0"/>
            <p:cNvSpPr/>
            <p:nvPr/>
          </p:nvSpPr>
          <p:spPr>
            <a:xfrm>
              <a:off x="1759614" y="2209205"/>
              <a:ext cx="348871" cy="46547"/>
            </a:xfrm>
            <a:custGeom>
              <a:rect b="b" l="l" r="r" t="t"/>
              <a:pathLst>
                <a:path extrusionOk="0" h="1430" w="10718">
                  <a:moveTo>
                    <a:pt x="1" y="1"/>
                  </a:moveTo>
                  <a:lnTo>
                    <a:pt x="1" y="406"/>
                  </a:lnTo>
                  <a:cubicBezTo>
                    <a:pt x="1" y="977"/>
                    <a:pt x="477" y="1430"/>
                    <a:pt x="1025" y="1430"/>
                  </a:cubicBezTo>
                  <a:lnTo>
                    <a:pt x="9693" y="1430"/>
                  </a:lnTo>
                  <a:cubicBezTo>
                    <a:pt x="10265" y="1430"/>
                    <a:pt x="10717" y="977"/>
                    <a:pt x="10717" y="406"/>
                  </a:cubicBez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0"/>
          <p:cNvGrpSpPr/>
          <p:nvPr/>
        </p:nvGrpSpPr>
        <p:grpSpPr>
          <a:xfrm>
            <a:off x="1052392" y="1768643"/>
            <a:ext cx="240167" cy="349785"/>
            <a:chOff x="1061169" y="1922400"/>
            <a:chExt cx="239568" cy="348878"/>
          </a:xfrm>
        </p:grpSpPr>
        <p:sp>
          <p:nvSpPr>
            <p:cNvPr id="9194" name="Google Shape;9194;p70"/>
            <p:cNvSpPr/>
            <p:nvPr/>
          </p:nvSpPr>
          <p:spPr>
            <a:xfrm>
              <a:off x="1159635" y="2002247"/>
              <a:ext cx="31801" cy="36456"/>
            </a:xfrm>
            <a:custGeom>
              <a:rect b="b" l="l" r="r" t="t"/>
              <a:pathLst>
                <a:path extrusionOk="0" h="1120" w="977">
                  <a:moveTo>
                    <a:pt x="0" y="1"/>
                  </a:moveTo>
                  <a:lnTo>
                    <a:pt x="0" y="1120"/>
                  </a:lnTo>
                  <a:lnTo>
                    <a:pt x="977" y="54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1061169" y="1922400"/>
              <a:ext cx="239568" cy="265901"/>
            </a:xfrm>
            <a:custGeom>
              <a:rect b="b" l="l" r="r" t="t"/>
              <a:pathLst>
                <a:path extrusionOk="0" h="8169" w="7360">
                  <a:moveTo>
                    <a:pt x="2406" y="1358"/>
                  </a:moveTo>
                  <a:lnTo>
                    <a:pt x="5264" y="3025"/>
                  </a:lnTo>
                  <a:lnTo>
                    <a:pt x="2406" y="4668"/>
                  </a:lnTo>
                  <a:lnTo>
                    <a:pt x="2406" y="1358"/>
                  </a:lnTo>
                  <a:close/>
                  <a:moveTo>
                    <a:pt x="5573" y="5335"/>
                  </a:moveTo>
                  <a:lnTo>
                    <a:pt x="5573" y="5954"/>
                  </a:lnTo>
                  <a:lnTo>
                    <a:pt x="1763" y="5954"/>
                  </a:lnTo>
                  <a:lnTo>
                    <a:pt x="1763" y="5335"/>
                  </a:lnTo>
                  <a:close/>
                  <a:moveTo>
                    <a:pt x="5573" y="6645"/>
                  </a:moveTo>
                  <a:lnTo>
                    <a:pt x="5573" y="7264"/>
                  </a:lnTo>
                  <a:lnTo>
                    <a:pt x="1763" y="7264"/>
                  </a:lnTo>
                  <a:lnTo>
                    <a:pt x="1763" y="6645"/>
                  </a:lnTo>
                  <a:close/>
                  <a:moveTo>
                    <a:pt x="1" y="1"/>
                  </a:moveTo>
                  <a:lnTo>
                    <a:pt x="1" y="8169"/>
                  </a:lnTo>
                  <a:lnTo>
                    <a:pt x="7359" y="8169"/>
                  </a:lnTo>
                  <a:lnTo>
                    <a:pt x="7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0"/>
            <p:cNvSpPr/>
            <p:nvPr/>
          </p:nvSpPr>
          <p:spPr>
            <a:xfrm>
              <a:off x="1061169" y="2208456"/>
              <a:ext cx="239568" cy="62822"/>
            </a:xfrm>
            <a:custGeom>
              <a:rect b="b" l="l" r="r" t="t"/>
              <a:pathLst>
                <a:path extrusionOk="0" h="1930" w="7360">
                  <a:moveTo>
                    <a:pt x="4002" y="643"/>
                  </a:moveTo>
                  <a:lnTo>
                    <a:pt x="3978" y="1286"/>
                  </a:lnTo>
                  <a:lnTo>
                    <a:pt x="3382" y="1286"/>
                  </a:lnTo>
                  <a:lnTo>
                    <a:pt x="3382" y="643"/>
                  </a:lnTo>
                  <a:close/>
                  <a:moveTo>
                    <a:pt x="1" y="0"/>
                  </a:moveTo>
                  <a:lnTo>
                    <a:pt x="1" y="1929"/>
                  </a:lnTo>
                  <a:lnTo>
                    <a:pt x="7359" y="1929"/>
                  </a:lnTo>
                  <a:lnTo>
                    <a:pt x="7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0"/>
          <p:cNvGrpSpPr/>
          <p:nvPr/>
        </p:nvGrpSpPr>
        <p:grpSpPr>
          <a:xfrm>
            <a:off x="3262547" y="2914996"/>
            <a:ext cx="348927" cy="293026"/>
            <a:chOff x="3265812" y="3065780"/>
            <a:chExt cx="348057" cy="292266"/>
          </a:xfrm>
        </p:grpSpPr>
        <p:sp>
          <p:nvSpPr>
            <p:cNvPr id="9198" name="Google Shape;9198;p70"/>
            <p:cNvSpPr/>
            <p:nvPr/>
          </p:nvSpPr>
          <p:spPr>
            <a:xfrm>
              <a:off x="3327040" y="3127040"/>
              <a:ext cx="225604" cy="126359"/>
            </a:xfrm>
            <a:custGeom>
              <a:rect b="b" l="l" r="r" t="t"/>
              <a:pathLst>
                <a:path extrusionOk="0" h="3882" w="6931">
                  <a:moveTo>
                    <a:pt x="4763" y="595"/>
                  </a:moveTo>
                  <a:cubicBezTo>
                    <a:pt x="5263" y="595"/>
                    <a:pt x="5692" y="1000"/>
                    <a:pt x="5692" y="1524"/>
                  </a:cubicBezTo>
                  <a:lnTo>
                    <a:pt x="5692" y="2405"/>
                  </a:lnTo>
                  <a:cubicBezTo>
                    <a:pt x="5692" y="2905"/>
                    <a:pt x="5263" y="3310"/>
                    <a:pt x="4763" y="3310"/>
                  </a:cubicBezTo>
                  <a:lnTo>
                    <a:pt x="3763" y="3310"/>
                  </a:lnTo>
                  <a:lnTo>
                    <a:pt x="3763" y="595"/>
                  </a:lnTo>
                  <a:close/>
                  <a:moveTo>
                    <a:pt x="3168" y="595"/>
                  </a:moveTo>
                  <a:lnTo>
                    <a:pt x="3168" y="3310"/>
                  </a:lnTo>
                  <a:lnTo>
                    <a:pt x="2549" y="3310"/>
                  </a:lnTo>
                  <a:lnTo>
                    <a:pt x="2549" y="2286"/>
                  </a:lnTo>
                  <a:lnTo>
                    <a:pt x="1882" y="2286"/>
                  </a:lnTo>
                  <a:lnTo>
                    <a:pt x="1882" y="3334"/>
                  </a:lnTo>
                  <a:lnTo>
                    <a:pt x="1239" y="3334"/>
                  </a:lnTo>
                  <a:lnTo>
                    <a:pt x="1239" y="595"/>
                  </a:lnTo>
                  <a:lnTo>
                    <a:pt x="1882" y="595"/>
                  </a:lnTo>
                  <a:lnTo>
                    <a:pt x="1882" y="1667"/>
                  </a:lnTo>
                  <a:lnTo>
                    <a:pt x="2549" y="1667"/>
                  </a:lnTo>
                  <a:lnTo>
                    <a:pt x="2549" y="595"/>
                  </a:lnTo>
                  <a:close/>
                  <a:moveTo>
                    <a:pt x="0" y="0"/>
                  </a:moveTo>
                  <a:lnTo>
                    <a:pt x="0" y="3882"/>
                  </a:lnTo>
                  <a:lnTo>
                    <a:pt x="6931" y="3882"/>
                  </a:lnTo>
                  <a:lnTo>
                    <a:pt x="69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0"/>
            <p:cNvSpPr/>
            <p:nvPr/>
          </p:nvSpPr>
          <p:spPr>
            <a:xfrm>
              <a:off x="3265812" y="3065780"/>
              <a:ext cx="348057" cy="292266"/>
            </a:xfrm>
            <a:custGeom>
              <a:rect b="b" l="l" r="r" t="t"/>
              <a:pathLst>
                <a:path extrusionOk="0" h="8979" w="10693">
                  <a:moveTo>
                    <a:pt x="9454" y="1239"/>
                  </a:moveTo>
                  <a:lnTo>
                    <a:pt x="9454" y="6407"/>
                  </a:lnTo>
                  <a:lnTo>
                    <a:pt x="1238" y="6407"/>
                  </a:lnTo>
                  <a:lnTo>
                    <a:pt x="1238" y="1239"/>
                  </a:lnTo>
                  <a:close/>
                  <a:moveTo>
                    <a:pt x="0" y="1"/>
                  </a:moveTo>
                  <a:lnTo>
                    <a:pt x="0" y="7645"/>
                  </a:lnTo>
                  <a:lnTo>
                    <a:pt x="3358" y="7645"/>
                  </a:lnTo>
                  <a:lnTo>
                    <a:pt x="3358" y="8979"/>
                  </a:lnTo>
                  <a:lnTo>
                    <a:pt x="7359" y="8979"/>
                  </a:lnTo>
                  <a:lnTo>
                    <a:pt x="7359" y="7645"/>
                  </a:lnTo>
                  <a:lnTo>
                    <a:pt x="10693" y="7645"/>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0"/>
            <p:cNvSpPr/>
            <p:nvPr/>
          </p:nvSpPr>
          <p:spPr>
            <a:xfrm>
              <a:off x="3469679" y="3166557"/>
              <a:ext cx="21743" cy="48109"/>
            </a:xfrm>
            <a:custGeom>
              <a:rect b="b" l="l" r="r" t="t"/>
              <a:pathLst>
                <a:path extrusionOk="0" h="1478" w="668">
                  <a:moveTo>
                    <a:pt x="381" y="1"/>
                  </a:moveTo>
                  <a:lnTo>
                    <a:pt x="381" y="24"/>
                  </a:lnTo>
                  <a:lnTo>
                    <a:pt x="0" y="24"/>
                  </a:lnTo>
                  <a:lnTo>
                    <a:pt x="0" y="1477"/>
                  </a:lnTo>
                  <a:lnTo>
                    <a:pt x="381" y="1477"/>
                  </a:lnTo>
                  <a:cubicBezTo>
                    <a:pt x="548" y="1477"/>
                    <a:pt x="667" y="1334"/>
                    <a:pt x="667" y="1191"/>
                  </a:cubicBezTo>
                  <a:lnTo>
                    <a:pt x="667" y="310"/>
                  </a:lnTo>
                  <a:cubicBezTo>
                    <a:pt x="667" y="144"/>
                    <a:pt x="548" y="1"/>
                    <a:pt x="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0"/>
          <p:cNvGrpSpPr/>
          <p:nvPr/>
        </p:nvGrpSpPr>
        <p:grpSpPr>
          <a:xfrm>
            <a:off x="997211" y="2914996"/>
            <a:ext cx="349749" cy="292249"/>
            <a:chOff x="1006125" y="3065780"/>
            <a:chExt cx="348877" cy="291491"/>
          </a:xfrm>
        </p:grpSpPr>
        <p:sp>
          <p:nvSpPr>
            <p:cNvPr id="9202" name="Google Shape;9202;p70"/>
            <p:cNvSpPr/>
            <p:nvPr/>
          </p:nvSpPr>
          <p:spPr>
            <a:xfrm>
              <a:off x="1027055" y="3113857"/>
              <a:ext cx="307012" cy="176746"/>
            </a:xfrm>
            <a:custGeom>
              <a:rect b="b" l="l" r="r" t="t"/>
              <a:pathLst>
                <a:path extrusionOk="0" h="5430" w="9432">
                  <a:moveTo>
                    <a:pt x="1" y="0"/>
                  </a:moveTo>
                  <a:lnTo>
                    <a:pt x="1" y="5430"/>
                  </a:lnTo>
                  <a:lnTo>
                    <a:pt x="882" y="5430"/>
                  </a:lnTo>
                  <a:lnTo>
                    <a:pt x="882" y="5168"/>
                  </a:lnTo>
                  <a:cubicBezTo>
                    <a:pt x="882" y="4430"/>
                    <a:pt x="1287" y="3763"/>
                    <a:pt x="1930" y="3453"/>
                  </a:cubicBezTo>
                  <a:cubicBezTo>
                    <a:pt x="1739" y="3215"/>
                    <a:pt x="1620" y="2882"/>
                    <a:pt x="1644" y="2572"/>
                  </a:cubicBezTo>
                  <a:cubicBezTo>
                    <a:pt x="1682" y="1923"/>
                    <a:pt x="2225" y="1458"/>
                    <a:pt x="2831" y="1458"/>
                  </a:cubicBezTo>
                  <a:cubicBezTo>
                    <a:pt x="2982" y="1458"/>
                    <a:pt x="3136" y="1487"/>
                    <a:pt x="3287" y="1548"/>
                  </a:cubicBezTo>
                  <a:cubicBezTo>
                    <a:pt x="4049" y="1882"/>
                    <a:pt x="4264" y="2834"/>
                    <a:pt x="3716" y="3453"/>
                  </a:cubicBezTo>
                  <a:cubicBezTo>
                    <a:pt x="4359" y="3787"/>
                    <a:pt x="4764" y="4430"/>
                    <a:pt x="4764" y="5168"/>
                  </a:cubicBezTo>
                  <a:lnTo>
                    <a:pt x="4764" y="5430"/>
                  </a:lnTo>
                  <a:lnTo>
                    <a:pt x="9431" y="5430"/>
                  </a:lnTo>
                  <a:lnTo>
                    <a:pt x="9431" y="2263"/>
                  </a:lnTo>
                  <a:lnTo>
                    <a:pt x="7645" y="2263"/>
                  </a:lnTo>
                  <a:lnTo>
                    <a:pt x="5788" y="3477"/>
                  </a:lnTo>
                  <a:lnTo>
                    <a:pt x="5788" y="2263"/>
                  </a:lnTo>
                  <a:lnTo>
                    <a:pt x="5693" y="2263"/>
                  </a:lnTo>
                  <a:cubicBezTo>
                    <a:pt x="5192" y="2263"/>
                    <a:pt x="4788" y="1858"/>
                    <a:pt x="4788" y="1358"/>
                  </a:cubicBezTo>
                  <a:lnTo>
                    <a:pt x="47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0"/>
            <p:cNvSpPr/>
            <p:nvPr/>
          </p:nvSpPr>
          <p:spPr>
            <a:xfrm>
              <a:off x="1203026" y="3065780"/>
              <a:ext cx="151976" cy="123299"/>
            </a:xfrm>
            <a:custGeom>
              <a:rect b="b" l="l" r="r" t="t"/>
              <a:pathLst>
                <a:path extrusionOk="0" h="3788" w="4669">
                  <a:moveTo>
                    <a:pt x="1406" y="1168"/>
                  </a:moveTo>
                  <a:lnTo>
                    <a:pt x="1406" y="1763"/>
                  </a:lnTo>
                  <a:lnTo>
                    <a:pt x="763" y="1763"/>
                  </a:lnTo>
                  <a:lnTo>
                    <a:pt x="763" y="1168"/>
                  </a:lnTo>
                  <a:close/>
                  <a:moveTo>
                    <a:pt x="2644" y="1168"/>
                  </a:moveTo>
                  <a:lnTo>
                    <a:pt x="2644" y="1763"/>
                  </a:lnTo>
                  <a:lnTo>
                    <a:pt x="2025" y="1763"/>
                  </a:lnTo>
                  <a:lnTo>
                    <a:pt x="2025" y="1168"/>
                  </a:lnTo>
                  <a:close/>
                  <a:moveTo>
                    <a:pt x="3906" y="1168"/>
                  </a:moveTo>
                  <a:lnTo>
                    <a:pt x="3906" y="1763"/>
                  </a:lnTo>
                  <a:lnTo>
                    <a:pt x="3287" y="1763"/>
                  </a:lnTo>
                  <a:lnTo>
                    <a:pt x="3287" y="1168"/>
                  </a:lnTo>
                  <a:close/>
                  <a:moveTo>
                    <a:pt x="287" y="1"/>
                  </a:moveTo>
                  <a:cubicBezTo>
                    <a:pt x="120" y="1"/>
                    <a:pt x="1" y="120"/>
                    <a:pt x="1" y="287"/>
                  </a:cubicBezTo>
                  <a:lnTo>
                    <a:pt x="1" y="2835"/>
                  </a:lnTo>
                  <a:cubicBezTo>
                    <a:pt x="1" y="2978"/>
                    <a:pt x="120" y="3097"/>
                    <a:pt x="287" y="3097"/>
                  </a:cubicBezTo>
                  <a:lnTo>
                    <a:pt x="1001" y="3097"/>
                  </a:lnTo>
                  <a:lnTo>
                    <a:pt x="1001" y="3787"/>
                  </a:lnTo>
                  <a:lnTo>
                    <a:pt x="2025" y="3097"/>
                  </a:lnTo>
                  <a:lnTo>
                    <a:pt x="4383" y="3097"/>
                  </a:lnTo>
                  <a:cubicBezTo>
                    <a:pt x="4549" y="3097"/>
                    <a:pt x="4668" y="2978"/>
                    <a:pt x="4668" y="2835"/>
                  </a:cubicBezTo>
                  <a:lnTo>
                    <a:pt x="4668" y="287"/>
                  </a:lnTo>
                  <a:cubicBezTo>
                    <a:pt x="4668" y="120"/>
                    <a:pt x="4549" y="1"/>
                    <a:pt x="4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0"/>
            <p:cNvSpPr/>
            <p:nvPr/>
          </p:nvSpPr>
          <p:spPr>
            <a:xfrm>
              <a:off x="1006125" y="3310757"/>
              <a:ext cx="348871" cy="46514"/>
            </a:xfrm>
            <a:custGeom>
              <a:rect b="b" l="l" r="r" t="t"/>
              <a:pathLst>
                <a:path extrusionOk="0" h="1429" w="10718">
                  <a:moveTo>
                    <a:pt x="1" y="0"/>
                  </a:moveTo>
                  <a:lnTo>
                    <a:pt x="1" y="405"/>
                  </a:lnTo>
                  <a:cubicBezTo>
                    <a:pt x="1" y="977"/>
                    <a:pt x="453" y="1429"/>
                    <a:pt x="1025" y="1429"/>
                  </a:cubicBezTo>
                  <a:lnTo>
                    <a:pt x="9693" y="1429"/>
                  </a:lnTo>
                  <a:cubicBezTo>
                    <a:pt x="10241" y="1429"/>
                    <a:pt x="10717" y="977"/>
                    <a:pt x="10717" y="405"/>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0"/>
            <p:cNvSpPr/>
            <p:nvPr/>
          </p:nvSpPr>
          <p:spPr>
            <a:xfrm>
              <a:off x="1075133" y="3237094"/>
              <a:ext cx="88015" cy="53512"/>
            </a:xfrm>
            <a:custGeom>
              <a:rect b="b" l="l" r="r" t="t"/>
              <a:pathLst>
                <a:path extrusionOk="0" h="1644" w="2704">
                  <a:moveTo>
                    <a:pt x="1362" y="1"/>
                  </a:moveTo>
                  <a:cubicBezTo>
                    <a:pt x="682" y="1"/>
                    <a:pt x="0" y="471"/>
                    <a:pt x="48" y="1406"/>
                  </a:cubicBezTo>
                  <a:lnTo>
                    <a:pt x="48" y="1644"/>
                  </a:lnTo>
                  <a:lnTo>
                    <a:pt x="2668" y="1644"/>
                  </a:lnTo>
                  <a:lnTo>
                    <a:pt x="2668" y="1382"/>
                  </a:lnTo>
                  <a:cubicBezTo>
                    <a:pt x="2703" y="459"/>
                    <a:pt x="2033" y="1"/>
                    <a:pt x="1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0"/>
            <p:cNvSpPr/>
            <p:nvPr/>
          </p:nvSpPr>
          <p:spPr>
            <a:xfrm>
              <a:off x="1094501" y="3181335"/>
              <a:ext cx="43454" cy="37205"/>
            </a:xfrm>
            <a:custGeom>
              <a:rect b="b" l="l" r="r" t="t"/>
              <a:pathLst>
                <a:path extrusionOk="0" h="1143" w="1335">
                  <a:moveTo>
                    <a:pt x="752" y="1"/>
                  </a:moveTo>
                  <a:cubicBezTo>
                    <a:pt x="613" y="1"/>
                    <a:pt x="472" y="52"/>
                    <a:pt x="358" y="166"/>
                  </a:cubicBezTo>
                  <a:cubicBezTo>
                    <a:pt x="1" y="523"/>
                    <a:pt x="263" y="1142"/>
                    <a:pt x="763" y="1142"/>
                  </a:cubicBezTo>
                  <a:cubicBezTo>
                    <a:pt x="1072" y="1142"/>
                    <a:pt x="1334" y="880"/>
                    <a:pt x="1334" y="571"/>
                  </a:cubicBezTo>
                  <a:cubicBezTo>
                    <a:pt x="1334" y="231"/>
                    <a:pt x="1048" y="1"/>
                    <a:pt x="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0"/>
          <p:cNvGrpSpPr/>
          <p:nvPr/>
        </p:nvGrpSpPr>
        <p:grpSpPr>
          <a:xfrm>
            <a:off x="7797037" y="2327460"/>
            <a:ext cx="349752" cy="349750"/>
            <a:chOff x="7788994" y="2479767"/>
            <a:chExt cx="348880" cy="348843"/>
          </a:xfrm>
        </p:grpSpPr>
        <p:sp>
          <p:nvSpPr>
            <p:cNvPr id="9208" name="Google Shape;9208;p70"/>
            <p:cNvSpPr/>
            <p:nvPr/>
          </p:nvSpPr>
          <p:spPr>
            <a:xfrm>
              <a:off x="8109166" y="2698346"/>
              <a:ext cx="28709" cy="29490"/>
            </a:xfrm>
            <a:custGeom>
              <a:rect b="b" l="l" r="r" t="t"/>
              <a:pathLst>
                <a:path extrusionOk="0" h="906" w="882">
                  <a:moveTo>
                    <a:pt x="0" y="1"/>
                  </a:moveTo>
                  <a:lnTo>
                    <a:pt x="0" y="906"/>
                  </a:lnTo>
                  <a:lnTo>
                    <a:pt x="881" y="906"/>
                  </a:lnTo>
                  <a:lnTo>
                    <a:pt x="8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0"/>
            <p:cNvSpPr/>
            <p:nvPr/>
          </p:nvSpPr>
          <p:spPr>
            <a:xfrm>
              <a:off x="8024663" y="2698346"/>
              <a:ext cx="63603" cy="29490"/>
            </a:xfrm>
            <a:custGeom>
              <a:rect b="b" l="l" r="r" t="t"/>
              <a:pathLst>
                <a:path extrusionOk="0" h="906" w="1954">
                  <a:moveTo>
                    <a:pt x="0" y="1"/>
                  </a:moveTo>
                  <a:lnTo>
                    <a:pt x="1072" y="906"/>
                  </a:lnTo>
                  <a:lnTo>
                    <a:pt x="1953" y="906"/>
                  </a:ln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0"/>
            <p:cNvSpPr/>
            <p:nvPr/>
          </p:nvSpPr>
          <p:spPr>
            <a:xfrm>
              <a:off x="8109166" y="2479767"/>
              <a:ext cx="28709" cy="29490"/>
            </a:xfrm>
            <a:custGeom>
              <a:rect b="b" l="l" r="r" t="t"/>
              <a:pathLst>
                <a:path extrusionOk="0" h="906" w="882">
                  <a:moveTo>
                    <a:pt x="0" y="0"/>
                  </a:moveTo>
                  <a:lnTo>
                    <a:pt x="0" y="905"/>
                  </a:lnTo>
                  <a:lnTo>
                    <a:pt x="881" y="905"/>
                  </a:lnTo>
                  <a:lnTo>
                    <a:pt x="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0"/>
            <p:cNvSpPr/>
            <p:nvPr/>
          </p:nvSpPr>
          <p:spPr>
            <a:xfrm>
              <a:off x="8109166" y="2530156"/>
              <a:ext cx="28709" cy="148070"/>
            </a:xfrm>
            <a:custGeom>
              <a:rect b="b" l="l" r="r" t="t"/>
              <a:pathLst>
                <a:path extrusionOk="0" h="4549" w="882">
                  <a:moveTo>
                    <a:pt x="0" y="0"/>
                  </a:moveTo>
                  <a:lnTo>
                    <a:pt x="0" y="4549"/>
                  </a:lnTo>
                  <a:lnTo>
                    <a:pt x="881" y="4549"/>
                  </a:lnTo>
                  <a:lnTo>
                    <a:pt x="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0"/>
            <p:cNvSpPr/>
            <p:nvPr/>
          </p:nvSpPr>
          <p:spPr>
            <a:xfrm>
              <a:off x="7968057" y="2678978"/>
              <a:ext cx="87625" cy="149632"/>
            </a:xfrm>
            <a:custGeom>
              <a:rect b="b" l="l" r="r" t="t"/>
              <a:pathLst>
                <a:path extrusionOk="0" h="4597" w="2692">
                  <a:moveTo>
                    <a:pt x="1" y="0"/>
                  </a:moveTo>
                  <a:lnTo>
                    <a:pt x="48" y="3477"/>
                  </a:lnTo>
                  <a:lnTo>
                    <a:pt x="1001" y="3025"/>
                  </a:lnTo>
                  <a:lnTo>
                    <a:pt x="1739" y="4597"/>
                  </a:lnTo>
                  <a:lnTo>
                    <a:pt x="2478" y="4239"/>
                  </a:lnTo>
                  <a:lnTo>
                    <a:pt x="1739" y="2668"/>
                  </a:lnTo>
                  <a:lnTo>
                    <a:pt x="2692" y="221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7788994" y="2698346"/>
              <a:ext cx="29490" cy="29490"/>
            </a:xfrm>
            <a:custGeom>
              <a:rect b="b" l="l" r="r" t="t"/>
              <a:pathLst>
                <a:path extrusionOk="0" h="906" w="906">
                  <a:moveTo>
                    <a:pt x="1" y="1"/>
                  </a:moveTo>
                  <a:lnTo>
                    <a:pt x="1" y="906"/>
                  </a:lnTo>
                  <a:lnTo>
                    <a:pt x="906" y="906"/>
                  </a:lnTo>
                  <a:lnTo>
                    <a:pt x="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0"/>
            <p:cNvSpPr/>
            <p:nvPr/>
          </p:nvSpPr>
          <p:spPr>
            <a:xfrm>
              <a:off x="7839383" y="2530156"/>
              <a:ext cx="248877" cy="148070"/>
            </a:xfrm>
            <a:custGeom>
              <a:rect b="b" l="l" r="r" t="t"/>
              <a:pathLst>
                <a:path extrusionOk="0" h="4549" w="7646">
                  <a:moveTo>
                    <a:pt x="5692" y="881"/>
                  </a:moveTo>
                  <a:lnTo>
                    <a:pt x="5692" y="1500"/>
                  </a:lnTo>
                  <a:lnTo>
                    <a:pt x="2049" y="1500"/>
                  </a:lnTo>
                  <a:lnTo>
                    <a:pt x="2049" y="881"/>
                  </a:lnTo>
                  <a:close/>
                  <a:moveTo>
                    <a:pt x="6359" y="2167"/>
                  </a:moveTo>
                  <a:lnTo>
                    <a:pt x="6359" y="2786"/>
                  </a:lnTo>
                  <a:lnTo>
                    <a:pt x="1382" y="2786"/>
                  </a:lnTo>
                  <a:lnTo>
                    <a:pt x="1382" y="2167"/>
                  </a:lnTo>
                  <a:close/>
                  <a:moveTo>
                    <a:pt x="1" y="0"/>
                  </a:moveTo>
                  <a:lnTo>
                    <a:pt x="1" y="4549"/>
                  </a:lnTo>
                  <a:lnTo>
                    <a:pt x="3335" y="4549"/>
                  </a:lnTo>
                  <a:lnTo>
                    <a:pt x="3335" y="3239"/>
                  </a:lnTo>
                  <a:lnTo>
                    <a:pt x="4930" y="4549"/>
                  </a:lnTo>
                  <a:lnTo>
                    <a:pt x="7645" y="4549"/>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0"/>
            <p:cNvSpPr/>
            <p:nvPr/>
          </p:nvSpPr>
          <p:spPr>
            <a:xfrm>
              <a:off x="7838602" y="2698346"/>
              <a:ext cx="109335" cy="29490"/>
            </a:xfrm>
            <a:custGeom>
              <a:rect b="b" l="l" r="r" t="t"/>
              <a:pathLst>
                <a:path extrusionOk="0" h="906" w="3359">
                  <a:moveTo>
                    <a:pt x="1" y="1"/>
                  </a:moveTo>
                  <a:lnTo>
                    <a:pt x="1" y="906"/>
                  </a:lnTo>
                  <a:lnTo>
                    <a:pt x="3359" y="906"/>
                  </a:lnTo>
                  <a:lnTo>
                    <a:pt x="3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0"/>
            <p:cNvSpPr/>
            <p:nvPr/>
          </p:nvSpPr>
          <p:spPr>
            <a:xfrm>
              <a:off x="7788994" y="2530156"/>
              <a:ext cx="29490" cy="148070"/>
            </a:xfrm>
            <a:custGeom>
              <a:rect b="b" l="l" r="r" t="t"/>
              <a:pathLst>
                <a:path extrusionOk="0" h="4549" w="906">
                  <a:moveTo>
                    <a:pt x="1" y="0"/>
                  </a:moveTo>
                  <a:lnTo>
                    <a:pt x="1" y="4549"/>
                  </a:lnTo>
                  <a:lnTo>
                    <a:pt x="906" y="4549"/>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7788994" y="2479767"/>
              <a:ext cx="29490" cy="29490"/>
            </a:xfrm>
            <a:custGeom>
              <a:rect b="b" l="l" r="r" t="t"/>
              <a:pathLst>
                <a:path extrusionOk="0" h="906" w="906">
                  <a:moveTo>
                    <a:pt x="1" y="0"/>
                  </a:moveTo>
                  <a:lnTo>
                    <a:pt x="1" y="905"/>
                  </a:lnTo>
                  <a:lnTo>
                    <a:pt x="906" y="905"/>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0"/>
            <p:cNvSpPr/>
            <p:nvPr/>
          </p:nvSpPr>
          <p:spPr>
            <a:xfrm>
              <a:off x="7839383" y="2479767"/>
              <a:ext cx="248877" cy="29490"/>
            </a:xfrm>
            <a:custGeom>
              <a:rect b="b" l="l" r="r" t="t"/>
              <a:pathLst>
                <a:path extrusionOk="0" h="906" w="7646">
                  <a:moveTo>
                    <a:pt x="1" y="0"/>
                  </a:moveTo>
                  <a:lnTo>
                    <a:pt x="1" y="905"/>
                  </a:lnTo>
                  <a:lnTo>
                    <a:pt x="7645" y="905"/>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70"/>
          <p:cNvGrpSpPr/>
          <p:nvPr/>
        </p:nvGrpSpPr>
        <p:grpSpPr>
          <a:xfrm>
            <a:off x="7061113" y="2327460"/>
            <a:ext cx="310096" cy="349426"/>
            <a:chOff x="7054905" y="2479767"/>
            <a:chExt cx="309323" cy="348520"/>
          </a:xfrm>
        </p:grpSpPr>
        <p:sp>
          <p:nvSpPr>
            <p:cNvPr id="9220" name="Google Shape;9220;p70"/>
            <p:cNvSpPr/>
            <p:nvPr/>
          </p:nvSpPr>
          <p:spPr>
            <a:xfrm>
              <a:off x="7155683" y="2595258"/>
              <a:ext cx="105429" cy="105462"/>
            </a:xfrm>
            <a:custGeom>
              <a:rect b="b" l="l" r="r" t="t"/>
              <a:pathLst>
                <a:path extrusionOk="0" h="3240" w="3239">
                  <a:moveTo>
                    <a:pt x="1620" y="0"/>
                  </a:moveTo>
                  <a:cubicBezTo>
                    <a:pt x="715" y="0"/>
                    <a:pt x="0" y="715"/>
                    <a:pt x="0" y="1620"/>
                  </a:cubicBezTo>
                  <a:cubicBezTo>
                    <a:pt x="0" y="2525"/>
                    <a:pt x="715" y="3239"/>
                    <a:pt x="1620" y="3239"/>
                  </a:cubicBezTo>
                  <a:cubicBezTo>
                    <a:pt x="2525" y="3239"/>
                    <a:pt x="3239" y="2525"/>
                    <a:pt x="3239" y="1620"/>
                  </a:cubicBezTo>
                  <a:cubicBezTo>
                    <a:pt x="3239" y="715"/>
                    <a:pt x="2525" y="0"/>
                    <a:pt x="1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0"/>
            <p:cNvSpPr/>
            <p:nvPr/>
          </p:nvSpPr>
          <p:spPr>
            <a:xfrm>
              <a:off x="7199855" y="2492918"/>
              <a:ext cx="144978" cy="37270"/>
            </a:xfrm>
            <a:custGeom>
              <a:rect b="b" l="l" r="r" t="t"/>
              <a:pathLst>
                <a:path extrusionOk="0" h="1145" w="4454">
                  <a:moveTo>
                    <a:pt x="1" y="1"/>
                  </a:moveTo>
                  <a:lnTo>
                    <a:pt x="644" y="1144"/>
                  </a:lnTo>
                  <a:lnTo>
                    <a:pt x="4454" y="1144"/>
                  </a:lnTo>
                  <a:lnTo>
                    <a:pt x="4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0"/>
            <p:cNvSpPr/>
            <p:nvPr/>
          </p:nvSpPr>
          <p:spPr>
            <a:xfrm>
              <a:off x="7054905" y="2479767"/>
              <a:ext cx="309323" cy="288393"/>
            </a:xfrm>
            <a:custGeom>
              <a:rect b="b" l="l" r="r" t="t"/>
              <a:pathLst>
                <a:path extrusionOk="0" h="8860" w="9503">
                  <a:moveTo>
                    <a:pt x="0" y="0"/>
                  </a:moveTo>
                  <a:lnTo>
                    <a:pt x="0" y="8859"/>
                  </a:lnTo>
                  <a:lnTo>
                    <a:pt x="3644" y="8859"/>
                  </a:lnTo>
                  <a:lnTo>
                    <a:pt x="3644" y="8049"/>
                  </a:lnTo>
                  <a:lnTo>
                    <a:pt x="4406" y="8049"/>
                  </a:lnTo>
                  <a:lnTo>
                    <a:pt x="4406" y="7406"/>
                  </a:lnTo>
                  <a:cubicBezTo>
                    <a:pt x="3215" y="7240"/>
                    <a:pt x="2358" y="6192"/>
                    <a:pt x="2453" y="5001"/>
                  </a:cubicBezTo>
                  <a:cubicBezTo>
                    <a:pt x="2525" y="3810"/>
                    <a:pt x="3525" y="2905"/>
                    <a:pt x="4716" y="2905"/>
                  </a:cubicBezTo>
                  <a:cubicBezTo>
                    <a:pt x="5906" y="2905"/>
                    <a:pt x="6883" y="3810"/>
                    <a:pt x="6954" y="5001"/>
                  </a:cubicBezTo>
                  <a:cubicBezTo>
                    <a:pt x="7049" y="6192"/>
                    <a:pt x="6192" y="7240"/>
                    <a:pt x="5025" y="7406"/>
                  </a:cubicBezTo>
                  <a:lnTo>
                    <a:pt x="5025" y="8049"/>
                  </a:lnTo>
                  <a:lnTo>
                    <a:pt x="5763" y="8049"/>
                  </a:lnTo>
                  <a:lnTo>
                    <a:pt x="5763" y="8859"/>
                  </a:lnTo>
                  <a:lnTo>
                    <a:pt x="9502" y="8859"/>
                  </a:lnTo>
                  <a:lnTo>
                    <a:pt x="9502" y="2167"/>
                  </a:lnTo>
                  <a:lnTo>
                    <a:pt x="4763" y="2167"/>
                  </a:lnTo>
                  <a:lnTo>
                    <a:pt x="3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0"/>
            <p:cNvSpPr/>
            <p:nvPr/>
          </p:nvSpPr>
          <p:spPr>
            <a:xfrm>
              <a:off x="7194419" y="2761918"/>
              <a:ext cx="28742" cy="66369"/>
            </a:xfrm>
            <a:custGeom>
              <a:rect b="b" l="l" r="r" t="t"/>
              <a:pathLst>
                <a:path extrusionOk="0" h="2039" w="883">
                  <a:moveTo>
                    <a:pt x="1" y="1"/>
                  </a:moveTo>
                  <a:lnTo>
                    <a:pt x="1" y="1596"/>
                  </a:lnTo>
                  <a:cubicBezTo>
                    <a:pt x="1" y="1844"/>
                    <a:pt x="199" y="2039"/>
                    <a:pt x="422" y="2039"/>
                  </a:cubicBezTo>
                  <a:cubicBezTo>
                    <a:pt x="456" y="2039"/>
                    <a:pt x="490" y="2034"/>
                    <a:pt x="525" y="2025"/>
                  </a:cubicBezTo>
                  <a:cubicBezTo>
                    <a:pt x="739" y="1977"/>
                    <a:pt x="882" y="1810"/>
                    <a:pt x="882" y="1596"/>
                  </a:cubicBez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70"/>
          <p:cNvGrpSpPr/>
          <p:nvPr/>
        </p:nvGrpSpPr>
        <p:grpSpPr>
          <a:xfrm>
            <a:off x="6323622" y="2327460"/>
            <a:ext cx="274332" cy="349751"/>
            <a:chOff x="6319254" y="2479767"/>
            <a:chExt cx="273648" cy="348844"/>
          </a:xfrm>
        </p:grpSpPr>
        <p:sp>
          <p:nvSpPr>
            <p:cNvPr id="9225" name="Google Shape;9225;p70"/>
            <p:cNvSpPr/>
            <p:nvPr/>
          </p:nvSpPr>
          <p:spPr>
            <a:xfrm>
              <a:off x="6319254" y="2479767"/>
              <a:ext cx="273648" cy="260465"/>
            </a:xfrm>
            <a:custGeom>
              <a:rect b="b" l="l" r="r" t="t"/>
              <a:pathLst>
                <a:path extrusionOk="0" h="8002" w="8407">
                  <a:moveTo>
                    <a:pt x="4227" y="1237"/>
                  </a:moveTo>
                  <a:cubicBezTo>
                    <a:pt x="4906" y="1237"/>
                    <a:pt x="5600" y="1488"/>
                    <a:pt x="6168" y="2048"/>
                  </a:cubicBezTo>
                  <a:cubicBezTo>
                    <a:pt x="7907" y="3787"/>
                    <a:pt x="6668" y="6763"/>
                    <a:pt x="4192" y="6763"/>
                  </a:cubicBezTo>
                  <a:cubicBezTo>
                    <a:pt x="2668" y="6763"/>
                    <a:pt x="1453" y="5525"/>
                    <a:pt x="1453" y="4025"/>
                  </a:cubicBezTo>
                  <a:cubicBezTo>
                    <a:pt x="1437" y="2346"/>
                    <a:pt x="2799" y="1237"/>
                    <a:pt x="4227" y="1237"/>
                  </a:cubicBezTo>
                  <a:close/>
                  <a:moveTo>
                    <a:pt x="2906" y="0"/>
                  </a:moveTo>
                  <a:lnTo>
                    <a:pt x="2120" y="1119"/>
                  </a:lnTo>
                  <a:lnTo>
                    <a:pt x="810" y="1524"/>
                  </a:lnTo>
                  <a:lnTo>
                    <a:pt x="810" y="2905"/>
                  </a:lnTo>
                  <a:lnTo>
                    <a:pt x="0" y="4001"/>
                  </a:lnTo>
                  <a:lnTo>
                    <a:pt x="810" y="5096"/>
                  </a:lnTo>
                  <a:lnTo>
                    <a:pt x="786" y="6478"/>
                  </a:lnTo>
                  <a:lnTo>
                    <a:pt x="2096" y="6882"/>
                  </a:lnTo>
                  <a:lnTo>
                    <a:pt x="2906" y="8002"/>
                  </a:lnTo>
                  <a:lnTo>
                    <a:pt x="4192" y="7549"/>
                  </a:lnTo>
                  <a:lnTo>
                    <a:pt x="5502" y="8002"/>
                  </a:lnTo>
                  <a:lnTo>
                    <a:pt x="6287" y="6882"/>
                  </a:lnTo>
                  <a:lnTo>
                    <a:pt x="7597" y="6478"/>
                  </a:lnTo>
                  <a:lnTo>
                    <a:pt x="7597" y="5096"/>
                  </a:lnTo>
                  <a:lnTo>
                    <a:pt x="8407" y="4001"/>
                  </a:lnTo>
                  <a:lnTo>
                    <a:pt x="7597" y="2905"/>
                  </a:lnTo>
                  <a:lnTo>
                    <a:pt x="7621" y="1524"/>
                  </a:lnTo>
                  <a:lnTo>
                    <a:pt x="6311" y="1119"/>
                  </a:lnTo>
                  <a:lnTo>
                    <a:pt x="5502" y="0"/>
                  </a:lnTo>
                  <a:lnTo>
                    <a:pt x="4216" y="453"/>
                  </a:lnTo>
                  <a:lnTo>
                    <a:pt x="2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0"/>
            <p:cNvSpPr/>
            <p:nvPr/>
          </p:nvSpPr>
          <p:spPr>
            <a:xfrm>
              <a:off x="6378171" y="2725493"/>
              <a:ext cx="65133" cy="103118"/>
            </a:xfrm>
            <a:custGeom>
              <a:rect b="b" l="l" r="r" t="t"/>
              <a:pathLst>
                <a:path extrusionOk="0" h="3168" w="2001">
                  <a:moveTo>
                    <a:pt x="0" y="0"/>
                  </a:moveTo>
                  <a:lnTo>
                    <a:pt x="0" y="3168"/>
                  </a:lnTo>
                  <a:lnTo>
                    <a:pt x="1001" y="2763"/>
                  </a:lnTo>
                  <a:lnTo>
                    <a:pt x="2001" y="3168"/>
                  </a:lnTo>
                  <a:lnTo>
                    <a:pt x="2001" y="810"/>
                  </a:lnTo>
                  <a:lnTo>
                    <a:pt x="858" y="11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0"/>
            <p:cNvSpPr/>
            <p:nvPr/>
          </p:nvSpPr>
          <p:spPr>
            <a:xfrm>
              <a:off x="6363426" y="2540214"/>
              <a:ext cx="162066" cy="139444"/>
            </a:xfrm>
            <a:custGeom>
              <a:rect b="b" l="l" r="r" t="t"/>
              <a:pathLst>
                <a:path extrusionOk="0" h="4284" w="4979">
                  <a:moveTo>
                    <a:pt x="3144" y="715"/>
                  </a:moveTo>
                  <a:lnTo>
                    <a:pt x="3144" y="2858"/>
                  </a:lnTo>
                  <a:lnTo>
                    <a:pt x="3621" y="2858"/>
                  </a:lnTo>
                  <a:lnTo>
                    <a:pt x="3621" y="3478"/>
                  </a:lnTo>
                  <a:lnTo>
                    <a:pt x="2073" y="3478"/>
                  </a:lnTo>
                  <a:lnTo>
                    <a:pt x="2073" y="2858"/>
                  </a:lnTo>
                  <a:lnTo>
                    <a:pt x="2525" y="2858"/>
                  </a:lnTo>
                  <a:lnTo>
                    <a:pt x="2525" y="1525"/>
                  </a:lnTo>
                  <a:lnTo>
                    <a:pt x="2144" y="1715"/>
                  </a:lnTo>
                  <a:lnTo>
                    <a:pt x="1858" y="1168"/>
                  </a:lnTo>
                  <a:lnTo>
                    <a:pt x="2692" y="715"/>
                  </a:lnTo>
                  <a:close/>
                  <a:moveTo>
                    <a:pt x="2835" y="1"/>
                  </a:moveTo>
                  <a:cubicBezTo>
                    <a:pt x="953" y="1"/>
                    <a:pt x="1" y="2311"/>
                    <a:pt x="1334" y="3644"/>
                  </a:cubicBezTo>
                  <a:cubicBezTo>
                    <a:pt x="1769" y="4086"/>
                    <a:pt x="2306" y="4283"/>
                    <a:pt x="2834" y="4283"/>
                  </a:cubicBezTo>
                  <a:cubicBezTo>
                    <a:pt x="3927" y="4283"/>
                    <a:pt x="4978" y="3437"/>
                    <a:pt x="4978" y="2168"/>
                  </a:cubicBezTo>
                  <a:cubicBezTo>
                    <a:pt x="4978" y="977"/>
                    <a:pt x="4025" y="1"/>
                    <a:pt x="2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6468858" y="2725493"/>
              <a:ext cx="65133" cy="103118"/>
            </a:xfrm>
            <a:custGeom>
              <a:rect b="b" l="l" r="r" t="t"/>
              <a:pathLst>
                <a:path extrusionOk="0" h="3168" w="2001">
                  <a:moveTo>
                    <a:pt x="2001" y="0"/>
                  </a:moveTo>
                  <a:lnTo>
                    <a:pt x="1144" y="1191"/>
                  </a:lnTo>
                  <a:lnTo>
                    <a:pt x="1" y="810"/>
                  </a:lnTo>
                  <a:lnTo>
                    <a:pt x="1" y="3168"/>
                  </a:lnTo>
                  <a:lnTo>
                    <a:pt x="1001" y="2763"/>
                  </a:lnTo>
                  <a:lnTo>
                    <a:pt x="2001" y="316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0"/>
          <p:cNvGrpSpPr/>
          <p:nvPr/>
        </p:nvGrpSpPr>
        <p:grpSpPr>
          <a:xfrm>
            <a:off x="5530167" y="2327460"/>
            <a:ext cx="349748" cy="349753"/>
            <a:chOff x="5527778" y="2479767"/>
            <a:chExt cx="348876" cy="348846"/>
          </a:xfrm>
        </p:grpSpPr>
        <p:sp>
          <p:nvSpPr>
            <p:cNvPr id="9230" name="Google Shape;9230;p70"/>
            <p:cNvSpPr/>
            <p:nvPr/>
          </p:nvSpPr>
          <p:spPr>
            <a:xfrm>
              <a:off x="5599097" y="2546431"/>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0"/>
            <p:cNvSpPr/>
            <p:nvPr/>
          </p:nvSpPr>
          <p:spPr>
            <a:xfrm>
              <a:off x="5527778" y="2479767"/>
              <a:ext cx="121737" cy="46514"/>
            </a:xfrm>
            <a:custGeom>
              <a:rect b="b" l="l" r="r" t="t"/>
              <a:pathLst>
                <a:path extrusionOk="0" h="1429" w="3740">
                  <a:moveTo>
                    <a:pt x="1" y="0"/>
                  </a:moveTo>
                  <a:lnTo>
                    <a:pt x="1" y="1429"/>
                  </a:lnTo>
                  <a:lnTo>
                    <a:pt x="3740" y="1429"/>
                  </a:lnTo>
                  <a:lnTo>
                    <a:pt x="37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0"/>
            <p:cNvSpPr/>
            <p:nvPr/>
          </p:nvSpPr>
          <p:spPr>
            <a:xfrm>
              <a:off x="5565764" y="2792939"/>
              <a:ext cx="45765" cy="35675"/>
            </a:xfrm>
            <a:custGeom>
              <a:rect b="b" l="l" r="r" t="t"/>
              <a:pathLst>
                <a:path extrusionOk="0" h="1096" w="1406">
                  <a:moveTo>
                    <a:pt x="1" y="0"/>
                  </a:moveTo>
                  <a:lnTo>
                    <a:pt x="691" y="1096"/>
                  </a:lnTo>
                  <a:lnTo>
                    <a:pt x="1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5527778" y="2546431"/>
              <a:ext cx="50420" cy="171343"/>
            </a:xfrm>
            <a:custGeom>
              <a:rect b="b" l="l" r="r" t="t"/>
              <a:pathLst>
                <a:path extrusionOk="0" h="5264" w="1549">
                  <a:moveTo>
                    <a:pt x="1" y="0"/>
                  </a:moveTo>
                  <a:lnTo>
                    <a:pt x="1" y="5263"/>
                  </a:lnTo>
                  <a:lnTo>
                    <a:pt x="1549" y="5263"/>
                  </a:lnTo>
                  <a:lnTo>
                    <a:pt x="15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5529340" y="2737895"/>
              <a:ext cx="118645" cy="34894"/>
            </a:xfrm>
            <a:custGeom>
              <a:rect b="b" l="l" r="r" t="t"/>
              <a:pathLst>
                <a:path extrusionOk="0" h="1072" w="3645">
                  <a:moveTo>
                    <a:pt x="0" y="0"/>
                  </a:moveTo>
                  <a:lnTo>
                    <a:pt x="715" y="1072"/>
                  </a:lnTo>
                  <a:lnTo>
                    <a:pt x="2930" y="1072"/>
                  </a:lnTo>
                  <a:lnTo>
                    <a:pt x="3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5688254" y="2515411"/>
              <a:ext cx="188399" cy="178309"/>
            </a:xfrm>
            <a:custGeom>
              <a:rect b="b" l="l" r="r" t="t"/>
              <a:pathLst>
                <a:path extrusionOk="0" h="5478" w="5788">
                  <a:moveTo>
                    <a:pt x="1953" y="1739"/>
                  </a:moveTo>
                  <a:lnTo>
                    <a:pt x="1953" y="2382"/>
                  </a:lnTo>
                  <a:lnTo>
                    <a:pt x="1334" y="2382"/>
                  </a:lnTo>
                  <a:lnTo>
                    <a:pt x="1334" y="1739"/>
                  </a:lnTo>
                  <a:close/>
                  <a:moveTo>
                    <a:pt x="3192" y="1739"/>
                  </a:moveTo>
                  <a:lnTo>
                    <a:pt x="3192" y="2382"/>
                  </a:lnTo>
                  <a:lnTo>
                    <a:pt x="2572" y="2382"/>
                  </a:lnTo>
                  <a:lnTo>
                    <a:pt x="2572" y="1739"/>
                  </a:lnTo>
                  <a:close/>
                  <a:moveTo>
                    <a:pt x="4430" y="1739"/>
                  </a:moveTo>
                  <a:lnTo>
                    <a:pt x="4454" y="2382"/>
                  </a:lnTo>
                  <a:lnTo>
                    <a:pt x="3811" y="2382"/>
                  </a:lnTo>
                  <a:lnTo>
                    <a:pt x="3811" y="1739"/>
                  </a:lnTo>
                  <a:close/>
                  <a:moveTo>
                    <a:pt x="4906" y="1"/>
                  </a:moveTo>
                  <a:lnTo>
                    <a:pt x="4906" y="24"/>
                  </a:lnTo>
                  <a:lnTo>
                    <a:pt x="882" y="24"/>
                  </a:lnTo>
                  <a:cubicBezTo>
                    <a:pt x="381" y="24"/>
                    <a:pt x="0" y="405"/>
                    <a:pt x="0" y="906"/>
                  </a:cubicBezTo>
                  <a:lnTo>
                    <a:pt x="0" y="3382"/>
                  </a:lnTo>
                  <a:cubicBezTo>
                    <a:pt x="0" y="3859"/>
                    <a:pt x="381" y="4263"/>
                    <a:pt x="882" y="4263"/>
                  </a:cubicBezTo>
                  <a:lnTo>
                    <a:pt x="977" y="4263"/>
                  </a:lnTo>
                  <a:lnTo>
                    <a:pt x="977" y="5478"/>
                  </a:lnTo>
                  <a:lnTo>
                    <a:pt x="2787" y="4263"/>
                  </a:lnTo>
                  <a:lnTo>
                    <a:pt x="4906" y="4263"/>
                  </a:lnTo>
                  <a:cubicBezTo>
                    <a:pt x="5382" y="4263"/>
                    <a:pt x="5787" y="3859"/>
                    <a:pt x="5787" y="3382"/>
                  </a:cubicBezTo>
                  <a:lnTo>
                    <a:pt x="5787" y="906"/>
                  </a:lnTo>
                  <a:cubicBezTo>
                    <a:pt x="5787" y="405"/>
                    <a:pt x="5382" y="1"/>
                    <a:pt x="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70"/>
          <p:cNvGrpSpPr/>
          <p:nvPr/>
        </p:nvGrpSpPr>
        <p:grpSpPr>
          <a:xfrm>
            <a:off x="4774827" y="2327460"/>
            <a:ext cx="349716" cy="349752"/>
            <a:chOff x="4774321" y="2479767"/>
            <a:chExt cx="348844" cy="348845"/>
          </a:xfrm>
        </p:grpSpPr>
        <p:sp>
          <p:nvSpPr>
            <p:cNvPr id="9237" name="Google Shape;9237;p70"/>
            <p:cNvSpPr/>
            <p:nvPr/>
          </p:nvSpPr>
          <p:spPr>
            <a:xfrm>
              <a:off x="4958787" y="2479767"/>
              <a:ext cx="164378" cy="227915"/>
            </a:xfrm>
            <a:custGeom>
              <a:rect b="b" l="l" r="r" t="t"/>
              <a:pathLst>
                <a:path extrusionOk="0" h="7002" w="5050">
                  <a:moveTo>
                    <a:pt x="3883" y="1405"/>
                  </a:moveTo>
                  <a:lnTo>
                    <a:pt x="3883" y="2024"/>
                  </a:lnTo>
                  <a:lnTo>
                    <a:pt x="1192" y="2024"/>
                  </a:lnTo>
                  <a:lnTo>
                    <a:pt x="1192" y="1405"/>
                  </a:lnTo>
                  <a:close/>
                  <a:moveTo>
                    <a:pt x="3883" y="2834"/>
                  </a:moveTo>
                  <a:lnTo>
                    <a:pt x="3883" y="3429"/>
                  </a:lnTo>
                  <a:lnTo>
                    <a:pt x="1192" y="3429"/>
                  </a:lnTo>
                  <a:lnTo>
                    <a:pt x="1192" y="2834"/>
                  </a:lnTo>
                  <a:close/>
                  <a:moveTo>
                    <a:pt x="3883" y="4239"/>
                  </a:moveTo>
                  <a:lnTo>
                    <a:pt x="3883" y="4858"/>
                  </a:lnTo>
                  <a:lnTo>
                    <a:pt x="1192" y="4858"/>
                  </a:lnTo>
                  <a:lnTo>
                    <a:pt x="1192" y="4239"/>
                  </a:lnTo>
                  <a:close/>
                  <a:moveTo>
                    <a:pt x="1597" y="0"/>
                  </a:moveTo>
                  <a:cubicBezTo>
                    <a:pt x="715" y="0"/>
                    <a:pt x="1" y="715"/>
                    <a:pt x="1" y="1596"/>
                  </a:cubicBezTo>
                  <a:lnTo>
                    <a:pt x="1" y="7002"/>
                  </a:lnTo>
                  <a:cubicBezTo>
                    <a:pt x="430" y="6549"/>
                    <a:pt x="1001" y="6311"/>
                    <a:pt x="1597" y="6311"/>
                  </a:cubicBezTo>
                  <a:lnTo>
                    <a:pt x="5050" y="6311"/>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4774321" y="2479767"/>
              <a:ext cx="164345" cy="227134"/>
            </a:xfrm>
            <a:custGeom>
              <a:rect b="b" l="l" r="r" t="t"/>
              <a:pathLst>
                <a:path extrusionOk="0" h="6978" w="5049">
                  <a:moveTo>
                    <a:pt x="3882" y="1405"/>
                  </a:moveTo>
                  <a:lnTo>
                    <a:pt x="3882" y="2024"/>
                  </a:lnTo>
                  <a:lnTo>
                    <a:pt x="1191" y="2024"/>
                  </a:lnTo>
                  <a:lnTo>
                    <a:pt x="1191" y="1405"/>
                  </a:lnTo>
                  <a:close/>
                  <a:moveTo>
                    <a:pt x="3882" y="2834"/>
                  </a:moveTo>
                  <a:lnTo>
                    <a:pt x="3882" y="3429"/>
                  </a:lnTo>
                  <a:lnTo>
                    <a:pt x="1191" y="3429"/>
                  </a:lnTo>
                  <a:lnTo>
                    <a:pt x="1191" y="2834"/>
                  </a:lnTo>
                  <a:close/>
                  <a:moveTo>
                    <a:pt x="3882" y="4239"/>
                  </a:moveTo>
                  <a:lnTo>
                    <a:pt x="3882" y="4858"/>
                  </a:lnTo>
                  <a:lnTo>
                    <a:pt x="1191" y="4858"/>
                  </a:lnTo>
                  <a:lnTo>
                    <a:pt x="1191" y="4239"/>
                  </a:lnTo>
                  <a:close/>
                  <a:moveTo>
                    <a:pt x="0" y="0"/>
                  </a:moveTo>
                  <a:lnTo>
                    <a:pt x="0" y="6287"/>
                  </a:lnTo>
                  <a:lnTo>
                    <a:pt x="3453" y="6287"/>
                  </a:lnTo>
                  <a:cubicBezTo>
                    <a:pt x="4049" y="6311"/>
                    <a:pt x="4620" y="6549"/>
                    <a:pt x="5049" y="6978"/>
                  </a:cubicBezTo>
                  <a:lnTo>
                    <a:pt x="5049" y="1596"/>
                  </a:lnTo>
                  <a:cubicBezTo>
                    <a:pt x="5049" y="715"/>
                    <a:pt x="4334" y="0"/>
                    <a:pt x="3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0"/>
            <p:cNvSpPr/>
            <p:nvPr/>
          </p:nvSpPr>
          <p:spPr>
            <a:xfrm>
              <a:off x="4961131" y="2705345"/>
              <a:ext cx="162034" cy="41892"/>
            </a:xfrm>
            <a:custGeom>
              <a:rect b="b" l="l" r="r" t="t"/>
              <a:pathLst>
                <a:path extrusionOk="0" h="1287" w="4978">
                  <a:moveTo>
                    <a:pt x="1548" y="0"/>
                  </a:moveTo>
                  <a:cubicBezTo>
                    <a:pt x="786" y="0"/>
                    <a:pt x="143" y="524"/>
                    <a:pt x="0" y="1286"/>
                  </a:cubicBezTo>
                  <a:lnTo>
                    <a:pt x="4978" y="1286"/>
                  </a:lnTo>
                  <a:lnTo>
                    <a:pt x="4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0"/>
            <p:cNvSpPr/>
            <p:nvPr/>
          </p:nvSpPr>
          <p:spPr>
            <a:xfrm>
              <a:off x="4774321" y="2705345"/>
              <a:ext cx="162034" cy="41892"/>
            </a:xfrm>
            <a:custGeom>
              <a:rect b="b" l="l" r="r" t="t"/>
              <a:pathLst>
                <a:path extrusionOk="0" h="1287" w="4978">
                  <a:moveTo>
                    <a:pt x="0" y="0"/>
                  </a:moveTo>
                  <a:lnTo>
                    <a:pt x="0" y="1286"/>
                  </a:lnTo>
                  <a:lnTo>
                    <a:pt x="4977" y="1286"/>
                  </a:lnTo>
                  <a:cubicBezTo>
                    <a:pt x="4834" y="524"/>
                    <a:pt x="4191" y="0"/>
                    <a:pt x="3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4847951" y="2767354"/>
              <a:ext cx="201582" cy="61259"/>
            </a:xfrm>
            <a:custGeom>
              <a:rect b="b" l="l" r="r" t="t"/>
              <a:pathLst>
                <a:path extrusionOk="0" h="1882" w="6193">
                  <a:moveTo>
                    <a:pt x="1739" y="0"/>
                  </a:moveTo>
                  <a:lnTo>
                    <a:pt x="1739" y="619"/>
                  </a:lnTo>
                  <a:cubicBezTo>
                    <a:pt x="1739" y="977"/>
                    <a:pt x="1453" y="1262"/>
                    <a:pt x="1120" y="1262"/>
                  </a:cubicBezTo>
                  <a:lnTo>
                    <a:pt x="1" y="1262"/>
                  </a:lnTo>
                  <a:lnTo>
                    <a:pt x="1" y="1882"/>
                  </a:lnTo>
                  <a:lnTo>
                    <a:pt x="6192" y="1882"/>
                  </a:lnTo>
                  <a:lnTo>
                    <a:pt x="6192" y="1239"/>
                  </a:lnTo>
                  <a:lnTo>
                    <a:pt x="5073" y="1239"/>
                  </a:lnTo>
                  <a:cubicBezTo>
                    <a:pt x="5059" y="1240"/>
                    <a:pt x="5045" y="1240"/>
                    <a:pt x="5031" y="1240"/>
                  </a:cubicBezTo>
                  <a:cubicBezTo>
                    <a:pt x="4694" y="1240"/>
                    <a:pt x="4430" y="963"/>
                    <a:pt x="4430" y="619"/>
                  </a:cubicBezTo>
                  <a:lnTo>
                    <a:pt x="4430" y="477"/>
                  </a:lnTo>
                  <a:lnTo>
                    <a:pt x="4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70"/>
          <p:cNvGrpSpPr/>
          <p:nvPr/>
        </p:nvGrpSpPr>
        <p:grpSpPr>
          <a:xfrm>
            <a:off x="4019454" y="2376413"/>
            <a:ext cx="349719" cy="251846"/>
            <a:chOff x="4020831" y="2528594"/>
            <a:chExt cx="348847" cy="251193"/>
          </a:xfrm>
        </p:grpSpPr>
        <p:sp>
          <p:nvSpPr>
            <p:cNvPr id="9243" name="Google Shape;9243;p70"/>
            <p:cNvSpPr/>
            <p:nvPr/>
          </p:nvSpPr>
          <p:spPr>
            <a:xfrm>
              <a:off x="4169654" y="2596820"/>
              <a:ext cx="40362" cy="46514"/>
            </a:xfrm>
            <a:custGeom>
              <a:rect b="b" l="l" r="r" t="t"/>
              <a:pathLst>
                <a:path extrusionOk="0" h="1429" w="1240">
                  <a:moveTo>
                    <a:pt x="1" y="0"/>
                  </a:moveTo>
                  <a:lnTo>
                    <a:pt x="1" y="1429"/>
                  </a:lnTo>
                  <a:lnTo>
                    <a:pt x="1239" y="71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0"/>
            <p:cNvSpPr/>
            <p:nvPr/>
          </p:nvSpPr>
          <p:spPr>
            <a:xfrm>
              <a:off x="4266558" y="2726828"/>
              <a:ext cx="41111" cy="52178"/>
            </a:xfrm>
            <a:custGeom>
              <a:rect b="b" l="l" r="r" t="t"/>
              <a:pathLst>
                <a:path extrusionOk="0" h="1603" w="1263">
                  <a:moveTo>
                    <a:pt x="632" y="1"/>
                  </a:moveTo>
                  <a:cubicBezTo>
                    <a:pt x="316" y="1"/>
                    <a:pt x="1" y="209"/>
                    <a:pt x="1" y="626"/>
                  </a:cubicBezTo>
                  <a:lnTo>
                    <a:pt x="1" y="1602"/>
                  </a:lnTo>
                  <a:lnTo>
                    <a:pt x="1263" y="1602"/>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4204549" y="2725103"/>
              <a:ext cx="42673" cy="53903"/>
            </a:xfrm>
            <a:custGeom>
              <a:rect b="b" l="l" r="r" t="t"/>
              <a:pathLst>
                <a:path extrusionOk="0" h="1656" w="1311">
                  <a:moveTo>
                    <a:pt x="655" y="0"/>
                  </a:moveTo>
                  <a:cubicBezTo>
                    <a:pt x="328" y="0"/>
                    <a:pt x="0" y="227"/>
                    <a:pt x="24" y="679"/>
                  </a:cubicBezTo>
                  <a:lnTo>
                    <a:pt x="24" y="1655"/>
                  </a:lnTo>
                  <a:lnTo>
                    <a:pt x="1286" y="1655"/>
                  </a:lnTo>
                  <a:lnTo>
                    <a:pt x="1286" y="679"/>
                  </a:lnTo>
                  <a:cubicBezTo>
                    <a:pt x="1310" y="227"/>
                    <a:pt x="983" y="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4020831" y="2528594"/>
              <a:ext cx="348838" cy="191492"/>
            </a:xfrm>
            <a:custGeom>
              <a:rect b="b" l="l" r="r" t="t"/>
              <a:pathLst>
                <a:path extrusionOk="0" h="5883" w="10717">
                  <a:moveTo>
                    <a:pt x="3954" y="1024"/>
                  </a:moveTo>
                  <a:lnTo>
                    <a:pt x="7050" y="2811"/>
                  </a:lnTo>
                  <a:lnTo>
                    <a:pt x="3954" y="4597"/>
                  </a:lnTo>
                  <a:lnTo>
                    <a:pt x="3954" y="1024"/>
                  </a:lnTo>
                  <a:close/>
                  <a:moveTo>
                    <a:pt x="0" y="0"/>
                  </a:moveTo>
                  <a:lnTo>
                    <a:pt x="0" y="5621"/>
                  </a:lnTo>
                  <a:cubicBezTo>
                    <a:pt x="191" y="5525"/>
                    <a:pt x="405" y="5454"/>
                    <a:pt x="643" y="5454"/>
                  </a:cubicBezTo>
                  <a:cubicBezTo>
                    <a:pt x="1001" y="5454"/>
                    <a:pt x="1334" y="5621"/>
                    <a:pt x="1572" y="5883"/>
                  </a:cubicBezTo>
                  <a:cubicBezTo>
                    <a:pt x="1822" y="5597"/>
                    <a:pt x="2168" y="5454"/>
                    <a:pt x="2516" y="5454"/>
                  </a:cubicBezTo>
                  <a:cubicBezTo>
                    <a:pt x="2864" y="5454"/>
                    <a:pt x="3215" y="5597"/>
                    <a:pt x="3477" y="5883"/>
                  </a:cubicBezTo>
                  <a:cubicBezTo>
                    <a:pt x="3727" y="5597"/>
                    <a:pt x="4073" y="5454"/>
                    <a:pt x="4418" y="5454"/>
                  </a:cubicBezTo>
                  <a:cubicBezTo>
                    <a:pt x="4763" y="5454"/>
                    <a:pt x="5109" y="5597"/>
                    <a:pt x="5359" y="5883"/>
                  </a:cubicBezTo>
                  <a:cubicBezTo>
                    <a:pt x="5609" y="5597"/>
                    <a:pt x="5954" y="5454"/>
                    <a:pt x="6299" y="5454"/>
                  </a:cubicBezTo>
                  <a:cubicBezTo>
                    <a:pt x="6645" y="5454"/>
                    <a:pt x="6990" y="5597"/>
                    <a:pt x="7240" y="5883"/>
                  </a:cubicBezTo>
                  <a:cubicBezTo>
                    <a:pt x="7490" y="5597"/>
                    <a:pt x="7841" y="5454"/>
                    <a:pt x="8193" y="5454"/>
                  </a:cubicBezTo>
                  <a:cubicBezTo>
                    <a:pt x="8544" y="5454"/>
                    <a:pt x="8895" y="5597"/>
                    <a:pt x="9145" y="5883"/>
                  </a:cubicBezTo>
                  <a:cubicBezTo>
                    <a:pt x="9383" y="5621"/>
                    <a:pt x="9717" y="5454"/>
                    <a:pt x="10098" y="5454"/>
                  </a:cubicBezTo>
                  <a:cubicBezTo>
                    <a:pt x="10312" y="5454"/>
                    <a:pt x="10526" y="5525"/>
                    <a:pt x="10717" y="5644"/>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0"/>
            <p:cNvSpPr/>
            <p:nvPr/>
          </p:nvSpPr>
          <p:spPr>
            <a:xfrm>
              <a:off x="4328568" y="2726828"/>
              <a:ext cx="41111" cy="52959"/>
            </a:xfrm>
            <a:custGeom>
              <a:rect b="b" l="l" r="r" t="t"/>
              <a:pathLst>
                <a:path extrusionOk="0" h="1627" w="1263">
                  <a:moveTo>
                    <a:pt x="632" y="1"/>
                  </a:moveTo>
                  <a:cubicBezTo>
                    <a:pt x="316" y="1"/>
                    <a:pt x="1" y="209"/>
                    <a:pt x="1" y="626"/>
                  </a:cubicBezTo>
                  <a:lnTo>
                    <a:pt x="1" y="1626"/>
                  </a:lnTo>
                  <a:lnTo>
                    <a:pt x="1263" y="1626"/>
                  </a:lnTo>
                  <a:lnTo>
                    <a:pt x="1263" y="1079"/>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0"/>
            <p:cNvSpPr/>
            <p:nvPr/>
          </p:nvSpPr>
          <p:spPr>
            <a:xfrm>
              <a:off x="4144069" y="2726828"/>
              <a:ext cx="41143" cy="52178"/>
            </a:xfrm>
            <a:custGeom>
              <a:rect b="b" l="l" r="r" t="t"/>
              <a:pathLst>
                <a:path extrusionOk="0" h="1603" w="1264">
                  <a:moveTo>
                    <a:pt x="632" y="1"/>
                  </a:moveTo>
                  <a:cubicBezTo>
                    <a:pt x="316" y="1"/>
                    <a:pt x="1" y="209"/>
                    <a:pt x="1" y="626"/>
                  </a:cubicBezTo>
                  <a:lnTo>
                    <a:pt x="1" y="1602"/>
                  </a:lnTo>
                  <a:lnTo>
                    <a:pt x="1263" y="1602"/>
                  </a:lnTo>
                  <a:lnTo>
                    <a:pt x="1263" y="626"/>
                  </a:lnTo>
                  <a:cubicBezTo>
                    <a:pt x="1263" y="209"/>
                    <a:pt x="948"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4020831" y="2726828"/>
              <a:ext cx="41111" cy="52178"/>
            </a:xfrm>
            <a:custGeom>
              <a:rect b="b" l="l" r="r" t="t"/>
              <a:pathLst>
                <a:path extrusionOk="0" h="1603" w="1263">
                  <a:moveTo>
                    <a:pt x="632" y="1"/>
                  </a:moveTo>
                  <a:cubicBezTo>
                    <a:pt x="316" y="1"/>
                    <a:pt x="0" y="209"/>
                    <a:pt x="0" y="626"/>
                  </a:cubicBezTo>
                  <a:lnTo>
                    <a:pt x="0" y="1602"/>
                  </a:lnTo>
                  <a:lnTo>
                    <a:pt x="1263" y="1602"/>
                  </a:lnTo>
                  <a:lnTo>
                    <a:pt x="1263" y="626"/>
                  </a:lnTo>
                  <a:cubicBezTo>
                    <a:pt x="1263" y="209"/>
                    <a:pt x="947"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4081669" y="2725103"/>
              <a:ext cx="43064" cy="53903"/>
            </a:xfrm>
            <a:custGeom>
              <a:rect b="b" l="l" r="r" t="t"/>
              <a:pathLst>
                <a:path extrusionOk="0" h="1656" w="1323">
                  <a:moveTo>
                    <a:pt x="659" y="0"/>
                  </a:moveTo>
                  <a:cubicBezTo>
                    <a:pt x="328" y="0"/>
                    <a:pt x="1" y="227"/>
                    <a:pt x="37" y="679"/>
                  </a:cubicBezTo>
                  <a:lnTo>
                    <a:pt x="37" y="1655"/>
                  </a:lnTo>
                  <a:lnTo>
                    <a:pt x="1299" y="1655"/>
                  </a:lnTo>
                  <a:lnTo>
                    <a:pt x="1299" y="679"/>
                  </a:lnTo>
                  <a:cubicBezTo>
                    <a:pt x="1323" y="227"/>
                    <a:pt x="989" y="0"/>
                    <a:pt x="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0"/>
          <p:cNvGrpSpPr/>
          <p:nvPr/>
        </p:nvGrpSpPr>
        <p:grpSpPr>
          <a:xfrm>
            <a:off x="3274980" y="2348445"/>
            <a:ext cx="349710" cy="307784"/>
            <a:chOff x="3278214" y="2500698"/>
            <a:chExt cx="348838" cy="306985"/>
          </a:xfrm>
        </p:grpSpPr>
        <p:sp>
          <p:nvSpPr>
            <p:cNvPr id="9252" name="Google Shape;9252;p70"/>
            <p:cNvSpPr/>
            <p:nvPr/>
          </p:nvSpPr>
          <p:spPr>
            <a:xfrm>
              <a:off x="3340223" y="2561926"/>
              <a:ext cx="225604" cy="120956"/>
            </a:xfrm>
            <a:custGeom>
              <a:rect b="b" l="l" r="r" t="t"/>
              <a:pathLst>
                <a:path extrusionOk="0" h="3716" w="6931">
                  <a:moveTo>
                    <a:pt x="5501" y="763"/>
                  </a:moveTo>
                  <a:lnTo>
                    <a:pt x="5501" y="1382"/>
                  </a:lnTo>
                  <a:lnTo>
                    <a:pt x="1405" y="1382"/>
                  </a:lnTo>
                  <a:lnTo>
                    <a:pt x="1405" y="763"/>
                  </a:lnTo>
                  <a:close/>
                  <a:moveTo>
                    <a:pt x="3501" y="2049"/>
                  </a:moveTo>
                  <a:lnTo>
                    <a:pt x="3501" y="2691"/>
                  </a:lnTo>
                  <a:lnTo>
                    <a:pt x="810" y="2691"/>
                  </a:lnTo>
                  <a:lnTo>
                    <a:pt x="810" y="2049"/>
                  </a:lnTo>
                  <a:close/>
                  <a:moveTo>
                    <a:pt x="834" y="0"/>
                  </a:moveTo>
                  <a:cubicBezTo>
                    <a:pt x="762" y="215"/>
                    <a:pt x="667" y="381"/>
                    <a:pt x="524" y="524"/>
                  </a:cubicBezTo>
                  <a:cubicBezTo>
                    <a:pt x="358" y="667"/>
                    <a:pt x="191" y="786"/>
                    <a:pt x="0" y="858"/>
                  </a:cubicBezTo>
                  <a:lnTo>
                    <a:pt x="0" y="2858"/>
                  </a:lnTo>
                  <a:cubicBezTo>
                    <a:pt x="381" y="2977"/>
                    <a:pt x="715" y="3311"/>
                    <a:pt x="834" y="3716"/>
                  </a:cubicBezTo>
                  <a:lnTo>
                    <a:pt x="3811" y="3716"/>
                  </a:lnTo>
                  <a:cubicBezTo>
                    <a:pt x="4000" y="2743"/>
                    <a:pt x="4852" y="2054"/>
                    <a:pt x="5823" y="2049"/>
                  </a:cubicBezTo>
                  <a:lnTo>
                    <a:pt x="5823" y="2049"/>
                  </a:lnTo>
                  <a:cubicBezTo>
                    <a:pt x="6223" y="2051"/>
                    <a:pt x="6600" y="2170"/>
                    <a:pt x="6930" y="2382"/>
                  </a:cubicBezTo>
                  <a:lnTo>
                    <a:pt x="6930" y="858"/>
                  </a:lnTo>
                  <a:cubicBezTo>
                    <a:pt x="6740" y="786"/>
                    <a:pt x="6549" y="667"/>
                    <a:pt x="6406" y="524"/>
                  </a:cubicBezTo>
                  <a:cubicBezTo>
                    <a:pt x="6264" y="381"/>
                    <a:pt x="6144" y="215"/>
                    <a:pt x="6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3278214" y="2500698"/>
              <a:ext cx="348838" cy="243409"/>
            </a:xfrm>
            <a:custGeom>
              <a:rect b="b" l="l" r="r" t="t"/>
              <a:pathLst>
                <a:path extrusionOk="0" h="7478" w="10717">
                  <a:moveTo>
                    <a:pt x="0" y="0"/>
                  </a:moveTo>
                  <a:lnTo>
                    <a:pt x="0" y="7478"/>
                  </a:lnTo>
                  <a:lnTo>
                    <a:pt x="6311" y="7478"/>
                  </a:lnTo>
                  <a:cubicBezTo>
                    <a:pt x="5954" y="7144"/>
                    <a:pt x="5739" y="6692"/>
                    <a:pt x="5692" y="6216"/>
                  </a:cubicBezTo>
                  <a:lnTo>
                    <a:pt x="2191" y="6216"/>
                  </a:lnTo>
                  <a:lnTo>
                    <a:pt x="2167" y="5906"/>
                  </a:lnTo>
                  <a:cubicBezTo>
                    <a:pt x="2143" y="5597"/>
                    <a:pt x="1882" y="5335"/>
                    <a:pt x="1548" y="5311"/>
                  </a:cubicBezTo>
                  <a:lnTo>
                    <a:pt x="1262" y="5287"/>
                  </a:lnTo>
                  <a:lnTo>
                    <a:pt x="1262" y="2191"/>
                  </a:lnTo>
                  <a:lnTo>
                    <a:pt x="1548" y="2167"/>
                  </a:lnTo>
                  <a:cubicBezTo>
                    <a:pt x="1882" y="2120"/>
                    <a:pt x="2143" y="1881"/>
                    <a:pt x="2167" y="1548"/>
                  </a:cubicBezTo>
                  <a:lnTo>
                    <a:pt x="2191" y="1238"/>
                  </a:lnTo>
                  <a:lnTo>
                    <a:pt x="8526" y="1238"/>
                  </a:lnTo>
                  <a:lnTo>
                    <a:pt x="8550" y="1548"/>
                  </a:lnTo>
                  <a:cubicBezTo>
                    <a:pt x="8573" y="1881"/>
                    <a:pt x="8835" y="2120"/>
                    <a:pt x="9169" y="2167"/>
                  </a:cubicBezTo>
                  <a:lnTo>
                    <a:pt x="9478" y="2191"/>
                  </a:lnTo>
                  <a:lnTo>
                    <a:pt x="9478" y="4906"/>
                  </a:lnTo>
                  <a:cubicBezTo>
                    <a:pt x="9978" y="5716"/>
                    <a:pt x="9859" y="6811"/>
                    <a:pt x="9145" y="7478"/>
                  </a:cubicBezTo>
                  <a:lnTo>
                    <a:pt x="10717" y="7478"/>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3483643" y="2648901"/>
              <a:ext cx="107773" cy="92898"/>
            </a:xfrm>
            <a:custGeom>
              <a:rect b="b" l="l" r="r" t="t"/>
              <a:pathLst>
                <a:path extrusionOk="0" h="2854" w="3311">
                  <a:moveTo>
                    <a:pt x="1428" y="1"/>
                  </a:moveTo>
                  <a:cubicBezTo>
                    <a:pt x="697" y="1"/>
                    <a:pt x="0" y="571"/>
                    <a:pt x="0" y="1425"/>
                  </a:cubicBezTo>
                  <a:cubicBezTo>
                    <a:pt x="0" y="2210"/>
                    <a:pt x="619" y="2853"/>
                    <a:pt x="1405" y="2853"/>
                  </a:cubicBezTo>
                  <a:cubicBezTo>
                    <a:pt x="2691" y="2853"/>
                    <a:pt x="3310" y="1329"/>
                    <a:pt x="2429" y="424"/>
                  </a:cubicBezTo>
                  <a:cubicBezTo>
                    <a:pt x="2136" y="131"/>
                    <a:pt x="1778" y="1"/>
                    <a:pt x="1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3499137" y="2754952"/>
              <a:ext cx="61259" cy="52731"/>
            </a:xfrm>
            <a:custGeom>
              <a:rect b="b" l="l" r="r" t="t"/>
              <a:pathLst>
                <a:path extrusionOk="0" h="1620" w="1882">
                  <a:moveTo>
                    <a:pt x="0" y="0"/>
                  </a:moveTo>
                  <a:lnTo>
                    <a:pt x="0" y="1620"/>
                  </a:lnTo>
                  <a:lnTo>
                    <a:pt x="953" y="1191"/>
                  </a:lnTo>
                  <a:lnTo>
                    <a:pt x="1882" y="1620"/>
                  </a:lnTo>
                  <a:lnTo>
                    <a:pt x="1882" y="0"/>
                  </a:lnTo>
                  <a:cubicBezTo>
                    <a:pt x="1596" y="143"/>
                    <a:pt x="1262" y="215"/>
                    <a:pt x="953" y="215"/>
                  </a:cubicBezTo>
                  <a:cubicBezTo>
                    <a:pt x="619" y="215"/>
                    <a:pt x="286" y="14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0"/>
          <p:cNvGrpSpPr/>
          <p:nvPr/>
        </p:nvGrpSpPr>
        <p:grpSpPr>
          <a:xfrm>
            <a:off x="2508740" y="2327460"/>
            <a:ext cx="355943" cy="350530"/>
            <a:chOff x="2513885" y="2479767"/>
            <a:chExt cx="355055" cy="349621"/>
          </a:xfrm>
        </p:grpSpPr>
        <p:sp>
          <p:nvSpPr>
            <p:cNvPr id="9257" name="Google Shape;9257;p70"/>
            <p:cNvSpPr/>
            <p:nvPr/>
          </p:nvSpPr>
          <p:spPr>
            <a:xfrm>
              <a:off x="2606134" y="2572765"/>
              <a:ext cx="52731" cy="66695"/>
            </a:xfrm>
            <a:custGeom>
              <a:rect b="b" l="l" r="r" t="t"/>
              <a:pathLst>
                <a:path extrusionOk="0" h="2049" w="1620">
                  <a:moveTo>
                    <a:pt x="0" y="1"/>
                  </a:moveTo>
                  <a:cubicBezTo>
                    <a:pt x="119" y="930"/>
                    <a:pt x="738" y="1716"/>
                    <a:pt x="1619" y="2049"/>
                  </a:cubicBezTo>
                  <a:cubicBezTo>
                    <a:pt x="1572" y="1977"/>
                    <a:pt x="1548" y="1882"/>
                    <a:pt x="1524" y="1787"/>
                  </a:cubicBezTo>
                  <a:cubicBezTo>
                    <a:pt x="1334" y="1215"/>
                    <a:pt x="1215" y="596"/>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2606134" y="2485171"/>
              <a:ext cx="52731" cy="67476"/>
            </a:xfrm>
            <a:custGeom>
              <a:rect b="b" l="l" r="r" t="t"/>
              <a:pathLst>
                <a:path extrusionOk="0" h="2073" w="1620">
                  <a:moveTo>
                    <a:pt x="1619" y="1"/>
                  </a:moveTo>
                  <a:lnTo>
                    <a:pt x="1619" y="1"/>
                  </a:lnTo>
                  <a:cubicBezTo>
                    <a:pt x="738" y="334"/>
                    <a:pt x="119" y="1120"/>
                    <a:pt x="0" y="2073"/>
                  </a:cubicBezTo>
                  <a:lnTo>
                    <a:pt x="1215" y="2073"/>
                  </a:lnTo>
                  <a:cubicBezTo>
                    <a:pt x="1215" y="1454"/>
                    <a:pt x="1334" y="834"/>
                    <a:pt x="1500" y="263"/>
                  </a:cubicBezTo>
                  <a:cubicBezTo>
                    <a:pt x="1548" y="168"/>
                    <a:pt x="1572" y="72"/>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0"/>
            <p:cNvSpPr/>
            <p:nvPr/>
          </p:nvSpPr>
          <p:spPr>
            <a:xfrm>
              <a:off x="2716970" y="2572765"/>
              <a:ext cx="52731" cy="66695"/>
            </a:xfrm>
            <a:custGeom>
              <a:rect b="b" l="l" r="r" t="t"/>
              <a:pathLst>
                <a:path extrusionOk="0" h="2049" w="1620">
                  <a:moveTo>
                    <a:pt x="405" y="1"/>
                  </a:moveTo>
                  <a:cubicBezTo>
                    <a:pt x="382" y="596"/>
                    <a:pt x="286" y="1215"/>
                    <a:pt x="96" y="1787"/>
                  </a:cubicBezTo>
                  <a:cubicBezTo>
                    <a:pt x="72" y="1882"/>
                    <a:pt x="24" y="1977"/>
                    <a:pt x="0" y="2049"/>
                  </a:cubicBezTo>
                  <a:cubicBezTo>
                    <a:pt x="882" y="1716"/>
                    <a:pt x="1501" y="930"/>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2665800" y="2479767"/>
              <a:ext cx="43454" cy="72098"/>
            </a:xfrm>
            <a:custGeom>
              <a:rect b="b" l="l" r="r" t="t"/>
              <a:pathLst>
                <a:path extrusionOk="0" h="2215" w="1335">
                  <a:moveTo>
                    <a:pt x="668" y="0"/>
                  </a:moveTo>
                  <a:cubicBezTo>
                    <a:pt x="620" y="0"/>
                    <a:pt x="429" y="143"/>
                    <a:pt x="263" y="619"/>
                  </a:cubicBezTo>
                  <a:cubicBezTo>
                    <a:pt x="120" y="1143"/>
                    <a:pt x="25" y="1691"/>
                    <a:pt x="1" y="2215"/>
                  </a:cubicBezTo>
                  <a:lnTo>
                    <a:pt x="1334" y="2215"/>
                  </a:lnTo>
                  <a:cubicBezTo>
                    <a:pt x="1334" y="1691"/>
                    <a:pt x="1239" y="1143"/>
                    <a:pt x="1072" y="619"/>
                  </a:cubicBezTo>
                  <a:cubicBezTo>
                    <a:pt x="906" y="167"/>
                    <a:pt x="739" y="0"/>
                    <a:pt x="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2716970" y="2485171"/>
              <a:ext cx="52731" cy="66695"/>
            </a:xfrm>
            <a:custGeom>
              <a:rect b="b" l="l" r="r" t="t"/>
              <a:pathLst>
                <a:path extrusionOk="0" h="2049" w="1620">
                  <a:moveTo>
                    <a:pt x="0" y="1"/>
                  </a:moveTo>
                  <a:cubicBezTo>
                    <a:pt x="24" y="72"/>
                    <a:pt x="72" y="168"/>
                    <a:pt x="96" y="263"/>
                  </a:cubicBezTo>
                  <a:cubicBezTo>
                    <a:pt x="286" y="834"/>
                    <a:pt x="382" y="1454"/>
                    <a:pt x="405" y="2049"/>
                  </a:cubicBezTo>
                  <a:lnTo>
                    <a:pt x="1620" y="2049"/>
                  </a:lnTo>
                  <a:cubicBezTo>
                    <a:pt x="1501" y="1120"/>
                    <a:pt x="882"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2665800" y="2572765"/>
              <a:ext cx="43454" cy="72131"/>
            </a:xfrm>
            <a:custGeom>
              <a:rect b="b" l="l" r="r" t="t"/>
              <a:pathLst>
                <a:path extrusionOk="0" h="2216" w="1335">
                  <a:moveTo>
                    <a:pt x="1" y="1"/>
                  </a:moveTo>
                  <a:cubicBezTo>
                    <a:pt x="25" y="525"/>
                    <a:pt x="120" y="1073"/>
                    <a:pt x="263" y="1596"/>
                  </a:cubicBezTo>
                  <a:cubicBezTo>
                    <a:pt x="429" y="2049"/>
                    <a:pt x="620" y="2216"/>
                    <a:pt x="668" y="2216"/>
                  </a:cubicBezTo>
                  <a:cubicBezTo>
                    <a:pt x="739" y="2216"/>
                    <a:pt x="906" y="2049"/>
                    <a:pt x="1072" y="1596"/>
                  </a:cubicBezTo>
                  <a:cubicBezTo>
                    <a:pt x="1239" y="1073"/>
                    <a:pt x="1334" y="525"/>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2513885" y="2549524"/>
              <a:ext cx="355055" cy="279865"/>
            </a:xfrm>
            <a:custGeom>
              <a:rect b="b" l="l" r="r" t="t"/>
              <a:pathLst>
                <a:path extrusionOk="0" h="8598" w="10908">
                  <a:moveTo>
                    <a:pt x="2215" y="4835"/>
                  </a:moveTo>
                  <a:lnTo>
                    <a:pt x="2215" y="5454"/>
                  </a:lnTo>
                  <a:lnTo>
                    <a:pt x="1572" y="5454"/>
                  </a:lnTo>
                  <a:lnTo>
                    <a:pt x="1572" y="4835"/>
                  </a:lnTo>
                  <a:close/>
                  <a:moveTo>
                    <a:pt x="3358" y="4835"/>
                  </a:moveTo>
                  <a:lnTo>
                    <a:pt x="3358" y="5454"/>
                  </a:lnTo>
                  <a:lnTo>
                    <a:pt x="2739" y="5454"/>
                  </a:lnTo>
                  <a:lnTo>
                    <a:pt x="2739" y="4835"/>
                  </a:lnTo>
                  <a:close/>
                  <a:moveTo>
                    <a:pt x="4501" y="4835"/>
                  </a:moveTo>
                  <a:lnTo>
                    <a:pt x="4501" y="5454"/>
                  </a:lnTo>
                  <a:lnTo>
                    <a:pt x="3882" y="5454"/>
                  </a:lnTo>
                  <a:lnTo>
                    <a:pt x="3882" y="4835"/>
                  </a:lnTo>
                  <a:close/>
                  <a:moveTo>
                    <a:pt x="5668" y="4835"/>
                  </a:moveTo>
                  <a:lnTo>
                    <a:pt x="5668" y="5454"/>
                  </a:lnTo>
                  <a:lnTo>
                    <a:pt x="5025" y="5454"/>
                  </a:lnTo>
                  <a:lnTo>
                    <a:pt x="5025" y="4835"/>
                  </a:lnTo>
                  <a:close/>
                  <a:moveTo>
                    <a:pt x="6811" y="4835"/>
                  </a:moveTo>
                  <a:lnTo>
                    <a:pt x="6811" y="5454"/>
                  </a:lnTo>
                  <a:lnTo>
                    <a:pt x="6192" y="5454"/>
                  </a:lnTo>
                  <a:lnTo>
                    <a:pt x="6192" y="4835"/>
                  </a:lnTo>
                  <a:close/>
                  <a:moveTo>
                    <a:pt x="7954" y="4835"/>
                  </a:moveTo>
                  <a:lnTo>
                    <a:pt x="7954" y="5454"/>
                  </a:lnTo>
                  <a:lnTo>
                    <a:pt x="7335" y="5454"/>
                  </a:lnTo>
                  <a:lnTo>
                    <a:pt x="7335" y="4835"/>
                  </a:lnTo>
                  <a:close/>
                  <a:moveTo>
                    <a:pt x="9097" y="4835"/>
                  </a:moveTo>
                  <a:lnTo>
                    <a:pt x="9097" y="5454"/>
                  </a:lnTo>
                  <a:lnTo>
                    <a:pt x="8478" y="5454"/>
                  </a:lnTo>
                  <a:lnTo>
                    <a:pt x="8478" y="4835"/>
                  </a:lnTo>
                  <a:close/>
                  <a:moveTo>
                    <a:pt x="2215" y="5835"/>
                  </a:moveTo>
                  <a:lnTo>
                    <a:pt x="2215" y="6454"/>
                  </a:lnTo>
                  <a:lnTo>
                    <a:pt x="1572" y="6454"/>
                  </a:lnTo>
                  <a:lnTo>
                    <a:pt x="1572" y="5835"/>
                  </a:lnTo>
                  <a:close/>
                  <a:moveTo>
                    <a:pt x="3358" y="5835"/>
                  </a:moveTo>
                  <a:lnTo>
                    <a:pt x="3358" y="6454"/>
                  </a:lnTo>
                  <a:lnTo>
                    <a:pt x="2739" y="6454"/>
                  </a:lnTo>
                  <a:lnTo>
                    <a:pt x="2739" y="5835"/>
                  </a:lnTo>
                  <a:close/>
                  <a:moveTo>
                    <a:pt x="4501" y="5835"/>
                  </a:moveTo>
                  <a:lnTo>
                    <a:pt x="4501" y="6454"/>
                  </a:lnTo>
                  <a:lnTo>
                    <a:pt x="3882" y="6454"/>
                  </a:lnTo>
                  <a:lnTo>
                    <a:pt x="3882" y="5835"/>
                  </a:lnTo>
                  <a:close/>
                  <a:moveTo>
                    <a:pt x="5668" y="5835"/>
                  </a:moveTo>
                  <a:lnTo>
                    <a:pt x="5668" y="6454"/>
                  </a:lnTo>
                  <a:lnTo>
                    <a:pt x="5025" y="6454"/>
                  </a:lnTo>
                  <a:lnTo>
                    <a:pt x="5025" y="5835"/>
                  </a:lnTo>
                  <a:close/>
                  <a:moveTo>
                    <a:pt x="6811" y="5835"/>
                  </a:moveTo>
                  <a:lnTo>
                    <a:pt x="6811" y="6454"/>
                  </a:lnTo>
                  <a:lnTo>
                    <a:pt x="6192" y="6454"/>
                  </a:lnTo>
                  <a:lnTo>
                    <a:pt x="6192" y="5835"/>
                  </a:lnTo>
                  <a:close/>
                  <a:moveTo>
                    <a:pt x="7954" y="5835"/>
                  </a:moveTo>
                  <a:lnTo>
                    <a:pt x="7954" y="6454"/>
                  </a:lnTo>
                  <a:lnTo>
                    <a:pt x="7335" y="6454"/>
                  </a:lnTo>
                  <a:lnTo>
                    <a:pt x="7335" y="5835"/>
                  </a:lnTo>
                  <a:close/>
                  <a:moveTo>
                    <a:pt x="9097" y="5835"/>
                  </a:moveTo>
                  <a:lnTo>
                    <a:pt x="9097" y="6454"/>
                  </a:lnTo>
                  <a:lnTo>
                    <a:pt x="8478" y="6454"/>
                  </a:lnTo>
                  <a:lnTo>
                    <a:pt x="8478" y="5835"/>
                  </a:lnTo>
                  <a:close/>
                  <a:moveTo>
                    <a:pt x="3358" y="6930"/>
                  </a:moveTo>
                  <a:lnTo>
                    <a:pt x="3358" y="7573"/>
                  </a:lnTo>
                  <a:lnTo>
                    <a:pt x="2739" y="7573"/>
                  </a:lnTo>
                  <a:lnTo>
                    <a:pt x="2739" y="6930"/>
                  </a:lnTo>
                  <a:close/>
                  <a:moveTo>
                    <a:pt x="6835" y="6930"/>
                  </a:moveTo>
                  <a:lnTo>
                    <a:pt x="6835" y="7573"/>
                  </a:lnTo>
                  <a:lnTo>
                    <a:pt x="3882" y="7573"/>
                  </a:lnTo>
                  <a:lnTo>
                    <a:pt x="3882" y="6930"/>
                  </a:lnTo>
                  <a:close/>
                  <a:moveTo>
                    <a:pt x="7954" y="6930"/>
                  </a:moveTo>
                  <a:lnTo>
                    <a:pt x="7954" y="7573"/>
                  </a:lnTo>
                  <a:lnTo>
                    <a:pt x="7335" y="7573"/>
                  </a:lnTo>
                  <a:lnTo>
                    <a:pt x="7335" y="6930"/>
                  </a:lnTo>
                  <a:close/>
                  <a:moveTo>
                    <a:pt x="8478" y="0"/>
                  </a:moveTo>
                  <a:cubicBezTo>
                    <a:pt x="8502" y="143"/>
                    <a:pt x="8502" y="262"/>
                    <a:pt x="8502" y="405"/>
                  </a:cubicBezTo>
                  <a:lnTo>
                    <a:pt x="8502" y="620"/>
                  </a:lnTo>
                  <a:lnTo>
                    <a:pt x="9312" y="620"/>
                  </a:lnTo>
                  <a:cubicBezTo>
                    <a:pt x="9621" y="620"/>
                    <a:pt x="9859" y="858"/>
                    <a:pt x="9883" y="1144"/>
                  </a:cubicBezTo>
                  <a:cubicBezTo>
                    <a:pt x="9907" y="1477"/>
                    <a:pt x="9645" y="1763"/>
                    <a:pt x="9335" y="1763"/>
                  </a:cubicBezTo>
                  <a:lnTo>
                    <a:pt x="9264" y="1763"/>
                  </a:lnTo>
                  <a:cubicBezTo>
                    <a:pt x="8597" y="1763"/>
                    <a:pt x="8073" y="2287"/>
                    <a:pt x="8073" y="2953"/>
                  </a:cubicBezTo>
                  <a:lnTo>
                    <a:pt x="8073" y="3739"/>
                  </a:lnTo>
                  <a:lnTo>
                    <a:pt x="0" y="3739"/>
                  </a:lnTo>
                  <a:lnTo>
                    <a:pt x="0" y="8597"/>
                  </a:lnTo>
                  <a:lnTo>
                    <a:pt x="10717" y="8597"/>
                  </a:lnTo>
                  <a:lnTo>
                    <a:pt x="10717" y="3739"/>
                  </a:lnTo>
                  <a:lnTo>
                    <a:pt x="8692" y="3715"/>
                  </a:lnTo>
                  <a:lnTo>
                    <a:pt x="8692" y="2930"/>
                  </a:lnTo>
                  <a:cubicBezTo>
                    <a:pt x="8692" y="2620"/>
                    <a:pt x="8931" y="2382"/>
                    <a:pt x="9240" y="2382"/>
                  </a:cubicBezTo>
                  <a:lnTo>
                    <a:pt x="9312" y="2382"/>
                  </a:lnTo>
                  <a:cubicBezTo>
                    <a:pt x="10883" y="2382"/>
                    <a:pt x="10907" y="0"/>
                    <a:pt x="9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0"/>
          <p:cNvGrpSpPr/>
          <p:nvPr/>
        </p:nvGrpSpPr>
        <p:grpSpPr>
          <a:xfrm>
            <a:off x="5530950" y="3445126"/>
            <a:ext cx="331868" cy="348902"/>
            <a:chOff x="5528559" y="3594535"/>
            <a:chExt cx="331041" cy="347997"/>
          </a:xfrm>
        </p:grpSpPr>
        <p:sp>
          <p:nvSpPr>
            <p:cNvPr id="9265" name="Google Shape;9265;p70"/>
            <p:cNvSpPr/>
            <p:nvPr/>
          </p:nvSpPr>
          <p:spPr>
            <a:xfrm>
              <a:off x="5771975" y="3792899"/>
              <a:ext cx="87625" cy="149632"/>
            </a:xfrm>
            <a:custGeom>
              <a:rect b="b" l="l" r="r" t="t"/>
              <a:pathLst>
                <a:path extrusionOk="0" h="4597" w="2692">
                  <a:moveTo>
                    <a:pt x="0" y="1"/>
                  </a:moveTo>
                  <a:lnTo>
                    <a:pt x="48" y="3478"/>
                  </a:lnTo>
                  <a:lnTo>
                    <a:pt x="1001" y="3025"/>
                  </a:lnTo>
                  <a:lnTo>
                    <a:pt x="1739" y="4597"/>
                  </a:lnTo>
                  <a:lnTo>
                    <a:pt x="2477" y="4263"/>
                  </a:lnTo>
                  <a:lnTo>
                    <a:pt x="1739" y="2692"/>
                  </a:lnTo>
                  <a:lnTo>
                    <a:pt x="2691" y="2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5528559" y="3594535"/>
              <a:ext cx="323905" cy="304766"/>
            </a:xfrm>
            <a:custGeom>
              <a:rect b="b" l="l" r="r" t="t"/>
              <a:pathLst>
                <a:path extrusionOk="0" h="9363" w="9951">
                  <a:moveTo>
                    <a:pt x="5215" y="0"/>
                  </a:moveTo>
                  <a:cubicBezTo>
                    <a:pt x="4949" y="0"/>
                    <a:pt x="4679" y="23"/>
                    <a:pt x="4406" y="70"/>
                  </a:cubicBezTo>
                  <a:cubicBezTo>
                    <a:pt x="3740" y="189"/>
                    <a:pt x="3073" y="451"/>
                    <a:pt x="2525" y="856"/>
                  </a:cubicBezTo>
                  <a:cubicBezTo>
                    <a:pt x="596" y="2237"/>
                    <a:pt x="1" y="4809"/>
                    <a:pt x="1120" y="6881"/>
                  </a:cubicBezTo>
                  <a:cubicBezTo>
                    <a:pt x="1949" y="8449"/>
                    <a:pt x="3570" y="9362"/>
                    <a:pt x="5259" y="9362"/>
                  </a:cubicBezTo>
                  <a:cubicBezTo>
                    <a:pt x="5801" y="9362"/>
                    <a:pt x="6351" y="9268"/>
                    <a:pt x="6883" y="9071"/>
                  </a:cubicBezTo>
                  <a:lnTo>
                    <a:pt x="6859" y="7714"/>
                  </a:lnTo>
                  <a:cubicBezTo>
                    <a:pt x="6335" y="8000"/>
                    <a:pt x="5764" y="8143"/>
                    <a:pt x="5168" y="8143"/>
                  </a:cubicBezTo>
                  <a:cubicBezTo>
                    <a:pt x="1739" y="8071"/>
                    <a:pt x="453" y="3618"/>
                    <a:pt x="3335" y="1760"/>
                  </a:cubicBezTo>
                  <a:cubicBezTo>
                    <a:pt x="3949" y="1364"/>
                    <a:pt x="4594" y="1189"/>
                    <a:pt x="5215" y="1189"/>
                  </a:cubicBezTo>
                  <a:cubicBezTo>
                    <a:pt x="7505" y="1189"/>
                    <a:pt x="9470" y="3574"/>
                    <a:pt x="8383" y="6047"/>
                  </a:cubicBezTo>
                  <a:lnTo>
                    <a:pt x="9360" y="6857"/>
                  </a:lnTo>
                  <a:cubicBezTo>
                    <a:pt x="9693" y="6214"/>
                    <a:pt x="9884" y="5499"/>
                    <a:pt x="9907" y="4785"/>
                  </a:cubicBezTo>
                  <a:cubicBezTo>
                    <a:pt x="9951" y="2109"/>
                    <a:pt x="7784" y="0"/>
                    <a:pt x="5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5591350" y="3654917"/>
              <a:ext cx="214635" cy="183940"/>
            </a:xfrm>
            <a:custGeom>
              <a:rect b="b" l="l" r="r" t="t"/>
              <a:pathLst>
                <a:path extrusionOk="0" h="5651" w="6594">
                  <a:moveTo>
                    <a:pt x="3204" y="760"/>
                  </a:moveTo>
                  <a:cubicBezTo>
                    <a:pt x="3231" y="760"/>
                    <a:pt x="3259" y="761"/>
                    <a:pt x="3287" y="763"/>
                  </a:cubicBezTo>
                  <a:cubicBezTo>
                    <a:pt x="4502" y="810"/>
                    <a:pt x="4930" y="2382"/>
                    <a:pt x="3906" y="3049"/>
                  </a:cubicBezTo>
                  <a:cubicBezTo>
                    <a:pt x="3692" y="3192"/>
                    <a:pt x="3549" y="3454"/>
                    <a:pt x="3549" y="3716"/>
                  </a:cubicBezTo>
                  <a:lnTo>
                    <a:pt x="3549" y="3906"/>
                  </a:lnTo>
                  <a:lnTo>
                    <a:pt x="2930" y="3906"/>
                  </a:lnTo>
                  <a:lnTo>
                    <a:pt x="2930" y="3716"/>
                  </a:lnTo>
                  <a:cubicBezTo>
                    <a:pt x="2906" y="3239"/>
                    <a:pt x="3168" y="2787"/>
                    <a:pt x="3573" y="2525"/>
                  </a:cubicBezTo>
                  <a:cubicBezTo>
                    <a:pt x="4158" y="2129"/>
                    <a:pt x="3741" y="1373"/>
                    <a:pt x="3222" y="1373"/>
                  </a:cubicBezTo>
                  <a:cubicBezTo>
                    <a:pt x="3087" y="1373"/>
                    <a:pt x="2944" y="1425"/>
                    <a:pt x="2811" y="1549"/>
                  </a:cubicBezTo>
                  <a:cubicBezTo>
                    <a:pt x="2692" y="1668"/>
                    <a:pt x="2620" y="1834"/>
                    <a:pt x="2620" y="2001"/>
                  </a:cubicBezTo>
                  <a:lnTo>
                    <a:pt x="2001" y="2001"/>
                  </a:lnTo>
                  <a:cubicBezTo>
                    <a:pt x="1978" y="1315"/>
                    <a:pt x="2527" y="760"/>
                    <a:pt x="3204" y="760"/>
                  </a:cubicBezTo>
                  <a:close/>
                  <a:moveTo>
                    <a:pt x="3549" y="4263"/>
                  </a:moveTo>
                  <a:lnTo>
                    <a:pt x="3549" y="4835"/>
                  </a:lnTo>
                  <a:lnTo>
                    <a:pt x="2930" y="4835"/>
                  </a:lnTo>
                  <a:lnTo>
                    <a:pt x="2930" y="4263"/>
                  </a:lnTo>
                  <a:close/>
                  <a:moveTo>
                    <a:pt x="3322" y="1"/>
                  </a:moveTo>
                  <a:cubicBezTo>
                    <a:pt x="3311" y="1"/>
                    <a:pt x="3299" y="1"/>
                    <a:pt x="3287" y="1"/>
                  </a:cubicBezTo>
                  <a:cubicBezTo>
                    <a:pt x="1358" y="1"/>
                    <a:pt x="1" y="1858"/>
                    <a:pt x="596" y="3692"/>
                  </a:cubicBezTo>
                  <a:cubicBezTo>
                    <a:pt x="983" y="4917"/>
                    <a:pt x="2122" y="5650"/>
                    <a:pt x="3297" y="5650"/>
                  </a:cubicBezTo>
                  <a:cubicBezTo>
                    <a:pt x="3859" y="5650"/>
                    <a:pt x="4430" y="5483"/>
                    <a:pt x="4930" y="5121"/>
                  </a:cubicBezTo>
                  <a:lnTo>
                    <a:pt x="4906" y="2906"/>
                  </a:lnTo>
                  <a:lnTo>
                    <a:pt x="4906" y="2906"/>
                  </a:lnTo>
                  <a:lnTo>
                    <a:pt x="5954" y="3763"/>
                  </a:lnTo>
                  <a:cubicBezTo>
                    <a:pt x="6593" y="1941"/>
                    <a:pt x="5256" y="1"/>
                    <a:pt x="3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70"/>
          <p:cNvGrpSpPr/>
          <p:nvPr/>
        </p:nvGrpSpPr>
        <p:grpSpPr>
          <a:xfrm>
            <a:off x="3216698" y="3443886"/>
            <a:ext cx="404531" cy="350142"/>
            <a:chOff x="3220078" y="3593298"/>
            <a:chExt cx="403522" cy="349234"/>
          </a:xfrm>
        </p:grpSpPr>
        <p:sp>
          <p:nvSpPr>
            <p:cNvPr id="9269" name="Google Shape;9269;p70"/>
            <p:cNvSpPr/>
            <p:nvPr/>
          </p:nvSpPr>
          <p:spPr>
            <a:xfrm>
              <a:off x="3504573" y="3792899"/>
              <a:ext cx="87625" cy="149632"/>
            </a:xfrm>
            <a:custGeom>
              <a:rect b="b" l="l" r="r" t="t"/>
              <a:pathLst>
                <a:path extrusionOk="0" h="4597" w="2692">
                  <a:moveTo>
                    <a:pt x="0" y="1"/>
                  </a:moveTo>
                  <a:lnTo>
                    <a:pt x="48" y="3478"/>
                  </a:lnTo>
                  <a:lnTo>
                    <a:pt x="1000" y="3025"/>
                  </a:lnTo>
                  <a:lnTo>
                    <a:pt x="1738" y="4597"/>
                  </a:lnTo>
                  <a:lnTo>
                    <a:pt x="2477" y="4263"/>
                  </a:lnTo>
                  <a:lnTo>
                    <a:pt x="1738" y="2692"/>
                  </a:lnTo>
                  <a:lnTo>
                    <a:pt x="2691" y="2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3324046" y="3654917"/>
              <a:ext cx="214504" cy="183940"/>
            </a:xfrm>
            <a:custGeom>
              <a:rect b="b" l="l" r="r" t="t"/>
              <a:pathLst>
                <a:path extrusionOk="0" h="5651" w="6590">
                  <a:moveTo>
                    <a:pt x="3546" y="906"/>
                  </a:moveTo>
                  <a:lnTo>
                    <a:pt x="3546" y="3740"/>
                  </a:lnTo>
                  <a:lnTo>
                    <a:pt x="2926" y="3740"/>
                  </a:lnTo>
                  <a:lnTo>
                    <a:pt x="2926" y="906"/>
                  </a:lnTo>
                  <a:close/>
                  <a:moveTo>
                    <a:pt x="3546" y="4263"/>
                  </a:moveTo>
                  <a:lnTo>
                    <a:pt x="3546" y="4835"/>
                  </a:lnTo>
                  <a:lnTo>
                    <a:pt x="2926" y="4835"/>
                  </a:lnTo>
                  <a:lnTo>
                    <a:pt x="2926" y="4263"/>
                  </a:lnTo>
                  <a:close/>
                  <a:moveTo>
                    <a:pt x="3248" y="0"/>
                  </a:moveTo>
                  <a:cubicBezTo>
                    <a:pt x="1361" y="0"/>
                    <a:pt x="1" y="1870"/>
                    <a:pt x="593" y="3692"/>
                  </a:cubicBezTo>
                  <a:cubicBezTo>
                    <a:pt x="995" y="4917"/>
                    <a:pt x="2129" y="5650"/>
                    <a:pt x="3299" y="5650"/>
                  </a:cubicBezTo>
                  <a:cubicBezTo>
                    <a:pt x="3858" y="5650"/>
                    <a:pt x="4426" y="5483"/>
                    <a:pt x="4927" y="5121"/>
                  </a:cubicBezTo>
                  <a:lnTo>
                    <a:pt x="4903" y="2906"/>
                  </a:lnTo>
                  <a:lnTo>
                    <a:pt x="5951" y="3763"/>
                  </a:lnTo>
                  <a:cubicBezTo>
                    <a:pt x="6590" y="1941"/>
                    <a:pt x="5253" y="1"/>
                    <a:pt x="3319" y="1"/>
                  </a:cubicBezTo>
                  <a:cubicBezTo>
                    <a:pt x="3307" y="1"/>
                    <a:pt x="3295" y="1"/>
                    <a:pt x="3284" y="1"/>
                  </a:cubicBezTo>
                  <a:cubicBezTo>
                    <a:pt x="3272" y="1"/>
                    <a:pt x="3260" y="0"/>
                    <a:pt x="3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3220078" y="3593298"/>
              <a:ext cx="403522" cy="305840"/>
            </a:xfrm>
            <a:custGeom>
              <a:rect b="b" l="l" r="r" t="t"/>
              <a:pathLst>
                <a:path extrusionOk="0" h="9396" w="12397">
                  <a:moveTo>
                    <a:pt x="6491" y="0"/>
                  </a:moveTo>
                  <a:cubicBezTo>
                    <a:pt x="5691" y="0"/>
                    <a:pt x="4857" y="216"/>
                    <a:pt x="4049" y="703"/>
                  </a:cubicBezTo>
                  <a:cubicBezTo>
                    <a:pt x="0" y="3156"/>
                    <a:pt x="1739" y="9395"/>
                    <a:pt x="6478" y="9395"/>
                  </a:cubicBezTo>
                  <a:cubicBezTo>
                    <a:pt x="7049" y="9395"/>
                    <a:pt x="7621" y="9300"/>
                    <a:pt x="8145" y="9109"/>
                  </a:cubicBezTo>
                  <a:lnTo>
                    <a:pt x="8145" y="7752"/>
                  </a:lnTo>
                  <a:cubicBezTo>
                    <a:pt x="7564" y="8068"/>
                    <a:pt x="6984" y="8208"/>
                    <a:pt x="6433" y="8208"/>
                  </a:cubicBezTo>
                  <a:cubicBezTo>
                    <a:pt x="3710" y="8208"/>
                    <a:pt x="1707" y="4787"/>
                    <a:pt x="3906" y="2370"/>
                  </a:cubicBezTo>
                  <a:cubicBezTo>
                    <a:pt x="4582" y="1623"/>
                    <a:pt x="5517" y="1235"/>
                    <a:pt x="6459" y="1235"/>
                  </a:cubicBezTo>
                  <a:cubicBezTo>
                    <a:pt x="7109" y="1235"/>
                    <a:pt x="7762" y="1419"/>
                    <a:pt x="8335" y="1798"/>
                  </a:cubicBezTo>
                  <a:cubicBezTo>
                    <a:pt x="9764" y="2703"/>
                    <a:pt x="10336" y="4513"/>
                    <a:pt x="9645" y="6085"/>
                  </a:cubicBezTo>
                  <a:lnTo>
                    <a:pt x="10621" y="6895"/>
                  </a:lnTo>
                  <a:cubicBezTo>
                    <a:pt x="12396" y="3516"/>
                    <a:pt x="972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70"/>
          <p:cNvGrpSpPr/>
          <p:nvPr/>
        </p:nvGrpSpPr>
        <p:grpSpPr>
          <a:xfrm>
            <a:off x="2507957" y="3445061"/>
            <a:ext cx="349710" cy="349752"/>
            <a:chOff x="2513104" y="3594470"/>
            <a:chExt cx="348838" cy="348845"/>
          </a:xfrm>
        </p:grpSpPr>
        <p:sp>
          <p:nvSpPr>
            <p:cNvPr id="9273" name="Google Shape;9273;p70"/>
            <p:cNvSpPr/>
            <p:nvPr/>
          </p:nvSpPr>
          <p:spPr>
            <a:xfrm>
              <a:off x="2661146" y="3856471"/>
              <a:ext cx="53545" cy="86843"/>
            </a:xfrm>
            <a:custGeom>
              <a:rect b="b" l="l" r="r" t="t"/>
              <a:pathLst>
                <a:path extrusionOk="0" h="2668" w="1645">
                  <a:moveTo>
                    <a:pt x="1" y="0"/>
                  </a:moveTo>
                  <a:cubicBezTo>
                    <a:pt x="25" y="643"/>
                    <a:pt x="120" y="1286"/>
                    <a:pt x="310" y="1906"/>
                  </a:cubicBezTo>
                  <a:cubicBezTo>
                    <a:pt x="501" y="2453"/>
                    <a:pt x="715" y="2668"/>
                    <a:pt x="811" y="2668"/>
                  </a:cubicBezTo>
                  <a:cubicBezTo>
                    <a:pt x="930" y="2668"/>
                    <a:pt x="1144" y="2453"/>
                    <a:pt x="1334" y="1906"/>
                  </a:cubicBezTo>
                  <a:cubicBezTo>
                    <a:pt x="1525" y="1286"/>
                    <a:pt x="1620" y="643"/>
                    <a:pt x="1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2718533" y="3856471"/>
              <a:ext cx="65133" cy="81408"/>
            </a:xfrm>
            <a:custGeom>
              <a:rect b="b" l="l" r="r" t="t"/>
              <a:pathLst>
                <a:path extrusionOk="0" h="2501" w="2001">
                  <a:moveTo>
                    <a:pt x="500" y="0"/>
                  </a:moveTo>
                  <a:cubicBezTo>
                    <a:pt x="500" y="715"/>
                    <a:pt x="381" y="1429"/>
                    <a:pt x="143" y="2120"/>
                  </a:cubicBezTo>
                  <a:cubicBezTo>
                    <a:pt x="119" y="2239"/>
                    <a:pt x="48" y="2382"/>
                    <a:pt x="0" y="2501"/>
                  </a:cubicBezTo>
                  <a:cubicBezTo>
                    <a:pt x="1096" y="2120"/>
                    <a:pt x="1881" y="1144"/>
                    <a:pt x="2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2592170" y="3856471"/>
              <a:ext cx="65133" cy="81408"/>
            </a:xfrm>
            <a:custGeom>
              <a:rect b="b" l="l" r="r" t="t"/>
              <a:pathLst>
                <a:path extrusionOk="0" h="2501" w="2001">
                  <a:moveTo>
                    <a:pt x="0" y="0"/>
                  </a:moveTo>
                  <a:cubicBezTo>
                    <a:pt x="119" y="1144"/>
                    <a:pt x="905" y="2120"/>
                    <a:pt x="2001" y="2501"/>
                  </a:cubicBezTo>
                  <a:cubicBezTo>
                    <a:pt x="1953" y="2382"/>
                    <a:pt x="1882" y="2263"/>
                    <a:pt x="1834" y="2120"/>
                  </a:cubicBezTo>
                  <a:cubicBezTo>
                    <a:pt x="1620" y="1429"/>
                    <a:pt x="1501" y="715"/>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2596044" y="3729328"/>
              <a:ext cx="180653" cy="44235"/>
            </a:xfrm>
            <a:custGeom>
              <a:rect b="b" l="l" r="r" t="t"/>
              <a:pathLst>
                <a:path extrusionOk="0" h="1359" w="5550">
                  <a:moveTo>
                    <a:pt x="0" y="1"/>
                  </a:moveTo>
                  <a:lnTo>
                    <a:pt x="0" y="1358"/>
                  </a:lnTo>
                  <a:lnTo>
                    <a:pt x="5549" y="1358"/>
                  </a:lnTo>
                  <a:lnTo>
                    <a:pt x="5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2730154" y="3792899"/>
              <a:ext cx="53512" cy="43454"/>
            </a:xfrm>
            <a:custGeom>
              <a:rect b="b" l="l" r="r" t="t"/>
              <a:pathLst>
                <a:path extrusionOk="0" h="1335" w="1644">
                  <a:moveTo>
                    <a:pt x="0" y="1"/>
                  </a:moveTo>
                  <a:cubicBezTo>
                    <a:pt x="72" y="429"/>
                    <a:pt x="119" y="882"/>
                    <a:pt x="143" y="1334"/>
                  </a:cubicBezTo>
                  <a:lnTo>
                    <a:pt x="1644" y="1334"/>
                  </a:lnTo>
                  <a:cubicBezTo>
                    <a:pt x="1596" y="858"/>
                    <a:pt x="1429" y="382"/>
                    <a:pt x="1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2513104" y="3594470"/>
              <a:ext cx="348838" cy="177528"/>
            </a:xfrm>
            <a:custGeom>
              <a:rect b="b" l="l" r="r" t="t"/>
              <a:pathLst>
                <a:path extrusionOk="0" h="5454" w="10717">
                  <a:moveTo>
                    <a:pt x="5359" y="0"/>
                  </a:moveTo>
                  <a:lnTo>
                    <a:pt x="0" y="2286"/>
                  </a:lnTo>
                  <a:lnTo>
                    <a:pt x="0" y="2763"/>
                  </a:lnTo>
                  <a:lnTo>
                    <a:pt x="1715" y="3501"/>
                  </a:lnTo>
                  <a:lnTo>
                    <a:pt x="9002" y="3501"/>
                  </a:lnTo>
                  <a:lnTo>
                    <a:pt x="9312" y="3382"/>
                  </a:lnTo>
                  <a:lnTo>
                    <a:pt x="9312" y="5454"/>
                  </a:lnTo>
                  <a:lnTo>
                    <a:pt x="9931" y="5454"/>
                  </a:lnTo>
                  <a:lnTo>
                    <a:pt x="9931" y="3120"/>
                  </a:lnTo>
                  <a:lnTo>
                    <a:pt x="10717" y="2786"/>
                  </a:lnTo>
                  <a:lnTo>
                    <a:pt x="10717" y="2286"/>
                  </a:lnTo>
                  <a:lnTo>
                    <a:pt x="5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2591389" y="3792899"/>
              <a:ext cx="54293" cy="43454"/>
            </a:xfrm>
            <a:custGeom>
              <a:rect b="b" l="l" r="r" t="t"/>
              <a:pathLst>
                <a:path extrusionOk="0" h="1335" w="1668">
                  <a:moveTo>
                    <a:pt x="501" y="1"/>
                  </a:moveTo>
                  <a:cubicBezTo>
                    <a:pt x="239" y="382"/>
                    <a:pt x="72" y="858"/>
                    <a:pt x="1" y="1334"/>
                  </a:cubicBezTo>
                  <a:lnTo>
                    <a:pt x="1525" y="1334"/>
                  </a:lnTo>
                  <a:cubicBezTo>
                    <a:pt x="1525" y="882"/>
                    <a:pt x="1572" y="429"/>
                    <a:pt x="1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0"/>
            <p:cNvSpPr/>
            <p:nvPr/>
          </p:nvSpPr>
          <p:spPr>
            <a:xfrm>
              <a:off x="2661146" y="3792899"/>
              <a:ext cx="53545" cy="43454"/>
            </a:xfrm>
            <a:custGeom>
              <a:rect b="b" l="l" r="r" t="t"/>
              <a:pathLst>
                <a:path extrusionOk="0" h="1335" w="1645">
                  <a:moveTo>
                    <a:pt x="144" y="1"/>
                  </a:moveTo>
                  <a:cubicBezTo>
                    <a:pt x="72" y="429"/>
                    <a:pt x="1" y="882"/>
                    <a:pt x="1" y="1334"/>
                  </a:cubicBezTo>
                  <a:lnTo>
                    <a:pt x="1644" y="1334"/>
                  </a:lnTo>
                  <a:cubicBezTo>
                    <a:pt x="1620" y="882"/>
                    <a:pt x="1573" y="429"/>
                    <a:pt x="1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0"/>
          <p:cNvGrpSpPr/>
          <p:nvPr/>
        </p:nvGrpSpPr>
        <p:grpSpPr>
          <a:xfrm>
            <a:off x="1752584" y="3501781"/>
            <a:ext cx="349751" cy="235526"/>
            <a:chOff x="1759614" y="3651043"/>
            <a:chExt cx="348879" cy="234916"/>
          </a:xfrm>
        </p:grpSpPr>
        <p:sp>
          <p:nvSpPr>
            <p:cNvPr id="9282" name="Google Shape;9282;p70"/>
            <p:cNvSpPr/>
            <p:nvPr/>
          </p:nvSpPr>
          <p:spPr>
            <a:xfrm>
              <a:off x="1759614" y="3651043"/>
              <a:ext cx="262028" cy="95371"/>
            </a:xfrm>
            <a:custGeom>
              <a:rect b="b" l="l" r="r" t="t"/>
              <a:pathLst>
                <a:path extrusionOk="0" h="2930" w="8050">
                  <a:moveTo>
                    <a:pt x="1" y="1"/>
                  </a:moveTo>
                  <a:lnTo>
                    <a:pt x="1" y="2930"/>
                  </a:lnTo>
                  <a:lnTo>
                    <a:pt x="5049" y="2930"/>
                  </a:lnTo>
                  <a:lnTo>
                    <a:pt x="5025" y="1477"/>
                  </a:lnTo>
                  <a:lnTo>
                    <a:pt x="6788" y="2930"/>
                  </a:lnTo>
                  <a:lnTo>
                    <a:pt x="8050" y="2930"/>
                  </a:lnTo>
                  <a:lnTo>
                    <a:pt x="8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2041799" y="3651043"/>
              <a:ext cx="66695" cy="95371"/>
            </a:xfrm>
            <a:custGeom>
              <a:rect b="b" l="l" r="r" t="t"/>
              <a:pathLst>
                <a:path extrusionOk="0" h="2930" w="2049">
                  <a:moveTo>
                    <a:pt x="0" y="1"/>
                  </a:moveTo>
                  <a:lnTo>
                    <a:pt x="0" y="2930"/>
                  </a:lnTo>
                  <a:lnTo>
                    <a:pt x="2048" y="2930"/>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1944894" y="3742511"/>
              <a:ext cx="82970" cy="143448"/>
            </a:xfrm>
            <a:custGeom>
              <a:rect b="b" l="l" r="r" t="t"/>
              <a:pathLst>
                <a:path extrusionOk="0" h="4407" w="2549">
                  <a:moveTo>
                    <a:pt x="0" y="1"/>
                  </a:moveTo>
                  <a:lnTo>
                    <a:pt x="48" y="3335"/>
                  </a:lnTo>
                  <a:lnTo>
                    <a:pt x="953" y="2882"/>
                  </a:lnTo>
                  <a:lnTo>
                    <a:pt x="1667" y="4406"/>
                  </a:lnTo>
                  <a:lnTo>
                    <a:pt x="2358" y="4073"/>
                  </a:lnTo>
                  <a:lnTo>
                    <a:pt x="1643" y="2549"/>
                  </a:lnTo>
                  <a:lnTo>
                    <a:pt x="2548" y="212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0"/>
          <p:cNvGrpSpPr/>
          <p:nvPr/>
        </p:nvGrpSpPr>
        <p:grpSpPr>
          <a:xfrm>
            <a:off x="997211" y="3469929"/>
            <a:ext cx="349743" cy="299233"/>
            <a:chOff x="1006125" y="3619273"/>
            <a:chExt cx="348871" cy="298457"/>
          </a:xfrm>
        </p:grpSpPr>
        <p:sp>
          <p:nvSpPr>
            <p:cNvPr id="9286" name="Google Shape;9286;p70"/>
            <p:cNvSpPr/>
            <p:nvPr/>
          </p:nvSpPr>
          <p:spPr>
            <a:xfrm>
              <a:off x="1085972" y="3747361"/>
              <a:ext cx="107806" cy="57190"/>
            </a:xfrm>
            <a:custGeom>
              <a:rect b="b" l="l" r="r" t="t"/>
              <a:pathLst>
                <a:path extrusionOk="0" h="1757" w="3312">
                  <a:moveTo>
                    <a:pt x="2442" y="1"/>
                  </a:moveTo>
                  <a:cubicBezTo>
                    <a:pt x="2216" y="1"/>
                    <a:pt x="1989" y="78"/>
                    <a:pt x="1811" y="233"/>
                  </a:cubicBezTo>
                  <a:cubicBezTo>
                    <a:pt x="1525" y="447"/>
                    <a:pt x="1168" y="566"/>
                    <a:pt x="811" y="566"/>
                  </a:cubicBezTo>
                  <a:cubicBezTo>
                    <a:pt x="525" y="566"/>
                    <a:pt x="239" y="495"/>
                    <a:pt x="1" y="352"/>
                  </a:cubicBezTo>
                  <a:lnTo>
                    <a:pt x="1" y="352"/>
                  </a:lnTo>
                  <a:cubicBezTo>
                    <a:pt x="145" y="1287"/>
                    <a:pt x="897" y="1757"/>
                    <a:pt x="1652" y="1757"/>
                  </a:cubicBezTo>
                  <a:cubicBezTo>
                    <a:pt x="2398" y="1757"/>
                    <a:pt x="3145" y="1298"/>
                    <a:pt x="3311" y="376"/>
                  </a:cubicBezTo>
                  <a:cubicBezTo>
                    <a:pt x="3216" y="328"/>
                    <a:pt x="3144" y="280"/>
                    <a:pt x="3073" y="233"/>
                  </a:cubicBezTo>
                  <a:cubicBezTo>
                    <a:pt x="2894" y="78"/>
                    <a:pt x="2668" y="1"/>
                    <a:pt x="2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1088316" y="3663445"/>
              <a:ext cx="103900" cy="82026"/>
            </a:xfrm>
            <a:custGeom>
              <a:rect b="b" l="l" r="r" t="t"/>
              <a:pathLst>
                <a:path extrusionOk="0" h="2520" w="3192">
                  <a:moveTo>
                    <a:pt x="1072" y="1"/>
                  </a:moveTo>
                  <a:lnTo>
                    <a:pt x="1072" y="1072"/>
                  </a:lnTo>
                  <a:lnTo>
                    <a:pt x="905" y="1144"/>
                  </a:lnTo>
                  <a:cubicBezTo>
                    <a:pt x="453" y="1358"/>
                    <a:pt x="143" y="1739"/>
                    <a:pt x="0" y="2215"/>
                  </a:cubicBezTo>
                  <a:lnTo>
                    <a:pt x="143" y="2287"/>
                  </a:lnTo>
                  <a:cubicBezTo>
                    <a:pt x="322" y="2442"/>
                    <a:pt x="542" y="2519"/>
                    <a:pt x="765" y="2519"/>
                  </a:cubicBezTo>
                  <a:cubicBezTo>
                    <a:pt x="989" y="2519"/>
                    <a:pt x="1215" y="2442"/>
                    <a:pt x="1405" y="2287"/>
                  </a:cubicBezTo>
                  <a:cubicBezTo>
                    <a:pt x="1667" y="2073"/>
                    <a:pt x="2024" y="1953"/>
                    <a:pt x="2382" y="1953"/>
                  </a:cubicBezTo>
                  <a:cubicBezTo>
                    <a:pt x="2667" y="1953"/>
                    <a:pt x="2953" y="2025"/>
                    <a:pt x="3191" y="2168"/>
                  </a:cubicBezTo>
                  <a:cubicBezTo>
                    <a:pt x="3049" y="1715"/>
                    <a:pt x="2715" y="1358"/>
                    <a:pt x="2286" y="1144"/>
                  </a:cubicBezTo>
                  <a:lnTo>
                    <a:pt x="2096" y="1072"/>
                  </a:lnTo>
                  <a:lnTo>
                    <a:pt x="2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0"/>
            <p:cNvSpPr/>
            <p:nvPr/>
          </p:nvSpPr>
          <p:spPr>
            <a:xfrm>
              <a:off x="1123178" y="3619273"/>
              <a:ext cx="33364" cy="24054"/>
            </a:xfrm>
            <a:custGeom>
              <a:rect b="b" l="l" r="r" t="t"/>
              <a:pathLst>
                <a:path extrusionOk="0" h="739" w="1025">
                  <a:moveTo>
                    <a:pt x="1" y="0"/>
                  </a:moveTo>
                  <a:lnTo>
                    <a:pt x="1" y="739"/>
                  </a:lnTo>
                  <a:lnTo>
                    <a:pt x="1025" y="739"/>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1006125" y="3871184"/>
              <a:ext cx="348871" cy="46546"/>
            </a:xfrm>
            <a:custGeom>
              <a:rect b="b" l="l" r="r" t="t"/>
              <a:pathLst>
                <a:path extrusionOk="0" h="1430" w="10718">
                  <a:moveTo>
                    <a:pt x="1" y="1"/>
                  </a:moveTo>
                  <a:lnTo>
                    <a:pt x="1" y="406"/>
                  </a:lnTo>
                  <a:cubicBezTo>
                    <a:pt x="1" y="977"/>
                    <a:pt x="453" y="1430"/>
                    <a:pt x="1025" y="1430"/>
                  </a:cubicBezTo>
                  <a:lnTo>
                    <a:pt x="9693" y="1430"/>
                  </a:lnTo>
                  <a:cubicBezTo>
                    <a:pt x="10241" y="1430"/>
                    <a:pt x="10717" y="953"/>
                    <a:pt x="10717" y="406"/>
                  </a:cubicBez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1027055" y="3673536"/>
              <a:ext cx="307012" cy="177528"/>
            </a:xfrm>
            <a:custGeom>
              <a:rect b="b" l="l" r="r" t="t"/>
              <a:pathLst>
                <a:path extrusionOk="0" h="5454" w="9432">
                  <a:moveTo>
                    <a:pt x="8241" y="1286"/>
                  </a:moveTo>
                  <a:lnTo>
                    <a:pt x="8241" y="1905"/>
                  </a:lnTo>
                  <a:lnTo>
                    <a:pt x="6621" y="1905"/>
                  </a:lnTo>
                  <a:lnTo>
                    <a:pt x="6621" y="1286"/>
                  </a:lnTo>
                  <a:close/>
                  <a:moveTo>
                    <a:pt x="8241" y="2525"/>
                  </a:moveTo>
                  <a:lnTo>
                    <a:pt x="8241" y="3144"/>
                  </a:lnTo>
                  <a:lnTo>
                    <a:pt x="6621" y="3144"/>
                  </a:lnTo>
                  <a:lnTo>
                    <a:pt x="6621" y="2525"/>
                  </a:lnTo>
                  <a:close/>
                  <a:moveTo>
                    <a:pt x="8241" y="3739"/>
                  </a:moveTo>
                  <a:lnTo>
                    <a:pt x="8241" y="4358"/>
                  </a:lnTo>
                  <a:lnTo>
                    <a:pt x="6621" y="4358"/>
                  </a:lnTo>
                  <a:lnTo>
                    <a:pt x="6621" y="3739"/>
                  </a:lnTo>
                  <a:close/>
                  <a:moveTo>
                    <a:pt x="4621" y="0"/>
                  </a:moveTo>
                  <a:lnTo>
                    <a:pt x="4621" y="381"/>
                  </a:lnTo>
                  <a:cubicBezTo>
                    <a:pt x="6645" y="1548"/>
                    <a:pt x="5812" y="4644"/>
                    <a:pt x="3478" y="4644"/>
                  </a:cubicBezTo>
                  <a:cubicBezTo>
                    <a:pt x="1120" y="4644"/>
                    <a:pt x="310" y="1548"/>
                    <a:pt x="2335" y="381"/>
                  </a:cubicBezTo>
                  <a:lnTo>
                    <a:pt x="2335" y="24"/>
                  </a:lnTo>
                  <a:lnTo>
                    <a:pt x="1" y="24"/>
                  </a:lnTo>
                  <a:lnTo>
                    <a:pt x="1" y="5454"/>
                  </a:lnTo>
                  <a:lnTo>
                    <a:pt x="9431" y="5454"/>
                  </a:lnTo>
                  <a:lnTo>
                    <a:pt x="9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70"/>
          <p:cNvGrpSpPr/>
          <p:nvPr/>
        </p:nvGrpSpPr>
        <p:grpSpPr>
          <a:xfrm>
            <a:off x="7797037" y="2937351"/>
            <a:ext cx="349751" cy="248156"/>
            <a:chOff x="7788994" y="3088077"/>
            <a:chExt cx="348878" cy="247513"/>
          </a:xfrm>
        </p:grpSpPr>
        <p:sp>
          <p:nvSpPr>
            <p:cNvPr id="9292" name="Google Shape;9292;p70"/>
            <p:cNvSpPr/>
            <p:nvPr/>
          </p:nvSpPr>
          <p:spPr>
            <a:xfrm>
              <a:off x="7989769" y="3127789"/>
              <a:ext cx="58167" cy="27179"/>
            </a:xfrm>
            <a:custGeom>
              <a:rect b="b" l="l" r="r" t="t"/>
              <a:pathLst>
                <a:path extrusionOk="0" h="835" w="1787">
                  <a:moveTo>
                    <a:pt x="903" y="1"/>
                  </a:moveTo>
                  <a:cubicBezTo>
                    <a:pt x="560" y="1"/>
                    <a:pt x="215" y="168"/>
                    <a:pt x="1" y="501"/>
                  </a:cubicBezTo>
                  <a:lnTo>
                    <a:pt x="525" y="834"/>
                  </a:lnTo>
                  <a:cubicBezTo>
                    <a:pt x="620" y="703"/>
                    <a:pt x="763" y="638"/>
                    <a:pt x="903" y="638"/>
                  </a:cubicBezTo>
                  <a:cubicBezTo>
                    <a:pt x="1042" y="638"/>
                    <a:pt x="1179" y="703"/>
                    <a:pt x="1263" y="834"/>
                  </a:cubicBezTo>
                  <a:lnTo>
                    <a:pt x="1787" y="501"/>
                  </a:lnTo>
                  <a:cubicBezTo>
                    <a:pt x="1584" y="168"/>
                    <a:pt x="1245" y="1"/>
                    <a:pt x="9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0"/>
            <p:cNvSpPr/>
            <p:nvPr/>
          </p:nvSpPr>
          <p:spPr>
            <a:xfrm>
              <a:off x="7955655" y="3088077"/>
              <a:ext cx="126392" cy="45961"/>
            </a:xfrm>
            <a:custGeom>
              <a:rect b="b" l="l" r="r" t="t"/>
              <a:pathLst>
                <a:path extrusionOk="0" h="1412" w="3883">
                  <a:moveTo>
                    <a:pt x="1942" y="0"/>
                  </a:moveTo>
                  <a:cubicBezTo>
                    <a:pt x="1197" y="0"/>
                    <a:pt x="453" y="352"/>
                    <a:pt x="1" y="1054"/>
                  </a:cubicBezTo>
                  <a:lnTo>
                    <a:pt x="549" y="1411"/>
                  </a:lnTo>
                  <a:cubicBezTo>
                    <a:pt x="834" y="911"/>
                    <a:pt x="1382" y="626"/>
                    <a:pt x="1954" y="626"/>
                  </a:cubicBezTo>
                  <a:cubicBezTo>
                    <a:pt x="2525" y="626"/>
                    <a:pt x="3049" y="911"/>
                    <a:pt x="3359" y="1411"/>
                  </a:cubicBezTo>
                  <a:lnTo>
                    <a:pt x="3883" y="1054"/>
                  </a:lnTo>
                  <a:cubicBezTo>
                    <a:pt x="3430" y="352"/>
                    <a:pt x="2686" y="0"/>
                    <a:pt x="1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0"/>
            <p:cNvSpPr/>
            <p:nvPr/>
          </p:nvSpPr>
          <p:spPr>
            <a:xfrm>
              <a:off x="7935506" y="3181368"/>
              <a:ext cx="145759" cy="124764"/>
            </a:xfrm>
            <a:custGeom>
              <a:rect b="b" l="l" r="r" t="t"/>
              <a:pathLst>
                <a:path extrusionOk="0" h="3833" w="4478">
                  <a:moveTo>
                    <a:pt x="2544" y="821"/>
                  </a:moveTo>
                  <a:cubicBezTo>
                    <a:pt x="3106" y="821"/>
                    <a:pt x="3644" y="1264"/>
                    <a:pt x="3644" y="1927"/>
                  </a:cubicBezTo>
                  <a:cubicBezTo>
                    <a:pt x="3644" y="2522"/>
                    <a:pt x="3168" y="2999"/>
                    <a:pt x="2573" y="2999"/>
                  </a:cubicBezTo>
                  <a:cubicBezTo>
                    <a:pt x="1596" y="2999"/>
                    <a:pt x="1096" y="1832"/>
                    <a:pt x="1787" y="1141"/>
                  </a:cubicBezTo>
                  <a:cubicBezTo>
                    <a:pt x="2008" y="920"/>
                    <a:pt x="2279" y="821"/>
                    <a:pt x="2544" y="821"/>
                  </a:cubicBezTo>
                  <a:close/>
                  <a:moveTo>
                    <a:pt x="2549" y="0"/>
                  </a:moveTo>
                  <a:cubicBezTo>
                    <a:pt x="2079" y="0"/>
                    <a:pt x="1601" y="176"/>
                    <a:pt x="1215" y="570"/>
                  </a:cubicBezTo>
                  <a:cubicBezTo>
                    <a:pt x="1" y="1784"/>
                    <a:pt x="858" y="3832"/>
                    <a:pt x="2573" y="3832"/>
                  </a:cubicBezTo>
                  <a:cubicBezTo>
                    <a:pt x="3620" y="3832"/>
                    <a:pt x="4478" y="2975"/>
                    <a:pt x="4478" y="1927"/>
                  </a:cubicBezTo>
                  <a:cubicBezTo>
                    <a:pt x="4478" y="768"/>
                    <a:pt x="3530" y="0"/>
                    <a:pt x="2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a:off x="7999078" y="3229347"/>
              <a:ext cx="34926" cy="29621"/>
            </a:xfrm>
            <a:custGeom>
              <a:rect b="b" l="l" r="r" t="t"/>
              <a:pathLst>
                <a:path extrusionOk="0" h="910" w="1073">
                  <a:moveTo>
                    <a:pt x="620" y="1"/>
                  </a:moveTo>
                  <a:cubicBezTo>
                    <a:pt x="191" y="1"/>
                    <a:pt x="0" y="477"/>
                    <a:pt x="286" y="763"/>
                  </a:cubicBezTo>
                  <a:cubicBezTo>
                    <a:pt x="381" y="865"/>
                    <a:pt x="498" y="910"/>
                    <a:pt x="614" y="910"/>
                  </a:cubicBezTo>
                  <a:cubicBezTo>
                    <a:pt x="848" y="910"/>
                    <a:pt x="1072" y="724"/>
                    <a:pt x="1072" y="453"/>
                  </a:cubicBezTo>
                  <a:cubicBezTo>
                    <a:pt x="1072" y="191"/>
                    <a:pt x="858"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a:off x="8044812" y="3184395"/>
              <a:ext cx="93060" cy="150414"/>
            </a:xfrm>
            <a:custGeom>
              <a:rect b="b" l="l" r="r" t="t"/>
              <a:pathLst>
                <a:path extrusionOk="0" h="4621" w="2859">
                  <a:moveTo>
                    <a:pt x="953" y="0"/>
                  </a:moveTo>
                  <a:cubicBezTo>
                    <a:pt x="2358" y="1310"/>
                    <a:pt x="1834" y="3668"/>
                    <a:pt x="0" y="4263"/>
                  </a:cubicBezTo>
                  <a:lnTo>
                    <a:pt x="0" y="4620"/>
                  </a:lnTo>
                  <a:lnTo>
                    <a:pt x="1834" y="4620"/>
                  </a:lnTo>
                  <a:lnTo>
                    <a:pt x="1834" y="3692"/>
                  </a:lnTo>
                  <a:lnTo>
                    <a:pt x="2858" y="3692"/>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a:off x="7788994" y="3184395"/>
              <a:ext cx="173687" cy="151195"/>
            </a:xfrm>
            <a:custGeom>
              <a:rect b="b" l="l" r="r" t="t"/>
              <a:pathLst>
                <a:path extrusionOk="0" h="4645" w="5336">
                  <a:moveTo>
                    <a:pt x="2692" y="1501"/>
                  </a:moveTo>
                  <a:lnTo>
                    <a:pt x="2692" y="2144"/>
                  </a:lnTo>
                  <a:lnTo>
                    <a:pt x="834" y="2144"/>
                  </a:lnTo>
                  <a:lnTo>
                    <a:pt x="834" y="1501"/>
                  </a:lnTo>
                  <a:close/>
                  <a:moveTo>
                    <a:pt x="3763" y="1501"/>
                  </a:moveTo>
                  <a:lnTo>
                    <a:pt x="3763" y="2144"/>
                  </a:lnTo>
                  <a:lnTo>
                    <a:pt x="3168" y="2144"/>
                  </a:lnTo>
                  <a:lnTo>
                    <a:pt x="3168" y="1501"/>
                  </a:lnTo>
                  <a:close/>
                  <a:moveTo>
                    <a:pt x="1" y="0"/>
                  </a:moveTo>
                  <a:lnTo>
                    <a:pt x="1" y="3692"/>
                  </a:lnTo>
                  <a:lnTo>
                    <a:pt x="1025" y="3692"/>
                  </a:lnTo>
                  <a:lnTo>
                    <a:pt x="1025" y="4644"/>
                  </a:lnTo>
                  <a:lnTo>
                    <a:pt x="2858" y="4644"/>
                  </a:lnTo>
                  <a:lnTo>
                    <a:pt x="2858" y="3692"/>
                  </a:lnTo>
                  <a:lnTo>
                    <a:pt x="5335" y="3692"/>
                  </a:lnTo>
                  <a:cubicBezTo>
                    <a:pt x="4811" y="3215"/>
                    <a:pt x="4525" y="2549"/>
                    <a:pt x="4525" y="1834"/>
                  </a:cubicBezTo>
                  <a:cubicBezTo>
                    <a:pt x="4525" y="1143"/>
                    <a:pt x="4811" y="477"/>
                    <a:pt x="5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0"/>
          <p:cNvGrpSpPr/>
          <p:nvPr/>
        </p:nvGrpSpPr>
        <p:grpSpPr>
          <a:xfrm>
            <a:off x="7041664" y="2886244"/>
            <a:ext cx="349748" cy="349784"/>
            <a:chOff x="7035505" y="3037102"/>
            <a:chExt cx="348876" cy="348877"/>
          </a:xfrm>
        </p:grpSpPr>
        <p:sp>
          <p:nvSpPr>
            <p:cNvPr id="9299" name="Google Shape;9299;p70"/>
            <p:cNvSpPr/>
            <p:nvPr/>
          </p:nvSpPr>
          <p:spPr>
            <a:xfrm>
              <a:off x="7220004" y="3037102"/>
              <a:ext cx="164377" cy="218638"/>
            </a:xfrm>
            <a:custGeom>
              <a:rect b="b" l="l" r="r" t="t"/>
              <a:pathLst>
                <a:path extrusionOk="0" h="6717" w="5050">
                  <a:moveTo>
                    <a:pt x="2430" y="1406"/>
                  </a:moveTo>
                  <a:cubicBezTo>
                    <a:pt x="3287" y="1406"/>
                    <a:pt x="3764" y="2382"/>
                    <a:pt x="3263" y="3073"/>
                  </a:cubicBezTo>
                  <a:cubicBezTo>
                    <a:pt x="3764" y="3358"/>
                    <a:pt x="4073" y="3906"/>
                    <a:pt x="4073" y="4502"/>
                  </a:cubicBezTo>
                  <a:lnTo>
                    <a:pt x="4073" y="5287"/>
                  </a:lnTo>
                  <a:lnTo>
                    <a:pt x="811" y="5287"/>
                  </a:lnTo>
                  <a:lnTo>
                    <a:pt x="811" y="4502"/>
                  </a:lnTo>
                  <a:cubicBezTo>
                    <a:pt x="811" y="3906"/>
                    <a:pt x="1120" y="3358"/>
                    <a:pt x="1620" y="3073"/>
                  </a:cubicBezTo>
                  <a:cubicBezTo>
                    <a:pt x="1096" y="2382"/>
                    <a:pt x="1573" y="1406"/>
                    <a:pt x="2430" y="1406"/>
                  </a:cubicBezTo>
                  <a:close/>
                  <a:moveTo>
                    <a:pt x="1" y="1"/>
                  </a:moveTo>
                  <a:lnTo>
                    <a:pt x="1" y="6716"/>
                  </a:lnTo>
                  <a:lnTo>
                    <a:pt x="5050" y="6716"/>
                  </a:lnTo>
                  <a:lnTo>
                    <a:pt x="5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0"/>
            <p:cNvSpPr/>
            <p:nvPr/>
          </p:nvSpPr>
          <p:spPr>
            <a:xfrm>
              <a:off x="7281265" y="3103669"/>
              <a:ext cx="31020" cy="26496"/>
            </a:xfrm>
            <a:custGeom>
              <a:rect b="b" l="l" r="r" t="t"/>
              <a:pathLst>
                <a:path extrusionOk="0" h="814" w="953">
                  <a:moveTo>
                    <a:pt x="547" y="1"/>
                  </a:moveTo>
                  <a:cubicBezTo>
                    <a:pt x="448" y="1"/>
                    <a:pt x="347" y="38"/>
                    <a:pt x="262" y="123"/>
                  </a:cubicBezTo>
                  <a:cubicBezTo>
                    <a:pt x="0" y="385"/>
                    <a:pt x="191" y="813"/>
                    <a:pt x="548" y="813"/>
                  </a:cubicBezTo>
                  <a:cubicBezTo>
                    <a:pt x="762" y="813"/>
                    <a:pt x="953" y="623"/>
                    <a:pt x="953" y="409"/>
                  </a:cubicBezTo>
                  <a:cubicBezTo>
                    <a:pt x="953" y="166"/>
                    <a:pt x="756" y="1"/>
                    <a:pt x="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7102951" y="3103669"/>
              <a:ext cx="31053" cy="26496"/>
            </a:xfrm>
            <a:custGeom>
              <a:rect b="b" l="l" r="r" t="t"/>
              <a:pathLst>
                <a:path extrusionOk="0" h="814" w="954">
                  <a:moveTo>
                    <a:pt x="538" y="1"/>
                  </a:moveTo>
                  <a:cubicBezTo>
                    <a:pt x="439" y="1"/>
                    <a:pt x="340" y="38"/>
                    <a:pt x="263" y="123"/>
                  </a:cubicBezTo>
                  <a:cubicBezTo>
                    <a:pt x="1" y="385"/>
                    <a:pt x="191" y="813"/>
                    <a:pt x="549" y="813"/>
                  </a:cubicBezTo>
                  <a:cubicBezTo>
                    <a:pt x="763" y="813"/>
                    <a:pt x="953" y="623"/>
                    <a:pt x="953" y="409"/>
                  </a:cubicBezTo>
                  <a:cubicBezTo>
                    <a:pt x="953" y="166"/>
                    <a:pt x="746" y="1"/>
                    <a:pt x="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7087456" y="3150477"/>
              <a:ext cx="66695" cy="37823"/>
            </a:xfrm>
            <a:custGeom>
              <a:rect b="b" l="l" r="r" t="t"/>
              <a:pathLst>
                <a:path extrusionOk="0" h="1162" w="2049">
                  <a:moveTo>
                    <a:pt x="1016" y="1"/>
                  </a:moveTo>
                  <a:cubicBezTo>
                    <a:pt x="507" y="1"/>
                    <a:pt x="1" y="340"/>
                    <a:pt x="1" y="1019"/>
                  </a:cubicBezTo>
                  <a:lnTo>
                    <a:pt x="1" y="1161"/>
                  </a:lnTo>
                  <a:lnTo>
                    <a:pt x="2049" y="1161"/>
                  </a:lnTo>
                  <a:lnTo>
                    <a:pt x="2049" y="1019"/>
                  </a:lnTo>
                  <a:cubicBezTo>
                    <a:pt x="2037" y="340"/>
                    <a:pt x="1525" y="1"/>
                    <a:pt x="1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7035505" y="3037102"/>
              <a:ext cx="164377" cy="218638"/>
            </a:xfrm>
            <a:custGeom>
              <a:rect b="b" l="l" r="r" t="t"/>
              <a:pathLst>
                <a:path extrusionOk="0" h="6717" w="5050">
                  <a:moveTo>
                    <a:pt x="2621" y="1406"/>
                  </a:moveTo>
                  <a:cubicBezTo>
                    <a:pt x="3478" y="1406"/>
                    <a:pt x="3954" y="2382"/>
                    <a:pt x="3454" y="3073"/>
                  </a:cubicBezTo>
                  <a:cubicBezTo>
                    <a:pt x="3954" y="3358"/>
                    <a:pt x="4264" y="3906"/>
                    <a:pt x="4264" y="4502"/>
                  </a:cubicBezTo>
                  <a:lnTo>
                    <a:pt x="4264" y="5287"/>
                  </a:lnTo>
                  <a:lnTo>
                    <a:pt x="1001" y="5287"/>
                  </a:lnTo>
                  <a:lnTo>
                    <a:pt x="977" y="4502"/>
                  </a:lnTo>
                  <a:cubicBezTo>
                    <a:pt x="977" y="3906"/>
                    <a:pt x="1287" y="3358"/>
                    <a:pt x="1811" y="3073"/>
                  </a:cubicBezTo>
                  <a:cubicBezTo>
                    <a:pt x="1287" y="2382"/>
                    <a:pt x="1763" y="1406"/>
                    <a:pt x="2621" y="1406"/>
                  </a:cubicBezTo>
                  <a:close/>
                  <a:moveTo>
                    <a:pt x="1" y="1"/>
                  </a:moveTo>
                  <a:lnTo>
                    <a:pt x="1" y="6716"/>
                  </a:lnTo>
                  <a:lnTo>
                    <a:pt x="5050" y="6716"/>
                  </a:lnTo>
                  <a:lnTo>
                    <a:pt x="5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7035505" y="3276644"/>
              <a:ext cx="348871" cy="109335"/>
            </a:xfrm>
            <a:custGeom>
              <a:rect b="b" l="l" r="r" t="t"/>
              <a:pathLst>
                <a:path extrusionOk="0" h="3359" w="10718">
                  <a:moveTo>
                    <a:pt x="1" y="0"/>
                  </a:moveTo>
                  <a:lnTo>
                    <a:pt x="1" y="1572"/>
                  </a:lnTo>
                  <a:lnTo>
                    <a:pt x="3978" y="1572"/>
                  </a:lnTo>
                  <a:lnTo>
                    <a:pt x="3978" y="1953"/>
                  </a:lnTo>
                  <a:cubicBezTo>
                    <a:pt x="3978" y="2382"/>
                    <a:pt x="3645" y="2739"/>
                    <a:pt x="3216" y="2739"/>
                  </a:cubicBezTo>
                  <a:lnTo>
                    <a:pt x="2240" y="2739"/>
                  </a:lnTo>
                  <a:lnTo>
                    <a:pt x="2240" y="3358"/>
                  </a:lnTo>
                  <a:lnTo>
                    <a:pt x="8431" y="3358"/>
                  </a:lnTo>
                  <a:lnTo>
                    <a:pt x="8431" y="2715"/>
                  </a:lnTo>
                  <a:lnTo>
                    <a:pt x="7479" y="2715"/>
                  </a:lnTo>
                  <a:cubicBezTo>
                    <a:pt x="7050" y="2715"/>
                    <a:pt x="6693" y="2382"/>
                    <a:pt x="6693" y="1953"/>
                  </a:cubicBezTo>
                  <a:lnTo>
                    <a:pt x="6693" y="1572"/>
                  </a:lnTo>
                  <a:lnTo>
                    <a:pt x="10718" y="1572"/>
                  </a:lnTo>
                  <a:lnTo>
                    <a:pt x="10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0"/>
            <p:cNvSpPr/>
            <p:nvPr/>
          </p:nvSpPr>
          <p:spPr>
            <a:xfrm>
              <a:off x="7266128" y="3150477"/>
              <a:ext cx="66304" cy="37823"/>
            </a:xfrm>
            <a:custGeom>
              <a:rect b="b" l="l" r="r" t="t"/>
              <a:pathLst>
                <a:path extrusionOk="0" h="1162" w="2037">
                  <a:moveTo>
                    <a:pt x="1007" y="1"/>
                  </a:moveTo>
                  <a:cubicBezTo>
                    <a:pt x="501" y="1"/>
                    <a:pt x="1" y="340"/>
                    <a:pt x="13" y="1019"/>
                  </a:cubicBezTo>
                  <a:lnTo>
                    <a:pt x="13" y="1161"/>
                  </a:lnTo>
                  <a:lnTo>
                    <a:pt x="2037" y="1161"/>
                  </a:lnTo>
                  <a:lnTo>
                    <a:pt x="2037" y="1019"/>
                  </a:lnTo>
                  <a:cubicBezTo>
                    <a:pt x="2025" y="340"/>
                    <a:pt x="1513" y="1"/>
                    <a:pt x="1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70"/>
          <p:cNvGrpSpPr/>
          <p:nvPr/>
        </p:nvGrpSpPr>
        <p:grpSpPr>
          <a:xfrm>
            <a:off x="6285540" y="2886244"/>
            <a:ext cx="349716" cy="349784"/>
            <a:chOff x="6281267" y="3037102"/>
            <a:chExt cx="348844" cy="348877"/>
          </a:xfrm>
        </p:grpSpPr>
        <p:sp>
          <p:nvSpPr>
            <p:cNvPr id="9307" name="Google Shape;9307;p70"/>
            <p:cNvSpPr/>
            <p:nvPr/>
          </p:nvSpPr>
          <p:spPr>
            <a:xfrm>
              <a:off x="6466547" y="3037102"/>
              <a:ext cx="163564" cy="218638"/>
            </a:xfrm>
            <a:custGeom>
              <a:rect b="b" l="l" r="r" t="t"/>
              <a:pathLst>
                <a:path extrusionOk="0" h="6717" w="5025">
                  <a:moveTo>
                    <a:pt x="2446" y="1834"/>
                  </a:moveTo>
                  <a:cubicBezTo>
                    <a:pt x="3023" y="1834"/>
                    <a:pt x="3501" y="2324"/>
                    <a:pt x="3501" y="2906"/>
                  </a:cubicBezTo>
                  <a:lnTo>
                    <a:pt x="3501" y="5002"/>
                  </a:lnTo>
                  <a:lnTo>
                    <a:pt x="2882" y="5002"/>
                  </a:lnTo>
                  <a:lnTo>
                    <a:pt x="2882" y="4001"/>
                  </a:lnTo>
                  <a:lnTo>
                    <a:pt x="1977" y="4001"/>
                  </a:lnTo>
                  <a:lnTo>
                    <a:pt x="1977" y="5002"/>
                  </a:lnTo>
                  <a:lnTo>
                    <a:pt x="1358" y="5002"/>
                  </a:lnTo>
                  <a:lnTo>
                    <a:pt x="1358" y="2930"/>
                  </a:lnTo>
                  <a:cubicBezTo>
                    <a:pt x="1358" y="2334"/>
                    <a:pt x="1810" y="1858"/>
                    <a:pt x="2405" y="1834"/>
                  </a:cubicBezTo>
                  <a:cubicBezTo>
                    <a:pt x="2419" y="1834"/>
                    <a:pt x="2433" y="1834"/>
                    <a:pt x="2446" y="1834"/>
                  </a:cubicBezTo>
                  <a:close/>
                  <a:moveTo>
                    <a:pt x="0" y="1"/>
                  </a:moveTo>
                  <a:lnTo>
                    <a:pt x="0" y="6716"/>
                  </a:lnTo>
                  <a:lnTo>
                    <a:pt x="5025" y="6716"/>
                  </a:lnTo>
                  <a:lnTo>
                    <a:pt x="5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0"/>
            <p:cNvSpPr/>
            <p:nvPr/>
          </p:nvSpPr>
          <p:spPr>
            <a:xfrm>
              <a:off x="6349494" y="3116949"/>
              <a:ext cx="29490" cy="63603"/>
            </a:xfrm>
            <a:custGeom>
              <a:rect b="b" l="l" r="r" t="t"/>
              <a:pathLst>
                <a:path extrusionOk="0" h="1954" w="906">
                  <a:moveTo>
                    <a:pt x="476" y="1"/>
                  </a:moveTo>
                  <a:cubicBezTo>
                    <a:pt x="214" y="1"/>
                    <a:pt x="0" y="191"/>
                    <a:pt x="0" y="453"/>
                  </a:cubicBezTo>
                  <a:lnTo>
                    <a:pt x="0" y="1501"/>
                  </a:lnTo>
                  <a:cubicBezTo>
                    <a:pt x="0" y="1739"/>
                    <a:pt x="214" y="1953"/>
                    <a:pt x="476" y="1953"/>
                  </a:cubicBezTo>
                  <a:cubicBezTo>
                    <a:pt x="715" y="1930"/>
                    <a:pt x="905" y="1739"/>
                    <a:pt x="905" y="1477"/>
                  </a:cubicBezTo>
                  <a:lnTo>
                    <a:pt x="905" y="477"/>
                  </a:lnTo>
                  <a:cubicBezTo>
                    <a:pt x="905" y="215"/>
                    <a:pt x="715" y="24"/>
                    <a:pt x="4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0"/>
            <p:cNvSpPr/>
            <p:nvPr/>
          </p:nvSpPr>
          <p:spPr>
            <a:xfrm>
              <a:off x="6529728" y="3115387"/>
              <a:ext cx="31801" cy="31834"/>
            </a:xfrm>
            <a:custGeom>
              <a:rect b="b" l="l" r="r" t="t"/>
              <a:pathLst>
                <a:path extrusionOk="0" h="978" w="977">
                  <a:moveTo>
                    <a:pt x="488" y="1"/>
                  </a:moveTo>
                  <a:cubicBezTo>
                    <a:pt x="244" y="1"/>
                    <a:pt x="0" y="168"/>
                    <a:pt x="36" y="501"/>
                  </a:cubicBezTo>
                  <a:lnTo>
                    <a:pt x="36" y="977"/>
                  </a:lnTo>
                  <a:lnTo>
                    <a:pt x="941" y="977"/>
                  </a:lnTo>
                  <a:lnTo>
                    <a:pt x="941" y="501"/>
                  </a:lnTo>
                  <a:cubicBezTo>
                    <a:pt x="976" y="168"/>
                    <a:pt x="732" y="1"/>
                    <a:pt x="4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6281267" y="3276644"/>
              <a:ext cx="348838" cy="109335"/>
            </a:xfrm>
            <a:custGeom>
              <a:rect b="b" l="l" r="r" t="t"/>
              <a:pathLst>
                <a:path extrusionOk="0" h="3359" w="10717">
                  <a:moveTo>
                    <a:pt x="0" y="0"/>
                  </a:moveTo>
                  <a:lnTo>
                    <a:pt x="0" y="1572"/>
                  </a:lnTo>
                  <a:lnTo>
                    <a:pt x="4001" y="1572"/>
                  </a:lnTo>
                  <a:lnTo>
                    <a:pt x="4001" y="1953"/>
                  </a:lnTo>
                  <a:cubicBezTo>
                    <a:pt x="4001" y="2382"/>
                    <a:pt x="3668" y="2739"/>
                    <a:pt x="3239" y="2739"/>
                  </a:cubicBezTo>
                  <a:lnTo>
                    <a:pt x="2263" y="2739"/>
                  </a:lnTo>
                  <a:lnTo>
                    <a:pt x="2263" y="3358"/>
                  </a:lnTo>
                  <a:lnTo>
                    <a:pt x="8455" y="3358"/>
                  </a:lnTo>
                  <a:lnTo>
                    <a:pt x="8455" y="2715"/>
                  </a:lnTo>
                  <a:lnTo>
                    <a:pt x="7502" y="2715"/>
                  </a:lnTo>
                  <a:cubicBezTo>
                    <a:pt x="7073" y="2715"/>
                    <a:pt x="6716" y="2382"/>
                    <a:pt x="6740" y="1953"/>
                  </a:cubicBezTo>
                  <a:lnTo>
                    <a:pt x="6740" y="1572"/>
                  </a:lnTo>
                  <a:lnTo>
                    <a:pt x="10717" y="1572"/>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6282048" y="3037102"/>
              <a:ext cx="163596" cy="218638"/>
            </a:xfrm>
            <a:custGeom>
              <a:rect b="b" l="l" r="r" t="t"/>
              <a:pathLst>
                <a:path extrusionOk="0" h="6717" w="5026">
                  <a:moveTo>
                    <a:pt x="2527" y="1831"/>
                  </a:moveTo>
                  <a:cubicBezTo>
                    <a:pt x="2809" y="1831"/>
                    <a:pt x="3115" y="1939"/>
                    <a:pt x="3406" y="2192"/>
                  </a:cubicBezTo>
                  <a:cubicBezTo>
                    <a:pt x="3549" y="2311"/>
                    <a:pt x="3620" y="2477"/>
                    <a:pt x="3620" y="2644"/>
                  </a:cubicBezTo>
                  <a:lnTo>
                    <a:pt x="3620" y="3954"/>
                  </a:lnTo>
                  <a:cubicBezTo>
                    <a:pt x="3620" y="4001"/>
                    <a:pt x="3620" y="4073"/>
                    <a:pt x="3596" y="4144"/>
                  </a:cubicBezTo>
                  <a:lnTo>
                    <a:pt x="4073" y="4525"/>
                  </a:lnTo>
                  <a:lnTo>
                    <a:pt x="3692" y="5002"/>
                  </a:lnTo>
                  <a:lnTo>
                    <a:pt x="3311" y="4716"/>
                  </a:lnTo>
                  <a:cubicBezTo>
                    <a:pt x="3115" y="4911"/>
                    <a:pt x="2844" y="5032"/>
                    <a:pt x="2547" y="5032"/>
                  </a:cubicBezTo>
                  <a:cubicBezTo>
                    <a:pt x="2264" y="5032"/>
                    <a:pt x="1957" y="4923"/>
                    <a:pt x="1667" y="4668"/>
                  </a:cubicBezTo>
                  <a:cubicBezTo>
                    <a:pt x="1524" y="4549"/>
                    <a:pt x="1453" y="4383"/>
                    <a:pt x="1453" y="4216"/>
                  </a:cubicBezTo>
                  <a:lnTo>
                    <a:pt x="1453" y="2906"/>
                  </a:lnTo>
                  <a:cubicBezTo>
                    <a:pt x="1453" y="2308"/>
                    <a:pt x="1935" y="1831"/>
                    <a:pt x="2527" y="1831"/>
                  </a:cubicBezTo>
                  <a:close/>
                  <a:moveTo>
                    <a:pt x="0" y="1"/>
                  </a:moveTo>
                  <a:lnTo>
                    <a:pt x="0" y="6716"/>
                  </a:lnTo>
                  <a:lnTo>
                    <a:pt x="5025" y="6716"/>
                  </a:lnTo>
                  <a:lnTo>
                    <a:pt x="5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0"/>
          <p:cNvGrpSpPr/>
          <p:nvPr/>
        </p:nvGrpSpPr>
        <p:grpSpPr>
          <a:xfrm>
            <a:off x="4774827" y="4032596"/>
            <a:ext cx="349716" cy="291498"/>
            <a:chOff x="4774321" y="4180482"/>
            <a:chExt cx="348844" cy="290743"/>
          </a:xfrm>
        </p:grpSpPr>
        <p:sp>
          <p:nvSpPr>
            <p:cNvPr id="9313" name="Google Shape;9313;p70"/>
            <p:cNvSpPr/>
            <p:nvPr/>
          </p:nvSpPr>
          <p:spPr>
            <a:xfrm>
              <a:off x="4833433" y="4180482"/>
              <a:ext cx="201354" cy="172059"/>
            </a:xfrm>
            <a:custGeom>
              <a:rect b="b" l="l" r="r" t="t"/>
              <a:pathLst>
                <a:path extrusionOk="0" h="5286" w="6186">
                  <a:moveTo>
                    <a:pt x="2518" y="953"/>
                  </a:moveTo>
                  <a:lnTo>
                    <a:pt x="5495" y="2668"/>
                  </a:lnTo>
                  <a:lnTo>
                    <a:pt x="2518" y="4359"/>
                  </a:lnTo>
                  <a:lnTo>
                    <a:pt x="2518" y="953"/>
                  </a:lnTo>
                  <a:close/>
                  <a:moveTo>
                    <a:pt x="3513" y="1"/>
                  </a:moveTo>
                  <a:cubicBezTo>
                    <a:pt x="1175" y="1"/>
                    <a:pt x="1" y="2842"/>
                    <a:pt x="1661" y="4502"/>
                  </a:cubicBezTo>
                  <a:cubicBezTo>
                    <a:pt x="2202" y="5043"/>
                    <a:pt x="2869" y="5286"/>
                    <a:pt x="3523" y="5286"/>
                  </a:cubicBezTo>
                  <a:cubicBezTo>
                    <a:pt x="4883" y="5286"/>
                    <a:pt x="6186" y="4236"/>
                    <a:pt x="6186" y="2644"/>
                  </a:cubicBezTo>
                  <a:cubicBezTo>
                    <a:pt x="6186" y="1168"/>
                    <a:pt x="4995" y="1"/>
                    <a:pt x="3542" y="1"/>
                  </a:cubicBezTo>
                  <a:cubicBezTo>
                    <a:pt x="3533" y="1"/>
                    <a:pt x="3523" y="1"/>
                    <a:pt x="3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4774321" y="4196009"/>
              <a:ext cx="164345" cy="227134"/>
            </a:xfrm>
            <a:custGeom>
              <a:rect b="b" l="l" r="r" t="t"/>
              <a:pathLst>
                <a:path extrusionOk="0" h="6978" w="5049">
                  <a:moveTo>
                    <a:pt x="0" y="0"/>
                  </a:moveTo>
                  <a:lnTo>
                    <a:pt x="0" y="6287"/>
                  </a:lnTo>
                  <a:lnTo>
                    <a:pt x="3453" y="6287"/>
                  </a:lnTo>
                  <a:cubicBezTo>
                    <a:pt x="4049" y="6287"/>
                    <a:pt x="4620" y="6549"/>
                    <a:pt x="5049" y="6978"/>
                  </a:cubicBezTo>
                  <a:lnTo>
                    <a:pt x="5049" y="5430"/>
                  </a:lnTo>
                  <a:cubicBezTo>
                    <a:pt x="2382" y="5168"/>
                    <a:pt x="1143" y="2001"/>
                    <a:pt x="2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0"/>
            <p:cNvSpPr/>
            <p:nvPr/>
          </p:nvSpPr>
          <p:spPr>
            <a:xfrm>
              <a:off x="4935546" y="4247146"/>
              <a:ext cx="35675" cy="40362"/>
            </a:xfrm>
            <a:custGeom>
              <a:rect b="b" l="l" r="r" t="t"/>
              <a:pathLst>
                <a:path extrusionOk="0" h="1240" w="1096">
                  <a:moveTo>
                    <a:pt x="1" y="1"/>
                  </a:moveTo>
                  <a:lnTo>
                    <a:pt x="1" y="1239"/>
                  </a:lnTo>
                  <a:lnTo>
                    <a:pt x="1096" y="62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0"/>
            <p:cNvSpPr/>
            <p:nvPr/>
          </p:nvSpPr>
          <p:spPr>
            <a:xfrm>
              <a:off x="4775069" y="4420805"/>
              <a:ext cx="164378" cy="50420"/>
            </a:xfrm>
            <a:custGeom>
              <a:rect b="b" l="l" r="r" t="t"/>
              <a:pathLst>
                <a:path extrusionOk="0" h="1549" w="5050">
                  <a:moveTo>
                    <a:pt x="1" y="0"/>
                  </a:moveTo>
                  <a:lnTo>
                    <a:pt x="1" y="1548"/>
                  </a:lnTo>
                  <a:lnTo>
                    <a:pt x="5050" y="1548"/>
                  </a:lnTo>
                  <a:cubicBezTo>
                    <a:pt x="5002" y="691"/>
                    <a:pt x="4311" y="24"/>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4958787" y="4196009"/>
              <a:ext cx="164378" cy="227134"/>
            </a:xfrm>
            <a:custGeom>
              <a:rect b="b" l="l" r="r" t="t"/>
              <a:pathLst>
                <a:path extrusionOk="0" h="6978" w="5050">
                  <a:moveTo>
                    <a:pt x="2144" y="0"/>
                  </a:moveTo>
                  <a:cubicBezTo>
                    <a:pt x="3907" y="2001"/>
                    <a:pt x="2668" y="5168"/>
                    <a:pt x="1" y="5430"/>
                  </a:cubicBezTo>
                  <a:lnTo>
                    <a:pt x="1" y="6978"/>
                  </a:lnTo>
                  <a:cubicBezTo>
                    <a:pt x="430" y="6549"/>
                    <a:pt x="1001" y="6287"/>
                    <a:pt x="1597" y="6287"/>
                  </a:cubicBezTo>
                  <a:lnTo>
                    <a:pt x="5050" y="6287"/>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4958787" y="4420805"/>
              <a:ext cx="164378" cy="50420"/>
            </a:xfrm>
            <a:custGeom>
              <a:rect b="b" l="l" r="r" t="t"/>
              <a:pathLst>
                <a:path extrusionOk="0" h="1549" w="5050">
                  <a:moveTo>
                    <a:pt x="1597" y="0"/>
                  </a:moveTo>
                  <a:cubicBezTo>
                    <a:pt x="739" y="0"/>
                    <a:pt x="25" y="691"/>
                    <a:pt x="1" y="1548"/>
                  </a:cubicBezTo>
                  <a:lnTo>
                    <a:pt x="5050" y="1548"/>
                  </a:lnTo>
                  <a:lnTo>
                    <a:pt x="50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70"/>
          <p:cNvGrpSpPr/>
          <p:nvPr/>
        </p:nvGrpSpPr>
        <p:grpSpPr>
          <a:xfrm>
            <a:off x="5571349" y="2886244"/>
            <a:ext cx="267387" cy="349783"/>
            <a:chOff x="5568857" y="3037102"/>
            <a:chExt cx="266720" cy="348876"/>
          </a:xfrm>
        </p:grpSpPr>
        <p:sp>
          <p:nvSpPr>
            <p:cNvPr id="9320" name="Google Shape;9320;p70"/>
            <p:cNvSpPr/>
            <p:nvPr/>
          </p:nvSpPr>
          <p:spPr>
            <a:xfrm>
              <a:off x="5747171" y="3234002"/>
              <a:ext cx="88406" cy="151976"/>
            </a:xfrm>
            <a:custGeom>
              <a:rect b="b" l="l" r="r" t="t"/>
              <a:pathLst>
                <a:path extrusionOk="0" h="4669" w="2716">
                  <a:moveTo>
                    <a:pt x="0" y="1"/>
                  </a:moveTo>
                  <a:lnTo>
                    <a:pt x="24" y="3549"/>
                  </a:lnTo>
                  <a:lnTo>
                    <a:pt x="1001" y="3073"/>
                  </a:lnTo>
                  <a:lnTo>
                    <a:pt x="1763" y="4668"/>
                  </a:lnTo>
                  <a:lnTo>
                    <a:pt x="2501" y="4311"/>
                  </a:lnTo>
                  <a:lnTo>
                    <a:pt x="1763" y="2715"/>
                  </a:lnTo>
                  <a:lnTo>
                    <a:pt x="2715" y="226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5569638" y="3037884"/>
              <a:ext cx="62821" cy="62822"/>
            </a:xfrm>
            <a:custGeom>
              <a:rect b="b" l="l" r="r" t="t"/>
              <a:pathLst>
                <a:path extrusionOk="0" h="1930" w="1930">
                  <a:moveTo>
                    <a:pt x="1930" y="0"/>
                  </a:moveTo>
                  <a:lnTo>
                    <a:pt x="1" y="1929"/>
                  </a:lnTo>
                  <a:lnTo>
                    <a:pt x="1930" y="1929"/>
                  </a:lnTo>
                  <a:lnTo>
                    <a:pt x="19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0"/>
            <p:cNvSpPr/>
            <p:nvPr/>
          </p:nvSpPr>
          <p:spPr>
            <a:xfrm>
              <a:off x="5568857" y="3037102"/>
              <a:ext cx="219420" cy="292266"/>
            </a:xfrm>
            <a:custGeom>
              <a:rect b="b" l="l" r="r" t="t"/>
              <a:pathLst>
                <a:path extrusionOk="0" h="8979" w="6741">
                  <a:moveTo>
                    <a:pt x="5454" y="4025"/>
                  </a:moveTo>
                  <a:lnTo>
                    <a:pt x="5454" y="4644"/>
                  </a:lnTo>
                  <a:lnTo>
                    <a:pt x="3311" y="4644"/>
                  </a:lnTo>
                  <a:lnTo>
                    <a:pt x="3311" y="4025"/>
                  </a:lnTo>
                  <a:close/>
                  <a:moveTo>
                    <a:pt x="2478" y="3168"/>
                  </a:moveTo>
                  <a:lnTo>
                    <a:pt x="2930" y="3597"/>
                  </a:lnTo>
                  <a:lnTo>
                    <a:pt x="1930" y="4668"/>
                  </a:lnTo>
                  <a:lnTo>
                    <a:pt x="1168" y="3954"/>
                  </a:lnTo>
                  <a:lnTo>
                    <a:pt x="1597" y="3501"/>
                  </a:lnTo>
                  <a:lnTo>
                    <a:pt x="1882" y="3787"/>
                  </a:lnTo>
                  <a:lnTo>
                    <a:pt x="2478" y="3168"/>
                  </a:lnTo>
                  <a:close/>
                  <a:moveTo>
                    <a:pt x="2359" y="5311"/>
                  </a:moveTo>
                  <a:lnTo>
                    <a:pt x="2359" y="5954"/>
                  </a:lnTo>
                  <a:lnTo>
                    <a:pt x="1716" y="5954"/>
                  </a:lnTo>
                  <a:lnTo>
                    <a:pt x="1716" y="5311"/>
                  </a:lnTo>
                  <a:close/>
                  <a:moveTo>
                    <a:pt x="2359" y="6597"/>
                  </a:moveTo>
                  <a:lnTo>
                    <a:pt x="2359" y="7216"/>
                  </a:lnTo>
                  <a:lnTo>
                    <a:pt x="1716" y="7216"/>
                  </a:lnTo>
                  <a:lnTo>
                    <a:pt x="1716" y="6597"/>
                  </a:lnTo>
                  <a:close/>
                  <a:moveTo>
                    <a:pt x="2573" y="1"/>
                  </a:moveTo>
                  <a:lnTo>
                    <a:pt x="2573" y="2573"/>
                  </a:lnTo>
                  <a:lnTo>
                    <a:pt x="1" y="2573"/>
                  </a:lnTo>
                  <a:lnTo>
                    <a:pt x="1" y="8979"/>
                  </a:lnTo>
                  <a:lnTo>
                    <a:pt x="4883" y="8979"/>
                  </a:lnTo>
                  <a:lnTo>
                    <a:pt x="4859" y="7216"/>
                  </a:lnTo>
                  <a:lnTo>
                    <a:pt x="3311" y="7216"/>
                  </a:lnTo>
                  <a:lnTo>
                    <a:pt x="3311" y="6597"/>
                  </a:lnTo>
                  <a:lnTo>
                    <a:pt x="4859" y="6597"/>
                  </a:lnTo>
                  <a:lnTo>
                    <a:pt x="4859" y="5954"/>
                  </a:lnTo>
                  <a:lnTo>
                    <a:pt x="3311" y="5954"/>
                  </a:lnTo>
                  <a:lnTo>
                    <a:pt x="3311" y="5311"/>
                  </a:lnTo>
                  <a:lnTo>
                    <a:pt x="4835" y="5311"/>
                  </a:lnTo>
                  <a:lnTo>
                    <a:pt x="4835" y="4692"/>
                  </a:lnTo>
                  <a:lnTo>
                    <a:pt x="6740" y="6288"/>
                  </a:lnTo>
                  <a:lnTo>
                    <a:pt x="6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70"/>
          <p:cNvGrpSpPr/>
          <p:nvPr/>
        </p:nvGrpSpPr>
        <p:grpSpPr>
          <a:xfrm>
            <a:off x="4774827" y="2887027"/>
            <a:ext cx="349710" cy="348999"/>
            <a:chOff x="4774321" y="3037884"/>
            <a:chExt cx="348838" cy="348094"/>
          </a:xfrm>
        </p:grpSpPr>
        <p:sp>
          <p:nvSpPr>
            <p:cNvPr id="9324" name="Google Shape;9324;p70"/>
            <p:cNvSpPr/>
            <p:nvPr/>
          </p:nvSpPr>
          <p:spPr>
            <a:xfrm>
              <a:off x="4909960" y="3144846"/>
              <a:ext cx="29490" cy="30272"/>
            </a:xfrm>
            <a:custGeom>
              <a:rect b="b" l="l" r="r" t="t"/>
              <a:pathLst>
                <a:path extrusionOk="0" h="930" w="906">
                  <a:moveTo>
                    <a:pt x="429" y="1"/>
                  </a:moveTo>
                  <a:cubicBezTo>
                    <a:pt x="191" y="25"/>
                    <a:pt x="1" y="215"/>
                    <a:pt x="1" y="453"/>
                  </a:cubicBezTo>
                  <a:lnTo>
                    <a:pt x="1" y="930"/>
                  </a:lnTo>
                  <a:lnTo>
                    <a:pt x="906" y="930"/>
                  </a:lnTo>
                  <a:lnTo>
                    <a:pt x="906" y="453"/>
                  </a:lnTo>
                  <a:cubicBezTo>
                    <a:pt x="906" y="191"/>
                    <a:pt x="691" y="1"/>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0"/>
            <p:cNvSpPr/>
            <p:nvPr/>
          </p:nvSpPr>
          <p:spPr>
            <a:xfrm>
              <a:off x="4784379" y="3165776"/>
              <a:ext cx="37237" cy="51982"/>
            </a:xfrm>
            <a:custGeom>
              <a:rect b="b" l="l" r="r" t="t"/>
              <a:pathLst>
                <a:path extrusionOk="0" h="1597" w="1144">
                  <a:moveTo>
                    <a:pt x="1144" y="1"/>
                  </a:moveTo>
                  <a:lnTo>
                    <a:pt x="1" y="882"/>
                  </a:lnTo>
                  <a:lnTo>
                    <a:pt x="1144" y="1596"/>
                  </a:lnTo>
                  <a:lnTo>
                    <a:pt x="1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0"/>
            <p:cNvSpPr/>
            <p:nvPr/>
          </p:nvSpPr>
          <p:spPr>
            <a:xfrm>
              <a:off x="5075840" y="3166557"/>
              <a:ext cx="37270" cy="51201"/>
            </a:xfrm>
            <a:custGeom>
              <a:rect b="b" l="l" r="r" t="t"/>
              <a:pathLst>
                <a:path extrusionOk="0" h="1573" w="1145">
                  <a:moveTo>
                    <a:pt x="1" y="1"/>
                  </a:moveTo>
                  <a:lnTo>
                    <a:pt x="1" y="1572"/>
                  </a:lnTo>
                  <a:lnTo>
                    <a:pt x="1144" y="85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0"/>
            <p:cNvSpPr/>
            <p:nvPr/>
          </p:nvSpPr>
          <p:spPr>
            <a:xfrm>
              <a:off x="4841734" y="3037884"/>
              <a:ext cx="213984" cy="258935"/>
            </a:xfrm>
            <a:custGeom>
              <a:rect b="b" l="l" r="r" t="t"/>
              <a:pathLst>
                <a:path extrusionOk="0" h="7955" w="6574">
                  <a:moveTo>
                    <a:pt x="4740" y="1334"/>
                  </a:moveTo>
                  <a:lnTo>
                    <a:pt x="4740" y="1929"/>
                  </a:lnTo>
                  <a:lnTo>
                    <a:pt x="5335" y="1929"/>
                  </a:lnTo>
                  <a:lnTo>
                    <a:pt x="5335" y="2549"/>
                  </a:lnTo>
                  <a:lnTo>
                    <a:pt x="4788" y="2549"/>
                  </a:lnTo>
                  <a:lnTo>
                    <a:pt x="4788" y="3144"/>
                  </a:lnTo>
                  <a:lnTo>
                    <a:pt x="4145" y="3144"/>
                  </a:lnTo>
                  <a:lnTo>
                    <a:pt x="4145" y="2549"/>
                  </a:lnTo>
                  <a:lnTo>
                    <a:pt x="3549" y="2549"/>
                  </a:lnTo>
                  <a:lnTo>
                    <a:pt x="3549" y="1929"/>
                  </a:lnTo>
                  <a:lnTo>
                    <a:pt x="4145" y="1929"/>
                  </a:lnTo>
                  <a:lnTo>
                    <a:pt x="4145" y="1334"/>
                  </a:lnTo>
                  <a:close/>
                  <a:moveTo>
                    <a:pt x="2547" y="2617"/>
                  </a:moveTo>
                  <a:cubicBezTo>
                    <a:pt x="3101" y="2617"/>
                    <a:pt x="3656" y="2992"/>
                    <a:pt x="3621" y="3739"/>
                  </a:cubicBezTo>
                  <a:lnTo>
                    <a:pt x="3621" y="5835"/>
                  </a:lnTo>
                  <a:lnTo>
                    <a:pt x="3002" y="5835"/>
                  </a:lnTo>
                  <a:lnTo>
                    <a:pt x="3002" y="4835"/>
                  </a:lnTo>
                  <a:lnTo>
                    <a:pt x="2097" y="4835"/>
                  </a:lnTo>
                  <a:lnTo>
                    <a:pt x="2097" y="5835"/>
                  </a:lnTo>
                  <a:lnTo>
                    <a:pt x="1477" y="5835"/>
                  </a:lnTo>
                  <a:lnTo>
                    <a:pt x="1477" y="3763"/>
                  </a:lnTo>
                  <a:cubicBezTo>
                    <a:pt x="1430" y="2998"/>
                    <a:pt x="1988" y="2617"/>
                    <a:pt x="2547" y="2617"/>
                  </a:cubicBezTo>
                  <a:close/>
                  <a:moveTo>
                    <a:pt x="1" y="0"/>
                  </a:moveTo>
                  <a:lnTo>
                    <a:pt x="1" y="5930"/>
                  </a:lnTo>
                  <a:lnTo>
                    <a:pt x="3287" y="7954"/>
                  </a:lnTo>
                  <a:lnTo>
                    <a:pt x="6574" y="5930"/>
                  </a:lnTo>
                  <a:lnTo>
                    <a:pt x="65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4774321" y="3212291"/>
              <a:ext cx="348838" cy="173687"/>
            </a:xfrm>
            <a:custGeom>
              <a:rect b="b" l="l" r="r" t="t"/>
              <a:pathLst>
                <a:path extrusionOk="0" h="5336" w="10717">
                  <a:moveTo>
                    <a:pt x="0" y="1"/>
                  </a:moveTo>
                  <a:lnTo>
                    <a:pt x="0" y="5335"/>
                  </a:lnTo>
                  <a:lnTo>
                    <a:pt x="10717" y="5335"/>
                  </a:lnTo>
                  <a:lnTo>
                    <a:pt x="10717" y="1"/>
                  </a:lnTo>
                  <a:lnTo>
                    <a:pt x="5358" y="331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70"/>
          <p:cNvGrpSpPr/>
          <p:nvPr/>
        </p:nvGrpSpPr>
        <p:grpSpPr>
          <a:xfrm>
            <a:off x="4019454" y="2887027"/>
            <a:ext cx="349710" cy="349002"/>
            <a:chOff x="4020831" y="3037884"/>
            <a:chExt cx="348838" cy="348097"/>
          </a:xfrm>
        </p:grpSpPr>
        <p:sp>
          <p:nvSpPr>
            <p:cNvPr id="9330" name="Google Shape;9330;p70"/>
            <p:cNvSpPr/>
            <p:nvPr/>
          </p:nvSpPr>
          <p:spPr>
            <a:xfrm>
              <a:off x="4127794" y="3037884"/>
              <a:ext cx="136482" cy="182964"/>
            </a:xfrm>
            <a:custGeom>
              <a:rect b="b" l="l" r="r" t="t"/>
              <a:pathLst>
                <a:path extrusionOk="0" h="5621" w="4193">
                  <a:moveTo>
                    <a:pt x="2065" y="721"/>
                  </a:moveTo>
                  <a:cubicBezTo>
                    <a:pt x="2763" y="721"/>
                    <a:pt x="3430" y="1265"/>
                    <a:pt x="3430" y="2072"/>
                  </a:cubicBezTo>
                  <a:cubicBezTo>
                    <a:pt x="3430" y="2834"/>
                    <a:pt x="2835" y="3430"/>
                    <a:pt x="2073" y="3430"/>
                  </a:cubicBezTo>
                  <a:cubicBezTo>
                    <a:pt x="882" y="3430"/>
                    <a:pt x="263" y="1977"/>
                    <a:pt x="1120" y="1120"/>
                  </a:cubicBezTo>
                  <a:cubicBezTo>
                    <a:pt x="1396" y="844"/>
                    <a:pt x="1734" y="721"/>
                    <a:pt x="2065" y="721"/>
                  </a:cubicBezTo>
                  <a:close/>
                  <a:moveTo>
                    <a:pt x="2073" y="0"/>
                  </a:moveTo>
                  <a:cubicBezTo>
                    <a:pt x="930" y="0"/>
                    <a:pt x="1" y="929"/>
                    <a:pt x="1" y="2072"/>
                  </a:cubicBezTo>
                  <a:cubicBezTo>
                    <a:pt x="1" y="2715"/>
                    <a:pt x="334" y="3239"/>
                    <a:pt x="739" y="3787"/>
                  </a:cubicBezTo>
                  <a:lnTo>
                    <a:pt x="2097" y="5621"/>
                  </a:lnTo>
                  <a:cubicBezTo>
                    <a:pt x="2120" y="5573"/>
                    <a:pt x="2168" y="5549"/>
                    <a:pt x="2192" y="5502"/>
                  </a:cubicBezTo>
                  <a:cubicBezTo>
                    <a:pt x="2216" y="5454"/>
                    <a:pt x="2311" y="5335"/>
                    <a:pt x="2358" y="5263"/>
                  </a:cubicBezTo>
                  <a:lnTo>
                    <a:pt x="3430" y="3787"/>
                  </a:lnTo>
                  <a:cubicBezTo>
                    <a:pt x="3835" y="3239"/>
                    <a:pt x="4192" y="2715"/>
                    <a:pt x="4192" y="2072"/>
                  </a:cubicBezTo>
                  <a:lnTo>
                    <a:pt x="4168" y="2072"/>
                  </a:lnTo>
                  <a:cubicBezTo>
                    <a:pt x="4168" y="929"/>
                    <a:pt x="3240" y="0"/>
                    <a:pt x="2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0"/>
            <p:cNvSpPr/>
            <p:nvPr/>
          </p:nvSpPr>
          <p:spPr>
            <a:xfrm>
              <a:off x="4135541" y="3229347"/>
              <a:ext cx="118645" cy="42087"/>
            </a:xfrm>
            <a:custGeom>
              <a:rect b="b" l="l" r="r" t="t"/>
              <a:pathLst>
                <a:path extrusionOk="0" h="1293" w="3645">
                  <a:moveTo>
                    <a:pt x="1239" y="1"/>
                  </a:moveTo>
                  <a:cubicBezTo>
                    <a:pt x="954" y="48"/>
                    <a:pt x="692" y="120"/>
                    <a:pt x="453" y="239"/>
                  </a:cubicBezTo>
                  <a:cubicBezTo>
                    <a:pt x="168" y="358"/>
                    <a:pt x="1" y="501"/>
                    <a:pt x="1" y="644"/>
                  </a:cubicBezTo>
                  <a:lnTo>
                    <a:pt x="25" y="644"/>
                  </a:lnTo>
                  <a:cubicBezTo>
                    <a:pt x="25" y="763"/>
                    <a:pt x="192" y="906"/>
                    <a:pt x="453" y="1025"/>
                  </a:cubicBezTo>
                  <a:cubicBezTo>
                    <a:pt x="894" y="1203"/>
                    <a:pt x="1358" y="1293"/>
                    <a:pt x="1826" y="1293"/>
                  </a:cubicBezTo>
                  <a:cubicBezTo>
                    <a:pt x="2293" y="1293"/>
                    <a:pt x="2763" y="1203"/>
                    <a:pt x="3216" y="1025"/>
                  </a:cubicBezTo>
                  <a:cubicBezTo>
                    <a:pt x="3478" y="906"/>
                    <a:pt x="3645" y="763"/>
                    <a:pt x="3645" y="644"/>
                  </a:cubicBezTo>
                  <a:cubicBezTo>
                    <a:pt x="3645" y="501"/>
                    <a:pt x="3478" y="358"/>
                    <a:pt x="3216" y="239"/>
                  </a:cubicBezTo>
                  <a:cubicBezTo>
                    <a:pt x="2954" y="120"/>
                    <a:pt x="2692" y="48"/>
                    <a:pt x="2430" y="24"/>
                  </a:cubicBezTo>
                  <a:cubicBezTo>
                    <a:pt x="2311" y="167"/>
                    <a:pt x="2192" y="310"/>
                    <a:pt x="2073" y="477"/>
                  </a:cubicBezTo>
                  <a:lnTo>
                    <a:pt x="1835" y="810"/>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4171217" y="3082055"/>
              <a:ext cx="47328" cy="47328"/>
            </a:xfrm>
            <a:custGeom>
              <a:rect b="b" l="l" r="r" t="t"/>
              <a:pathLst>
                <a:path extrusionOk="0" h="1454" w="1454">
                  <a:moveTo>
                    <a:pt x="739" y="1"/>
                  </a:moveTo>
                  <a:cubicBezTo>
                    <a:pt x="334" y="1"/>
                    <a:pt x="0" y="310"/>
                    <a:pt x="0" y="715"/>
                  </a:cubicBezTo>
                  <a:cubicBezTo>
                    <a:pt x="0" y="1120"/>
                    <a:pt x="334" y="1454"/>
                    <a:pt x="739" y="1454"/>
                  </a:cubicBezTo>
                  <a:cubicBezTo>
                    <a:pt x="1144" y="1454"/>
                    <a:pt x="1453" y="1120"/>
                    <a:pt x="1453" y="715"/>
                  </a:cubicBezTo>
                  <a:cubicBezTo>
                    <a:pt x="1453" y="310"/>
                    <a:pt x="1144"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0"/>
            <p:cNvSpPr/>
            <p:nvPr/>
          </p:nvSpPr>
          <p:spPr>
            <a:xfrm>
              <a:off x="4020831" y="3339434"/>
              <a:ext cx="348838" cy="46546"/>
            </a:xfrm>
            <a:custGeom>
              <a:rect b="b" l="l" r="r" t="t"/>
              <a:pathLst>
                <a:path extrusionOk="0" h="1430" w="10717">
                  <a:moveTo>
                    <a:pt x="0" y="0"/>
                  </a:moveTo>
                  <a:lnTo>
                    <a:pt x="0" y="405"/>
                  </a:lnTo>
                  <a:cubicBezTo>
                    <a:pt x="0" y="977"/>
                    <a:pt x="453" y="1429"/>
                    <a:pt x="1024" y="1429"/>
                  </a:cubicBezTo>
                  <a:lnTo>
                    <a:pt x="9693" y="1429"/>
                  </a:lnTo>
                  <a:cubicBezTo>
                    <a:pt x="10241" y="1429"/>
                    <a:pt x="10717" y="977"/>
                    <a:pt x="10717" y="405"/>
                  </a:cubicBez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0"/>
            <p:cNvSpPr/>
            <p:nvPr/>
          </p:nvSpPr>
          <p:spPr>
            <a:xfrm>
              <a:off x="4041762" y="3141753"/>
              <a:ext cx="306979" cy="177560"/>
            </a:xfrm>
            <a:custGeom>
              <a:rect b="b" l="l" r="r" t="t"/>
              <a:pathLst>
                <a:path extrusionOk="0" h="5455" w="9431">
                  <a:moveTo>
                    <a:pt x="7169" y="1"/>
                  </a:moveTo>
                  <a:cubicBezTo>
                    <a:pt x="7169" y="1"/>
                    <a:pt x="6788" y="667"/>
                    <a:pt x="6573" y="977"/>
                  </a:cubicBezTo>
                  <a:lnTo>
                    <a:pt x="5716" y="2144"/>
                  </a:lnTo>
                  <a:cubicBezTo>
                    <a:pt x="5930" y="2192"/>
                    <a:pt x="6145" y="2239"/>
                    <a:pt x="6359" y="2334"/>
                  </a:cubicBezTo>
                  <a:cubicBezTo>
                    <a:pt x="6883" y="2573"/>
                    <a:pt x="7169" y="2930"/>
                    <a:pt x="7169" y="3311"/>
                  </a:cubicBezTo>
                  <a:cubicBezTo>
                    <a:pt x="7169" y="3692"/>
                    <a:pt x="6859" y="4049"/>
                    <a:pt x="6359" y="4287"/>
                  </a:cubicBezTo>
                  <a:cubicBezTo>
                    <a:pt x="5823" y="4490"/>
                    <a:pt x="5263" y="4591"/>
                    <a:pt x="4707" y="4591"/>
                  </a:cubicBezTo>
                  <a:cubicBezTo>
                    <a:pt x="4150" y="4591"/>
                    <a:pt x="3596" y="4490"/>
                    <a:pt x="3073" y="4287"/>
                  </a:cubicBezTo>
                  <a:cubicBezTo>
                    <a:pt x="2549" y="4049"/>
                    <a:pt x="2263" y="3692"/>
                    <a:pt x="2263" y="3311"/>
                  </a:cubicBezTo>
                  <a:cubicBezTo>
                    <a:pt x="2263" y="2930"/>
                    <a:pt x="2572" y="2573"/>
                    <a:pt x="3073" y="2334"/>
                  </a:cubicBezTo>
                  <a:cubicBezTo>
                    <a:pt x="3287" y="2239"/>
                    <a:pt x="3501" y="2192"/>
                    <a:pt x="3716" y="2144"/>
                  </a:cubicBezTo>
                  <a:lnTo>
                    <a:pt x="2858" y="977"/>
                  </a:lnTo>
                  <a:cubicBezTo>
                    <a:pt x="2644" y="667"/>
                    <a:pt x="2430" y="358"/>
                    <a:pt x="2263" y="24"/>
                  </a:cubicBezTo>
                  <a:lnTo>
                    <a:pt x="0" y="24"/>
                  </a:lnTo>
                  <a:lnTo>
                    <a:pt x="0" y="5454"/>
                  </a:lnTo>
                  <a:lnTo>
                    <a:pt x="9431" y="5454"/>
                  </a:lnTo>
                  <a:lnTo>
                    <a:pt x="9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70"/>
          <p:cNvGrpSpPr/>
          <p:nvPr/>
        </p:nvGrpSpPr>
        <p:grpSpPr>
          <a:xfrm>
            <a:off x="6322839" y="3444277"/>
            <a:ext cx="275898" cy="349749"/>
            <a:chOff x="6318473" y="3593689"/>
            <a:chExt cx="275210" cy="348842"/>
          </a:xfrm>
        </p:grpSpPr>
        <p:sp>
          <p:nvSpPr>
            <p:cNvPr id="9336" name="Google Shape;9336;p70"/>
            <p:cNvSpPr/>
            <p:nvPr/>
          </p:nvSpPr>
          <p:spPr>
            <a:xfrm>
              <a:off x="6318473" y="3593689"/>
              <a:ext cx="275210" cy="128703"/>
            </a:xfrm>
            <a:custGeom>
              <a:rect b="b" l="l" r="r" t="t"/>
              <a:pathLst>
                <a:path extrusionOk="0" h="3954" w="8455">
                  <a:moveTo>
                    <a:pt x="4525" y="929"/>
                  </a:moveTo>
                  <a:lnTo>
                    <a:pt x="4525" y="1572"/>
                  </a:lnTo>
                  <a:lnTo>
                    <a:pt x="3906" y="1572"/>
                  </a:lnTo>
                  <a:lnTo>
                    <a:pt x="3906" y="929"/>
                  </a:lnTo>
                  <a:close/>
                  <a:moveTo>
                    <a:pt x="4216" y="0"/>
                  </a:moveTo>
                  <a:cubicBezTo>
                    <a:pt x="2001" y="0"/>
                    <a:pt x="143" y="1715"/>
                    <a:pt x="1" y="3954"/>
                  </a:cubicBezTo>
                  <a:lnTo>
                    <a:pt x="1882" y="3954"/>
                  </a:lnTo>
                  <a:cubicBezTo>
                    <a:pt x="2084" y="2596"/>
                    <a:pt x="3156" y="1917"/>
                    <a:pt x="4228" y="1917"/>
                  </a:cubicBezTo>
                  <a:cubicBezTo>
                    <a:pt x="5299" y="1917"/>
                    <a:pt x="6371" y="2596"/>
                    <a:pt x="6573" y="3954"/>
                  </a:cubicBezTo>
                  <a:lnTo>
                    <a:pt x="8455" y="3954"/>
                  </a:lnTo>
                  <a:cubicBezTo>
                    <a:pt x="8312" y="1715"/>
                    <a:pt x="6454" y="0"/>
                    <a:pt x="4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0"/>
            <p:cNvSpPr/>
            <p:nvPr/>
          </p:nvSpPr>
          <p:spPr>
            <a:xfrm>
              <a:off x="6440962" y="3717707"/>
              <a:ext cx="29490" cy="29490"/>
            </a:xfrm>
            <a:custGeom>
              <a:rect b="b" l="l" r="r" t="t"/>
              <a:pathLst>
                <a:path extrusionOk="0" h="906" w="906">
                  <a:moveTo>
                    <a:pt x="453" y="1"/>
                  </a:moveTo>
                  <a:cubicBezTo>
                    <a:pt x="215" y="1"/>
                    <a:pt x="0" y="191"/>
                    <a:pt x="0" y="453"/>
                  </a:cubicBezTo>
                  <a:cubicBezTo>
                    <a:pt x="0" y="691"/>
                    <a:pt x="215" y="906"/>
                    <a:pt x="453" y="906"/>
                  </a:cubicBezTo>
                  <a:cubicBezTo>
                    <a:pt x="715" y="906"/>
                    <a:pt x="905" y="691"/>
                    <a:pt x="905" y="453"/>
                  </a:cubicBezTo>
                  <a:cubicBezTo>
                    <a:pt x="905" y="191"/>
                    <a:pt x="715" y="1"/>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0"/>
            <p:cNvSpPr/>
            <p:nvPr/>
          </p:nvSpPr>
          <p:spPr>
            <a:xfrm>
              <a:off x="6319254" y="3742511"/>
              <a:ext cx="274429" cy="200020"/>
            </a:xfrm>
            <a:custGeom>
              <a:rect b="b" l="l" r="r" t="t"/>
              <a:pathLst>
                <a:path extrusionOk="0" h="6145" w="8431">
                  <a:moveTo>
                    <a:pt x="0" y="1"/>
                  </a:moveTo>
                  <a:cubicBezTo>
                    <a:pt x="119" y="1715"/>
                    <a:pt x="1239" y="3168"/>
                    <a:pt x="2858" y="3716"/>
                  </a:cubicBezTo>
                  <a:lnTo>
                    <a:pt x="2858" y="4764"/>
                  </a:lnTo>
                  <a:cubicBezTo>
                    <a:pt x="2858" y="5168"/>
                    <a:pt x="2525" y="5526"/>
                    <a:pt x="2096" y="5526"/>
                  </a:cubicBezTo>
                  <a:lnTo>
                    <a:pt x="1096" y="5526"/>
                  </a:lnTo>
                  <a:lnTo>
                    <a:pt x="1096" y="6145"/>
                  </a:lnTo>
                  <a:lnTo>
                    <a:pt x="7288" y="6145"/>
                  </a:lnTo>
                  <a:lnTo>
                    <a:pt x="7288" y="5526"/>
                  </a:lnTo>
                  <a:lnTo>
                    <a:pt x="6335" y="5526"/>
                  </a:lnTo>
                  <a:cubicBezTo>
                    <a:pt x="5906" y="5526"/>
                    <a:pt x="5549" y="5168"/>
                    <a:pt x="5549" y="4740"/>
                  </a:cubicBezTo>
                  <a:lnTo>
                    <a:pt x="5549" y="4740"/>
                  </a:lnTo>
                  <a:lnTo>
                    <a:pt x="5573" y="4764"/>
                  </a:lnTo>
                  <a:lnTo>
                    <a:pt x="5573" y="3716"/>
                  </a:lnTo>
                  <a:cubicBezTo>
                    <a:pt x="7169" y="3168"/>
                    <a:pt x="8312" y="1715"/>
                    <a:pt x="8431" y="1"/>
                  </a:cubicBezTo>
                  <a:lnTo>
                    <a:pt x="6549" y="1"/>
                  </a:lnTo>
                  <a:cubicBezTo>
                    <a:pt x="6323" y="1322"/>
                    <a:pt x="5263" y="1983"/>
                    <a:pt x="4204" y="1983"/>
                  </a:cubicBezTo>
                  <a:cubicBezTo>
                    <a:pt x="3144" y="1983"/>
                    <a:pt x="2084" y="1322"/>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0"/>
            <p:cNvSpPr/>
            <p:nvPr/>
          </p:nvSpPr>
          <p:spPr>
            <a:xfrm>
              <a:off x="6379701" y="3675847"/>
              <a:ext cx="133390" cy="113534"/>
            </a:xfrm>
            <a:custGeom>
              <a:rect b="b" l="l" r="r" t="t"/>
              <a:pathLst>
                <a:path extrusionOk="0" h="3488" w="4098">
                  <a:moveTo>
                    <a:pt x="2344" y="651"/>
                  </a:moveTo>
                  <a:cubicBezTo>
                    <a:pt x="2901" y="651"/>
                    <a:pt x="3430" y="1081"/>
                    <a:pt x="3430" y="1739"/>
                  </a:cubicBezTo>
                  <a:cubicBezTo>
                    <a:pt x="3430" y="2335"/>
                    <a:pt x="2930" y="2811"/>
                    <a:pt x="2335" y="2811"/>
                  </a:cubicBezTo>
                  <a:cubicBezTo>
                    <a:pt x="1382" y="2811"/>
                    <a:pt x="906" y="1644"/>
                    <a:pt x="1573" y="977"/>
                  </a:cubicBezTo>
                  <a:cubicBezTo>
                    <a:pt x="1798" y="752"/>
                    <a:pt x="2074" y="651"/>
                    <a:pt x="2344" y="651"/>
                  </a:cubicBezTo>
                  <a:close/>
                  <a:moveTo>
                    <a:pt x="2335" y="1"/>
                  </a:moveTo>
                  <a:cubicBezTo>
                    <a:pt x="787" y="1"/>
                    <a:pt x="1" y="1882"/>
                    <a:pt x="1096" y="2978"/>
                  </a:cubicBezTo>
                  <a:cubicBezTo>
                    <a:pt x="1457" y="3330"/>
                    <a:pt x="1896" y="3488"/>
                    <a:pt x="2326" y="3488"/>
                  </a:cubicBezTo>
                  <a:cubicBezTo>
                    <a:pt x="3232" y="3488"/>
                    <a:pt x="4097" y="2789"/>
                    <a:pt x="4097" y="1739"/>
                  </a:cubicBezTo>
                  <a:cubicBezTo>
                    <a:pt x="4097" y="763"/>
                    <a:pt x="3311" y="1"/>
                    <a:pt x="2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70"/>
          <p:cNvGrpSpPr/>
          <p:nvPr/>
        </p:nvGrpSpPr>
        <p:grpSpPr>
          <a:xfrm>
            <a:off x="7041664" y="3445061"/>
            <a:ext cx="348960" cy="348967"/>
            <a:chOff x="7035505" y="3594470"/>
            <a:chExt cx="348090" cy="348062"/>
          </a:xfrm>
        </p:grpSpPr>
        <p:sp>
          <p:nvSpPr>
            <p:cNvPr id="9341" name="Google Shape;9341;p70"/>
            <p:cNvSpPr/>
            <p:nvPr/>
          </p:nvSpPr>
          <p:spPr>
            <a:xfrm>
              <a:off x="7116915" y="3731671"/>
              <a:ext cx="182182" cy="57386"/>
            </a:xfrm>
            <a:custGeom>
              <a:rect b="b" l="l" r="r" t="t"/>
              <a:pathLst>
                <a:path extrusionOk="0" h="1763" w="5597">
                  <a:moveTo>
                    <a:pt x="1" y="0"/>
                  </a:moveTo>
                  <a:lnTo>
                    <a:pt x="1" y="1763"/>
                  </a:lnTo>
                  <a:lnTo>
                    <a:pt x="3192" y="1763"/>
                  </a:lnTo>
                  <a:lnTo>
                    <a:pt x="3168" y="524"/>
                  </a:lnTo>
                  <a:lnTo>
                    <a:pt x="4668" y="1763"/>
                  </a:lnTo>
                  <a:lnTo>
                    <a:pt x="5597" y="1763"/>
                  </a:lnTo>
                  <a:lnTo>
                    <a:pt x="55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0"/>
            <p:cNvSpPr/>
            <p:nvPr/>
          </p:nvSpPr>
          <p:spPr>
            <a:xfrm>
              <a:off x="7240934" y="3792899"/>
              <a:ext cx="87625" cy="149632"/>
            </a:xfrm>
            <a:custGeom>
              <a:rect b="b" l="l" r="r" t="t"/>
              <a:pathLst>
                <a:path extrusionOk="0" h="4597" w="2692">
                  <a:moveTo>
                    <a:pt x="1" y="1"/>
                  </a:moveTo>
                  <a:lnTo>
                    <a:pt x="48" y="3478"/>
                  </a:lnTo>
                  <a:lnTo>
                    <a:pt x="1001" y="3025"/>
                  </a:lnTo>
                  <a:lnTo>
                    <a:pt x="1739" y="4597"/>
                  </a:lnTo>
                  <a:lnTo>
                    <a:pt x="2478" y="4240"/>
                  </a:lnTo>
                  <a:lnTo>
                    <a:pt x="1739" y="2668"/>
                  </a:lnTo>
                  <a:lnTo>
                    <a:pt x="2692" y="22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0"/>
            <p:cNvSpPr/>
            <p:nvPr/>
          </p:nvSpPr>
          <p:spPr>
            <a:xfrm>
              <a:off x="7035505" y="3594470"/>
              <a:ext cx="348090" cy="176746"/>
            </a:xfrm>
            <a:custGeom>
              <a:rect b="b" l="l" r="r" t="t"/>
              <a:pathLst>
                <a:path extrusionOk="0" h="5430" w="10694">
                  <a:moveTo>
                    <a:pt x="5359" y="0"/>
                  </a:moveTo>
                  <a:lnTo>
                    <a:pt x="1" y="2286"/>
                  </a:lnTo>
                  <a:lnTo>
                    <a:pt x="1" y="2763"/>
                  </a:lnTo>
                  <a:lnTo>
                    <a:pt x="1906" y="3596"/>
                  </a:lnTo>
                  <a:lnTo>
                    <a:pt x="8765" y="3596"/>
                  </a:lnTo>
                  <a:lnTo>
                    <a:pt x="9289" y="3382"/>
                  </a:lnTo>
                  <a:lnTo>
                    <a:pt x="9289" y="5430"/>
                  </a:lnTo>
                  <a:lnTo>
                    <a:pt x="9908" y="5430"/>
                  </a:lnTo>
                  <a:lnTo>
                    <a:pt x="9908" y="3120"/>
                  </a:lnTo>
                  <a:lnTo>
                    <a:pt x="10694" y="2786"/>
                  </a:lnTo>
                  <a:lnTo>
                    <a:pt x="10694" y="2310"/>
                  </a:lnTo>
                  <a:lnTo>
                    <a:pt x="5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0"/>
          <p:cNvGrpSpPr/>
          <p:nvPr/>
        </p:nvGrpSpPr>
        <p:grpSpPr>
          <a:xfrm>
            <a:off x="7797037" y="3445061"/>
            <a:ext cx="349743" cy="348968"/>
            <a:chOff x="7788994" y="3594470"/>
            <a:chExt cx="348871" cy="348063"/>
          </a:xfrm>
        </p:grpSpPr>
        <p:sp>
          <p:nvSpPr>
            <p:cNvPr id="9345" name="Google Shape;9345;p70"/>
            <p:cNvSpPr/>
            <p:nvPr/>
          </p:nvSpPr>
          <p:spPr>
            <a:xfrm>
              <a:off x="7788994" y="3833230"/>
              <a:ext cx="348871" cy="109303"/>
            </a:xfrm>
            <a:custGeom>
              <a:rect b="b" l="l" r="r" t="t"/>
              <a:pathLst>
                <a:path extrusionOk="0" h="3358" w="10718">
                  <a:moveTo>
                    <a:pt x="1" y="0"/>
                  </a:moveTo>
                  <a:lnTo>
                    <a:pt x="1" y="1596"/>
                  </a:lnTo>
                  <a:lnTo>
                    <a:pt x="4001" y="1596"/>
                  </a:lnTo>
                  <a:lnTo>
                    <a:pt x="4001" y="1953"/>
                  </a:lnTo>
                  <a:cubicBezTo>
                    <a:pt x="4001" y="2381"/>
                    <a:pt x="3644" y="2739"/>
                    <a:pt x="3216" y="2739"/>
                  </a:cubicBezTo>
                  <a:lnTo>
                    <a:pt x="2263" y="2739"/>
                  </a:lnTo>
                  <a:lnTo>
                    <a:pt x="2263" y="3358"/>
                  </a:lnTo>
                  <a:lnTo>
                    <a:pt x="8455" y="3358"/>
                  </a:lnTo>
                  <a:lnTo>
                    <a:pt x="8455" y="2739"/>
                  </a:lnTo>
                  <a:lnTo>
                    <a:pt x="7478" y="2739"/>
                  </a:lnTo>
                  <a:cubicBezTo>
                    <a:pt x="7074" y="2739"/>
                    <a:pt x="6716" y="2381"/>
                    <a:pt x="6716" y="1953"/>
                  </a:cubicBezTo>
                  <a:lnTo>
                    <a:pt x="6716" y="1596"/>
                  </a:lnTo>
                  <a:lnTo>
                    <a:pt x="10717" y="159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7852566" y="3651043"/>
              <a:ext cx="101589" cy="70568"/>
            </a:xfrm>
            <a:custGeom>
              <a:rect b="b" l="l" r="r" t="t"/>
              <a:pathLst>
                <a:path extrusionOk="0" h="2168" w="3121">
                  <a:moveTo>
                    <a:pt x="1858" y="286"/>
                  </a:moveTo>
                  <a:lnTo>
                    <a:pt x="1858" y="787"/>
                  </a:lnTo>
                  <a:lnTo>
                    <a:pt x="2358" y="787"/>
                  </a:lnTo>
                  <a:lnTo>
                    <a:pt x="2358" y="1406"/>
                  </a:lnTo>
                  <a:lnTo>
                    <a:pt x="1858" y="1406"/>
                  </a:lnTo>
                  <a:lnTo>
                    <a:pt x="1858" y="1906"/>
                  </a:lnTo>
                  <a:lnTo>
                    <a:pt x="1239" y="1906"/>
                  </a:lnTo>
                  <a:lnTo>
                    <a:pt x="1239" y="1406"/>
                  </a:lnTo>
                  <a:lnTo>
                    <a:pt x="739" y="1406"/>
                  </a:lnTo>
                  <a:lnTo>
                    <a:pt x="739" y="787"/>
                  </a:lnTo>
                  <a:lnTo>
                    <a:pt x="1239" y="787"/>
                  </a:lnTo>
                  <a:lnTo>
                    <a:pt x="1239" y="286"/>
                  </a:lnTo>
                  <a:close/>
                  <a:moveTo>
                    <a:pt x="24" y="1"/>
                  </a:moveTo>
                  <a:lnTo>
                    <a:pt x="0" y="2168"/>
                  </a:lnTo>
                  <a:lnTo>
                    <a:pt x="3120" y="2168"/>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0"/>
            <p:cNvSpPr/>
            <p:nvPr/>
          </p:nvSpPr>
          <p:spPr>
            <a:xfrm>
              <a:off x="7853348" y="3741730"/>
              <a:ext cx="100807" cy="71350"/>
            </a:xfrm>
            <a:custGeom>
              <a:rect b="b" l="l" r="r" t="t"/>
              <a:pathLst>
                <a:path extrusionOk="0" h="2192" w="3097">
                  <a:moveTo>
                    <a:pt x="2334" y="763"/>
                  </a:moveTo>
                  <a:lnTo>
                    <a:pt x="2334" y="1382"/>
                  </a:lnTo>
                  <a:lnTo>
                    <a:pt x="715" y="1382"/>
                  </a:lnTo>
                  <a:lnTo>
                    <a:pt x="715" y="763"/>
                  </a:lnTo>
                  <a:close/>
                  <a:moveTo>
                    <a:pt x="0" y="1"/>
                  </a:moveTo>
                  <a:lnTo>
                    <a:pt x="0" y="2192"/>
                  </a:lnTo>
                  <a:lnTo>
                    <a:pt x="3096" y="2192"/>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0"/>
            <p:cNvSpPr/>
            <p:nvPr/>
          </p:nvSpPr>
          <p:spPr>
            <a:xfrm>
              <a:off x="7973493" y="3651043"/>
              <a:ext cx="100807" cy="70568"/>
            </a:xfrm>
            <a:custGeom>
              <a:rect b="b" l="l" r="r" t="t"/>
              <a:pathLst>
                <a:path extrusionOk="0" h="2168" w="3097">
                  <a:moveTo>
                    <a:pt x="1906" y="263"/>
                  </a:moveTo>
                  <a:lnTo>
                    <a:pt x="2358" y="715"/>
                  </a:lnTo>
                  <a:lnTo>
                    <a:pt x="2001" y="1072"/>
                  </a:lnTo>
                  <a:lnTo>
                    <a:pt x="2358" y="1430"/>
                  </a:lnTo>
                  <a:lnTo>
                    <a:pt x="1906" y="1882"/>
                  </a:lnTo>
                  <a:lnTo>
                    <a:pt x="1548" y="1525"/>
                  </a:lnTo>
                  <a:lnTo>
                    <a:pt x="1191" y="1882"/>
                  </a:lnTo>
                  <a:lnTo>
                    <a:pt x="763" y="1430"/>
                  </a:lnTo>
                  <a:lnTo>
                    <a:pt x="1120" y="1072"/>
                  </a:lnTo>
                  <a:lnTo>
                    <a:pt x="763" y="715"/>
                  </a:lnTo>
                  <a:lnTo>
                    <a:pt x="1191" y="263"/>
                  </a:lnTo>
                  <a:lnTo>
                    <a:pt x="1548" y="620"/>
                  </a:lnTo>
                  <a:lnTo>
                    <a:pt x="1906" y="263"/>
                  </a:lnTo>
                  <a:close/>
                  <a:moveTo>
                    <a:pt x="1" y="1"/>
                  </a:moveTo>
                  <a:lnTo>
                    <a:pt x="1" y="2168"/>
                  </a:lnTo>
                  <a:lnTo>
                    <a:pt x="3096" y="2168"/>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7973493" y="3741730"/>
              <a:ext cx="100807" cy="71350"/>
            </a:xfrm>
            <a:custGeom>
              <a:rect b="b" l="l" r="r" t="t"/>
              <a:pathLst>
                <a:path extrusionOk="0" h="2192" w="3097">
                  <a:moveTo>
                    <a:pt x="1906" y="287"/>
                  </a:moveTo>
                  <a:lnTo>
                    <a:pt x="2334" y="739"/>
                  </a:lnTo>
                  <a:lnTo>
                    <a:pt x="1191" y="1906"/>
                  </a:lnTo>
                  <a:lnTo>
                    <a:pt x="739" y="1454"/>
                  </a:lnTo>
                  <a:lnTo>
                    <a:pt x="1906" y="287"/>
                  </a:lnTo>
                  <a:close/>
                  <a:moveTo>
                    <a:pt x="1" y="1"/>
                  </a:moveTo>
                  <a:lnTo>
                    <a:pt x="1" y="2192"/>
                  </a:lnTo>
                  <a:lnTo>
                    <a:pt x="3096" y="2192"/>
                  </a:lnTo>
                  <a:lnTo>
                    <a:pt x="3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7788994" y="3594470"/>
              <a:ext cx="348871" cy="218606"/>
            </a:xfrm>
            <a:custGeom>
              <a:rect b="b" l="l" r="r" t="t"/>
              <a:pathLst>
                <a:path extrusionOk="0" h="6716" w="10718">
                  <a:moveTo>
                    <a:pt x="1" y="0"/>
                  </a:moveTo>
                  <a:lnTo>
                    <a:pt x="1" y="6716"/>
                  </a:lnTo>
                  <a:lnTo>
                    <a:pt x="1334" y="6716"/>
                  </a:lnTo>
                  <a:lnTo>
                    <a:pt x="1334" y="1072"/>
                  </a:lnTo>
                  <a:lnTo>
                    <a:pt x="9407" y="1072"/>
                  </a:lnTo>
                  <a:lnTo>
                    <a:pt x="9407" y="6716"/>
                  </a:lnTo>
                  <a:lnTo>
                    <a:pt x="10717" y="6716"/>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1" name="Google Shape;9351;p70"/>
          <p:cNvSpPr/>
          <p:nvPr/>
        </p:nvSpPr>
        <p:spPr>
          <a:xfrm>
            <a:off x="997289" y="4003001"/>
            <a:ext cx="348999" cy="349782"/>
          </a:xfrm>
          <a:custGeom>
            <a:rect b="b" l="l" r="r" t="t"/>
            <a:pathLst>
              <a:path extrusionOk="0" h="10718" w="10694">
                <a:moveTo>
                  <a:pt x="9598" y="1311"/>
                </a:moveTo>
                <a:cubicBezTo>
                  <a:pt x="9860" y="1311"/>
                  <a:pt x="10074" y="1525"/>
                  <a:pt x="10074" y="1787"/>
                </a:cubicBezTo>
                <a:lnTo>
                  <a:pt x="10074" y="2882"/>
                </a:lnTo>
                <a:cubicBezTo>
                  <a:pt x="10074" y="3144"/>
                  <a:pt x="9860" y="3359"/>
                  <a:pt x="9598" y="3359"/>
                </a:cubicBezTo>
                <a:lnTo>
                  <a:pt x="9003" y="3359"/>
                </a:lnTo>
                <a:cubicBezTo>
                  <a:pt x="9122" y="3073"/>
                  <a:pt x="9169" y="2763"/>
                  <a:pt x="9169" y="2478"/>
                </a:cubicBezTo>
                <a:lnTo>
                  <a:pt x="9169" y="2216"/>
                </a:lnTo>
                <a:lnTo>
                  <a:pt x="1525" y="2216"/>
                </a:lnTo>
                <a:lnTo>
                  <a:pt x="1525" y="2454"/>
                </a:lnTo>
                <a:cubicBezTo>
                  <a:pt x="1525" y="2763"/>
                  <a:pt x="1596" y="3073"/>
                  <a:pt x="1692" y="3359"/>
                </a:cubicBezTo>
                <a:lnTo>
                  <a:pt x="1096" y="3359"/>
                </a:lnTo>
                <a:cubicBezTo>
                  <a:pt x="834" y="3359"/>
                  <a:pt x="620" y="3144"/>
                  <a:pt x="620" y="2882"/>
                </a:cubicBezTo>
                <a:lnTo>
                  <a:pt x="620" y="1787"/>
                </a:lnTo>
                <a:cubicBezTo>
                  <a:pt x="620" y="1525"/>
                  <a:pt x="834" y="1311"/>
                  <a:pt x="1096" y="1311"/>
                </a:cubicBezTo>
                <a:lnTo>
                  <a:pt x="1525" y="1311"/>
                </a:lnTo>
                <a:lnTo>
                  <a:pt x="1525" y="1596"/>
                </a:lnTo>
                <a:lnTo>
                  <a:pt x="9169" y="1596"/>
                </a:lnTo>
                <a:lnTo>
                  <a:pt x="9169" y="1311"/>
                </a:lnTo>
                <a:close/>
                <a:moveTo>
                  <a:pt x="7241" y="7907"/>
                </a:moveTo>
                <a:lnTo>
                  <a:pt x="7241" y="10074"/>
                </a:lnTo>
                <a:lnTo>
                  <a:pt x="6598" y="10074"/>
                </a:lnTo>
                <a:lnTo>
                  <a:pt x="6598" y="8526"/>
                </a:lnTo>
                <a:lnTo>
                  <a:pt x="4049" y="8526"/>
                </a:lnTo>
                <a:lnTo>
                  <a:pt x="4049" y="10074"/>
                </a:lnTo>
                <a:lnTo>
                  <a:pt x="3430" y="10074"/>
                </a:lnTo>
                <a:lnTo>
                  <a:pt x="3430" y="7907"/>
                </a:lnTo>
                <a:close/>
                <a:moveTo>
                  <a:pt x="1525" y="1"/>
                </a:moveTo>
                <a:lnTo>
                  <a:pt x="1525" y="668"/>
                </a:lnTo>
                <a:lnTo>
                  <a:pt x="1120" y="668"/>
                </a:lnTo>
                <a:cubicBezTo>
                  <a:pt x="501" y="668"/>
                  <a:pt x="1" y="1168"/>
                  <a:pt x="1" y="1763"/>
                </a:cubicBezTo>
                <a:lnTo>
                  <a:pt x="1" y="2882"/>
                </a:lnTo>
                <a:cubicBezTo>
                  <a:pt x="1" y="3478"/>
                  <a:pt x="501" y="3978"/>
                  <a:pt x="1120" y="3978"/>
                </a:cubicBezTo>
                <a:lnTo>
                  <a:pt x="2001" y="3978"/>
                </a:lnTo>
                <a:cubicBezTo>
                  <a:pt x="2239" y="4287"/>
                  <a:pt x="2549" y="4549"/>
                  <a:pt x="2906" y="4740"/>
                </a:cubicBezTo>
                <a:lnTo>
                  <a:pt x="4097" y="5359"/>
                </a:lnTo>
                <a:lnTo>
                  <a:pt x="4097" y="6717"/>
                </a:lnTo>
                <a:lnTo>
                  <a:pt x="2216" y="6717"/>
                </a:lnTo>
                <a:lnTo>
                  <a:pt x="2216" y="10074"/>
                </a:lnTo>
                <a:lnTo>
                  <a:pt x="1263" y="10074"/>
                </a:lnTo>
                <a:lnTo>
                  <a:pt x="1263" y="10717"/>
                </a:lnTo>
                <a:lnTo>
                  <a:pt x="9408" y="10717"/>
                </a:lnTo>
                <a:lnTo>
                  <a:pt x="9408" y="10098"/>
                </a:lnTo>
                <a:lnTo>
                  <a:pt x="8455" y="10098"/>
                </a:lnTo>
                <a:lnTo>
                  <a:pt x="8455" y="6717"/>
                </a:lnTo>
                <a:lnTo>
                  <a:pt x="6598" y="6717"/>
                </a:lnTo>
                <a:lnTo>
                  <a:pt x="6598" y="5359"/>
                </a:lnTo>
                <a:lnTo>
                  <a:pt x="7788" y="4740"/>
                </a:lnTo>
                <a:cubicBezTo>
                  <a:pt x="8145" y="4549"/>
                  <a:pt x="8455" y="4287"/>
                  <a:pt x="8693" y="3978"/>
                </a:cubicBezTo>
                <a:lnTo>
                  <a:pt x="9598" y="3978"/>
                </a:lnTo>
                <a:cubicBezTo>
                  <a:pt x="10194" y="3978"/>
                  <a:pt x="10694" y="3478"/>
                  <a:pt x="10694" y="2882"/>
                </a:cubicBezTo>
                <a:lnTo>
                  <a:pt x="10694" y="1787"/>
                </a:lnTo>
                <a:cubicBezTo>
                  <a:pt x="10694" y="1192"/>
                  <a:pt x="10194" y="692"/>
                  <a:pt x="9598" y="692"/>
                </a:cubicBezTo>
                <a:lnTo>
                  <a:pt x="9622" y="668"/>
                </a:lnTo>
                <a:lnTo>
                  <a:pt x="9193" y="668"/>
                </a:lnTo>
                <a:lnTo>
                  <a:pt x="9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2" name="Google Shape;9352;p70"/>
          <p:cNvGrpSpPr/>
          <p:nvPr/>
        </p:nvGrpSpPr>
        <p:grpSpPr>
          <a:xfrm>
            <a:off x="1752584" y="4003061"/>
            <a:ext cx="349743" cy="350108"/>
            <a:chOff x="1759614" y="4151023"/>
            <a:chExt cx="348871" cy="349200"/>
          </a:xfrm>
        </p:grpSpPr>
        <p:sp>
          <p:nvSpPr>
            <p:cNvPr id="9353" name="Google Shape;9353;p70"/>
            <p:cNvSpPr/>
            <p:nvPr/>
          </p:nvSpPr>
          <p:spPr>
            <a:xfrm>
              <a:off x="1854956" y="4330867"/>
              <a:ext cx="138793" cy="118970"/>
            </a:xfrm>
            <a:custGeom>
              <a:rect b="b" l="l" r="r" t="t"/>
              <a:pathLst>
                <a:path extrusionOk="0" h="3655" w="4264">
                  <a:moveTo>
                    <a:pt x="2739" y="620"/>
                  </a:moveTo>
                  <a:lnTo>
                    <a:pt x="2739" y="1501"/>
                  </a:lnTo>
                  <a:lnTo>
                    <a:pt x="3430" y="1501"/>
                  </a:lnTo>
                  <a:lnTo>
                    <a:pt x="3430" y="2144"/>
                  </a:lnTo>
                  <a:lnTo>
                    <a:pt x="2120" y="2144"/>
                  </a:lnTo>
                  <a:lnTo>
                    <a:pt x="2120" y="620"/>
                  </a:lnTo>
                  <a:close/>
                  <a:moveTo>
                    <a:pt x="2430" y="1"/>
                  </a:moveTo>
                  <a:cubicBezTo>
                    <a:pt x="810" y="1"/>
                    <a:pt x="1" y="1954"/>
                    <a:pt x="1144" y="3121"/>
                  </a:cubicBezTo>
                  <a:cubicBezTo>
                    <a:pt x="1513" y="3489"/>
                    <a:pt x="1968" y="3655"/>
                    <a:pt x="2416" y="3655"/>
                  </a:cubicBezTo>
                  <a:cubicBezTo>
                    <a:pt x="3356" y="3655"/>
                    <a:pt x="4264" y="2924"/>
                    <a:pt x="4264" y="1811"/>
                  </a:cubicBezTo>
                  <a:cubicBezTo>
                    <a:pt x="4264" y="811"/>
                    <a:pt x="3430" y="1"/>
                    <a:pt x="2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0"/>
            <p:cNvSpPr/>
            <p:nvPr/>
          </p:nvSpPr>
          <p:spPr>
            <a:xfrm>
              <a:off x="1759614" y="4151023"/>
              <a:ext cx="235695" cy="59729"/>
            </a:xfrm>
            <a:custGeom>
              <a:rect b="b" l="l" r="r" t="t"/>
              <a:pathLst>
                <a:path extrusionOk="0" h="1835" w="7241">
                  <a:moveTo>
                    <a:pt x="1763" y="596"/>
                  </a:moveTo>
                  <a:lnTo>
                    <a:pt x="1763" y="1215"/>
                  </a:lnTo>
                  <a:lnTo>
                    <a:pt x="1144" y="1215"/>
                  </a:lnTo>
                  <a:lnTo>
                    <a:pt x="1144" y="596"/>
                  </a:lnTo>
                  <a:close/>
                  <a:moveTo>
                    <a:pt x="2930" y="596"/>
                  </a:moveTo>
                  <a:lnTo>
                    <a:pt x="2930" y="1215"/>
                  </a:lnTo>
                  <a:lnTo>
                    <a:pt x="2311" y="1215"/>
                  </a:lnTo>
                  <a:lnTo>
                    <a:pt x="2311" y="596"/>
                  </a:lnTo>
                  <a:close/>
                  <a:moveTo>
                    <a:pt x="4097" y="596"/>
                  </a:moveTo>
                  <a:lnTo>
                    <a:pt x="4097" y="1215"/>
                  </a:lnTo>
                  <a:lnTo>
                    <a:pt x="3454" y="1215"/>
                  </a:lnTo>
                  <a:lnTo>
                    <a:pt x="3454" y="596"/>
                  </a:lnTo>
                  <a:close/>
                  <a:moveTo>
                    <a:pt x="1" y="1"/>
                  </a:moveTo>
                  <a:lnTo>
                    <a:pt x="1" y="1835"/>
                  </a:lnTo>
                  <a:lnTo>
                    <a:pt x="5716" y="1835"/>
                  </a:lnTo>
                  <a:lnTo>
                    <a:pt x="7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0"/>
            <p:cNvSpPr/>
            <p:nvPr/>
          </p:nvSpPr>
          <p:spPr>
            <a:xfrm>
              <a:off x="1759614" y="4151023"/>
              <a:ext cx="348871" cy="308574"/>
            </a:xfrm>
            <a:custGeom>
              <a:rect b="b" l="l" r="r" t="t"/>
              <a:pathLst>
                <a:path extrusionOk="0" h="9480" w="10718">
                  <a:moveTo>
                    <a:pt x="8074" y="1"/>
                  </a:moveTo>
                  <a:lnTo>
                    <a:pt x="6026" y="2478"/>
                  </a:lnTo>
                  <a:lnTo>
                    <a:pt x="1" y="2478"/>
                  </a:lnTo>
                  <a:lnTo>
                    <a:pt x="1" y="9479"/>
                  </a:lnTo>
                  <a:lnTo>
                    <a:pt x="2001" y="9479"/>
                  </a:lnTo>
                  <a:cubicBezTo>
                    <a:pt x="310" y="6812"/>
                    <a:pt x="2215" y="3335"/>
                    <a:pt x="5359" y="3335"/>
                  </a:cubicBezTo>
                  <a:cubicBezTo>
                    <a:pt x="8502" y="3335"/>
                    <a:pt x="10431" y="6812"/>
                    <a:pt x="8741" y="9479"/>
                  </a:cubicBezTo>
                  <a:lnTo>
                    <a:pt x="10717" y="9479"/>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0"/>
            <p:cNvSpPr/>
            <p:nvPr/>
          </p:nvSpPr>
          <p:spPr>
            <a:xfrm>
              <a:off x="1787511" y="4280478"/>
              <a:ext cx="256624" cy="219745"/>
            </a:xfrm>
            <a:custGeom>
              <a:rect b="b" l="l" r="r" t="t"/>
              <a:pathLst>
                <a:path extrusionOk="0" h="6751" w="7884">
                  <a:moveTo>
                    <a:pt x="4486" y="919"/>
                  </a:moveTo>
                  <a:cubicBezTo>
                    <a:pt x="5747" y="919"/>
                    <a:pt x="6955" y="1894"/>
                    <a:pt x="6955" y="3359"/>
                  </a:cubicBezTo>
                  <a:cubicBezTo>
                    <a:pt x="6955" y="4716"/>
                    <a:pt x="5859" y="5812"/>
                    <a:pt x="4502" y="5812"/>
                  </a:cubicBezTo>
                  <a:cubicBezTo>
                    <a:pt x="2311" y="5812"/>
                    <a:pt x="1239" y="3168"/>
                    <a:pt x="2763" y="1644"/>
                  </a:cubicBezTo>
                  <a:cubicBezTo>
                    <a:pt x="3265" y="1143"/>
                    <a:pt x="3881" y="919"/>
                    <a:pt x="4486" y="919"/>
                  </a:cubicBezTo>
                  <a:close/>
                  <a:moveTo>
                    <a:pt x="4502" y="1"/>
                  </a:moveTo>
                  <a:cubicBezTo>
                    <a:pt x="1501" y="1"/>
                    <a:pt x="1" y="3621"/>
                    <a:pt x="2120" y="5764"/>
                  </a:cubicBezTo>
                  <a:cubicBezTo>
                    <a:pt x="2802" y="6446"/>
                    <a:pt x="3641" y="6750"/>
                    <a:pt x="4466" y="6750"/>
                  </a:cubicBezTo>
                  <a:cubicBezTo>
                    <a:pt x="6207" y="6750"/>
                    <a:pt x="7884" y="5394"/>
                    <a:pt x="7884" y="3359"/>
                  </a:cubicBezTo>
                  <a:cubicBezTo>
                    <a:pt x="7860" y="1501"/>
                    <a:pt x="6359" y="1"/>
                    <a:pt x="4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70"/>
          <p:cNvGrpSpPr/>
          <p:nvPr/>
        </p:nvGrpSpPr>
        <p:grpSpPr>
          <a:xfrm>
            <a:off x="2506390" y="4003224"/>
            <a:ext cx="352843" cy="349228"/>
            <a:chOff x="2511541" y="4151186"/>
            <a:chExt cx="351963" cy="348323"/>
          </a:xfrm>
        </p:grpSpPr>
        <p:sp>
          <p:nvSpPr>
            <p:cNvPr id="9358" name="Google Shape;9358;p70"/>
            <p:cNvSpPr/>
            <p:nvPr/>
          </p:nvSpPr>
          <p:spPr>
            <a:xfrm>
              <a:off x="2603010" y="4361888"/>
              <a:ext cx="172124" cy="137621"/>
            </a:xfrm>
            <a:custGeom>
              <a:rect b="b" l="l" r="r" t="t"/>
              <a:pathLst>
                <a:path extrusionOk="0" h="4228" w="5288">
                  <a:moveTo>
                    <a:pt x="1525" y="0"/>
                  </a:moveTo>
                  <a:cubicBezTo>
                    <a:pt x="1215" y="0"/>
                    <a:pt x="906" y="119"/>
                    <a:pt x="668" y="286"/>
                  </a:cubicBezTo>
                  <a:cubicBezTo>
                    <a:pt x="310" y="548"/>
                    <a:pt x="96" y="929"/>
                    <a:pt x="48" y="1358"/>
                  </a:cubicBezTo>
                  <a:cubicBezTo>
                    <a:pt x="1" y="1882"/>
                    <a:pt x="72" y="2406"/>
                    <a:pt x="287" y="2882"/>
                  </a:cubicBezTo>
                  <a:cubicBezTo>
                    <a:pt x="453" y="3406"/>
                    <a:pt x="810" y="3835"/>
                    <a:pt x="1263" y="4120"/>
                  </a:cubicBezTo>
                  <a:cubicBezTo>
                    <a:pt x="1406" y="4192"/>
                    <a:pt x="1567" y="4227"/>
                    <a:pt x="1727" y="4227"/>
                  </a:cubicBezTo>
                  <a:cubicBezTo>
                    <a:pt x="1888" y="4227"/>
                    <a:pt x="2049" y="4192"/>
                    <a:pt x="2192" y="4120"/>
                  </a:cubicBezTo>
                  <a:lnTo>
                    <a:pt x="2644" y="3906"/>
                  </a:lnTo>
                  <a:lnTo>
                    <a:pt x="3097" y="4120"/>
                  </a:lnTo>
                  <a:cubicBezTo>
                    <a:pt x="3240" y="4192"/>
                    <a:pt x="3400" y="4227"/>
                    <a:pt x="3561" y="4227"/>
                  </a:cubicBezTo>
                  <a:cubicBezTo>
                    <a:pt x="3722" y="4227"/>
                    <a:pt x="3883" y="4192"/>
                    <a:pt x="4025" y="4120"/>
                  </a:cubicBezTo>
                  <a:cubicBezTo>
                    <a:pt x="4478" y="3835"/>
                    <a:pt x="4835" y="3406"/>
                    <a:pt x="5026" y="2882"/>
                  </a:cubicBezTo>
                  <a:cubicBezTo>
                    <a:pt x="5216" y="2406"/>
                    <a:pt x="5288" y="1882"/>
                    <a:pt x="5240" y="1358"/>
                  </a:cubicBezTo>
                  <a:cubicBezTo>
                    <a:pt x="5192" y="929"/>
                    <a:pt x="4978" y="548"/>
                    <a:pt x="4621" y="286"/>
                  </a:cubicBezTo>
                  <a:cubicBezTo>
                    <a:pt x="4373" y="110"/>
                    <a:pt x="4087" y="12"/>
                    <a:pt x="3790" y="12"/>
                  </a:cubicBezTo>
                  <a:cubicBezTo>
                    <a:pt x="3687" y="12"/>
                    <a:pt x="3582" y="23"/>
                    <a:pt x="3478" y="48"/>
                  </a:cubicBezTo>
                  <a:cubicBezTo>
                    <a:pt x="3263" y="96"/>
                    <a:pt x="3073" y="167"/>
                    <a:pt x="2882" y="262"/>
                  </a:cubicBezTo>
                  <a:lnTo>
                    <a:pt x="2644" y="524"/>
                  </a:lnTo>
                  <a:lnTo>
                    <a:pt x="2430" y="262"/>
                  </a:lnTo>
                  <a:cubicBezTo>
                    <a:pt x="2239" y="167"/>
                    <a:pt x="2025" y="96"/>
                    <a:pt x="1834" y="48"/>
                  </a:cubicBezTo>
                  <a:cubicBezTo>
                    <a:pt x="1739" y="24"/>
                    <a:pt x="162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0"/>
            <p:cNvSpPr/>
            <p:nvPr/>
          </p:nvSpPr>
          <p:spPr>
            <a:xfrm>
              <a:off x="2511541" y="4151186"/>
              <a:ext cx="351963" cy="245622"/>
            </a:xfrm>
            <a:custGeom>
              <a:rect b="b" l="l" r="r" t="t"/>
              <a:pathLst>
                <a:path extrusionOk="0" h="7546" w="10813">
                  <a:moveTo>
                    <a:pt x="5309" y="0"/>
                  </a:moveTo>
                  <a:cubicBezTo>
                    <a:pt x="5200" y="0"/>
                    <a:pt x="5089" y="7"/>
                    <a:pt x="4978" y="20"/>
                  </a:cubicBezTo>
                  <a:cubicBezTo>
                    <a:pt x="3525" y="186"/>
                    <a:pt x="2430" y="1425"/>
                    <a:pt x="2430" y="2877"/>
                  </a:cubicBezTo>
                  <a:lnTo>
                    <a:pt x="2430" y="2949"/>
                  </a:lnTo>
                  <a:lnTo>
                    <a:pt x="2358" y="2949"/>
                  </a:lnTo>
                  <a:cubicBezTo>
                    <a:pt x="2344" y="2949"/>
                    <a:pt x="2329" y="2948"/>
                    <a:pt x="2314" y="2948"/>
                  </a:cubicBezTo>
                  <a:cubicBezTo>
                    <a:pt x="1072" y="2948"/>
                    <a:pt x="48" y="3940"/>
                    <a:pt x="24" y="5211"/>
                  </a:cubicBezTo>
                  <a:cubicBezTo>
                    <a:pt x="1" y="6473"/>
                    <a:pt x="1001" y="7521"/>
                    <a:pt x="2287" y="7545"/>
                  </a:cubicBezTo>
                  <a:cubicBezTo>
                    <a:pt x="2382" y="7021"/>
                    <a:pt x="2692" y="6569"/>
                    <a:pt x="3097" y="6259"/>
                  </a:cubicBezTo>
                  <a:cubicBezTo>
                    <a:pt x="3461" y="6004"/>
                    <a:pt x="3895" y="5860"/>
                    <a:pt x="4335" y="5860"/>
                  </a:cubicBezTo>
                  <a:cubicBezTo>
                    <a:pt x="4470" y="5860"/>
                    <a:pt x="4606" y="5874"/>
                    <a:pt x="4740" y="5902"/>
                  </a:cubicBezTo>
                  <a:cubicBezTo>
                    <a:pt x="4883" y="5926"/>
                    <a:pt x="5002" y="5973"/>
                    <a:pt x="5145" y="6021"/>
                  </a:cubicBezTo>
                  <a:lnTo>
                    <a:pt x="5145" y="5711"/>
                  </a:lnTo>
                  <a:cubicBezTo>
                    <a:pt x="5145" y="4973"/>
                    <a:pt x="4549" y="4378"/>
                    <a:pt x="3811" y="4378"/>
                  </a:cubicBezTo>
                  <a:lnTo>
                    <a:pt x="3811" y="3759"/>
                  </a:lnTo>
                  <a:cubicBezTo>
                    <a:pt x="4287" y="3759"/>
                    <a:pt x="4764" y="3925"/>
                    <a:pt x="5121" y="4259"/>
                  </a:cubicBezTo>
                  <a:cubicBezTo>
                    <a:pt x="5240" y="3663"/>
                    <a:pt x="5764" y="3235"/>
                    <a:pt x="6359" y="3235"/>
                  </a:cubicBezTo>
                  <a:lnTo>
                    <a:pt x="7455" y="3235"/>
                  </a:lnTo>
                  <a:lnTo>
                    <a:pt x="7455" y="3901"/>
                  </a:lnTo>
                  <a:cubicBezTo>
                    <a:pt x="7455" y="4616"/>
                    <a:pt x="6883" y="5164"/>
                    <a:pt x="6169" y="5187"/>
                  </a:cubicBezTo>
                  <a:lnTo>
                    <a:pt x="5692" y="5187"/>
                  </a:lnTo>
                  <a:cubicBezTo>
                    <a:pt x="5740" y="5354"/>
                    <a:pt x="5764" y="5521"/>
                    <a:pt x="5764" y="5711"/>
                  </a:cubicBezTo>
                  <a:lnTo>
                    <a:pt x="5764" y="6021"/>
                  </a:lnTo>
                  <a:cubicBezTo>
                    <a:pt x="5907" y="5973"/>
                    <a:pt x="6026" y="5926"/>
                    <a:pt x="6169" y="5902"/>
                  </a:cubicBezTo>
                  <a:cubicBezTo>
                    <a:pt x="6311" y="5872"/>
                    <a:pt x="6456" y="5857"/>
                    <a:pt x="6599" y="5857"/>
                  </a:cubicBezTo>
                  <a:cubicBezTo>
                    <a:pt x="7030" y="5857"/>
                    <a:pt x="7455" y="5991"/>
                    <a:pt x="7812" y="6259"/>
                  </a:cubicBezTo>
                  <a:cubicBezTo>
                    <a:pt x="8217" y="6569"/>
                    <a:pt x="8502" y="6997"/>
                    <a:pt x="8621" y="7497"/>
                  </a:cubicBezTo>
                  <a:cubicBezTo>
                    <a:pt x="9931" y="7188"/>
                    <a:pt x="10812" y="5949"/>
                    <a:pt x="10693" y="4616"/>
                  </a:cubicBezTo>
                  <a:cubicBezTo>
                    <a:pt x="10550" y="3282"/>
                    <a:pt x="9455" y="2234"/>
                    <a:pt x="8098" y="2211"/>
                  </a:cubicBezTo>
                  <a:cubicBezTo>
                    <a:pt x="7790" y="893"/>
                    <a:pt x="6612" y="0"/>
                    <a:pt x="5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0"/>
            <p:cNvSpPr/>
            <p:nvPr/>
          </p:nvSpPr>
          <p:spPr>
            <a:xfrm>
              <a:off x="2697603" y="4277386"/>
              <a:ext cx="35675" cy="22525"/>
            </a:xfrm>
            <a:custGeom>
              <a:rect b="b" l="l" r="r" t="t"/>
              <a:pathLst>
                <a:path extrusionOk="0" h="692" w="1096">
                  <a:moveTo>
                    <a:pt x="667" y="1"/>
                  </a:moveTo>
                  <a:cubicBezTo>
                    <a:pt x="310" y="1"/>
                    <a:pt x="0" y="286"/>
                    <a:pt x="0" y="644"/>
                  </a:cubicBezTo>
                  <a:lnTo>
                    <a:pt x="0" y="691"/>
                  </a:lnTo>
                  <a:lnTo>
                    <a:pt x="453" y="691"/>
                  </a:lnTo>
                  <a:cubicBezTo>
                    <a:pt x="810" y="691"/>
                    <a:pt x="1096" y="405"/>
                    <a:pt x="1096" y="48"/>
                  </a:cubicBezTo>
                  <a:lnTo>
                    <a:pt x="1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0"/>
          <p:cNvGrpSpPr/>
          <p:nvPr/>
        </p:nvGrpSpPr>
        <p:grpSpPr>
          <a:xfrm>
            <a:off x="3288196" y="4003551"/>
            <a:ext cx="286770" cy="349293"/>
            <a:chOff x="3291397" y="4151512"/>
            <a:chExt cx="286055" cy="348388"/>
          </a:xfrm>
        </p:grpSpPr>
        <p:sp>
          <p:nvSpPr>
            <p:cNvPr id="9362" name="Google Shape;9362;p70"/>
            <p:cNvSpPr/>
            <p:nvPr/>
          </p:nvSpPr>
          <p:spPr>
            <a:xfrm>
              <a:off x="3490609" y="4350267"/>
              <a:ext cx="86843" cy="149632"/>
            </a:xfrm>
            <a:custGeom>
              <a:rect b="b" l="l" r="r" t="t"/>
              <a:pathLst>
                <a:path extrusionOk="0" h="4597" w="2668">
                  <a:moveTo>
                    <a:pt x="0" y="0"/>
                  </a:moveTo>
                  <a:lnTo>
                    <a:pt x="24" y="3477"/>
                  </a:lnTo>
                  <a:lnTo>
                    <a:pt x="977" y="3025"/>
                  </a:lnTo>
                  <a:lnTo>
                    <a:pt x="1739" y="4596"/>
                  </a:lnTo>
                  <a:lnTo>
                    <a:pt x="2477" y="4239"/>
                  </a:lnTo>
                  <a:lnTo>
                    <a:pt x="1715" y="2667"/>
                  </a:lnTo>
                  <a:lnTo>
                    <a:pt x="2668" y="221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3414765" y="4261892"/>
              <a:ext cx="35545" cy="33461"/>
            </a:xfrm>
            <a:custGeom>
              <a:rect b="b" l="l" r="r" t="t"/>
              <a:pathLst>
                <a:path extrusionOk="0" h="1028" w="1092">
                  <a:moveTo>
                    <a:pt x="616" y="0"/>
                  </a:moveTo>
                  <a:cubicBezTo>
                    <a:pt x="449" y="24"/>
                    <a:pt x="258" y="119"/>
                    <a:pt x="187" y="286"/>
                  </a:cubicBezTo>
                  <a:cubicBezTo>
                    <a:pt x="0" y="639"/>
                    <a:pt x="265" y="1028"/>
                    <a:pt x="636" y="1028"/>
                  </a:cubicBezTo>
                  <a:cubicBezTo>
                    <a:pt x="691" y="1028"/>
                    <a:pt x="748" y="1019"/>
                    <a:pt x="806" y="1001"/>
                  </a:cubicBezTo>
                  <a:cubicBezTo>
                    <a:pt x="973" y="953"/>
                    <a:pt x="1092" y="786"/>
                    <a:pt x="1092" y="596"/>
                  </a:cubicBezTo>
                  <a:lnTo>
                    <a:pt x="1092" y="167"/>
                  </a:lnTo>
                  <a:cubicBezTo>
                    <a:pt x="1092" y="72"/>
                    <a:pt x="1044" y="0"/>
                    <a:pt x="9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0"/>
            <p:cNvSpPr/>
            <p:nvPr/>
          </p:nvSpPr>
          <p:spPr>
            <a:xfrm>
              <a:off x="3291397" y="4151512"/>
              <a:ext cx="282957" cy="256754"/>
            </a:xfrm>
            <a:custGeom>
              <a:rect b="b" l="l" r="r" t="t"/>
              <a:pathLst>
                <a:path extrusionOk="0" h="7888" w="8693">
                  <a:moveTo>
                    <a:pt x="5787" y="1486"/>
                  </a:moveTo>
                  <a:cubicBezTo>
                    <a:pt x="6311" y="1486"/>
                    <a:pt x="6740" y="1915"/>
                    <a:pt x="6740" y="2439"/>
                  </a:cubicBezTo>
                  <a:lnTo>
                    <a:pt x="6740" y="4153"/>
                  </a:lnTo>
                  <a:cubicBezTo>
                    <a:pt x="6740" y="4272"/>
                    <a:pt x="6692" y="4368"/>
                    <a:pt x="6597" y="4463"/>
                  </a:cubicBezTo>
                  <a:cubicBezTo>
                    <a:pt x="6396" y="4692"/>
                    <a:pt x="6118" y="4809"/>
                    <a:pt x="5835" y="4809"/>
                  </a:cubicBezTo>
                  <a:cubicBezTo>
                    <a:pt x="5647" y="4809"/>
                    <a:pt x="5458" y="4758"/>
                    <a:pt x="5287" y="4654"/>
                  </a:cubicBezTo>
                  <a:cubicBezTo>
                    <a:pt x="5073" y="4915"/>
                    <a:pt x="4763" y="5058"/>
                    <a:pt x="4430" y="5058"/>
                  </a:cubicBezTo>
                  <a:cubicBezTo>
                    <a:pt x="3477" y="5058"/>
                    <a:pt x="2810" y="3891"/>
                    <a:pt x="3739" y="2915"/>
                  </a:cubicBezTo>
                  <a:cubicBezTo>
                    <a:pt x="3834" y="2820"/>
                    <a:pt x="3953" y="2748"/>
                    <a:pt x="4096" y="2748"/>
                  </a:cubicBezTo>
                  <a:lnTo>
                    <a:pt x="5215" y="2748"/>
                  </a:lnTo>
                  <a:cubicBezTo>
                    <a:pt x="5382" y="2748"/>
                    <a:pt x="5525" y="2891"/>
                    <a:pt x="5525" y="3058"/>
                  </a:cubicBezTo>
                  <a:lnTo>
                    <a:pt x="5525" y="3939"/>
                  </a:lnTo>
                  <a:cubicBezTo>
                    <a:pt x="5525" y="3987"/>
                    <a:pt x="5525" y="4011"/>
                    <a:pt x="5549" y="4034"/>
                  </a:cubicBezTo>
                  <a:cubicBezTo>
                    <a:pt x="5612" y="4134"/>
                    <a:pt x="5710" y="4178"/>
                    <a:pt x="5805" y="4178"/>
                  </a:cubicBezTo>
                  <a:cubicBezTo>
                    <a:pt x="5961" y="4178"/>
                    <a:pt x="6111" y="4060"/>
                    <a:pt x="6097" y="3868"/>
                  </a:cubicBezTo>
                  <a:lnTo>
                    <a:pt x="6097" y="3653"/>
                  </a:lnTo>
                  <a:cubicBezTo>
                    <a:pt x="6097" y="2796"/>
                    <a:pt x="5406" y="2129"/>
                    <a:pt x="4572" y="2129"/>
                  </a:cubicBezTo>
                  <a:lnTo>
                    <a:pt x="4239" y="2129"/>
                  </a:lnTo>
                  <a:cubicBezTo>
                    <a:pt x="3405" y="2129"/>
                    <a:pt x="2715" y="2796"/>
                    <a:pt x="2715" y="3653"/>
                  </a:cubicBezTo>
                  <a:lnTo>
                    <a:pt x="2715" y="4058"/>
                  </a:lnTo>
                  <a:cubicBezTo>
                    <a:pt x="2715" y="4939"/>
                    <a:pt x="3429" y="5678"/>
                    <a:pt x="4334" y="5678"/>
                  </a:cubicBezTo>
                  <a:lnTo>
                    <a:pt x="4691" y="5678"/>
                  </a:lnTo>
                  <a:lnTo>
                    <a:pt x="4691" y="6297"/>
                  </a:lnTo>
                  <a:lnTo>
                    <a:pt x="4334" y="6297"/>
                  </a:lnTo>
                  <a:cubicBezTo>
                    <a:pt x="3096" y="6297"/>
                    <a:pt x="2096" y="5297"/>
                    <a:pt x="2096" y="4058"/>
                  </a:cubicBezTo>
                  <a:lnTo>
                    <a:pt x="2096" y="2439"/>
                  </a:lnTo>
                  <a:cubicBezTo>
                    <a:pt x="2096" y="1915"/>
                    <a:pt x="2501" y="1486"/>
                    <a:pt x="3024" y="1486"/>
                  </a:cubicBezTo>
                  <a:close/>
                  <a:moveTo>
                    <a:pt x="4393" y="0"/>
                  </a:moveTo>
                  <a:cubicBezTo>
                    <a:pt x="3632" y="0"/>
                    <a:pt x="2864" y="221"/>
                    <a:pt x="2191" y="677"/>
                  </a:cubicBezTo>
                  <a:cubicBezTo>
                    <a:pt x="572" y="1748"/>
                    <a:pt x="0" y="3844"/>
                    <a:pt x="810" y="5630"/>
                  </a:cubicBezTo>
                  <a:cubicBezTo>
                    <a:pt x="1477" y="7041"/>
                    <a:pt x="2893" y="7887"/>
                    <a:pt x="4384" y="7887"/>
                  </a:cubicBezTo>
                  <a:cubicBezTo>
                    <a:pt x="4755" y="7887"/>
                    <a:pt x="5131" y="7835"/>
                    <a:pt x="5501" y="7726"/>
                  </a:cubicBezTo>
                  <a:lnTo>
                    <a:pt x="5477" y="4749"/>
                  </a:lnTo>
                  <a:lnTo>
                    <a:pt x="7454" y="6416"/>
                  </a:lnTo>
                  <a:cubicBezTo>
                    <a:pt x="8692" y="4892"/>
                    <a:pt x="8597" y="2701"/>
                    <a:pt x="7287" y="1272"/>
                  </a:cubicBezTo>
                  <a:cubicBezTo>
                    <a:pt x="6522" y="437"/>
                    <a:pt x="5464" y="0"/>
                    <a:pt x="43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70"/>
          <p:cNvGrpSpPr/>
          <p:nvPr/>
        </p:nvGrpSpPr>
        <p:grpSpPr>
          <a:xfrm>
            <a:off x="4019454" y="4003061"/>
            <a:ext cx="349710" cy="349784"/>
            <a:chOff x="4020831" y="4151023"/>
            <a:chExt cx="348838" cy="348877"/>
          </a:xfrm>
        </p:grpSpPr>
        <p:sp>
          <p:nvSpPr>
            <p:cNvPr id="9366" name="Google Shape;9366;p70"/>
            <p:cNvSpPr/>
            <p:nvPr/>
          </p:nvSpPr>
          <p:spPr>
            <a:xfrm>
              <a:off x="4094462" y="4234712"/>
              <a:ext cx="82221" cy="69852"/>
            </a:xfrm>
            <a:custGeom>
              <a:rect b="b" l="l" r="r" t="t"/>
              <a:pathLst>
                <a:path extrusionOk="0" h="2146" w="2526">
                  <a:moveTo>
                    <a:pt x="1092" y="1"/>
                  </a:moveTo>
                  <a:cubicBezTo>
                    <a:pt x="540" y="1"/>
                    <a:pt x="8" y="428"/>
                    <a:pt x="25" y="1074"/>
                  </a:cubicBezTo>
                  <a:cubicBezTo>
                    <a:pt x="1" y="1669"/>
                    <a:pt x="501" y="2145"/>
                    <a:pt x="1096" y="2145"/>
                  </a:cubicBezTo>
                  <a:cubicBezTo>
                    <a:pt x="2049" y="2145"/>
                    <a:pt x="2525" y="978"/>
                    <a:pt x="1835" y="311"/>
                  </a:cubicBezTo>
                  <a:cubicBezTo>
                    <a:pt x="1620" y="97"/>
                    <a:pt x="1353" y="1"/>
                    <a:pt x="1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4225479" y="4234712"/>
              <a:ext cx="82189" cy="69852"/>
            </a:xfrm>
            <a:custGeom>
              <a:rect b="b" l="l" r="r" t="t"/>
              <a:pathLst>
                <a:path extrusionOk="0" h="2146" w="2525">
                  <a:moveTo>
                    <a:pt x="1090" y="1"/>
                  </a:moveTo>
                  <a:cubicBezTo>
                    <a:pt x="537" y="1"/>
                    <a:pt x="0" y="428"/>
                    <a:pt x="0" y="1074"/>
                  </a:cubicBezTo>
                  <a:cubicBezTo>
                    <a:pt x="0" y="1669"/>
                    <a:pt x="501" y="2145"/>
                    <a:pt x="1072" y="2145"/>
                  </a:cubicBezTo>
                  <a:cubicBezTo>
                    <a:pt x="2025" y="2145"/>
                    <a:pt x="2525" y="978"/>
                    <a:pt x="1834" y="311"/>
                  </a:cubicBezTo>
                  <a:cubicBezTo>
                    <a:pt x="1620" y="97"/>
                    <a:pt x="1353"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4020831" y="4151023"/>
              <a:ext cx="348838" cy="218638"/>
            </a:xfrm>
            <a:custGeom>
              <a:rect b="b" l="l" r="r" t="t"/>
              <a:pathLst>
                <a:path extrusionOk="0" h="6717" w="10717">
                  <a:moveTo>
                    <a:pt x="7362" y="1951"/>
                  </a:moveTo>
                  <a:cubicBezTo>
                    <a:pt x="7955" y="1951"/>
                    <a:pt x="8545" y="2254"/>
                    <a:pt x="8859" y="2859"/>
                  </a:cubicBezTo>
                  <a:lnTo>
                    <a:pt x="9526" y="2859"/>
                  </a:lnTo>
                  <a:lnTo>
                    <a:pt x="9526" y="3478"/>
                  </a:lnTo>
                  <a:lnTo>
                    <a:pt x="9074" y="3478"/>
                  </a:lnTo>
                  <a:cubicBezTo>
                    <a:pt x="9098" y="3978"/>
                    <a:pt x="8955" y="4454"/>
                    <a:pt x="8645" y="4835"/>
                  </a:cubicBezTo>
                  <a:cubicBezTo>
                    <a:pt x="8597" y="4883"/>
                    <a:pt x="8574" y="4930"/>
                    <a:pt x="8526" y="4954"/>
                  </a:cubicBezTo>
                  <a:cubicBezTo>
                    <a:pt x="8136" y="5223"/>
                    <a:pt x="7738" y="5340"/>
                    <a:pt x="7368" y="5340"/>
                  </a:cubicBezTo>
                  <a:cubicBezTo>
                    <a:pt x="6429" y="5340"/>
                    <a:pt x="5668" y="4584"/>
                    <a:pt x="5668" y="3645"/>
                  </a:cubicBezTo>
                  <a:lnTo>
                    <a:pt x="5668" y="3478"/>
                  </a:lnTo>
                  <a:cubicBezTo>
                    <a:pt x="5668" y="3454"/>
                    <a:pt x="5668" y="3430"/>
                    <a:pt x="5644" y="3406"/>
                  </a:cubicBezTo>
                  <a:cubicBezTo>
                    <a:pt x="5572" y="3307"/>
                    <a:pt x="5472" y="3262"/>
                    <a:pt x="5375" y="3262"/>
                  </a:cubicBezTo>
                  <a:cubicBezTo>
                    <a:pt x="5216" y="3262"/>
                    <a:pt x="5064" y="3381"/>
                    <a:pt x="5049" y="3573"/>
                  </a:cubicBezTo>
                  <a:lnTo>
                    <a:pt x="5049" y="4264"/>
                  </a:lnTo>
                  <a:cubicBezTo>
                    <a:pt x="5049" y="4383"/>
                    <a:pt x="5001" y="4502"/>
                    <a:pt x="4906" y="4597"/>
                  </a:cubicBezTo>
                  <a:cubicBezTo>
                    <a:pt x="4401" y="5119"/>
                    <a:pt x="3852" y="5336"/>
                    <a:pt x="3351" y="5336"/>
                  </a:cubicBezTo>
                  <a:cubicBezTo>
                    <a:pt x="2413" y="5336"/>
                    <a:pt x="1644" y="4576"/>
                    <a:pt x="1644" y="3645"/>
                  </a:cubicBezTo>
                  <a:cubicBezTo>
                    <a:pt x="1644" y="3597"/>
                    <a:pt x="1644" y="3525"/>
                    <a:pt x="1644" y="3478"/>
                  </a:cubicBezTo>
                  <a:lnTo>
                    <a:pt x="1191" y="3478"/>
                  </a:lnTo>
                  <a:lnTo>
                    <a:pt x="1191" y="2859"/>
                  </a:lnTo>
                  <a:lnTo>
                    <a:pt x="1834" y="2859"/>
                  </a:lnTo>
                  <a:cubicBezTo>
                    <a:pt x="2161" y="2254"/>
                    <a:pt x="2757" y="1951"/>
                    <a:pt x="3349" y="1951"/>
                  </a:cubicBezTo>
                  <a:cubicBezTo>
                    <a:pt x="3924" y="1951"/>
                    <a:pt x="4494" y="2236"/>
                    <a:pt x="4811" y="2811"/>
                  </a:cubicBezTo>
                  <a:cubicBezTo>
                    <a:pt x="4978" y="2692"/>
                    <a:pt x="5168" y="2632"/>
                    <a:pt x="5356" y="2632"/>
                  </a:cubicBezTo>
                  <a:cubicBezTo>
                    <a:pt x="5543" y="2632"/>
                    <a:pt x="5728" y="2692"/>
                    <a:pt x="5883" y="2811"/>
                  </a:cubicBezTo>
                  <a:cubicBezTo>
                    <a:pt x="6211" y="2236"/>
                    <a:pt x="6788" y="1951"/>
                    <a:pt x="7362" y="1951"/>
                  </a:cubicBezTo>
                  <a:close/>
                  <a:moveTo>
                    <a:pt x="0" y="1"/>
                  </a:moveTo>
                  <a:lnTo>
                    <a:pt x="0" y="6717"/>
                  </a:lnTo>
                  <a:lnTo>
                    <a:pt x="10717" y="6717"/>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4020831" y="4389784"/>
              <a:ext cx="348838" cy="110117"/>
            </a:xfrm>
            <a:custGeom>
              <a:rect b="b" l="l" r="r" t="t"/>
              <a:pathLst>
                <a:path extrusionOk="0" h="3383" w="10717">
                  <a:moveTo>
                    <a:pt x="0" y="1"/>
                  </a:moveTo>
                  <a:lnTo>
                    <a:pt x="0" y="1596"/>
                  </a:lnTo>
                  <a:lnTo>
                    <a:pt x="4001" y="1596"/>
                  </a:lnTo>
                  <a:lnTo>
                    <a:pt x="4001" y="1977"/>
                  </a:lnTo>
                  <a:cubicBezTo>
                    <a:pt x="4001" y="2406"/>
                    <a:pt x="3644" y="2739"/>
                    <a:pt x="3215" y="2739"/>
                  </a:cubicBezTo>
                  <a:lnTo>
                    <a:pt x="2263" y="2739"/>
                  </a:lnTo>
                  <a:lnTo>
                    <a:pt x="2263" y="3382"/>
                  </a:lnTo>
                  <a:lnTo>
                    <a:pt x="8455" y="3382"/>
                  </a:lnTo>
                  <a:lnTo>
                    <a:pt x="8455" y="2763"/>
                  </a:lnTo>
                  <a:lnTo>
                    <a:pt x="7478" y="2763"/>
                  </a:lnTo>
                  <a:cubicBezTo>
                    <a:pt x="7050" y="2763"/>
                    <a:pt x="6716" y="2406"/>
                    <a:pt x="6716" y="1977"/>
                  </a:cubicBezTo>
                  <a:lnTo>
                    <a:pt x="6716" y="1596"/>
                  </a:lnTo>
                  <a:lnTo>
                    <a:pt x="10717" y="1596"/>
                  </a:lnTo>
                  <a:lnTo>
                    <a:pt x="10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0" name="Google Shape;9370;p70"/>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Online Learning</a:t>
            </a:r>
            <a:endParaRPr sz="1600">
              <a:solidFill>
                <a:schemeClr val="lt1"/>
              </a:solidFill>
            </a:endParaRPr>
          </a:p>
        </p:txBody>
      </p:sp>
      <p:sp>
        <p:nvSpPr>
          <p:cNvPr id="9371" name="Google Shape;9371;p7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5" name="Shape 9375"/>
        <p:cNvGrpSpPr/>
        <p:nvPr/>
      </p:nvGrpSpPr>
      <p:grpSpPr>
        <a:xfrm>
          <a:off x="0" y="0"/>
          <a:ext cx="0" cy="0"/>
          <a:chOff x="0" y="0"/>
          <a:chExt cx="0" cy="0"/>
        </a:xfrm>
      </p:grpSpPr>
      <p:grpSp>
        <p:nvGrpSpPr>
          <p:cNvPr id="9376" name="Google Shape;9376;p71"/>
          <p:cNvGrpSpPr/>
          <p:nvPr/>
        </p:nvGrpSpPr>
        <p:grpSpPr>
          <a:xfrm>
            <a:off x="1034263" y="1766172"/>
            <a:ext cx="298736" cy="349479"/>
            <a:chOff x="1034263" y="1766172"/>
            <a:chExt cx="298736" cy="349479"/>
          </a:xfrm>
        </p:grpSpPr>
        <p:sp>
          <p:nvSpPr>
            <p:cNvPr id="9377" name="Google Shape;9377;p71"/>
            <p:cNvSpPr/>
            <p:nvPr/>
          </p:nvSpPr>
          <p:spPr>
            <a:xfrm>
              <a:off x="1251489" y="1766172"/>
              <a:ext cx="54339" cy="53440"/>
            </a:xfrm>
            <a:custGeom>
              <a:rect b="b" l="l" r="r" t="t"/>
              <a:pathLst>
                <a:path extrusionOk="0" h="1638" w="1668">
                  <a:moveTo>
                    <a:pt x="432" y="1"/>
                  </a:moveTo>
                  <a:cubicBezTo>
                    <a:pt x="352" y="1"/>
                    <a:pt x="274" y="31"/>
                    <a:pt x="215" y="90"/>
                  </a:cubicBezTo>
                  <a:lnTo>
                    <a:pt x="1" y="304"/>
                  </a:lnTo>
                  <a:lnTo>
                    <a:pt x="1310" y="1638"/>
                  </a:lnTo>
                  <a:lnTo>
                    <a:pt x="1548" y="1424"/>
                  </a:lnTo>
                  <a:cubicBezTo>
                    <a:pt x="1668" y="1305"/>
                    <a:pt x="1668" y="1090"/>
                    <a:pt x="1548" y="971"/>
                  </a:cubicBezTo>
                  <a:lnTo>
                    <a:pt x="667" y="90"/>
                  </a:lnTo>
                  <a:cubicBezTo>
                    <a:pt x="596" y="31"/>
                    <a:pt x="513"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1110299" y="1906623"/>
              <a:ext cx="54339" cy="53440"/>
            </a:xfrm>
            <a:custGeom>
              <a:rect b="b" l="l" r="r" t="t"/>
              <a:pathLst>
                <a:path extrusionOk="0" h="1638" w="1668">
                  <a:moveTo>
                    <a:pt x="358" y="0"/>
                  </a:moveTo>
                  <a:lnTo>
                    <a:pt x="119" y="215"/>
                  </a:lnTo>
                  <a:cubicBezTo>
                    <a:pt x="0" y="334"/>
                    <a:pt x="0" y="524"/>
                    <a:pt x="119" y="667"/>
                  </a:cubicBezTo>
                  <a:lnTo>
                    <a:pt x="1024" y="1548"/>
                  </a:lnTo>
                  <a:cubicBezTo>
                    <a:pt x="1084" y="1608"/>
                    <a:pt x="1161" y="1637"/>
                    <a:pt x="1239" y="1637"/>
                  </a:cubicBezTo>
                  <a:cubicBezTo>
                    <a:pt x="1316" y="1637"/>
                    <a:pt x="1393" y="1608"/>
                    <a:pt x="1453" y="1548"/>
                  </a:cubicBezTo>
                  <a:lnTo>
                    <a:pt x="1667" y="1334"/>
                  </a:lnTo>
                  <a:lnTo>
                    <a:pt x="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1125024" y="1780168"/>
              <a:ext cx="166829" cy="165115"/>
            </a:xfrm>
            <a:custGeom>
              <a:rect b="b" l="l" r="r" t="t"/>
              <a:pathLst>
                <a:path extrusionOk="0" h="5061" w="5121">
                  <a:moveTo>
                    <a:pt x="3001" y="0"/>
                  </a:moveTo>
                  <a:cubicBezTo>
                    <a:pt x="2924" y="0"/>
                    <a:pt x="2847" y="30"/>
                    <a:pt x="2787" y="90"/>
                  </a:cubicBezTo>
                  <a:lnTo>
                    <a:pt x="144" y="2757"/>
                  </a:lnTo>
                  <a:cubicBezTo>
                    <a:pt x="1" y="2876"/>
                    <a:pt x="1" y="3090"/>
                    <a:pt x="144" y="3209"/>
                  </a:cubicBezTo>
                  <a:lnTo>
                    <a:pt x="1882" y="4972"/>
                  </a:lnTo>
                  <a:cubicBezTo>
                    <a:pt x="1942" y="5031"/>
                    <a:pt x="2025" y="5061"/>
                    <a:pt x="2108" y="5061"/>
                  </a:cubicBezTo>
                  <a:cubicBezTo>
                    <a:pt x="2192" y="5061"/>
                    <a:pt x="2275" y="5031"/>
                    <a:pt x="2335" y="4972"/>
                  </a:cubicBezTo>
                  <a:lnTo>
                    <a:pt x="5002" y="2328"/>
                  </a:lnTo>
                  <a:cubicBezTo>
                    <a:pt x="5121" y="2185"/>
                    <a:pt x="5121" y="1995"/>
                    <a:pt x="5002" y="1876"/>
                  </a:cubicBezTo>
                  <a:lnTo>
                    <a:pt x="3216" y="90"/>
                  </a:lnTo>
                  <a:cubicBezTo>
                    <a:pt x="3156" y="30"/>
                    <a:pt x="3079" y="0"/>
                    <a:pt x="3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1034263" y="1878630"/>
              <a:ext cx="298736" cy="237021"/>
            </a:xfrm>
            <a:custGeom>
              <a:rect b="b" l="l" r="r" t="t"/>
              <a:pathLst>
                <a:path extrusionOk="0" h="7265" w="9170">
                  <a:moveTo>
                    <a:pt x="7955" y="1"/>
                  </a:moveTo>
                  <a:lnTo>
                    <a:pt x="6597" y="1358"/>
                  </a:lnTo>
                  <a:cubicBezTo>
                    <a:pt x="7216" y="2382"/>
                    <a:pt x="6907" y="3692"/>
                    <a:pt x="5930" y="4335"/>
                  </a:cubicBezTo>
                  <a:cubicBezTo>
                    <a:pt x="5549" y="4156"/>
                    <a:pt x="5138" y="4067"/>
                    <a:pt x="4728" y="4067"/>
                  </a:cubicBezTo>
                  <a:cubicBezTo>
                    <a:pt x="4317" y="4067"/>
                    <a:pt x="3906" y="4156"/>
                    <a:pt x="3525" y="4335"/>
                  </a:cubicBezTo>
                  <a:cubicBezTo>
                    <a:pt x="3192" y="4121"/>
                    <a:pt x="2906" y="3811"/>
                    <a:pt x="2739" y="3454"/>
                  </a:cubicBezTo>
                  <a:lnTo>
                    <a:pt x="3001" y="3454"/>
                  </a:lnTo>
                  <a:cubicBezTo>
                    <a:pt x="3168" y="3454"/>
                    <a:pt x="3287" y="3335"/>
                    <a:pt x="3335" y="3192"/>
                  </a:cubicBezTo>
                  <a:cubicBezTo>
                    <a:pt x="3358" y="3001"/>
                    <a:pt x="3215" y="2835"/>
                    <a:pt x="3025" y="2811"/>
                  </a:cubicBezTo>
                  <a:lnTo>
                    <a:pt x="358" y="2811"/>
                  </a:lnTo>
                  <a:cubicBezTo>
                    <a:pt x="191" y="2811"/>
                    <a:pt x="72" y="2930"/>
                    <a:pt x="24" y="3073"/>
                  </a:cubicBezTo>
                  <a:cubicBezTo>
                    <a:pt x="0" y="3263"/>
                    <a:pt x="143" y="3430"/>
                    <a:pt x="334" y="3454"/>
                  </a:cubicBezTo>
                  <a:lnTo>
                    <a:pt x="763" y="3454"/>
                  </a:lnTo>
                  <a:cubicBezTo>
                    <a:pt x="929" y="4145"/>
                    <a:pt x="1286" y="4811"/>
                    <a:pt x="1787" y="5335"/>
                  </a:cubicBezTo>
                  <a:lnTo>
                    <a:pt x="953" y="5335"/>
                  </a:lnTo>
                  <a:cubicBezTo>
                    <a:pt x="786" y="5335"/>
                    <a:pt x="643" y="5478"/>
                    <a:pt x="643" y="5645"/>
                  </a:cubicBezTo>
                  <a:lnTo>
                    <a:pt x="643" y="6931"/>
                  </a:lnTo>
                  <a:cubicBezTo>
                    <a:pt x="643" y="7121"/>
                    <a:pt x="786" y="7264"/>
                    <a:pt x="953" y="7264"/>
                  </a:cubicBezTo>
                  <a:lnTo>
                    <a:pt x="8478" y="7264"/>
                  </a:lnTo>
                  <a:cubicBezTo>
                    <a:pt x="8645" y="7264"/>
                    <a:pt x="8788" y="7121"/>
                    <a:pt x="8788" y="6931"/>
                  </a:cubicBezTo>
                  <a:lnTo>
                    <a:pt x="8788" y="5645"/>
                  </a:lnTo>
                  <a:cubicBezTo>
                    <a:pt x="8788" y="5454"/>
                    <a:pt x="8645" y="5311"/>
                    <a:pt x="8455" y="5311"/>
                  </a:cubicBezTo>
                  <a:lnTo>
                    <a:pt x="7645" y="5311"/>
                  </a:lnTo>
                  <a:cubicBezTo>
                    <a:pt x="9050" y="3859"/>
                    <a:pt x="9169" y="1620"/>
                    <a:pt x="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1"/>
          <p:cNvGrpSpPr/>
          <p:nvPr/>
        </p:nvGrpSpPr>
        <p:grpSpPr>
          <a:xfrm>
            <a:off x="1818599" y="1765976"/>
            <a:ext cx="214490" cy="349446"/>
            <a:chOff x="1818599" y="1765976"/>
            <a:chExt cx="214490" cy="349446"/>
          </a:xfrm>
        </p:grpSpPr>
        <p:sp>
          <p:nvSpPr>
            <p:cNvPr id="9382" name="Google Shape;9382;p71"/>
            <p:cNvSpPr/>
            <p:nvPr/>
          </p:nvSpPr>
          <p:spPr>
            <a:xfrm>
              <a:off x="1893853" y="2016177"/>
              <a:ext cx="39614" cy="34615"/>
            </a:xfrm>
            <a:custGeom>
              <a:rect b="b" l="l" r="r" t="t"/>
              <a:pathLst>
                <a:path extrusionOk="0" h="1061" w="1216">
                  <a:moveTo>
                    <a:pt x="692" y="0"/>
                  </a:moveTo>
                  <a:cubicBezTo>
                    <a:pt x="239" y="0"/>
                    <a:pt x="1" y="572"/>
                    <a:pt x="334" y="905"/>
                  </a:cubicBezTo>
                  <a:cubicBezTo>
                    <a:pt x="442" y="1012"/>
                    <a:pt x="571" y="1060"/>
                    <a:pt x="698" y="1060"/>
                  </a:cubicBezTo>
                  <a:cubicBezTo>
                    <a:pt x="964" y="1060"/>
                    <a:pt x="1215" y="847"/>
                    <a:pt x="1215" y="524"/>
                  </a:cubicBezTo>
                  <a:cubicBezTo>
                    <a:pt x="1215" y="238"/>
                    <a:pt x="977" y="0"/>
                    <a:pt x="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1818599" y="1765976"/>
              <a:ext cx="180023" cy="349446"/>
            </a:xfrm>
            <a:custGeom>
              <a:rect b="b" l="l" r="r" t="t"/>
              <a:pathLst>
                <a:path extrusionOk="0" h="10711" w="5526">
                  <a:moveTo>
                    <a:pt x="3013" y="1287"/>
                  </a:moveTo>
                  <a:cubicBezTo>
                    <a:pt x="3162" y="1287"/>
                    <a:pt x="3311" y="1382"/>
                    <a:pt x="3335" y="1573"/>
                  </a:cubicBezTo>
                  <a:lnTo>
                    <a:pt x="3335" y="7097"/>
                  </a:lnTo>
                  <a:cubicBezTo>
                    <a:pt x="4621" y="7455"/>
                    <a:pt x="4359" y="9360"/>
                    <a:pt x="3002" y="9360"/>
                  </a:cubicBezTo>
                  <a:cubicBezTo>
                    <a:pt x="1668" y="9360"/>
                    <a:pt x="1406" y="7455"/>
                    <a:pt x="2692" y="7097"/>
                  </a:cubicBezTo>
                  <a:lnTo>
                    <a:pt x="2692" y="1573"/>
                  </a:lnTo>
                  <a:cubicBezTo>
                    <a:pt x="2716" y="1382"/>
                    <a:pt x="2865" y="1287"/>
                    <a:pt x="3013" y="1287"/>
                  </a:cubicBezTo>
                  <a:close/>
                  <a:moveTo>
                    <a:pt x="3013" y="1"/>
                  </a:moveTo>
                  <a:cubicBezTo>
                    <a:pt x="2234" y="1"/>
                    <a:pt x="1454" y="525"/>
                    <a:pt x="1454" y="1573"/>
                  </a:cubicBezTo>
                  <a:lnTo>
                    <a:pt x="1454" y="6240"/>
                  </a:lnTo>
                  <a:cubicBezTo>
                    <a:pt x="1" y="7407"/>
                    <a:pt x="263" y="9669"/>
                    <a:pt x="1930" y="10455"/>
                  </a:cubicBezTo>
                  <a:cubicBezTo>
                    <a:pt x="2290" y="10630"/>
                    <a:pt x="2662" y="10711"/>
                    <a:pt x="3024" y="10711"/>
                  </a:cubicBezTo>
                  <a:cubicBezTo>
                    <a:pt x="4340" y="10711"/>
                    <a:pt x="5526" y="9649"/>
                    <a:pt x="5526" y="8193"/>
                  </a:cubicBezTo>
                  <a:cubicBezTo>
                    <a:pt x="5526" y="7431"/>
                    <a:pt x="5169" y="6716"/>
                    <a:pt x="4573" y="6240"/>
                  </a:cubicBezTo>
                  <a:lnTo>
                    <a:pt x="4573" y="1573"/>
                  </a:lnTo>
                  <a:cubicBezTo>
                    <a:pt x="4573" y="525"/>
                    <a:pt x="3793" y="1"/>
                    <a:pt x="3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1984646" y="1828910"/>
              <a:ext cx="47335" cy="20228"/>
            </a:xfrm>
            <a:custGeom>
              <a:rect b="b" l="l" r="r" t="t"/>
              <a:pathLst>
                <a:path extrusionOk="0" h="620" w="1453">
                  <a:moveTo>
                    <a:pt x="429" y="1"/>
                  </a:moveTo>
                  <a:cubicBezTo>
                    <a:pt x="0" y="1"/>
                    <a:pt x="0" y="620"/>
                    <a:pt x="429" y="620"/>
                  </a:cubicBezTo>
                  <a:lnTo>
                    <a:pt x="1048" y="620"/>
                  </a:lnTo>
                  <a:cubicBezTo>
                    <a:pt x="1453" y="620"/>
                    <a:pt x="145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1983571" y="1870017"/>
              <a:ext cx="49518" cy="20391"/>
            </a:xfrm>
            <a:custGeom>
              <a:rect b="b" l="l" r="r" t="t"/>
              <a:pathLst>
                <a:path extrusionOk="0" h="625" w="1520">
                  <a:moveTo>
                    <a:pt x="417" y="1"/>
                  </a:moveTo>
                  <a:cubicBezTo>
                    <a:pt x="0" y="1"/>
                    <a:pt x="0" y="624"/>
                    <a:pt x="417" y="624"/>
                  </a:cubicBezTo>
                  <a:cubicBezTo>
                    <a:pt x="432" y="624"/>
                    <a:pt x="447" y="624"/>
                    <a:pt x="462" y="622"/>
                  </a:cubicBezTo>
                  <a:lnTo>
                    <a:pt x="1081" y="622"/>
                  </a:lnTo>
                  <a:cubicBezTo>
                    <a:pt x="1096" y="624"/>
                    <a:pt x="1110" y="624"/>
                    <a:pt x="1123" y="624"/>
                  </a:cubicBezTo>
                  <a:cubicBezTo>
                    <a:pt x="1519" y="624"/>
                    <a:pt x="1519" y="1"/>
                    <a:pt x="1123" y="1"/>
                  </a:cubicBezTo>
                  <a:cubicBezTo>
                    <a:pt x="1110" y="1"/>
                    <a:pt x="1096" y="1"/>
                    <a:pt x="1081" y="3"/>
                  </a:cubicBezTo>
                  <a:lnTo>
                    <a:pt x="462" y="3"/>
                  </a:lnTo>
                  <a:cubicBezTo>
                    <a:pt x="447" y="1"/>
                    <a:pt x="432" y="1"/>
                    <a:pt x="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1984646" y="1910505"/>
              <a:ext cx="47335" cy="21010"/>
            </a:xfrm>
            <a:custGeom>
              <a:rect b="b" l="l" r="r" t="t"/>
              <a:pathLst>
                <a:path extrusionOk="0" h="644" w="1453">
                  <a:moveTo>
                    <a:pt x="429" y="0"/>
                  </a:moveTo>
                  <a:cubicBezTo>
                    <a:pt x="0" y="0"/>
                    <a:pt x="0" y="643"/>
                    <a:pt x="429" y="643"/>
                  </a:cubicBezTo>
                  <a:lnTo>
                    <a:pt x="1048" y="643"/>
                  </a:lnTo>
                  <a:cubicBezTo>
                    <a:pt x="1453" y="643"/>
                    <a:pt x="1453" y="0"/>
                    <a:pt x="1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1"/>
          <p:cNvGrpSpPr/>
          <p:nvPr/>
        </p:nvGrpSpPr>
        <p:grpSpPr>
          <a:xfrm>
            <a:off x="2553319" y="1765976"/>
            <a:ext cx="266126" cy="348892"/>
            <a:chOff x="2553319" y="1765976"/>
            <a:chExt cx="266126" cy="348892"/>
          </a:xfrm>
        </p:grpSpPr>
        <p:sp>
          <p:nvSpPr>
            <p:cNvPr id="9388" name="Google Shape;9388;p71"/>
            <p:cNvSpPr/>
            <p:nvPr/>
          </p:nvSpPr>
          <p:spPr>
            <a:xfrm>
              <a:off x="2553319" y="1766759"/>
              <a:ext cx="183118" cy="158525"/>
            </a:xfrm>
            <a:custGeom>
              <a:rect b="b" l="l" r="r" t="t"/>
              <a:pathLst>
                <a:path extrusionOk="0" h="4859" w="5621">
                  <a:moveTo>
                    <a:pt x="310" y="1"/>
                  </a:moveTo>
                  <a:cubicBezTo>
                    <a:pt x="143" y="24"/>
                    <a:pt x="0" y="144"/>
                    <a:pt x="0" y="334"/>
                  </a:cubicBezTo>
                  <a:cubicBezTo>
                    <a:pt x="0" y="1953"/>
                    <a:pt x="1239" y="3525"/>
                    <a:pt x="2406" y="4859"/>
                  </a:cubicBezTo>
                  <a:cubicBezTo>
                    <a:pt x="2834" y="4359"/>
                    <a:pt x="3239" y="3930"/>
                    <a:pt x="3668" y="3454"/>
                  </a:cubicBezTo>
                  <a:cubicBezTo>
                    <a:pt x="3477" y="3239"/>
                    <a:pt x="3310" y="3025"/>
                    <a:pt x="3144" y="2835"/>
                  </a:cubicBezTo>
                  <a:lnTo>
                    <a:pt x="4215" y="2835"/>
                  </a:lnTo>
                  <a:cubicBezTo>
                    <a:pt x="4406" y="2620"/>
                    <a:pt x="4573" y="2406"/>
                    <a:pt x="4716" y="2192"/>
                  </a:cubicBezTo>
                  <a:lnTo>
                    <a:pt x="2667" y="2192"/>
                  </a:lnTo>
                  <a:cubicBezTo>
                    <a:pt x="2477" y="1906"/>
                    <a:pt x="2286" y="1572"/>
                    <a:pt x="2144" y="1263"/>
                  </a:cubicBezTo>
                  <a:lnTo>
                    <a:pt x="5335" y="1263"/>
                  </a:lnTo>
                  <a:cubicBezTo>
                    <a:pt x="5454" y="1048"/>
                    <a:pt x="5549" y="834"/>
                    <a:pt x="5620" y="620"/>
                  </a:cubicBezTo>
                  <a:lnTo>
                    <a:pt x="1905" y="620"/>
                  </a:lnTo>
                  <a:cubicBezTo>
                    <a:pt x="1905" y="525"/>
                    <a:pt x="1882" y="429"/>
                    <a:pt x="1882" y="334"/>
                  </a:cubicBezTo>
                  <a:cubicBezTo>
                    <a:pt x="1882" y="144"/>
                    <a:pt x="1739" y="24"/>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2637108" y="1957126"/>
              <a:ext cx="182336" cy="157742"/>
            </a:xfrm>
            <a:custGeom>
              <a:rect b="b" l="l" r="r" t="t"/>
              <a:pathLst>
                <a:path extrusionOk="0" h="4835" w="5597">
                  <a:moveTo>
                    <a:pt x="3191" y="0"/>
                  </a:moveTo>
                  <a:cubicBezTo>
                    <a:pt x="2763" y="476"/>
                    <a:pt x="2358" y="929"/>
                    <a:pt x="1929" y="1405"/>
                  </a:cubicBezTo>
                  <a:cubicBezTo>
                    <a:pt x="2120" y="1620"/>
                    <a:pt x="2286" y="1810"/>
                    <a:pt x="2453" y="2024"/>
                  </a:cubicBezTo>
                  <a:lnTo>
                    <a:pt x="1381" y="2024"/>
                  </a:lnTo>
                  <a:cubicBezTo>
                    <a:pt x="1215" y="2239"/>
                    <a:pt x="1048" y="2453"/>
                    <a:pt x="881" y="2667"/>
                  </a:cubicBezTo>
                  <a:lnTo>
                    <a:pt x="2906" y="2667"/>
                  </a:lnTo>
                  <a:cubicBezTo>
                    <a:pt x="3120" y="2953"/>
                    <a:pt x="3310" y="3263"/>
                    <a:pt x="3477" y="3596"/>
                  </a:cubicBezTo>
                  <a:lnTo>
                    <a:pt x="262" y="3596"/>
                  </a:lnTo>
                  <a:cubicBezTo>
                    <a:pt x="143" y="3787"/>
                    <a:pt x="48" y="4001"/>
                    <a:pt x="0" y="4215"/>
                  </a:cubicBezTo>
                  <a:lnTo>
                    <a:pt x="3668" y="4215"/>
                  </a:lnTo>
                  <a:cubicBezTo>
                    <a:pt x="3691" y="4334"/>
                    <a:pt x="3715" y="4430"/>
                    <a:pt x="3715" y="4549"/>
                  </a:cubicBezTo>
                  <a:cubicBezTo>
                    <a:pt x="3715" y="4715"/>
                    <a:pt x="3858" y="4834"/>
                    <a:pt x="4025" y="4834"/>
                  </a:cubicBezTo>
                  <a:lnTo>
                    <a:pt x="5263" y="4834"/>
                  </a:lnTo>
                  <a:cubicBezTo>
                    <a:pt x="5454" y="4834"/>
                    <a:pt x="5597" y="4715"/>
                    <a:pt x="5597" y="4549"/>
                  </a:cubicBezTo>
                  <a:cubicBezTo>
                    <a:pt x="5597" y="2882"/>
                    <a:pt x="4334" y="1286"/>
                    <a:pt x="3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2553319" y="1765976"/>
              <a:ext cx="266126" cy="348892"/>
            </a:xfrm>
            <a:custGeom>
              <a:rect b="b" l="l" r="r" t="t"/>
              <a:pathLst>
                <a:path extrusionOk="0" h="10694" w="8169">
                  <a:moveTo>
                    <a:pt x="6597" y="1"/>
                  </a:moveTo>
                  <a:cubicBezTo>
                    <a:pt x="6430" y="1"/>
                    <a:pt x="6287" y="144"/>
                    <a:pt x="6287" y="310"/>
                  </a:cubicBezTo>
                  <a:cubicBezTo>
                    <a:pt x="6311" y="2168"/>
                    <a:pt x="2882" y="4930"/>
                    <a:pt x="1167" y="7407"/>
                  </a:cubicBezTo>
                  <a:cubicBezTo>
                    <a:pt x="381" y="8526"/>
                    <a:pt x="0" y="9479"/>
                    <a:pt x="0" y="10384"/>
                  </a:cubicBezTo>
                  <a:cubicBezTo>
                    <a:pt x="0" y="10574"/>
                    <a:pt x="143" y="10693"/>
                    <a:pt x="334" y="10693"/>
                  </a:cubicBezTo>
                  <a:lnTo>
                    <a:pt x="1572" y="10693"/>
                  </a:lnTo>
                  <a:cubicBezTo>
                    <a:pt x="1739" y="10693"/>
                    <a:pt x="1882" y="10574"/>
                    <a:pt x="1882" y="10384"/>
                  </a:cubicBezTo>
                  <a:cubicBezTo>
                    <a:pt x="1882" y="8550"/>
                    <a:pt x="5311" y="5788"/>
                    <a:pt x="7002" y="3335"/>
                  </a:cubicBezTo>
                  <a:cubicBezTo>
                    <a:pt x="7811" y="2192"/>
                    <a:pt x="8169" y="1263"/>
                    <a:pt x="8169" y="310"/>
                  </a:cubicBezTo>
                  <a:cubicBezTo>
                    <a:pt x="8169" y="144"/>
                    <a:pt x="8026" y="1"/>
                    <a:pt x="7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71"/>
          <p:cNvSpPr/>
          <p:nvPr/>
        </p:nvSpPr>
        <p:spPr>
          <a:xfrm>
            <a:off x="3296542" y="1765976"/>
            <a:ext cx="285542" cy="349675"/>
          </a:xfrm>
          <a:custGeom>
            <a:rect b="b" l="l" r="r" t="t"/>
            <a:pathLst>
              <a:path extrusionOk="0" h="10718" w="8765">
                <a:moveTo>
                  <a:pt x="2477" y="1"/>
                </a:moveTo>
                <a:cubicBezTo>
                  <a:pt x="2096" y="25"/>
                  <a:pt x="2096" y="572"/>
                  <a:pt x="2477" y="620"/>
                </a:cubicBezTo>
                <a:lnTo>
                  <a:pt x="2811" y="620"/>
                </a:lnTo>
                <a:lnTo>
                  <a:pt x="2811" y="4668"/>
                </a:lnTo>
                <a:lnTo>
                  <a:pt x="429" y="9003"/>
                </a:lnTo>
                <a:cubicBezTo>
                  <a:pt x="1" y="9765"/>
                  <a:pt x="548" y="10717"/>
                  <a:pt x="1429" y="10717"/>
                </a:cubicBezTo>
                <a:lnTo>
                  <a:pt x="7335" y="10717"/>
                </a:lnTo>
                <a:cubicBezTo>
                  <a:pt x="8217" y="10717"/>
                  <a:pt x="8764" y="9765"/>
                  <a:pt x="8336" y="9003"/>
                </a:cubicBezTo>
                <a:lnTo>
                  <a:pt x="5930" y="4668"/>
                </a:lnTo>
                <a:lnTo>
                  <a:pt x="5930" y="4430"/>
                </a:lnTo>
                <a:lnTo>
                  <a:pt x="5002" y="4430"/>
                </a:lnTo>
                <a:cubicBezTo>
                  <a:pt x="4835" y="4430"/>
                  <a:pt x="4692" y="4311"/>
                  <a:pt x="4692" y="4168"/>
                </a:cubicBezTo>
                <a:cubicBezTo>
                  <a:pt x="4668" y="3978"/>
                  <a:pt x="4811" y="3811"/>
                  <a:pt x="5002" y="3811"/>
                </a:cubicBezTo>
                <a:lnTo>
                  <a:pt x="5930" y="3811"/>
                </a:lnTo>
                <a:lnTo>
                  <a:pt x="5930" y="3192"/>
                </a:lnTo>
                <a:lnTo>
                  <a:pt x="4382" y="3192"/>
                </a:lnTo>
                <a:cubicBezTo>
                  <a:pt x="4375" y="3192"/>
                  <a:pt x="4367" y="3193"/>
                  <a:pt x="4359" y="3193"/>
                </a:cubicBezTo>
                <a:cubicBezTo>
                  <a:pt x="3921" y="3193"/>
                  <a:pt x="3914" y="2547"/>
                  <a:pt x="4338" y="2547"/>
                </a:cubicBezTo>
                <a:cubicBezTo>
                  <a:pt x="4352" y="2547"/>
                  <a:pt x="4367" y="2547"/>
                  <a:pt x="4382" y="2549"/>
                </a:cubicBezTo>
                <a:lnTo>
                  <a:pt x="5954" y="2549"/>
                </a:lnTo>
                <a:lnTo>
                  <a:pt x="5954" y="1930"/>
                </a:lnTo>
                <a:lnTo>
                  <a:pt x="5002" y="1930"/>
                </a:lnTo>
                <a:cubicBezTo>
                  <a:pt x="4859" y="1930"/>
                  <a:pt x="4716" y="1811"/>
                  <a:pt x="4692" y="1644"/>
                </a:cubicBezTo>
                <a:cubicBezTo>
                  <a:pt x="4670" y="1466"/>
                  <a:pt x="4793" y="1308"/>
                  <a:pt x="4965" y="1308"/>
                </a:cubicBezTo>
                <a:cubicBezTo>
                  <a:pt x="4977" y="1308"/>
                  <a:pt x="4989" y="1309"/>
                  <a:pt x="5002" y="1311"/>
                </a:cubicBezTo>
                <a:lnTo>
                  <a:pt x="5954" y="1311"/>
                </a:lnTo>
                <a:lnTo>
                  <a:pt x="5954" y="620"/>
                </a:lnTo>
                <a:lnTo>
                  <a:pt x="6264" y="620"/>
                </a:lnTo>
                <a:cubicBezTo>
                  <a:pt x="6383" y="620"/>
                  <a:pt x="6526" y="549"/>
                  <a:pt x="6550" y="406"/>
                </a:cubicBezTo>
                <a:cubicBezTo>
                  <a:pt x="6621" y="191"/>
                  <a:pt x="6478" y="1"/>
                  <a:pt x="6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4064589" y="1910962"/>
            <a:ext cx="136597" cy="102116"/>
          </a:xfrm>
          <a:custGeom>
            <a:rect b="b" l="l" r="r" t="t"/>
            <a:pathLst>
              <a:path extrusionOk="0" h="3130" w="4193">
                <a:moveTo>
                  <a:pt x="306" y="1"/>
                </a:moveTo>
                <a:cubicBezTo>
                  <a:pt x="263" y="1"/>
                  <a:pt x="233" y="23"/>
                  <a:pt x="215" y="58"/>
                </a:cubicBezTo>
                <a:cubicBezTo>
                  <a:pt x="1" y="248"/>
                  <a:pt x="144" y="605"/>
                  <a:pt x="430" y="629"/>
                </a:cubicBezTo>
                <a:lnTo>
                  <a:pt x="525" y="629"/>
                </a:lnTo>
                <a:lnTo>
                  <a:pt x="525" y="2439"/>
                </a:lnTo>
                <a:lnTo>
                  <a:pt x="144" y="3130"/>
                </a:lnTo>
                <a:lnTo>
                  <a:pt x="4049" y="3130"/>
                </a:lnTo>
                <a:lnTo>
                  <a:pt x="3668" y="2439"/>
                </a:lnTo>
                <a:lnTo>
                  <a:pt x="3668" y="629"/>
                </a:lnTo>
                <a:lnTo>
                  <a:pt x="3859" y="629"/>
                </a:lnTo>
                <a:cubicBezTo>
                  <a:pt x="3906" y="629"/>
                  <a:pt x="3954" y="605"/>
                  <a:pt x="3978" y="558"/>
                </a:cubicBezTo>
                <a:cubicBezTo>
                  <a:pt x="4192" y="367"/>
                  <a:pt x="4073" y="10"/>
                  <a:pt x="3764" y="10"/>
                </a:cubicBezTo>
                <a:lnTo>
                  <a:pt x="358" y="10"/>
                </a:lnTo>
                <a:cubicBezTo>
                  <a:pt x="339" y="4"/>
                  <a:pt x="322" y="1"/>
                  <a:pt x="3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4031230" y="2033240"/>
            <a:ext cx="203316" cy="82411"/>
          </a:xfrm>
          <a:custGeom>
            <a:rect b="b" l="l" r="r" t="t"/>
            <a:pathLst>
              <a:path extrusionOk="0" h="2526" w="6241">
                <a:moveTo>
                  <a:pt x="834" y="1"/>
                </a:moveTo>
                <a:lnTo>
                  <a:pt x="477" y="668"/>
                </a:lnTo>
                <a:cubicBezTo>
                  <a:pt x="1" y="1501"/>
                  <a:pt x="620" y="2525"/>
                  <a:pt x="1573" y="2525"/>
                </a:cubicBezTo>
                <a:lnTo>
                  <a:pt x="4668" y="2525"/>
                </a:lnTo>
                <a:cubicBezTo>
                  <a:pt x="5621" y="2525"/>
                  <a:pt x="6240" y="1501"/>
                  <a:pt x="5764" y="668"/>
                </a:cubicBezTo>
                <a:lnTo>
                  <a:pt x="54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4119678" y="1870017"/>
            <a:ext cx="24075" cy="20228"/>
          </a:xfrm>
          <a:custGeom>
            <a:rect b="b" l="l" r="r" t="t"/>
            <a:pathLst>
              <a:path extrusionOk="0" h="620" w="739">
                <a:moveTo>
                  <a:pt x="447" y="0"/>
                </a:moveTo>
                <a:cubicBezTo>
                  <a:pt x="433" y="0"/>
                  <a:pt x="420" y="1"/>
                  <a:pt x="406" y="3"/>
                </a:cubicBezTo>
                <a:cubicBezTo>
                  <a:pt x="144" y="3"/>
                  <a:pt x="1" y="336"/>
                  <a:pt x="191" y="527"/>
                </a:cubicBezTo>
                <a:cubicBezTo>
                  <a:pt x="255" y="590"/>
                  <a:pt x="337" y="619"/>
                  <a:pt x="418" y="619"/>
                </a:cubicBezTo>
                <a:cubicBezTo>
                  <a:pt x="580" y="619"/>
                  <a:pt x="739" y="503"/>
                  <a:pt x="739" y="313"/>
                </a:cubicBezTo>
                <a:cubicBezTo>
                  <a:pt x="739" y="136"/>
                  <a:pt x="616" y="0"/>
                  <a:pt x="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4098730" y="1828845"/>
            <a:ext cx="24824" cy="20554"/>
          </a:xfrm>
          <a:custGeom>
            <a:rect b="b" l="l" r="r" t="t"/>
            <a:pathLst>
              <a:path extrusionOk="0" h="630" w="762">
                <a:moveTo>
                  <a:pt x="466" y="0"/>
                </a:moveTo>
                <a:cubicBezTo>
                  <a:pt x="454" y="0"/>
                  <a:pt x="442" y="1"/>
                  <a:pt x="429" y="3"/>
                </a:cubicBezTo>
                <a:cubicBezTo>
                  <a:pt x="144" y="3"/>
                  <a:pt x="1" y="336"/>
                  <a:pt x="215" y="527"/>
                </a:cubicBezTo>
                <a:cubicBezTo>
                  <a:pt x="279" y="598"/>
                  <a:pt x="358" y="630"/>
                  <a:pt x="436" y="630"/>
                </a:cubicBezTo>
                <a:cubicBezTo>
                  <a:pt x="591" y="630"/>
                  <a:pt x="739" y="503"/>
                  <a:pt x="739" y="312"/>
                </a:cubicBezTo>
                <a:cubicBezTo>
                  <a:pt x="761" y="156"/>
                  <a:pt x="638"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4149160" y="1765585"/>
            <a:ext cx="155981" cy="82802"/>
          </a:xfrm>
          <a:custGeom>
            <a:rect b="b" l="l" r="r" t="t"/>
            <a:pathLst>
              <a:path extrusionOk="0" h="2538" w="4788">
                <a:moveTo>
                  <a:pt x="2537" y="1"/>
                </a:moveTo>
                <a:cubicBezTo>
                  <a:pt x="2460" y="1"/>
                  <a:pt x="2380" y="32"/>
                  <a:pt x="2311" y="108"/>
                </a:cubicBezTo>
                <a:lnTo>
                  <a:pt x="120" y="2299"/>
                </a:lnTo>
                <a:cubicBezTo>
                  <a:pt x="48" y="2370"/>
                  <a:pt x="1" y="2466"/>
                  <a:pt x="24" y="2537"/>
                </a:cubicBezTo>
                <a:lnTo>
                  <a:pt x="4787" y="2537"/>
                </a:lnTo>
                <a:lnTo>
                  <a:pt x="2763" y="537"/>
                </a:lnTo>
                <a:cubicBezTo>
                  <a:pt x="2979" y="303"/>
                  <a:pt x="2773" y="1"/>
                  <a:pt x="2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4180989" y="1869332"/>
            <a:ext cx="187353" cy="94971"/>
          </a:xfrm>
          <a:custGeom>
            <a:rect b="b" l="l" r="r" t="t"/>
            <a:pathLst>
              <a:path extrusionOk="0" h="2911" w="5751">
                <a:moveTo>
                  <a:pt x="0" y="0"/>
                </a:moveTo>
                <a:lnTo>
                  <a:pt x="2453" y="2453"/>
                </a:lnTo>
                <a:cubicBezTo>
                  <a:pt x="2791" y="2775"/>
                  <a:pt x="3165" y="2911"/>
                  <a:pt x="3522" y="2911"/>
                </a:cubicBezTo>
                <a:cubicBezTo>
                  <a:pt x="4725" y="2911"/>
                  <a:pt x="5751" y="1376"/>
                  <a:pt x="4668" y="238"/>
                </a:cubicBezTo>
                <a:lnTo>
                  <a:pt x="4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71"/>
          <p:cNvGrpSpPr/>
          <p:nvPr/>
        </p:nvGrpSpPr>
        <p:grpSpPr>
          <a:xfrm>
            <a:off x="4765168" y="1807867"/>
            <a:ext cx="361545" cy="265829"/>
            <a:chOff x="4765168" y="1807867"/>
            <a:chExt cx="361545" cy="265829"/>
          </a:xfrm>
        </p:grpSpPr>
        <p:sp>
          <p:nvSpPr>
            <p:cNvPr id="9399" name="Google Shape;9399;p71"/>
            <p:cNvSpPr/>
            <p:nvPr/>
          </p:nvSpPr>
          <p:spPr>
            <a:xfrm>
              <a:off x="4819475" y="1807932"/>
              <a:ext cx="134252" cy="143778"/>
            </a:xfrm>
            <a:custGeom>
              <a:rect b="b" l="l" r="r" t="t"/>
              <a:pathLst>
                <a:path extrusionOk="0" h="4407" w="4121">
                  <a:moveTo>
                    <a:pt x="500" y="1"/>
                  </a:moveTo>
                  <a:cubicBezTo>
                    <a:pt x="334" y="1"/>
                    <a:pt x="191" y="120"/>
                    <a:pt x="167" y="287"/>
                  </a:cubicBezTo>
                  <a:cubicBezTo>
                    <a:pt x="143" y="477"/>
                    <a:pt x="286" y="620"/>
                    <a:pt x="477" y="644"/>
                  </a:cubicBezTo>
                  <a:lnTo>
                    <a:pt x="477" y="3573"/>
                  </a:lnTo>
                  <a:lnTo>
                    <a:pt x="0" y="4406"/>
                  </a:lnTo>
                  <a:lnTo>
                    <a:pt x="4120" y="4406"/>
                  </a:lnTo>
                  <a:cubicBezTo>
                    <a:pt x="4025" y="4240"/>
                    <a:pt x="3715" y="3740"/>
                    <a:pt x="3620" y="3573"/>
                  </a:cubicBezTo>
                  <a:lnTo>
                    <a:pt x="3620" y="644"/>
                  </a:lnTo>
                  <a:cubicBezTo>
                    <a:pt x="3811" y="620"/>
                    <a:pt x="3954" y="477"/>
                    <a:pt x="3930" y="287"/>
                  </a:cubicBezTo>
                  <a:cubicBezTo>
                    <a:pt x="3906" y="120"/>
                    <a:pt x="3763" y="1"/>
                    <a:pt x="3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5008001" y="2012262"/>
              <a:ext cx="110177" cy="61433"/>
            </a:xfrm>
            <a:custGeom>
              <a:rect b="b" l="l" r="r" t="t"/>
              <a:pathLst>
                <a:path extrusionOk="0" h="1883" w="3382">
                  <a:moveTo>
                    <a:pt x="191" y="1"/>
                  </a:moveTo>
                  <a:cubicBezTo>
                    <a:pt x="453" y="596"/>
                    <a:pt x="381" y="1263"/>
                    <a:pt x="0" y="1787"/>
                  </a:cubicBezTo>
                  <a:cubicBezTo>
                    <a:pt x="240" y="1852"/>
                    <a:pt x="481" y="1883"/>
                    <a:pt x="719" y="1883"/>
                  </a:cubicBezTo>
                  <a:cubicBezTo>
                    <a:pt x="1880" y="1883"/>
                    <a:pt x="2967" y="1147"/>
                    <a:pt x="33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4765168" y="1971090"/>
              <a:ext cx="242865" cy="102606"/>
            </a:xfrm>
            <a:custGeom>
              <a:rect b="b" l="l" r="r" t="t"/>
              <a:pathLst>
                <a:path extrusionOk="0" h="3145" w="7455">
                  <a:moveTo>
                    <a:pt x="3102" y="660"/>
                  </a:moveTo>
                  <a:cubicBezTo>
                    <a:pt x="3258" y="660"/>
                    <a:pt x="3406" y="787"/>
                    <a:pt x="3406" y="977"/>
                  </a:cubicBezTo>
                  <a:cubicBezTo>
                    <a:pt x="3406" y="1144"/>
                    <a:pt x="3263" y="1287"/>
                    <a:pt x="3096" y="1287"/>
                  </a:cubicBezTo>
                  <a:cubicBezTo>
                    <a:pt x="2810" y="1287"/>
                    <a:pt x="2668" y="953"/>
                    <a:pt x="2882" y="763"/>
                  </a:cubicBezTo>
                  <a:cubicBezTo>
                    <a:pt x="2945" y="691"/>
                    <a:pt x="3025" y="660"/>
                    <a:pt x="3102" y="660"/>
                  </a:cubicBezTo>
                  <a:close/>
                  <a:moveTo>
                    <a:pt x="4358" y="1279"/>
                  </a:moveTo>
                  <a:cubicBezTo>
                    <a:pt x="4520" y="1279"/>
                    <a:pt x="4668" y="1406"/>
                    <a:pt x="4668" y="1596"/>
                  </a:cubicBezTo>
                  <a:cubicBezTo>
                    <a:pt x="4668" y="1763"/>
                    <a:pt x="4525" y="1906"/>
                    <a:pt x="4358" y="1906"/>
                  </a:cubicBezTo>
                  <a:cubicBezTo>
                    <a:pt x="4073" y="1906"/>
                    <a:pt x="3930" y="1573"/>
                    <a:pt x="4120" y="1382"/>
                  </a:cubicBezTo>
                  <a:cubicBezTo>
                    <a:pt x="4192" y="1311"/>
                    <a:pt x="4276" y="1279"/>
                    <a:pt x="4358" y="1279"/>
                  </a:cubicBezTo>
                  <a:close/>
                  <a:moveTo>
                    <a:pt x="1286" y="1"/>
                  </a:moveTo>
                  <a:lnTo>
                    <a:pt x="453" y="1406"/>
                  </a:lnTo>
                  <a:cubicBezTo>
                    <a:pt x="0" y="2168"/>
                    <a:pt x="548" y="3144"/>
                    <a:pt x="1453" y="3144"/>
                  </a:cubicBezTo>
                  <a:lnTo>
                    <a:pt x="6025" y="3144"/>
                  </a:lnTo>
                  <a:cubicBezTo>
                    <a:pt x="6907" y="3144"/>
                    <a:pt x="7454" y="2168"/>
                    <a:pt x="7002" y="1406"/>
                  </a:cubicBezTo>
                  <a:lnTo>
                    <a:pt x="6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4961448" y="1807867"/>
              <a:ext cx="165266" cy="184233"/>
            </a:xfrm>
            <a:custGeom>
              <a:rect b="b" l="l" r="r" t="t"/>
              <a:pathLst>
                <a:path extrusionOk="0" h="5647" w="5073">
                  <a:moveTo>
                    <a:pt x="2786" y="3924"/>
                  </a:moveTo>
                  <a:cubicBezTo>
                    <a:pt x="2948" y="3924"/>
                    <a:pt x="3096" y="4051"/>
                    <a:pt x="3096" y="4242"/>
                  </a:cubicBezTo>
                  <a:cubicBezTo>
                    <a:pt x="3096" y="4408"/>
                    <a:pt x="2953" y="4551"/>
                    <a:pt x="2787" y="4551"/>
                  </a:cubicBezTo>
                  <a:cubicBezTo>
                    <a:pt x="2501" y="4551"/>
                    <a:pt x="2358" y="4218"/>
                    <a:pt x="2549" y="4027"/>
                  </a:cubicBezTo>
                  <a:cubicBezTo>
                    <a:pt x="2620" y="3956"/>
                    <a:pt x="2705" y="3924"/>
                    <a:pt x="2786" y="3924"/>
                  </a:cubicBezTo>
                  <a:close/>
                  <a:moveTo>
                    <a:pt x="1480" y="4382"/>
                  </a:moveTo>
                  <a:cubicBezTo>
                    <a:pt x="1494" y="4382"/>
                    <a:pt x="1509" y="4383"/>
                    <a:pt x="1525" y="4385"/>
                  </a:cubicBezTo>
                  <a:cubicBezTo>
                    <a:pt x="1906" y="4432"/>
                    <a:pt x="1906" y="4980"/>
                    <a:pt x="1525" y="5004"/>
                  </a:cubicBezTo>
                  <a:cubicBezTo>
                    <a:pt x="1509" y="5005"/>
                    <a:pt x="1494" y="5006"/>
                    <a:pt x="1480" y="5006"/>
                  </a:cubicBezTo>
                  <a:cubicBezTo>
                    <a:pt x="1063" y="5006"/>
                    <a:pt x="1063" y="4382"/>
                    <a:pt x="1480" y="4382"/>
                  </a:cubicBezTo>
                  <a:close/>
                  <a:moveTo>
                    <a:pt x="551" y="1"/>
                  </a:moveTo>
                  <a:cubicBezTo>
                    <a:pt x="134" y="1"/>
                    <a:pt x="134" y="624"/>
                    <a:pt x="551" y="624"/>
                  </a:cubicBezTo>
                  <a:cubicBezTo>
                    <a:pt x="566" y="624"/>
                    <a:pt x="580" y="623"/>
                    <a:pt x="596" y="622"/>
                  </a:cubicBezTo>
                  <a:lnTo>
                    <a:pt x="596" y="2980"/>
                  </a:lnTo>
                  <a:cubicBezTo>
                    <a:pt x="358" y="3122"/>
                    <a:pt x="167" y="3313"/>
                    <a:pt x="0" y="3527"/>
                  </a:cubicBezTo>
                  <a:lnTo>
                    <a:pt x="1263" y="5647"/>
                  </a:lnTo>
                  <a:lnTo>
                    <a:pt x="4954" y="5647"/>
                  </a:lnTo>
                  <a:cubicBezTo>
                    <a:pt x="5073" y="4599"/>
                    <a:pt x="4597" y="3575"/>
                    <a:pt x="3715" y="2980"/>
                  </a:cubicBezTo>
                  <a:lnTo>
                    <a:pt x="3715" y="622"/>
                  </a:lnTo>
                  <a:cubicBezTo>
                    <a:pt x="3730" y="623"/>
                    <a:pt x="3744" y="624"/>
                    <a:pt x="3758" y="624"/>
                  </a:cubicBezTo>
                  <a:cubicBezTo>
                    <a:pt x="4154" y="624"/>
                    <a:pt x="4154" y="1"/>
                    <a:pt x="3758" y="1"/>
                  </a:cubicBezTo>
                  <a:cubicBezTo>
                    <a:pt x="3744" y="1"/>
                    <a:pt x="3730" y="1"/>
                    <a:pt x="3715" y="3"/>
                  </a:cubicBezTo>
                  <a:lnTo>
                    <a:pt x="596" y="3"/>
                  </a:lnTo>
                  <a:cubicBezTo>
                    <a:pt x="580" y="1"/>
                    <a:pt x="566" y="1"/>
                    <a:pt x="5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3" name="Google Shape;9403;p71"/>
          <p:cNvSpPr/>
          <p:nvPr/>
        </p:nvSpPr>
        <p:spPr>
          <a:xfrm>
            <a:off x="5608469" y="1765976"/>
            <a:ext cx="188559" cy="346575"/>
          </a:xfrm>
          <a:custGeom>
            <a:rect b="b" l="l" r="r" t="t"/>
            <a:pathLst>
              <a:path extrusionOk="0" h="10623" w="5788">
                <a:moveTo>
                  <a:pt x="382" y="1"/>
                </a:moveTo>
                <a:cubicBezTo>
                  <a:pt x="1" y="25"/>
                  <a:pt x="1" y="572"/>
                  <a:pt x="382" y="620"/>
                </a:cubicBezTo>
                <a:lnTo>
                  <a:pt x="715" y="620"/>
                </a:lnTo>
                <a:lnTo>
                  <a:pt x="715" y="8503"/>
                </a:lnTo>
                <a:cubicBezTo>
                  <a:pt x="739" y="9693"/>
                  <a:pt x="1715" y="10622"/>
                  <a:pt x="2906" y="10622"/>
                </a:cubicBezTo>
                <a:cubicBezTo>
                  <a:pt x="4073" y="10622"/>
                  <a:pt x="5049" y="9693"/>
                  <a:pt x="5097" y="8503"/>
                </a:cubicBezTo>
                <a:lnTo>
                  <a:pt x="5097" y="7526"/>
                </a:lnTo>
                <a:lnTo>
                  <a:pt x="3740" y="7526"/>
                </a:lnTo>
                <a:cubicBezTo>
                  <a:pt x="3335" y="7526"/>
                  <a:pt x="3335" y="6907"/>
                  <a:pt x="3740" y="6907"/>
                </a:cubicBezTo>
                <a:lnTo>
                  <a:pt x="5097" y="6907"/>
                </a:lnTo>
                <a:lnTo>
                  <a:pt x="5097" y="6288"/>
                </a:lnTo>
                <a:lnTo>
                  <a:pt x="4168" y="6288"/>
                </a:lnTo>
                <a:cubicBezTo>
                  <a:pt x="3787" y="6240"/>
                  <a:pt x="3787" y="5692"/>
                  <a:pt x="4168" y="5645"/>
                </a:cubicBezTo>
                <a:lnTo>
                  <a:pt x="5097" y="5645"/>
                </a:lnTo>
                <a:lnTo>
                  <a:pt x="5097" y="5026"/>
                </a:lnTo>
                <a:lnTo>
                  <a:pt x="3740" y="5026"/>
                </a:lnTo>
                <a:cubicBezTo>
                  <a:pt x="3335" y="5026"/>
                  <a:pt x="3335" y="4383"/>
                  <a:pt x="3740" y="4383"/>
                </a:cubicBezTo>
                <a:lnTo>
                  <a:pt x="5097" y="4383"/>
                </a:lnTo>
                <a:lnTo>
                  <a:pt x="5097" y="3763"/>
                </a:lnTo>
                <a:lnTo>
                  <a:pt x="4168" y="3763"/>
                </a:lnTo>
                <a:cubicBezTo>
                  <a:pt x="3787" y="3740"/>
                  <a:pt x="3787" y="3168"/>
                  <a:pt x="4168" y="3144"/>
                </a:cubicBezTo>
                <a:lnTo>
                  <a:pt x="5097" y="3144"/>
                </a:lnTo>
                <a:lnTo>
                  <a:pt x="5097" y="2501"/>
                </a:lnTo>
                <a:lnTo>
                  <a:pt x="3740" y="2501"/>
                </a:lnTo>
                <a:cubicBezTo>
                  <a:pt x="3335" y="2501"/>
                  <a:pt x="3335" y="1882"/>
                  <a:pt x="3740" y="1882"/>
                </a:cubicBezTo>
                <a:lnTo>
                  <a:pt x="5097" y="1882"/>
                </a:lnTo>
                <a:lnTo>
                  <a:pt x="5097" y="620"/>
                </a:lnTo>
                <a:lnTo>
                  <a:pt x="5407" y="620"/>
                </a:lnTo>
                <a:cubicBezTo>
                  <a:pt x="5788" y="572"/>
                  <a:pt x="5788" y="25"/>
                  <a:pt x="5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4" name="Google Shape;9404;p71"/>
          <p:cNvGrpSpPr/>
          <p:nvPr/>
        </p:nvGrpSpPr>
        <p:grpSpPr>
          <a:xfrm>
            <a:off x="6268685" y="1765976"/>
            <a:ext cx="376661" cy="349675"/>
            <a:chOff x="6268685" y="1765976"/>
            <a:chExt cx="376661" cy="349675"/>
          </a:xfrm>
        </p:grpSpPr>
        <p:sp>
          <p:nvSpPr>
            <p:cNvPr id="9405" name="Google Shape;9405;p71"/>
            <p:cNvSpPr/>
            <p:nvPr/>
          </p:nvSpPr>
          <p:spPr>
            <a:xfrm>
              <a:off x="6523148" y="1924469"/>
              <a:ext cx="122198" cy="109685"/>
            </a:xfrm>
            <a:custGeom>
              <a:rect b="b" l="l" r="r" t="t"/>
              <a:pathLst>
                <a:path extrusionOk="0" h="3362" w="3751">
                  <a:moveTo>
                    <a:pt x="1335" y="1"/>
                  </a:moveTo>
                  <a:cubicBezTo>
                    <a:pt x="1049" y="596"/>
                    <a:pt x="573" y="1049"/>
                    <a:pt x="1" y="1335"/>
                  </a:cubicBezTo>
                  <a:lnTo>
                    <a:pt x="1739" y="3073"/>
                  </a:lnTo>
                  <a:cubicBezTo>
                    <a:pt x="1943" y="3277"/>
                    <a:pt x="2171" y="3362"/>
                    <a:pt x="2390" y="3362"/>
                  </a:cubicBezTo>
                  <a:cubicBezTo>
                    <a:pt x="3119" y="3362"/>
                    <a:pt x="3751" y="2417"/>
                    <a:pt x="3073" y="1739"/>
                  </a:cubicBezTo>
                  <a:lnTo>
                    <a:pt x="1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6405999" y="1807932"/>
              <a:ext cx="175397" cy="149683"/>
            </a:xfrm>
            <a:custGeom>
              <a:rect b="b" l="l" r="r" t="t"/>
              <a:pathLst>
                <a:path extrusionOk="0" h="4588" w="5384">
                  <a:moveTo>
                    <a:pt x="2311" y="1"/>
                  </a:moveTo>
                  <a:cubicBezTo>
                    <a:pt x="1049" y="1"/>
                    <a:pt x="1" y="1025"/>
                    <a:pt x="1" y="2287"/>
                  </a:cubicBezTo>
                  <a:cubicBezTo>
                    <a:pt x="1" y="3671"/>
                    <a:pt x="1133" y="4588"/>
                    <a:pt x="2315" y="4588"/>
                  </a:cubicBezTo>
                  <a:cubicBezTo>
                    <a:pt x="2881" y="4588"/>
                    <a:pt x="3460" y="4377"/>
                    <a:pt x="3930" y="3906"/>
                  </a:cubicBezTo>
                  <a:cubicBezTo>
                    <a:pt x="5383" y="2454"/>
                    <a:pt x="4359" y="1"/>
                    <a:pt x="2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6326119" y="1765976"/>
              <a:ext cx="152072" cy="205146"/>
            </a:xfrm>
            <a:custGeom>
              <a:rect b="b" l="l" r="r" t="t"/>
              <a:pathLst>
                <a:path extrusionOk="0" h="6288" w="4668">
                  <a:moveTo>
                    <a:pt x="810" y="1"/>
                  </a:moveTo>
                  <a:cubicBezTo>
                    <a:pt x="786" y="1"/>
                    <a:pt x="762" y="1"/>
                    <a:pt x="738" y="25"/>
                  </a:cubicBezTo>
                  <a:cubicBezTo>
                    <a:pt x="500" y="215"/>
                    <a:pt x="619" y="596"/>
                    <a:pt x="929" y="620"/>
                  </a:cubicBezTo>
                  <a:lnTo>
                    <a:pt x="1024" y="620"/>
                  </a:lnTo>
                  <a:lnTo>
                    <a:pt x="1024" y="4645"/>
                  </a:lnTo>
                  <a:lnTo>
                    <a:pt x="0" y="6288"/>
                  </a:lnTo>
                  <a:lnTo>
                    <a:pt x="3691" y="6288"/>
                  </a:lnTo>
                  <a:cubicBezTo>
                    <a:pt x="1000" y="5240"/>
                    <a:pt x="1310" y="1334"/>
                    <a:pt x="4144" y="715"/>
                  </a:cubicBezTo>
                  <a:lnTo>
                    <a:pt x="4144" y="620"/>
                  </a:lnTo>
                  <a:lnTo>
                    <a:pt x="4358" y="620"/>
                  </a:lnTo>
                  <a:cubicBezTo>
                    <a:pt x="4382" y="620"/>
                    <a:pt x="4406" y="620"/>
                    <a:pt x="4430" y="596"/>
                  </a:cubicBezTo>
                  <a:cubicBezTo>
                    <a:pt x="4668" y="406"/>
                    <a:pt x="4549" y="25"/>
                    <a:pt x="4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6268685" y="1992068"/>
              <a:ext cx="283229" cy="123583"/>
            </a:xfrm>
            <a:custGeom>
              <a:rect b="b" l="l" r="r" t="t"/>
              <a:pathLst>
                <a:path extrusionOk="0" h="3788" w="8694">
                  <a:moveTo>
                    <a:pt x="5461" y="623"/>
                  </a:moveTo>
                  <a:cubicBezTo>
                    <a:pt x="5616" y="623"/>
                    <a:pt x="5764" y="739"/>
                    <a:pt x="5764" y="930"/>
                  </a:cubicBezTo>
                  <a:cubicBezTo>
                    <a:pt x="5764" y="1096"/>
                    <a:pt x="5645" y="1239"/>
                    <a:pt x="5478" y="1263"/>
                  </a:cubicBezTo>
                  <a:lnTo>
                    <a:pt x="5454" y="1263"/>
                  </a:lnTo>
                  <a:cubicBezTo>
                    <a:pt x="5169" y="1263"/>
                    <a:pt x="5026" y="906"/>
                    <a:pt x="5240" y="715"/>
                  </a:cubicBezTo>
                  <a:cubicBezTo>
                    <a:pt x="5304" y="652"/>
                    <a:pt x="5383" y="623"/>
                    <a:pt x="5461" y="623"/>
                  </a:cubicBezTo>
                  <a:close/>
                  <a:moveTo>
                    <a:pt x="3575" y="953"/>
                  </a:moveTo>
                  <a:cubicBezTo>
                    <a:pt x="3889" y="953"/>
                    <a:pt x="4192" y="1203"/>
                    <a:pt x="4192" y="1573"/>
                  </a:cubicBezTo>
                  <a:cubicBezTo>
                    <a:pt x="4192" y="1906"/>
                    <a:pt x="3930" y="2192"/>
                    <a:pt x="3597" y="2192"/>
                  </a:cubicBezTo>
                  <a:cubicBezTo>
                    <a:pt x="3025" y="2192"/>
                    <a:pt x="2763" y="1525"/>
                    <a:pt x="3144" y="1144"/>
                  </a:cubicBezTo>
                  <a:cubicBezTo>
                    <a:pt x="3269" y="1012"/>
                    <a:pt x="3423" y="953"/>
                    <a:pt x="3575" y="953"/>
                  </a:cubicBezTo>
                  <a:close/>
                  <a:moveTo>
                    <a:pt x="1382" y="1"/>
                  </a:moveTo>
                  <a:lnTo>
                    <a:pt x="715" y="1072"/>
                  </a:lnTo>
                  <a:cubicBezTo>
                    <a:pt x="1" y="2263"/>
                    <a:pt x="834" y="3763"/>
                    <a:pt x="2239" y="3787"/>
                  </a:cubicBezTo>
                  <a:lnTo>
                    <a:pt x="6455" y="3787"/>
                  </a:lnTo>
                  <a:cubicBezTo>
                    <a:pt x="7836" y="3763"/>
                    <a:pt x="8693" y="2239"/>
                    <a:pt x="7979" y="1072"/>
                  </a:cubicBezTo>
                  <a:lnTo>
                    <a:pt x="73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1"/>
          <p:cNvGrpSpPr/>
          <p:nvPr/>
        </p:nvGrpSpPr>
        <p:grpSpPr>
          <a:xfrm>
            <a:off x="7059504" y="1766368"/>
            <a:ext cx="300788" cy="348500"/>
            <a:chOff x="7059504" y="1766368"/>
            <a:chExt cx="300788" cy="348500"/>
          </a:xfrm>
        </p:grpSpPr>
        <p:sp>
          <p:nvSpPr>
            <p:cNvPr id="9410" name="Google Shape;9410;p71"/>
            <p:cNvSpPr/>
            <p:nvPr/>
          </p:nvSpPr>
          <p:spPr>
            <a:xfrm>
              <a:off x="7177174" y="1951580"/>
              <a:ext cx="183118" cy="163288"/>
            </a:xfrm>
            <a:custGeom>
              <a:rect b="b" l="l" r="r" t="t"/>
              <a:pathLst>
                <a:path extrusionOk="0" h="5005" w="5621">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7278816" y="1951613"/>
              <a:ext cx="34467" cy="20358"/>
            </a:xfrm>
            <a:custGeom>
              <a:rect b="b" l="l" r="r" t="t"/>
              <a:pathLst>
                <a:path extrusionOk="0" h="624" w="1058">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7226822" y="2044137"/>
              <a:ext cx="29450" cy="29982"/>
            </a:xfrm>
            <a:custGeom>
              <a:rect b="b" l="l" r="r" t="t"/>
              <a:pathLst>
                <a:path extrusionOk="0" h="919" w="904">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7264058" y="2002181"/>
              <a:ext cx="34956" cy="30374"/>
            </a:xfrm>
            <a:custGeom>
              <a:rect b="b" l="l" r="r" t="t"/>
              <a:pathLst>
                <a:path extrusionOk="0" h="931" w="1073">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7278816" y="1888679"/>
              <a:ext cx="34695" cy="21108"/>
            </a:xfrm>
            <a:custGeom>
              <a:rect b="b" l="l" r="r" t="t"/>
              <a:pathLst>
                <a:path extrusionOk="0" h="647" w="1065">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7176392" y="1766368"/>
              <a:ext cx="20198" cy="31516"/>
            </a:xfrm>
            <a:custGeom>
              <a:rect b="b" l="l" r="r" t="t"/>
              <a:pathLst>
                <a:path extrusionOk="0" h="966" w="62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7226822" y="1783431"/>
              <a:ext cx="31763" cy="33082"/>
            </a:xfrm>
            <a:custGeom>
              <a:rect b="b" l="l" r="r" t="t"/>
              <a:pathLst>
                <a:path extrusionOk="0" h="1014" w="975">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7264840" y="1828845"/>
              <a:ext cx="36682" cy="29624"/>
            </a:xfrm>
            <a:custGeom>
              <a:rect b="b" l="l" r="r" t="t"/>
              <a:pathLst>
                <a:path extrusionOk="0" h="908" w="1126">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7059699" y="1951613"/>
              <a:ext cx="35281" cy="20358"/>
            </a:xfrm>
            <a:custGeom>
              <a:rect b="b" l="l" r="r" t="t"/>
              <a:pathLst>
                <a:path extrusionOk="0" h="624" w="1083">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7116743" y="2044137"/>
              <a:ext cx="29417" cy="29982"/>
            </a:xfrm>
            <a:custGeom>
              <a:rect b="b" l="l" r="r" t="t"/>
              <a:pathLst>
                <a:path extrusionOk="0" h="919" w="903">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7071623" y="2002964"/>
              <a:ext cx="36552" cy="29069"/>
            </a:xfrm>
            <a:custGeom>
              <a:rect b="b" l="l" r="r" t="t"/>
              <a:pathLst>
                <a:path extrusionOk="0" h="891" w="1122">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7059504" y="1888679"/>
              <a:ext cx="34695" cy="21108"/>
            </a:xfrm>
            <a:custGeom>
              <a:rect b="b" l="l" r="r" t="t"/>
              <a:pathLst>
                <a:path extrusionOk="0" h="647" w="1065">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7114397" y="1783431"/>
              <a:ext cx="31763" cy="33865"/>
            </a:xfrm>
            <a:custGeom>
              <a:rect b="b" l="l" r="r" t="t"/>
              <a:pathLst>
                <a:path extrusionOk="0" h="1038" w="975">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7074001" y="1828845"/>
              <a:ext cx="34923" cy="29624"/>
            </a:xfrm>
            <a:custGeom>
              <a:rect b="b" l="l" r="r" t="t"/>
              <a:pathLst>
                <a:path extrusionOk="0" h="908" w="1072">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7115114" y="1817263"/>
              <a:ext cx="142787" cy="226907"/>
            </a:xfrm>
            <a:custGeom>
              <a:rect b="b" l="l" r="r" t="t"/>
              <a:pathLst>
                <a:path extrusionOk="0" h="6955" w="4383">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71"/>
          <p:cNvGrpSpPr/>
          <p:nvPr/>
        </p:nvGrpSpPr>
        <p:grpSpPr>
          <a:xfrm>
            <a:off x="7776795" y="1766009"/>
            <a:ext cx="371742" cy="349120"/>
            <a:chOff x="7776795" y="1766009"/>
            <a:chExt cx="371742" cy="349120"/>
          </a:xfrm>
        </p:grpSpPr>
        <p:sp>
          <p:nvSpPr>
            <p:cNvPr id="9426" name="Google Shape;9426;p71"/>
            <p:cNvSpPr/>
            <p:nvPr/>
          </p:nvSpPr>
          <p:spPr>
            <a:xfrm>
              <a:off x="7897918" y="1889527"/>
              <a:ext cx="119494" cy="102475"/>
            </a:xfrm>
            <a:custGeom>
              <a:rect b="b" l="l" r="r" t="t"/>
              <a:pathLst>
                <a:path extrusionOk="0" h="3141" w="3668">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7776795" y="1766009"/>
              <a:ext cx="371742" cy="349120"/>
            </a:xfrm>
            <a:custGeom>
              <a:rect b="b" l="l" r="r" t="t"/>
              <a:pathLst>
                <a:path extrusionOk="0" h="10701" w="11411">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8" name="Google Shape;9428;p71"/>
          <p:cNvSpPr/>
          <p:nvPr/>
        </p:nvSpPr>
        <p:spPr>
          <a:xfrm>
            <a:off x="7853678" y="2325397"/>
            <a:ext cx="225045" cy="81595"/>
          </a:xfrm>
          <a:custGeom>
            <a:rect b="b" l="l" r="r" t="t"/>
            <a:pathLst>
              <a:path extrusionOk="0" h="2501" w="6908">
                <a:moveTo>
                  <a:pt x="310" y="0"/>
                </a:moveTo>
                <a:cubicBezTo>
                  <a:pt x="144" y="0"/>
                  <a:pt x="1" y="143"/>
                  <a:pt x="1" y="310"/>
                </a:cubicBezTo>
                <a:lnTo>
                  <a:pt x="1" y="2191"/>
                </a:lnTo>
                <a:cubicBezTo>
                  <a:pt x="1" y="2358"/>
                  <a:pt x="144" y="2501"/>
                  <a:pt x="310" y="2501"/>
                </a:cubicBezTo>
                <a:lnTo>
                  <a:pt x="6597" y="2501"/>
                </a:lnTo>
                <a:cubicBezTo>
                  <a:pt x="6764" y="2501"/>
                  <a:pt x="6907" y="2358"/>
                  <a:pt x="6907" y="2191"/>
                </a:cubicBezTo>
                <a:lnTo>
                  <a:pt x="6907" y="310"/>
                </a:lnTo>
                <a:cubicBezTo>
                  <a:pt x="6883" y="143"/>
                  <a:pt x="6764" y="0"/>
                  <a:pt x="6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7833513" y="2427155"/>
            <a:ext cx="265376" cy="247102"/>
          </a:xfrm>
          <a:custGeom>
            <a:rect b="b" l="l" r="r" t="t"/>
            <a:pathLst>
              <a:path extrusionOk="0" h="7574" w="8146">
                <a:moveTo>
                  <a:pt x="4049" y="1192"/>
                </a:moveTo>
                <a:cubicBezTo>
                  <a:pt x="5311" y="1192"/>
                  <a:pt x="6311" y="2216"/>
                  <a:pt x="6264" y="3454"/>
                </a:cubicBezTo>
                <a:lnTo>
                  <a:pt x="6264" y="4073"/>
                </a:lnTo>
                <a:cubicBezTo>
                  <a:pt x="6264" y="4478"/>
                  <a:pt x="6002" y="4835"/>
                  <a:pt x="5645" y="4978"/>
                </a:cubicBezTo>
                <a:lnTo>
                  <a:pt x="5645" y="5335"/>
                </a:lnTo>
                <a:cubicBezTo>
                  <a:pt x="5645" y="5859"/>
                  <a:pt x="5216" y="6288"/>
                  <a:pt x="4692" y="6288"/>
                </a:cubicBezTo>
                <a:lnTo>
                  <a:pt x="3454" y="6288"/>
                </a:lnTo>
                <a:cubicBezTo>
                  <a:pt x="2930" y="6288"/>
                  <a:pt x="2501" y="5859"/>
                  <a:pt x="2501" y="5335"/>
                </a:cubicBezTo>
                <a:lnTo>
                  <a:pt x="2501" y="4978"/>
                </a:lnTo>
                <a:cubicBezTo>
                  <a:pt x="2120" y="4835"/>
                  <a:pt x="1882" y="4478"/>
                  <a:pt x="1882" y="4073"/>
                </a:cubicBezTo>
                <a:lnTo>
                  <a:pt x="1882" y="3478"/>
                </a:lnTo>
                <a:cubicBezTo>
                  <a:pt x="1811" y="2239"/>
                  <a:pt x="2811" y="1192"/>
                  <a:pt x="4049" y="1192"/>
                </a:cubicBezTo>
                <a:close/>
                <a:moveTo>
                  <a:pt x="1144" y="1"/>
                </a:moveTo>
                <a:cubicBezTo>
                  <a:pt x="501" y="1"/>
                  <a:pt x="1" y="525"/>
                  <a:pt x="1" y="1144"/>
                </a:cubicBezTo>
                <a:lnTo>
                  <a:pt x="1" y="6431"/>
                </a:lnTo>
                <a:cubicBezTo>
                  <a:pt x="1" y="7050"/>
                  <a:pt x="501" y="7574"/>
                  <a:pt x="1144" y="7574"/>
                </a:cubicBezTo>
                <a:lnTo>
                  <a:pt x="7002" y="7574"/>
                </a:lnTo>
                <a:cubicBezTo>
                  <a:pt x="7621" y="7574"/>
                  <a:pt x="8145" y="7050"/>
                  <a:pt x="8145" y="6431"/>
                </a:cubicBezTo>
                <a:lnTo>
                  <a:pt x="8145" y="1168"/>
                </a:lnTo>
                <a:cubicBezTo>
                  <a:pt x="8145" y="525"/>
                  <a:pt x="7621" y="1"/>
                  <a:pt x="7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7912643" y="2486956"/>
            <a:ext cx="104737" cy="123616"/>
          </a:xfrm>
          <a:custGeom>
            <a:rect b="b" l="l" r="r" t="t"/>
            <a:pathLst>
              <a:path extrusionOk="0" h="3789" w="3215">
                <a:moveTo>
                  <a:pt x="986" y="1320"/>
                </a:moveTo>
                <a:cubicBezTo>
                  <a:pt x="1154" y="1320"/>
                  <a:pt x="1311" y="1449"/>
                  <a:pt x="1311" y="1645"/>
                </a:cubicBezTo>
                <a:cubicBezTo>
                  <a:pt x="1311" y="1788"/>
                  <a:pt x="1168" y="1930"/>
                  <a:pt x="1025" y="1930"/>
                </a:cubicBezTo>
                <a:lnTo>
                  <a:pt x="1025" y="1954"/>
                </a:lnTo>
                <a:cubicBezTo>
                  <a:pt x="739" y="1954"/>
                  <a:pt x="572" y="1621"/>
                  <a:pt x="763" y="1407"/>
                </a:cubicBezTo>
                <a:cubicBezTo>
                  <a:pt x="830" y="1347"/>
                  <a:pt x="909" y="1320"/>
                  <a:pt x="986" y="1320"/>
                </a:cubicBezTo>
                <a:close/>
                <a:moveTo>
                  <a:pt x="2256" y="1320"/>
                </a:moveTo>
                <a:cubicBezTo>
                  <a:pt x="2416" y="1320"/>
                  <a:pt x="2573" y="1449"/>
                  <a:pt x="2573" y="1645"/>
                </a:cubicBezTo>
                <a:cubicBezTo>
                  <a:pt x="2595" y="1799"/>
                  <a:pt x="2453" y="1933"/>
                  <a:pt x="2300" y="1933"/>
                </a:cubicBezTo>
                <a:cubicBezTo>
                  <a:pt x="2288" y="1933"/>
                  <a:pt x="2275" y="1932"/>
                  <a:pt x="2263" y="1930"/>
                </a:cubicBezTo>
                <a:lnTo>
                  <a:pt x="2263" y="1954"/>
                </a:lnTo>
                <a:cubicBezTo>
                  <a:pt x="1977" y="1954"/>
                  <a:pt x="1858" y="1597"/>
                  <a:pt x="2049" y="1407"/>
                </a:cubicBezTo>
                <a:cubicBezTo>
                  <a:pt x="2109" y="1347"/>
                  <a:pt x="2182" y="1320"/>
                  <a:pt x="2256" y="1320"/>
                </a:cubicBezTo>
                <a:close/>
                <a:moveTo>
                  <a:pt x="1643" y="2566"/>
                </a:moveTo>
                <a:cubicBezTo>
                  <a:pt x="1805" y="2566"/>
                  <a:pt x="1954" y="2693"/>
                  <a:pt x="1954" y="2883"/>
                </a:cubicBezTo>
                <a:cubicBezTo>
                  <a:pt x="1954" y="3050"/>
                  <a:pt x="1811" y="3193"/>
                  <a:pt x="1644" y="3193"/>
                </a:cubicBezTo>
                <a:cubicBezTo>
                  <a:pt x="1358" y="3193"/>
                  <a:pt x="1215" y="2859"/>
                  <a:pt x="1406" y="2669"/>
                </a:cubicBezTo>
                <a:cubicBezTo>
                  <a:pt x="1477" y="2597"/>
                  <a:pt x="1562" y="2566"/>
                  <a:pt x="1643" y="2566"/>
                </a:cubicBezTo>
                <a:close/>
                <a:moveTo>
                  <a:pt x="1639" y="1"/>
                </a:moveTo>
                <a:cubicBezTo>
                  <a:pt x="1625" y="1"/>
                  <a:pt x="1611" y="1"/>
                  <a:pt x="1596" y="2"/>
                </a:cubicBezTo>
                <a:cubicBezTo>
                  <a:pt x="715" y="2"/>
                  <a:pt x="1" y="740"/>
                  <a:pt x="48" y="1645"/>
                </a:cubicBezTo>
                <a:lnTo>
                  <a:pt x="72" y="1645"/>
                </a:lnTo>
                <a:lnTo>
                  <a:pt x="72" y="2240"/>
                </a:lnTo>
                <a:cubicBezTo>
                  <a:pt x="72" y="2407"/>
                  <a:pt x="215" y="2550"/>
                  <a:pt x="382" y="2550"/>
                </a:cubicBezTo>
                <a:cubicBezTo>
                  <a:pt x="548" y="2550"/>
                  <a:pt x="691" y="2693"/>
                  <a:pt x="691" y="2859"/>
                </a:cubicBezTo>
                <a:lnTo>
                  <a:pt x="691" y="3478"/>
                </a:lnTo>
                <a:cubicBezTo>
                  <a:pt x="691" y="3645"/>
                  <a:pt x="834" y="3788"/>
                  <a:pt x="1001" y="3788"/>
                </a:cubicBezTo>
                <a:lnTo>
                  <a:pt x="2263" y="3788"/>
                </a:lnTo>
                <a:cubicBezTo>
                  <a:pt x="2430" y="3788"/>
                  <a:pt x="2573" y="3645"/>
                  <a:pt x="2573" y="3478"/>
                </a:cubicBezTo>
                <a:lnTo>
                  <a:pt x="2573" y="2859"/>
                </a:lnTo>
                <a:cubicBezTo>
                  <a:pt x="2573" y="2693"/>
                  <a:pt x="2716" y="2550"/>
                  <a:pt x="2882" y="2550"/>
                </a:cubicBezTo>
                <a:cubicBezTo>
                  <a:pt x="3049" y="2550"/>
                  <a:pt x="3168" y="2407"/>
                  <a:pt x="3168" y="2240"/>
                </a:cubicBezTo>
                <a:lnTo>
                  <a:pt x="3168" y="1621"/>
                </a:lnTo>
                <a:cubicBezTo>
                  <a:pt x="3215" y="730"/>
                  <a:pt x="2524"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1" name="Google Shape;9431;p71"/>
          <p:cNvGrpSpPr/>
          <p:nvPr/>
        </p:nvGrpSpPr>
        <p:grpSpPr>
          <a:xfrm>
            <a:off x="7079409" y="2324614"/>
            <a:ext cx="265376" cy="349642"/>
            <a:chOff x="7079409" y="2324614"/>
            <a:chExt cx="265376" cy="349642"/>
          </a:xfrm>
        </p:grpSpPr>
        <p:sp>
          <p:nvSpPr>
            <p:cNvPr id="9432" name="Google Shape;9432;p71"/>
            <p:cNvSpPr/>
            <p:nvPr/>
          </p:nvSpPr>
          <p:spPr>
            <a:xfrm>
              <a:off x="7079409" y="2510283"/>
              <a:ext cx="61343" cy="40455"/>
            </a:xfrm>
            <a:custGeom>
              <a:rect b="b" l="l" r="r" t="t"/>
              <a:pathLst>
                <a:path extrusionOk="0" h="1240" w="1883">
                  <a:moveTo>
                    <a:pt x="1" y="1"/>
                  </a:moveTo>
                  <a:lnTo>
                    <a:pt x="1" y="1239"/>
                  </a:lnTo>
                  <a:lnTo>
                    <a:pt x="1882" y="1239"/>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7161667" y="2570900"/>
              <a:ext cx="40364" cy="41205"/>
            </a:xfrm>
            <a:custGeom>
              <a:rect b="b" l="l" r="r" t="t"/>
              <a:pathLst>
                <a:path extrusionOk="0" h="1263" w="1239">
                  <a:moveTo>
                    <a:pt x="0" y="0"/>
                  </a:moveTo>
                  <a:lnTo>
                    <a:pt x="0" y="1263"/>
                  </a:lnTo>
                  <a:lnTo>
                    <a:pt x="1239" y="1263"/>
                  </a:lnTo>
                  <a:lnTo>
                    <a:pt x="1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7079409" y="2570900"/>
              <a:ext cx="61343" cy="41205"/>
            </a:xfrm>
            <a:custGeom>
              <a:rect b="b" l="l" r="r" t="t"/>
              <a:pathLst>
                <a:path extrusionOk="0" h="1263" w="1883">
                  <a:moveTo>
                    <a:pt x="1" y="0"/>
                  </a:moveTo>
                  <a:lnTo>
                    <a:pt x="1" y="1263"/>
                  </a:lnTo>
                  <a:lnTo>
                    <a:pt x="1882" y="1263"/>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7283474" y="2510283"/>
              <a:ext cx="61311" cy="40455"/>
            </a:xfrm>
            <a:custGeom>
              <a:rect b="b" l="l" r="r" t="t"/>
              <a:pathLst>
                <a:path extrusionOk="0" h="1240" w="1882">
                  <a:moveTo>
                    <a:pt x="0" y="1"/>
                  </a:moveTo>
                  <a:lnTo>
                    <a:pt x="0" y="1239"/>
                  </a:lnTo>
                  <a:lnTo>
                    <a:pt x="1882" y="1239"/>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7263276" y="2386765"/>
              <a:ext cx="20980" cy="41205"/>
            </a:xfrm>
            <a:custGeom>
              <a:rect b="b" l="l" r="r" t="t"/>
              <a:pathLst>
                <a:path extrusionOk="0" h="1263" w="644">
                  <a:moveTo>
                    <a:pt x="192" y="0"/>
                  </a:moveTo>
                  <a:cubicBezTo>
                    <a:pt x="72" y="0"/>
                    <a:pt x="1" y="96"/>
                    <a:pt x="1" y="215"/>
                  </a:cubicBezTo>
                  <a:lnTo>
                    <a:pt x="1" y="1072"/>
                  </a:lnTo>
                  <a:cubicBezTo>
                    <a:pt x="1" y="1167"/>
                    <a:pt x="72" y="1263"/>
                    <a:pt x="192" y="1263"/>
                  </a:cubicBezTo>
                  <a:lnTo>
                    <a:pt x="453" y="1263"/>
                  </a:lnTo>
                  <a:cubicBezTo>
                    <a:pt x="549" y="1263"/>
                    <a:pt x="644" y="1167"/>
                    <a:pt x="644" y="1072"/>
                  </a:cubicBezTo>
                  <a:lnTo>
                    <a:pt x="644" y="215"/>
                  </a:lnTo>
                  <a:cubicBezTo>
                    <a:pt x="644" y="96"/>
                    <a:pt x="549" y="0"/>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7079409" y="2324614"/>
              <a:ext cx="265376" cy="164724"/>
            </a:xfrm>
            <a:custGeom>
              <a:rect b="b" l="l" r="r" t="t"/>
              <a:pathLst>
                <a:path extrusionOk="0" h="5049" w="8146">
                  <a:moveTo>
                    <a:pt x="6097" y="1286"/>
                  </a:moveTo>
                  <a:cubicBezTo>
                    <a:pt x="6550" y="1286"/>
                    <a:pt x="6907" y="1667"/>
                    <a:pt x="6907" y="2120"/>
                  </a:cubicBezTo>
                  <a:lnTo>
                    <a:pt x="6907" y="2977"/>
                  </a:lnTo>
                  <a:cubicBezTo>
                    <a:pt x="6907" y="3430"/>
                    <a:pt x="6550" y="3787"/>
                    <a:pt x="6097" y="3811"/>
                  </a:cubicBezTo>
                  <a:lnTo>
                    <a:pt x="5836" y="3811"/>
                  </a:lnTo>
                  <a:cubicBezTo>
                    <a:pt x="5383" y="3787"/>
                    <a:pt x="5002" y="3430"/>
                    <a:pt x="5002" y="2977"/>
                  </a:cubicBezTo>
                  <a:lnTo>
                    <a:pt x="5026" y="2120"/>
                  </a:lnTo>
                  <a:cubicBezTo>
                    <a:pt x="5026" y="1667"/>
                    <a:pt x="5383" y="1286"/>
                    <a:pt x="5836" y="1286"/>
                  </a:cubicBezTo>
                  <a:close/>
                  <a:moveTo>
                    <a:pt x="930" y="0"/>
                  </a:moveTo>
                  <a:cubicBezTo>
                    <a:pt x="406" y="24"/>
                    <a:pt x="1" y="429"/>
                    <a:pt x="1" y="953"/>
                  </a:cubicBezTo>
                  <a:lnTo>
                    <a:pt x="1" y="5049"/>
                  </a:lnTo>
                  <a:lnTo>
                    <a:pt x="8146" y="5049"/>
                  </a:lnTo>
                  <a:lnTo>
                    <a:pt x="8146" y="953"/>
                  </a:lnTo>
                  <a:cubicBezTo>
                    <a:pt x="8146" y="429"/>
                    <a:pt x="7717" y="0"/>
                    <a:pt x="7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7222163" y="2570900"/>
              <a:ext cx="41145" cy="41205"/>
            </a:xfrm>
            <a:custGeom>
              <a:rect b="b" l="l" r="r" t="t"/>
              <a:pathLst>
                <a:path extrusionOk="0" h="1263" w="1263">
                  <a:moveTo>
                    <a:pt x="1" y="0"/>
                  </a:moveTo>
                  <a:lnTo>
                    <a:pt x="1" y="1263"/>
                  </a:lnTo>
                  <a:lnTo>
                    <a:pt x="1263" y="1263"/>
                  </a:lnTo>
                  <a:lnTo>
                    <a:pt x="1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7222163" y="2510283"/>
              <a:ext cx="41145" cy="40455"/>
            </a:xfrm>
            <a:custGeom>
              <a:rect b="b" l="l" r="r" t="t"/>
              <a:pathLst>
                <a:path extrusionOk="0" h="1240" w="1263">
                  <a:moveTo>
                    <a:pt x="1" y="1"/>
                  </a:moveTo>
                  <a:lnTo>
                    <a:pt x="1" y="1239"/>
                  </a:lnTo>
                  <a:lnTo>
                    <a:pt x="1263" y="1239"/>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7079409" y="2633051"/>
              <a:ext cx="61343" cy="41205"/>
            </a:xfrm>
            <a:custGeom>
              <a:rect b="b" l="l" r="r" t="t"/>
              <a:pathLst>
                <a:path extrusionOk="0" h="1263" w="1883">
                  <a:moveTo>
                    <a:pt x="1" y="1"/>
                  </a:moveTo>
                  <a:lnTo>
                    <a:pt x="1" y="334"/>
                  </a:lnTo>
                  <a:cubicBezTo>
                    <a:pt x="1" y="834"/>
                    <a:pt x="406" y="1263"/>
                    <a:pt x="930" y="1263"/>
                  </a:cubicBezTo>
                  <a:lnTo>
                    <a:pt x="1882" y="1263"/>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7161667" y="2510283"/>
              <a:ext cx="40364" cy="40455"/>
            </a:xfrm>
            <a:custGeom>
              <a:rect b="b" l="l" r="r" t="t"/>
              <a:pathLst>
                <a:path extrusionOk="0" h="1240" w="1239">
                  <a:moveTo>
                    <a:pt x="0" y="1"/>
                  </a:moveTo>
                  <a:lnTo>
                    <a:pt x="0" y="1239"/>
                  </a:lnTo>
                  <a:lnTo>
                    <a:pt x="1239" y="1239"/>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7283474" y="2570900"/>
              <a:ext cx="61311" cy="103356"/>
            </a:xfrm>
            <a:custGeom>
              <a:rect b="b" l="l" r="r" t="t"/>
              <a:pathLst>
                <a:path extrusionOk="0" h="3168" w="1882">
                  <a:moveTo>
                    <a:pt x="0" y="0"/>
                  </a:moveTo>
                  <a:lnTo>
                    <a:pt x="0" y="3168"/>
                  </a:lnTo>
                  <a:lnTo>
                    <a:pt x="953" y="3168"/>
                  </a:lnTo>
                  <a:cubicBezTo>
                    <a:pt x="1453" y="3168"/>
                    <a:pt x="1882" y="2739"/>
                    <a:pt x="1882" y="2239"/>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7222163" y="2633051"/>
              <a:ext cx="41145" cy="41205"/>
            </a:xfrm>
            <a:custGeom>
              <a:rect b="b" l="l" r="r" t="t"/>
              <a:pathLst>
                <a:path extrusionOk="0" h="1263" w="1263">
                  <a:moveTo>
                    <a:pt x="1" y="1"/>
                  </a:moveTo>
                  <a:lnTo>
                    <a:pt x="1" y="1263"/>
                  </a:lnTo>
                  <a:lnTo>
                    <a:pt x="1263" y="1263"/>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7161667" y="2633051"/>
              <a:ext cx="40364" cy="41205"/>
            </a:xfrm>
            <a:custGeom>
              <a:rect b="b" l="l" r="r" t="t"/>
              <a:pathLst>
                <a:path extrusionOk="0" h="1263" w="1239">
                  <a:moveTo>
                    <a:pt x="0" y="1"/>
                  </a:moveTo>
                  <a:lnTo>
                    <a:pt x="0" y="1263"/>
                  </a:lnTo>
                  <a:lnTo>
                    <a:pt x="1239" y="1263"/>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71"/>
          <p:cNvGrpSpPr/>
          <p:nvPr/>
        </p:nvGrpSpPr>
        <p:grpSpPr>
          <a:xfrm>
            <a:off x="6281293" y="2325332"/>
            <a:ext cx="353433" cy="349120"/>
            <a:chOff x="6281293" y="2325332"/>
            <a:chExt cx="353433" cy="349120"/>
          </a:xfrm>
        </p:grpSpPr>
        <p:sp>
          <p:nvSpPr>
            <p:cNvPr id="9446" name="Google Shape;9446;p71"/>
            <p:cNvSpPr/>
            <p:nvPr/>
          </p:nvSpPr>
          <p:spPr>
            <a:xfrm>
              <a:off x="6416880" y="2509533"/>
              <a:ext cx="81476" cy="164919"/>
            </a:xfrm>
            <a:custGeom>
              <a:rect b="b" l="l" r="r" t="t"/>
              <a:pathLst>
                <a:path extrusionOk="0" h="5055" w="2501">
                  <a:moveTo>
                    <a:pt x="0" y="0"/>
                  </a:moveTo>
                  <a:lnTo>
                    <a:pt x="0" y="4739"/>
                  </a:lnTo>
                  <a:cubicBezTo>
                    <a:pt x="0" y="4926"/>
                    <a:pt x="148" y="5055"/>
                    <a:pt x="315" y="5055"/>
                  </a:cubicBezTo>
                  <a:cubicBezTo>
                    <a:pt x="360" y="5055"/>
                    <a:pt x="407" y="5045"/>
                    <a:pt x="453" y="5025"/>
                  </a:cubicBezTo>
                  <a:lnTo>
                    <a:pt x="2334" y="4072"/>
                  </a:lnTo>
                  <a:cubicBezTo>
                    <a:pt x="2429" y="4025"/>
                    <a:pt x="2501" y="3906"/>
                    <a:pt x="2501" y="3787"/>
                  </a:cubicBez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6281293" y="2325332"/>
              <a:ext cx="353433" cy="163256"/>
            </a:xfrm>
            <a:custGeom>
              <a:rect b="b" l="l" r="r" t="t"/>
              <a:pathLst>
                <a:path extrusionOk="0" h="5004" w="10849">
                  <a:moveTo>
                    <a:pt x="371" y="1"/>
                  </a:moveTo>
                  <a:cubicBezTo>
                    <a:pt x="128" y="1"/>
                    <a:pt x="1" y="296"/>
                    <a:pt x="162" y="502"/>
                  </a:cubicBezTo>
                  <a:lnTo>
                    <a:pt x="3805" y="5003"/>
                  </a:lnTo>
                  <a:lnTo>
                    <a:pt x="7020" y="5003"/>
                  </a:lnTo>
                  <a:lnTo>
                    <a:pt x="10688" y="502"/>
                  </a:lnTo>
                  <a:cubicBezTo>
                    <a:pt x="10848" y="296"/>
                    <a:pt x="10699" y="1"/>
                    <a:pt x="10454" y="1"/>
                  </a:cubicBezTo>
                  <a:cubicBezTo>
                    <a:pt x="10445" y="1"/>
                    <a:pt x="10435" y="1"/>
                    <a:pt x="10426" y="2"/>
                  </a:cubicBezTo>
                  <a:lnTo>
                    <a:pt x="400" y="2"/>
                  </a:lnTo>
                  <a:cubicBezTo>
                    <a:pt x="390" y="1"/>
                    <a:pt x="381"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1"/>
          <p:cNvGrpSpPr/>
          <p:nvPr/>
        </p:nvGrpSpPr>
        <p:grpSpPr>
          <a:xfrm>
            <a:off x="5522139" y="2324810"/>
            <a:ext cx="376466" cy="350425"/>
            <a:chOff x="5522139" y="2324810"/>
            <a:chExt cx="376466" cy="350425"/>
          </a:xfrm>
        </p:grpSpPr>
        <p:sp>
          <p:nvSpPr>
            <p:cNvPr id="9449" name="Google Shape;9449;p71"/>
            <p:cNvSpPr/>
            <p:nvPr/>
          </p:nvSpPr>
          <p:spPr>
            <a:xfrm>
              <a:off x="5655023" y="2428721"/>
              <a:ext cx="119494" cy="102475"/>
            </a:xfrm>
            <a:custGeom>
              <a:rect b="b" l="l" r="r" t="t"/>
              <a:pathLst>
                <a:path extrusionOk="0" h="3141" w="3668">
                  <a:moveTo>
                    <a:pt x="2096" y="0"/>
                  </a:moveTo>
                  <a:cubicBezTo>
                    <a:pt x="691" y="0"/>
                    <a:pt x="1" y="1691"/>
                    <a:pt x="1001" y="2668"/>
                  </a:cubicBezTo>
                  <a:cubicBezTo>
                    <a:pt x="1320" y="2994"/>
                    <a:pt x="1715" y="3141"/>
                    <a:pt x="2102" y="3141"/>
                  </a:cubicBezTo>
                  <a:cubicBezTo>
                    <a:pt x="2901" y="3141"/>
                    <a:pt x="3668" y="2518"/>
                    <a:pt x="3668" y="1572"/>
                  </a:cubicBezTo>
                  <a:cubicBezTo>
                    <a:pt x="3668" y="715"/>
                    <a:pt x="2954"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5573449" y="2532827"/>
              <a:ext cx="118843" cy="121887"/>
            </a:xfrm>
            <a:custGeom>
              <a:rect b="b" l="l" r="r" t="t"/>
              <a:pathLst>
                <a:path extrusionOk="0" h="3736" w="3648">
                  <a:moveTo>
                    <a:pt x="3124" y="1"/>
                  </a:moveTo>
                  <a:lnTo>
                    <a:pt x="2219" y="1287"/>
                  </a:lnTo>
                  <a:cubicBezTo>
                    <a:pt x="2061" y="1229"/>
                    <a:pt x="1908" y="1203"/>
                    <a:pt x="1763" y="1203"/>
                  </a:cubicBezTo>
                  <a:cubicBezTo>
                    <a:pt x="643" y="1203"/>
                    <a:pt x="0" y="2763"/>
                    <a:pt x="1076" y="3501"/>
                  </a:cubicBezTo>
                  <a:cubicBezTo>
                    <a:pt x="1314" y="3665"/>
                    <a:pt x="1560" y="3736"/>
                    <a:pt x="1795" y="3736"/>
                  </a:cubicBezTo>
                  <a:cubicBezTo>
                    <a:pt x="2758" y="3736"/>
                    <a:pt x="3528" y="2544"/>
                    <a:pt x="2743" y="1644"/>
                  </a:cubicBezTo>
                  <a:lnTo>
                    <a:pt x="3648" y="358"/>
                  </a:lnTo>
                  <a:cubicBezTo>
                    <a:pt x="3457" y="263"/>
                    <a:pt x="3267" y="143"/>
                    <a:pt x="31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5763636" y="2324810"/>
              <a:ext cx="120081" cy="109392"/>
            </a:xfrm>
            <a:custGeom>
              <a:rect b="b" l="l" r="r" t="t"/>
              <a:pathLst>
                <a:path extrusionOk="0" h="3353" w="3686">
                  <a:moveTo>
                    <a:pt x="1923" y="1"/>
                  </a:moveTo>
                  <a:cubicBezTo>
                    <a:pt x="1029" y="1"/>
                    <a:pt x="244" y="1042"/>
                    <a:pt x="882" y="1971"/>
                  </a:cubicBezTo>
                  <a:lnTo>
                    <a:pt x="1" y="2947"/>
                  </a:lnTo>
                  <a:cubicBezTo>
                    <a:pt x="191" y="3066"/>
                    <a:pt x="334" y="3185"/>
                    <a:pt x="453" y="3352"/>
                  </a:cubicBezTo>
                  <a:lnTo>
                    <a:pt x="1358" y="2376"/>
                  </a:lnTo>
                  <a:cubicBezTo>
                    <a:pt x="1560" y="2479"/>
                    <a:pt x="1759" y="2524"/>
                    <a:pt x="1948" y="2524"/>
                  </a:cubicBezTo>
                  <a:cubicBezTo>
                    <a:pt x="2980" y="2524"/>
                    <a:pt x="3686" y="1153"/>
                    <a:pt x="2739" y="328"/>
                  </a:cubicBezTo>
                  <a:cubicBezTo>
                    <a:pt x="2482" y="99"/>
                    <a:pt x="2197" y="1"/>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5522139" y="2387841"/>
              <a:ext cx="137575" cy="102540"/>
            </a:xfrm>
            <a:custGeom>
              <a:rect b="b" l="l" r="r" t="t"/>
              <a:pathLst>
                <a:path extrusionOk="0" h="3143" w="4223">
                  <a:moveTo>
                    <a:pt x="1773" y="1"/>
                  </a:moveTo>
                  <a:cubicBezTo>
                    <a:pt x="1116" y="1"/>
                    <a:pt x="462" y="382"/>
                    <a:pt x="269" y="1206"/>
                  </a:cubicBezTo>
                  <a:cubicBezTo>
                    <a:pt x="0" y="2358"/>
                    <a:pt x="915" y="3143"/>
                    <a:pt x="1833" y="3143"/>
                  </a:cubicBezTo>
                  <a:cubicBezTo>
                    <a:pt x="2376" y="3143"/>
                    <a:pt x="2921" y="2868"/>
                    <a:pt x="3222" y="2230"/>
                  </a:cubicBezTo>
                  <a:lnTo>
                    <a:pt x="4032" y="2420"/>
                  </a:lnTo>
                  <a:cubicBezTo>
                    <a:pt x="4056" y="2206"/>
                    <a:pt x="4127" y="1992"/>
                    <a:pt x="4222" y="1825"/>
                  </a:cubicBezTo>
                  <a:lnTo>
                    <a:pt x="3365" y="1611"/>
                  </a:lnTo>
                  <a:cubicBezTo>
                    <a:pt x="3391" y="574"/>
                    <a:pt x="2579" y="1"/>
                    <a:pt x="1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5753081" y="2528162"/>
              <a:ext cx="145524" cy="147074"/>
            </a:xfrm>
            <a:custGeom>
              <a:rect b="b" l="l" r="r" t="t"/>
              <a:pathLst>
                <a:path extrusionOk="0" h="4508" w="4467">
                  <a:moveTo>
                    <a:pt x="706" y="1"/>
                  </a:moveTo>
                  <a:cubicBezTo>
                    <a:pt x="563" y="144"/>
                    <a:pt x="396" y="286"/>
                    <a:pt x="229" y="406"/>
                  </a:cubicBezTo>
                  <a:lnTo>
                    <a:pt x="1110" y="1787"/>
                  </a:lnTo>
                  <a:cubicBezTo>
                    <a:pt x="1" y="2877"/>
                    <a:pt x="944" y="4508"/>
                    <a:pt x="2197" y="4508"/>
                  </a:cubicBezTo>
                  <a:cubicBezTo>
                    <a:pt x="2477" y="4508"/>
                    <a:pt x="2772" y="4427"/>
                    <a:pt x="3063" y="4240"/>
                  </a:cubicBezTo>
                  <a:cubicBezTo>
                    <a:pt x="4467" y="3339"/>
                    <a:pt x="3678" y="1333"/>
                    <a:pt x="2268" y="1333"/>
                  </a:cubicBezTo>
                  <a:cubicBezTo>
                    <a:pt x="2075" y="1333"/>
                    <a:pt x="1870" y="1370"/>
                    <a:pt x="1658" y="1453"/>
                  </a:cubicBezTo>
                  <a:lnTo>
                    <a:pt x="7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71"/>
          <p:cNvGrpSpPr/>
          <p:nvPr/>
        </p:nvGrpSpPr>
        <p:grpSpPr>
          <a:xfrm>
            <a:off x="4715520" y="2325397"/>
            <a:ext cx="408098" cy="349610"/>
            <a:chOff x="4715520" y="2325397"/>
            <a:chExt cx="408098" cy="349610"/>
          </a:xfrm>
        </p:grpSpPr>
        <p:sp>
          <p:nvSpPr>
            <p:cNvPr id="9455" name="Google Shape;9455;p71"/>
            <p:cNvSpPr/>
            <p:nvPr/>
          </p:nvSpPr>
          <p:spPr>
            <a:xfrm>
              <a:off x="4901701" y="2387156"/>
              <a:ext cx="94703" cy="73439"/>
            </a:xfrm>
            <a:custGeom>
              <a:rect b="b" l="l" r="r" t="t"/>
              <a:pathLst>
                <a:path extrusionOk="0" h="2251" w="2907">
                  <a:moveTo>
                    <a:pt x="1453" y="0"/>
                  </a:moveTo>
                  <a:cubicBezTo>
                    <a:pt x="959" y="0"/>
                    <a:pt x="465" y="108"/>
                    <a:pt x="1" y="322"/>
                  </a:cubicBezTo>
                  <a:lnTo>
                    <a:pt x="1120" y="2251"/>
                  </a:lnTo>
                  <a:cubicBezTo>
                    <a:pt x="1227" y="2215"/>
                    <a:pt x="1340" y="2197"/>
                    <a:pt x="1453" y="2197"/>
                  </a:cubicBezTo>
                  <a:cubicBezTo>
                    <a:pt x="1567" y="2197"/>
                    <a:pt x="1680" y="2215"/>
                    <a:pt x="1787" y="2251"/>
                  </a:cubicBezTo>
                  <a:lnTo>
                    <a:pt x="2906" y="322"/>
                  </a:lnTo>
                  <a:cubicBezTo>
                    <a:pt x="2442" y="108"/>
                    <a:pt x="1948" y="0"/>
                    <a:pt x="1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4837327" y="2509533"/>
              <a:ext cx="83040" cy="82378"/>
            </a:xfrm>
            <a:custGeom>
              <a:rect b="b" l="l" r="r" t="t"/>
              <a:pathLst>
                <a:path extrusionOk="0" h="2525" w="2549">
                  <a:moveTo>
                    <a:pt x="2215" y="0"/>
                  </a:moveTo>
                  <a:lnTo>
                    <a:pt x="0" y="24"/>
                  </a:lnTo>
                  <a:cubicBezTo>
                    <a:pt x="95" y="1024"/>
                    <a:pt x="619" y="1929"/>
                    <a:pt x="1429" y="2524"/>
                  </a:cubicBezTo>
                  <a:lnTo>
                    <a:pt x="2548" y="596"/>
                  </a:lnTo>
                  <a:cubicBezTo>
                    <a:pt x="2382" y="429"/>
                    <a:pt x="2262" y="214"/>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4921866" y="2479224"/>
              <a:ext cx="47368" cy="41173"/>
            </a:xfrm>
            <a:custGeom>
              <a:rect b="b" l="l" r="r" t="t"/>
              <a:pathLst>
                <a:path extrusionOk="0" h="1262" w="1454">
                  <a:moveTo>
                    <a:pt x="834" y="0"/>
                  </a:moveTo>
                  <a:cubicBezTo>
                    <a:pt x="263" y="0"/>
                    <a:pt x="1" y="667"/>
                    <a:pt x="382" y="1072"/>
                  </a:cubicBezTo>
                  <a:cubicBezTo>
                    <a:pt x="513" y="1203"/>
                    <a:pt x="672" y="1262"/>
                    <a:pt x="826" y="1262"/>
                  </a:cubicBezTo>
                  <a:cubicBezTo>
                    <a:pt x="1149" y="1262"/>
                    <a:pt x="1454" y="1006"/>
                    <a:pt x="1454" y="620"/>
                  </a:cubicBezTo>
                  <a:cubicBezTo>
                    <a:pt x="1454" y="286"/>
                    <a:pt x="1168"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4977736" y="2510283"/>
              <a:ext cx="83040" cy="81628"/>
            </a:xfrm>
            <a:custGeom>
              <a:rect b="b" l="l" r="r" t="t"/>
              <a:pathLst>
                <a:path extrusionOk="0" h="2502" w="2549">
                  <a:moveTo>
                    <a:pt x="358" y="1"/>
                  </a:moveTo>
                  <a:cubicBezTo>
                    <a:pt x="286" y="215"/>
                    <a:pt x="167" y="406"/>
                    <a:pt x="1" y="573"/>
                  </a:cubicBezTo>
                  <a:lnTo>
                    <a:pt x="1120" y="2501"/>
                  </a:lnTo>
                  <a:cubicBezTo>
                    <a:pt x="1930" y="1906"/>
                    <a:pt x="2453" y="1001"/>
                    <a:pt x="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4715520" y="2325397"/>
              <a:ext cx="408098" cy="349610"/>
            </a:xfrm>
            <a:custGeom>
              <a:rect b="b" l="l" r="r" t="t"/>
              <a:pathLst>
                <a:path extrusionOk="0" h="10716" w="12527">
                  <a:moveTo>
                    <a:pt x="7168" y="1256"/>
                  </a:moveTo>
                  <a:cubicBezTo>
                    <a:pt x="7877" y="1256"/>
                    <a:pt x="8585" y="1441"/>
                    <a:pt x="9216" y="1810"/>
                  </a:cubicBezTo>
                  <a:cubicBezTo>
                    <a:pt x="9359" y="1881"/>
                    <a:pt x="9407" y="2072"/>
                    <a:pt x="9312" y="2239"/>
                  </a:cubicBezTo>
                  <a:lnTo>
                    <a:pt x="8050" y="4430"/>
                  </a:lnTo>
                  <a:cubicBezTo>
                    <a:pt x="8216" y="4596"/>
                    <a:pt x="8335" y="4811"/>
                    <a:pt x="8383" y="5025"/>
                  </a:cubicBezTo>
                  <a:lnTo>
                    <a:pt x="10931" y="5025"/>
                  </a:lnTo>
                  <a:cubicBezTo>
                    <a:pt x="11098" y="5025"/>
                    <a:pt x="11241" y="5168"/>
                    <a:pt x="11241" y="5358"/>
                  </a:cubicBezTo>
                  <a:cubicBezTo>
                    <a:pt x="11241" y="6811"/>
                    <a:pt x="10455" y="8145"/>
                    <a:pt x="9216" y="8883"/>
                  </a:cubicBezTo>
                  <a:cubicBezTo>
                    <a:pt x="9165" y="8905"/>
                    <a:pt x="9111" y="8916"/>
                    <a:pt x="9059" y="8916"/>
                  </a:cubicBezTo>
                  <a:cubicBezTo>
                    <a:pt x="8943" y="8916"/>
                    <a:pt x="8837" y="8862"/>
                    <a:pt x="8788" y="8764"/>
                  </a:cubicBezTo>
                  <a:lnTo>
                    <a:pt x="7502" y="6549"/>
                  </a:lnTo>
                  <a:cubicBezTo>
                    <a:pt x="7395" y="6585"/>
                    <a:pt x="7282" y="6603"/>
                    <a:pt x="7168" y="6603"/>
                  </a:cubicBezTo>
                  <a:cubicBezTo>
                    <a:pt x="7055" y="6603"/>
                    <a:pt x="6942" y="6585"/>
                    <a:pt x="6835" y="6549"/>
                  </a:cubicBezTo>
                  <a:lnTo>
                    <a:pt x="5549" y="8788"/>
                  </a:lnTo>
                  <a:cubicBezTo>
                    <a:pt x="5503" y="8880"/>
                    <a:pt x="5407" y="8932"/>
                    <a:pt x="5300" y="8932"/>
                  </a:cubicBezTo>
                  <a:cubicBezTo>
                    <a:pt x="5241" y="8932"/>
                    <a:pt x="5179" y="8917"/>
                    <a:pt x="5120" y="8883"/>
                  </a:cubicBezTo>
                  <a:cubicBezTo>
                    <a:pt x="3858" y="8168"/>
                    <a:pt x="3096" y="6811"/>
                    <a:pt x="3096" y="5358"/>
                  </a:cubicBezTo>
                  <a:cubicBezTo>
                    <a:pt x="3096" y="5192"/>
                    <a:pt x="3239" y="5049"/>
                    <a:pt x="3406" y="5049"/>
                  </a:cubicBezTo>
                  <a:lnTo>
                    <a:pt x="5954" y="5049"/>
                  </a:lnTo>
                  <a:cubicBezTo>
                    <a:pt x="6001" y="4811"/>
                    <a:pt x="6121" y="4620"/>
                    <a:pt x="6287" y="4453"/>
                  </a:cubicBezTo>
                  <a:lnTo>
                    <a:pt x="5025" y="2239"/>
                  </a:lnTo>
                  <a:cubicBezTo>
                    <a:pt x="4930" y="2072"/>
                    <a:pt x="4977" y="1881"/>
                    <a:pt x="5120" y="1810"/>
                  </a:cubicBezTo>
                  <a:cubicBezTo>
                    <a:pt x="5751" y="1441"/>
                    <a:pt x="6460" y="1256"/>
                    <a:pt x="7168" y="1256"/>
                  </a:cubicBezTo>
                  <a:close/>
                  <a:moveTo>
                    <a:pt x="7168" y="0"/>
                  </a:moveTo>
                  <a:cubicBezTo>
                    <a:pt x="2382" y="0"/>
                    <a:pt x="0" y="5763"/>
                    <a:pt x="3382" y="9145"/>
                  </a:cubicBezTo>
                  <a:cubicBezTo>
                    <a:pt x="4474" y="10230"/>
                    <a:pt x="5815" y="10715"/>
                    <a:pt x="7130" y="10715"/>
                  </a:cubicBezTo>
                  <a:cubicBezTo>
                    <a:pt x="9886" y="10715"/>
                    <a:pt x="12527" y="8583"/>
                    <a:pt x="12527" y="5358"/>
                  </a:cubicBezTo>
                  <a:cubicBezTo>
                    <a:pt x="12527" y="2382"/>
                    <a:pt x="10121" y="0"/>
                    <a:pt x="7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1"/>
          <p:cNvGrpSpPr/>
          <p:nvPr/>
        </p:nvGrpSpPr>
        <p:grpSpPr>
          <a:xfrm>
            <a:off x="4020381" y="2336261"/>
            <a:ext cx="348384" cy="327131"/>
            <a:chOff x="4020381" y="2336261"/>
            <a:chExt cx="348384" cy="327131"/>
          </a:xfrm>
        </p:grpSpPr>
        <p:sp>
          <p:nvSpPr>
            <p:cNvPr id="9461" name="Google Shape;9461;p71"/>
            <p:cNvSpPr/>
            <p:nvPr/>
          </p:nvSpPr>
          <p:spPr>
            <a:xfrm>
              <a:off x="4041329" y="2336261"/>
              <a:ext cx="307238" cy="80845"/>
            </a:xfrm>
            <a:custGeom>
              <a:rect b="b" l="l" r="r" t="t"/>
              <a:pathLst>
                <a:path extrusionOk="0" h="2478" w="9431">
                  <a:moveTo>
                    <a:pt x="334" y="1"/>
                  </a:moveTo>
                  <a:cubicBezTo>
                    <a:pt x="143" y="1"/>
                    <a:pt x="0" y="120"/>
                    <a:pt x="0" y="310"/>
                  </a:cubicBezTo>
                  <a:lnTo>
                    <a:pt x="0" y="1548"/>
                  </a:lnTo>
                  <a:cubicBezTo>
                    <a:pt x="0" y="1739"/>
                    <a:pt x="143" y="1882"/>
                    <a:pt x="310" y="1882"/>
                  </a:cubicBezTo>
                  <a:lnTo>
                    <a:pt x="3144" y="1882"/>
                  </a:lnTo>
                  <a:lnTo>
                    <a:pt x="3144" y="2477"/>
                  </a:lnTo>
                  <a:lnTo>
                    <a:pt x="6287" y="2477"/>
                  </a:lnTo>
                  <a:lnTo>
                    <a:pt x="6287" y="1882"/>
                  </a:lnTo>
                  <a:lnTo>
                    <a:pt x="9098" y="1882"/>
                  </a:lnTo>
                  <a:cubicBezTo>
                    <a:pt x="9288" y="1882"/>
                    <a:pt x="9431" y="1739"/>
                    <a:pt x="9431" y="1548"/>
                  </a:cubicBezTo>
                  <a:lnTo>
                    <a:pt x="9431" y="310"/>
                  </a:lnTo>
                  <a:cubicBezTo>
                    <a:pt x="9431" y="120"/>
                    <a:pt x="9288" y="1"/>
                    <a:pt x="90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4112706" y="2488555"/>
              <a:ext cx="143569" cy="123159"/>
            </a:xfrm>
            <a:custGeom>
              <a:rect b="b" l="l" r="r" t="t"/>
              <a:pathLst>
                <a:path extrusionOk="0" h="3775" w="4407">
                  <a:moveTo>
                    <a:pt x="3191" y="906"/>
                  </a:moveTo>
                  <a:cubicBezTo>
                    <a:pt x="3431" y="906"/>
                    <a:pt x="3644" y="1215"/>
                    <a:pt x="3406" y="1453"/>
                  </a:cubicBezTo>
                  <a:lnTo>
                    <a:pt x="2763" y="2120"/>
                  </a:lnTo>
                  <a:cubicBezTo>
                    <a:pt x="2705" y="2159"/>
                    <a:pt x="2646" y="2197"/>
                    <a:pt x="2575" y="2197"/>
                  </a:cubicBezTo>
                  <a:cubicBezTo>
                    <a:pt x="2559" y="2197"/>
                    <a:pt x="2542" y="2195"/>
                    <a:pt x="2525" y="2191"/>
                  </a:cubicBezTo>
                  <a:cubicBezTo>
                    <a:pt x="2512" y="2195"/>
                    <a:pt x="2498" y="2197"/>
                    <a:pt x="2483" y="2197"/>
                  </a:cubicBezTo>
                  <a:cubicBezTo>
                    <a:pt x="2420" y="2197"/>
                    <a:pt x="2349" y="2159"/>
                    <a:pt x="2310" y="2120"/>
                  </a:cubicBezTo>
                  <a:cubicBezTo>
                    <a:pt x="2167" y="2001"/>
                    <a:pt x="2167" y="1786"/>
                    <a:pt x="2310" y="1667"/>
                  </a:cubicBezTo>
                  <a:lnTo>
                    <a:pt x="2977" y="1000"/>
                  </a:lnTo>
                  <a:cubicBezTo>
                    <a:pt x="3043" y="934"/>
                    <a:pt x="3118" y="906"/>
                    <a:pt x="3191" y="906"/>
                  </a:cubicBezTo>
                  <a:close/>
                  <a:moveTo>
                    <a:pt x="2525" y="0"/>
                  </a:moveTo>
                  <a:cubicBezTo>
                    <a:pt x="834" y="0"/>
                    <a:pt x="0" y="2024"/>
                    <a:pt x="1191" y="3215"/>
                  </a:cubicBezTo>
                  <a:cubicBezTo>
                    <a:pt x="1577" y="3601"/>
                    <a:pt x="2052" y="3775"/>
                    <a:pt x="2516" y="3775"/>
                  </a:cubicBezTo>
                  <a:cubicBezTo>
                    <a:pt x="3482" y="3775"/>
                    <a:pt x="4406" y="3024"/>
                    <a:pt x="4406" y="1881"/>
                  </a:cubicBezTo>
                  <a:cubicBezTo>
                    <a:pt x="4406" y="857"/>
                    <a:pt x="3549" y="0"/>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4020381" y="2437268"/>
              <a:ext cx="348384" cy="226124"/>
            </a:xfrm>
            <a:custGeom>
              <a:rect b="b" l="l" r="r" t="t"/>
              <a:pathLst>
                <a:path extrusionOk="0" h="6931" w="10694">
                  <a:moveTo>
                    <a:pt x="5345" y="941"/>
                  </a:moveTo>
                  <a:cubicBezTo>
                    <a:pt x="6633" y="941"/>
                    <a:pt x="7859" y="1942"/>
                    <a:pt x="7859" y="3453"/>
                  </a:cubicBezTo>
                  <a:cubicBezTo>
                    <a:pt x="7859" y="4835"/>
                    <a:pt x="6740" y="5978"/>
                    <a:pt x="5359" y="5978"/>
                  </a:cubicBezTo>
                  <a:cubicBezTo>
                    <a:pt x="3120" y="5978"/>
                    <a:pt x="2001" y="3263"/>
                    <a:pt x="3573" y="1691"/>
                  </a:cubicBezTo>
                  <a:cubicBezTo>
                    <a:pt x="4091" y="1173"/>
                    <a:pt x="4725" y="941"/>
                    <a:pt x="5345" y="941"/>
                  </a:cubicBezTo>
                  <a:close/>
                  <a:moveTo>
                    <a:pt x="1644" y="0"/>
                  </a:moveTo>
                  <a:lnTo>
                    <a:pt x="48" y="2382"/>
                  </a:lnTo>
                  <a:cubicBezTo>
                    <a:pt x="24" y="2429"/>
                    <a:pt x="0" y="2477"/>
                    <a:pt x="0" y="2549"/>
                  </a:cubicBezTo>
                  <a:lnTo>
                    <a:pt x="0" y="6621"/>
                  </a:lnTo>
                  <a:cubicBezTo>
                    <a:pt x="0" y="6788"/>
                    <a:pt x="143" y="6930"/>
                    <a:pt x="310" y="6930"/>
                  </a:cubicBezTo>
                  <a:lnTo>
                    <a:pt x="10384" y="6930"/>
                  </a:lnTo>
                  <a:cubicBezTo>
                    <a:pt x="10550" y="6930"/>
                    <a:pt x="10693" y="6788"/>
                    <a:pt x="10693" y="6621"/>
                  </a:cubicBezTo>
                  <a:lnTo>
                    <a:pt x="10693" y="2596"/>
                  </a:lnTo>
                  <a:cubicBezTo>
                    <a:pt x="10693" y="2549"/>
                    <a:pt x="10693" y="2477"/>
                    <a:pt x="10669" y="2429"/>
                  </a:cubicBezTo>
                  <a:lnTo>
                    <a:pt x="90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4" name="Google Shape;9464;p71"/>
          <p:cNvSpPr/>
          <p:nvPr/>
        </p:nvSpPr>
        <p:spPr>
          <a:xfrm>
            <a:off x="3265496" y="2448850"/>
            <a:ext cx="20980" cy="101888"/>
          </a:xfrm>
          <a:custGeom>
            <a:rect b="b" l="l" r="r" t="t"/>
            <a:pathLst>
              <a:path extrusionOk="0" h="3123" w="644">
                <a:moveTo>
                  <a:pt x="251" y="0"/>
                </a:moveTo>
                <a:cubicBezTo>
                  <a:pt x="103" y="0"/>
                  <a:pt x="1" y="136"/>
                  <a:pt x="1" y="312"/>
                </a:cubicBezTo>
                <a:lnTo>
                  <a:pt x="1" y="2813"/>
                </a:lnTo>
                <a:cubicBezTo>
                  <a:pt x="1" y="2979"/>
                  <a:pt x="120" y="3122"/>
                  <a:pt x="287" y="3122"/>
                </a:cubicBezTo>
                <a:lnTo>
                  <a:pt x="644" y="3122"/>
                </a:lnTo>
                <a:cubicBezTo>
                  <a:pt x="644" y="3027"/>
                  <a:pt x="620" y="2908"/>
                  <a:pt x="644" y="2813"/>
                </a:cubicBezTo>
                <a:lnTo>
                  <a:pt x="644" y="312"/>
                </a:lnTo>
                <a:cubicBezTo>
                  <a:pt x="620" y="193"/>
                  <a:pt x="644" y="98"/>
                  <a:pt x="644" y="3"/>
                </a:cubicBezTo>
                <a:lnTo>
                  <a:pt x="287" y="3"/>
                </a:lnTo>
                <a:cubicBezTo>
                  <a:pt x="275" y="1"/>
                  <a:pt x="263" y="0"/>
                  <a:pt x="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1"/>
          <p:cNvSpPr/>
          <p:nvPr/>
        </p:nvSpPr>
        <p:spPr>
          <a:xfrm>
            <a:off x="3592118" y="2448850"/>
            <a:ext cx="21762" cy="101888"/>
          </a:xfrm>
          <a:custGeom>
            <a:rect b="b" l="l" r="r" t="t"/>
            <a:pathLst>
              <a:path extrusionOk="0" h="3123" w="668">
                <a:moveTo>
                  <a:pt x="394" y="0"/>
                </a:moveTo>
                <a:cubicBezTo>
                  <a:pt x="382" y="0"/>
                  <a:pt x="370" y="1"/>
                  <a:pt x="358" y="3"/>
                </a:cubicBezTo>
                <a:lnTo>
                  <a:pt x="1" y="3"/>
                </a:lnTo>
                <a:cubicBezTo>
                  <a:pt x="1" y="98"/>
                  <a:pt x="25" y="193"/>
                  <a:pt x="25" y="312"/>
                </a:cubicBezTo>
                <a:lnTo>
                  <a:pt x="25" y="2813"/>
                </a:lnTo>
                <a:cubicBezTo>
                  <a:pt x="25" y="2908"/>
                  <a:pt x="1" y="3027"/>
                  <a:pt x="1" y="3122"/>
                </a:cubicBezTo>
                <a:lnTo>
                  <a:pt x="358" y="3122"/>
                </a:lnTo>
                <a:cubicBezTo>
                  <a:pt x="525" y="3122"/>
                  <a:pt x="668" y="2979"/>
                  <a:pt x="668" y="2813"/>
                </a:cubicBezTo>
                <a:lnTo>
                  <a:pt x="668" y="312"/>
                </a:lnTo>
                <a:cubicBezTo>
                  <a:pt x="668" y="136"/>
                  <a:pt x="545"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3306641" y="2407743"/>
            <a:ext cx="265344" cy="184951"/>
          </a:xfrm>
          <a:custGeom>
            <a:rect b="b" l="l" r="r" t="t"/>
            <a:pathLst>
              <a:path extrusionOk="0" h="5669" w="8145">
                <a:moveTo>
                  <a:pt x="1572" y="0"/>
                </a:moveTo>
                <a:cubicBezTo>
                  <a:pt x="691" y="0"/>
                  <a:pt x="0" y="715"/>
                  <a:pt x="0" y="1572"/>
                </a:cubicBezTo>
                <a:lnTo>
                  <a:pt x="0" y="4073"/>
                </a:lnTo>
                <a:cubicBezTo>
                  <a:pt x="0" y="4954"/>
                  <a:pt x="691" y="5644"/>
                  <a:pt x="1572" y="5644"/>
                </a:cubicBezTo>
                <a:lnTo>
                  <a:pt x="2644" y="5644"/>
                </a:lnTo>
                <a:cubicBezTo>
                  <a:pt x="3120" y="5644"/>
                  <a:pt x="3572" y="5335"/>
                  <a:pt x="3715" y="4859"/>
                </a:cubicBezTo>
                <a:lnTo>
                  <a:pt x="3953" y="4192"/>
                </a:lnTo>
                <a:cubicBezTo>
                  <a:pt x="3977" y="4132"/>
                  <a:pt x="4025" y="4102"/>
                  <a:pt x="4072" y="4102"/>
                </a:cubicBezTo>
                <a:cubicBezTo>
                  <a:pt x="4120" y="4102"/>
                  <a:pt x="4168" y="4132"/>
                  <a:pt x="4191" y="4192"/>
                </a:cubicBezTo>
                <a:lnTo>
                  <a:pt x="4430" y="4859"/>
                </a:lnTo>
                <a:cubicBezTo>
                  <a:pt x="4573" y="5335"/>
                  <a:pt x="5001" y="5644"/>
                  <a:pt x="5501" y="5668"/>
                </a:cubicBezTo>
                <a:lnTo>
                  <a:pt x="6573" y="5668"/>
                </a:lnTo>
                <a:cubicBezTo>
                  <a:pt x="7430" y="5668"/>
                  <a:pt x="8145" y="4954"/>
                  <a:pt x="8145" y="4097"/>
                </a:cubicBezTo>
                <a:lnTo>
                  <a:pt x="8145" y="1572"/>
                </a:lnTo>
                <a:cubicBezTo>
                  <a:pt x="8145" y="715"/>
                  <a:pt x="7454" y="0"/>
                  <a:pt x="6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7" name="Google Shape;9467;p71"/>
          <p:cNvGrpSpPr/>
          <p:nvPr/>
        </p:nvGrpSpPr>
        <p:grpSpPr>
          <a:xfrm>
            <a:off x="2508329" y="2325397"/>
            <a:ext cx="397250" cy="348663"/>
            <a:chOff x="2508329" y="2325397"/>
            <a:chExt cx="397250" cy="348663"/>
          </a:xfrm>
        </p:grpSpPr>
        <p:sp>
          <p:nvSpPr>
            <p:cNvPr id="9468" name="Google Shape;9468;p71"/>
            <p:cNvSpPr/>
            <p:nvPr/>
          </p:nvSpPr>
          <p:spPr>
            <a:xfrm>
              <a:off x="2578143" y="2535176"/>
              <a:ext cx="72941" cy="73047"/>
            </a:xfrm>
            <a:custGeom>
              <a:rect b="b" l="l" r="r" t="t"/>
              <a:pathLst>
                <a:path extrusionOk="0" h="2239" w="2239">
                  <a:moveTo>
                    <a:pt x="453" y="0"/>
                  </a:moveTo>
                  <a:lnTo>
                    <a:pt x="0" y="452"/>
                  </a:lnTo>
                  <a:lnTo>
                    <a:pt x="1786" y="2239"/>
                  </a:lnTo>
                  <a:lnTo>
                    <a:pt x="2239" y="1786"/>
                  </a:lnTo>
                  <a:cubicBezTo>
                    <a:pt x="1501" y="1357"/>
                    <a:pt x="881" y="738"/>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2508329" y="2564669"/>
              <a:ext cx="112523" cy="109392"/>
            </a:xfrm>
            <a:custGeom>
              <a:rect b="b" l="l" r="r" t="t"/>
              <a:pathLst>
                <a:path extrusionOk="0" h="3353" w="3454">
                  <a:moveTo>
                    <a:pt x="1667" y="1"/>
                  </a:moveTo>
                  <a:lnTo>
                    <a:pt x="476" y="1192"/>
                  </a:lnTo>
                  <a:cubicBezTo>
                    <a:pt x="0" y="1692"/>
                    <a:pt x="0" y="2478"/>
                    <a:pt x="476" y="2978"/>
                  </a:cubicBezTo>
                  <a:cubicBezTo>
                    <a:pt x="726" y="3228"/>
                    <a:pt x="1054" y="3353"/>
                    <a:pt x="1378" y="3353"/>
                  </a:cubicBezTo>
                  <a:cubicBezTo>
                    <a:pt x="1703" y="3353"/>
                    <a:pt x="2024" y="3228"/>
                    <a:pt x="2262" y="2978"/>
                  </a:cubicBezTo>
                  <a:lnTo>
                    <a:pt x="3453" y="1787"/>
                  </a:lnTo>
                  <a:lnTo>
                    <a:pt x="16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2634763" y="2366570"/>
              <a:ext cx="215728" cy="185049"/>
            </a:xfrm>
            <a:custGeom>
              <a:rect b="b" l="l" r="r" t="t"/>
              <a:pathLst>
                <a:path extrusionOk="0" h="5672" w="6622">
                  <a:moveTo>
                    <a:pt x="2835" y="0"/>
                  </a:moveTo>
                  <a:cubicBezTo>
                    <a:pt x="1263" y="0"/>
                    <a:pt x="1" y="1262"/>
                    <a:pt x="1" y="2834"/>
                  </a:cubicBezTo>
                  <a:cubicBezTo>
                    <a:pt x="1" y="4542"/>
                    <a:pt x="1395" y="5671"/>
                    <a:pt x="2850" y="5671"/>
                  </a:cubicBezTo>
                  <a:cubicBezTo>
                    <a:pt x="3547" y="5671"/>
                    <a:pt x="4257" y="5413"/>
                    <a:pt x="4835" y="4835"/>
                  </a:cubicBezTo>
                  <a:cubicBezTo>
                    <a:pt x="6621" y="3049"/>
                    <a:pt x="5359" y="0"/>
                    <a:pt x="2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2593650" y="2325397"/>
              <a:ext cx="311930" cy="267623"/>
            </a:xfrm>
            <a:custGeom>
              <a:rect b="b" l="l" r="r" t="t"/>
              <a:pathLst>
                <a:path extrusionOk="0" h="8203" w="9575">
                  <a:moveTo>
                    <a:pt x="4121" y="617"/>
                  </a:moveTo>
                  <a:cubicBezTo>
                    <a:pt x="4972" y="617"/>
                    <a:pt x="5840" y="934"/>
                    <a:pt x="6550" y="1643"/>
                  </a:cubicBezTo>
                  <a:cubicBezTo>
                    <a:pt x="8741" y="3834"/>
                    <a:pt x="7193" y="7549"/>
                    <a:pt x="4097" y="7573"/>
                  </a:cubicBezTo>
                  <a:cubicBezTo>
                    <a:pt x="2192" y="7573"/>
                    <a:pt x="620" y="6025"/>
                    <a:pt x="620" y="4096"/>
                  </a:cubicBezTo>
                  <a:lnTo>
                    <a:pt x="644" y="4096"/>
                  </a:lnTo>
                  <a:cubicBezTo>
                    <a:pt x="644" y="2002"/>
                    <a:pt x="2343" y="617"/>
                    <a:pt x="4121" y="617"/>
                  </a:cubicBezTo>
                  <a:close/>
                  <a:moveTo>
                    <a:pt x="4097" y="0"/>
                  </a:moveTo>
                  <a:cubicBezTo>
                    <a:pt x="1834" y="0"/>
                    <a:pt x="1" y="1834"/>
                    <a:pt x="1" y="4096"/>
                  </a:cubicBezTo>
                  <a:cubicBezTo>
                    <a:pt x="1" y="6565"/>
                    <a:pt x="2023" y="8202"/>
                    <a:pt x="4134" y="8202"/>
                  </a:cubicBezTo>
                  <a:cubicBezTo>
                    <a:pt x="5139" y="8202"/>
                    <a:pt x="6165" y="7831"/>
                    <a:pt x="7002" y="7002"/>
                  </a:cubicBezTo>
                  <a:cubicBezTo>
                    <a:pt x="9574" y="4406"/>
                    <a:pt x="7740"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1"/>
          <p:cNvGrpSpPr/>
          <p:nvPr/>
        </p:nvGrpSpPr>
        <p:grpSpPr>
          <a:xfrm>
            <a:off x="1787585" y="2325006"/>
            <a:ext cx="294077" cy="347522"/>
            <a:chOff x="1787585" y="2325006"/>
            <a:chExt cx="294077" cy="347522"/>
          </a:xfrm>
        </p:grpSpPr>
        <p:sp>
          <p:nvSpPr>
            <p:cNvPr id="9473" name="Google Shape;9473;p71"/>
            <p:cNvSpPr/>
            <p:nvPr/>
          </p:nvSpPr>
          <p:spPr>
            <a:xfrm>
              <a:off x="1966794" y="2325006"/>
              <a:ext cx="114868" cy="109946"/>
            </a:xfrm>
            <a:custGeom>
              <a:rect b="b" l="l" r="r" t="t"/>
              <a:pathLst>
                <a:path extrusionOk="0" h="3370" w="3526">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1810845" y="2366766"/>
              <a:ext cx="224264" cy="223188"/>
            </a:xfrm>
            <a:custGeom>
              <a:rect b="b" l="l" r="r" t="t"/>
              <a:pathLst>
                <a:path extrusionOk="0" h="6841" w="6884">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1787585" y="2593640"/>
              <a:ext cx="61311" cy="78887"/>
            </a:xfrm>
            <a:custGeom>
              <a:rect b="b" l="l" r="r" t="t"/>
              <a:pathLst>
                <a:path extrusionOk="0" h="2418" w="1882">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6" name="Google Shape;9476;p71"/>
          <p:cNvSpPr/>
          <p:nvPr/>
        </p:nvSpPr>
        <p:spPr>
          <a:xfrm>
            <a:off x="1000903" y="2369996"/>
            <a:ext cx="356137" cy="259206"/>
          </a:xfrm>
          <a:custGeom>
            <a:rect b="b" l="l" r="r" t="t"/>
            <a:pathLst>
              <a:path extrusionOk="0" h="7945" w="10932">
                <a:moveTo>
                  <a:pt x="7364" y="3436"/>
                </a:moveTo>
                <a:cubicBezTo>
                  <a:pt x="7534" y="3436"/>
                  <a:pt x="7693" y="3563"/>
                  <a:pt x="7693" y="3753"/>
                </a:cubicBezTo>
                <a:cubicBezTo>
                  <a:pt x="7693" y="3944"/>
                  <a:pt x="7526" y="4087"/>
                  <a:pt x="7359" y="4087"/>
                </a:cubicBezTo>
                <a:cubicBezTo>
                  <a:pt x="7073" y="4087"/>
                  <a:pt x="6930" y="3729"/>
                  <a:pt x="7121" y="3539"/>
                </a:cubicBezTo>
                <a:cubicBezTo>
                  <a:pt x="7192" y="3467"/>
                  <a:pt x="7280" y="3436"/>
                  <a:pt x="7364" y="3436"/>
                </a:cubicBezTo>
                <a:close/>
                <a:moveTo>
                  <a:pt x="7661" y="1"/>
                </a:moveTo>
                <a:cubicBezTo>
                  <a:pt x="7045" y="1"/>
                  <a:pt x="6427" y="364"/>
                  <a:pt x="6240" y="1134"/>
                </a:cubicBezTo>
                <a:cubicBezTo>
                  <a:pt x="6216" y="1110"/>
                  <a:pt x="4716" y="229"/>
                  <a:pt x="3311" y="229"/>
                </a:cubicBezTo>
                <a:cubicBezTo>
                  <a:pt x="1310" y="229"/>
                  <a:pt x="0" y="1491"/>
                  <a:pt x="72" y="3229"/>
                </a:cubicBezTo>
                <a:cubicBezTo>
                  <a:pt x="120" y="3944"/>
                  <a:pt x="334" y="4634"/>
                  <a:pt x="715" y="5254"/>
                </a:cubicBezTo>
                <a:cubicBezTo>
                  <a:pt x="1906" y="7230"/>
                  <a:pt x="4978" y="7945"/>
                  <a:pt x="7478" y="7945"/>
                </a:cubicBezTo>
                <a:cubicBezTo>
                  <a:pt x="7645" y="7945"/>
                  <a:pt x="7788" y="7825"/>
                  <a:pt x="7812" y="7659"/>
                </a:cubicBezTo>
                <a:cubicBezTo>
                  <a:pt x="7835" y="7492"/>
                  <a:pt x="7693" y="7325"/>
                  <a:pt x="7502" y="7325"/>
                </a:cubicBezTo>
                <a:cubicBezTo>
                  <a:pt x="5549" y="7325"/>
                  <a:pt x="2882" y="6849"/>
                  <a:pt x="1596" y="5373"/>
                </a:cubicBezTo>
                <a:lnTo>
                  <a:pt x="3954" y="5373"/>
                </a:lnTo>
                <a:cubicBezTo>
                  <a:pt x="4097" y="4587"/>
                  <a:pt x="3644" y="3801"/>
                  <a:pt x="2882" y="3539"/>
                </a:cubicBezTo>
                <a:cubicBezTo>
                  <a:pt x="2541" y="3411"/>
                  <a:pt x="2658" y="2922"/>
                  <a:pt x="2975" y="2922"/>
                </a:cubicBezTo>
                <a:cubicBezTo>
                  <a:pt x="3013" y="2922"/>
                  <a:pt x="3054" y="2928"/>
                  <a:pt x="3096" y="2944"/>
                </a:cubicBezTo>
                <a:cubicBezTo>
                  <a:pt x="4120" y="3277"/>
                  <a:pt x="4740" y="4301"/>
                  <a:pt x="4597" y="5373"/>
                </a:cubicBezTo>
                <a:lnTo>
                  <a:pt x="10312" y="5373"/>
                </a:lnTo>
                <a:cubicBezTo>
                  <a:pt x="10717" y="5325"/>
                  <a:pt x="10931" y="4825"/>
                  <a:pt x="10622" y="4515"/>
                </a:cubicBezTo>
                <a:cubicBezTo>
                  <a:pt x="9955" y="3848"/>
                  <a:pt x="9240" y="3206"/>
                  <a:pt x="8478" y="2610"/>
                </a:cubicBezTo>
                <a:cubicBezTo>
                  <a:pt x="8883" y="2348"/>
                  <a:pt x="9121" y="1896"/>
                  <a:pt x="9121" y="1419"/>
                </a:cubicBezTo>
                <a:cubicBezTo>
                  <a:pt x="9096" y="496"/>
                  <a:pt x="8379" y="1"/>
                  <a:pt x="76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7" name="Google Shape;9477;p71"/>
          <p:cNvGrpSpPr/>
          <p:nvPr/>
        </p:nvGrpSpPr>
        <p:grpSpPr>
          <a:xfrm>
            <a:off x="1002467" y="2883611"/>
            <a:ext cx="350697" cy="350327"/>
            <a:chOff x="1002467" y="2883611"/>
            <a:chExt cx="350697" cy="350327"/>
          </a:xfrm>
        </p:grpSpPr>
        <p:sp>
          <p:nvSpPr>
            <p:cNvPr id="9478" name="Google Shape;9478;p71"/>
            <p:cNvSpPr/>
            <p:nvPr/>
          </p:nvSpPr>
          <p:spPr>
            <a:xfrm>
              <a:off x="1298043" y="2883611"/>
              <a:ext cx="55121" cy="54027"/>
            </a:xfrm>
            <a:custGeom>
              <a:rect b="b" l="l" r="r" t="t"/>
              <a:pathLst>
                <a:path extrusionOk="0" h="1656" w="1692">
                  <a:moveTo>
                    <a:pt x="1346" y="1"/>
                  </a:moveTo>
                  <a:cubicBezTo>
                    <a:pt x="1263" y="1"/>
                    <a:pt x="1179" y="36"/>
                    <a:pt x="1120" y="108"/>
                  </a:cubicBezTo>
                  <a:lnTo>
                    <a:pt x="0" y="1227"/>
                  </a:lnTo>
                  <a:lnTo>
                    <a:pt x="453" y="1656"/>
                  </a:lnTo>
                  <a:lnTo>
                    <a:pt x="1572" y="537"/>
                  </a:lnTo>
                  <a:cubicBezTo>
                    <a:pt x="1691" y="418"/>
                    <a:pt x="1691" y="227"/>
                    <a:pt x="1572" y="108"/>
                  </a:cubicBezTo>
                  <a:cubicBezTo>
                    <a:pt x="1513" y="36"/>
                    <a:pt x="1429" y="1"/>
                    <a:pt x="1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1002467" y="3145263"/>
              <a:ext cx="93237" cy="88675"/>
            </a:xfrm>
            <a:custGeom>
              <a:rect b="b" l="l" r="r" t="t"/>
              <a:pathLst>
                <a:path extrusionOk="0" h="2718" w="2862">
                  <a:moveTo>
                    <a:pt x="336" y="0"/>
                  </a:moveTo>
                  <a:cubicBezTo>
                    <a:pt x="256" y="0"/>
                    <a:pt x="179" y="30"/>
                    <a:pt x="119" y="90"/>
                  </a:cubicBezTo>
                  <a:cubicBezTo>
                    <a:pt x="0" y="209"/>
                    <a:pt x="0" y="423"/>
                    <a:pt x="119" y="542"/>
                  </a:cubicBezTo>
                  <a:cubicBezTo>
                    <a:pt x="191" y="613"/>
                    <a:pt x="2096" y="2519"/>
                    <a:pt x="2191" y="2614"/>
                  </a:cubicBezTo>
                  <a:cubicBezTo>
                    <a:pt x="2265" y="2687"/>
                    <a:pt x="2345" y="2718"/>
                    <a:pt x="2421" y="2718"/>
                  </a:cubicBezTo>
                  <a:cubicBezTo>
                    <a:pt x="2664" y="2718"/>
                    <a:pt x="2861" y="2403"/>
                    <a:pt x="2644" y="2185"/>
                  </a:cubicBezTo>
                  <a:lnTo>
                    <a:pt x="2262" y="1780"/>
                  </a:lnTo>
                  <a:lnTo>
                    <a:pt x="2715" y="1352"/>
                  </a:lnTo>
                  <a:lnTo>
                    <a:pt x="1381" y="18"/>
                  </a:lnTo>
                  <a:lnTo>
                    <a:pt x="929" y="471"/>
                  </a:lnTo>
                  <a:lnTo>
                    <a:pt x="572" y="90"/>
                  </a:lnTo>
                  <a:cubicBezTo>
                    <a:pt x="500" y="30"/>
                    <a:pt x="417" y="0"/>
                    <a:pt x="3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1018039" y="3029282"/>
              <a:ext cx="188493" cy="184821"/>
            </a:xfrm>
            <a:custGeom>
              <a:rect b="b" l="l" r="r" t="t"/>
              <a:pathLst>
                <a:path extrusionOk="0" h="5665" w="5786">
                  <a:moveTo>
                    <a:pt x="2689" y="1"/>
                  </a:moveTo>
                  <a:lnTo>
                    <a:pt x="903" y="1787"/>
                  </a:lnTo>
                  <a:lnTo>
                    <a:pt x="665" y="1573"/>
                  </a:lnTo>
                  <a:cubicBezTo>
                    <a:pt x="597" y="1499"/>
                    <a:pt x="520" y="1469"/>
                    <a:pt x="446" y="1469"/>
                  </a:cubicBezTo>
                  <a:cubicBezTo>
                    <a:pt x="207" y="1469"/>
                    <a:pt x="0" y="1783"/>
                    <a:pt x="237" y="2001"/>
                  </a:cubicBezTo>
                  <a:lnTo>
                    <a:pt x="3785" y="5574"/>
                  </a:lnTo>
                  <a:cubicBezTo>
                    <a:pt x="3849" y="5638"/>
                    <a:pt x="3922" y="5665"/>
                    <a:pt x="3992" y="5665"/>
                  </a:cubicBezTo>
                  <a:cubicBezTo>
                    <a:pt x="4237" y="5665"/>
                    <a:pt x="4459" y="5343"/>
                    <a:pt x="4237" y="5121"/>
                  </a:cubicBezTo>
                  <a:lnTo>
                    <a:pt x="3999" y="4907"/>
                  </a:lnTo>
                  <a:lnTo>
                    <a:pt x="4904" y="4002"/>
                  </a:lnTo>
                  <a:lnTo>
                    <a:pt x="4237" y="3335"/>
                  </a:lnTo>
                  <a:cubicBezTo>
                    <a:pt x="4118" y="3216"/>
                    <a:pt x="4118" y="3025"/>
                    <a:pt x="4237" y="2906"/>
                  </a:cubicBezTo>
                  <a:cubicBezTo>
                    <a:pt x="4297" y="2847"/>
                    <a:pt x="4374" y="2817"/>
                    <a:pt x="4455" y="2817"/>
                  </a:cubicBezTo>
                  <a:cubicBezTo>
                    <a:pt x="4535" y="2817"/>
                    <a:pt x="4618" y="2847"/>
                    <a:pt x="4690" y="2906"/>
                  </a:cubicBezTo>
                  <a:lnTo>
                    <a:pt x="5333" y="3573"/>
                  </a:lnTo>
                  <a:lnTo>
                    <a:pt x="5785" y="3121"/>
                  </a:lnTo>
                  <a:lnTo>
                    <a:pt x="2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1119616" y="2927720"/>
              <a:ext cx="189308" cy="189388"/>
            </a:xfrm>
            <a:custGeom>
              <a:rect b="b" l="l" r="r" t="t"/>
              <a:pathLst>
                <a:path extrusionOk="0" h="5805" w="5811">
                  <a:moveTo>
                    <a:pt x="4596" y="0"/>
                  </a:moveTo>
                  <a:cubicBezTo>
                    <a:pt x="4519" y="0"/>
                    <a:pt x="4441" y="30"/>
                    <a:pt x="4382" y="90"/>
                  </a:cubicBezTo>
                  <a:lnTo>
                    <a:pt x="3548" y="923"/>
                  </a:lnTo>
                  <a:cubicBezTo>
                    <a:pt x="3296" y="694"/>
                    <a:pt x="2977" y="580"/>
                    <a:pt x="2659" y="580"/>
                  </a:cubicBezTo>
                  <a:cubicBezTo>
                    <a:pt x="2316" y="580"/>
                    <a:pt x="1974" y="711"/>
                    <a:pt x="1715" y="971"/>
                  </a:cubicBezTo>
                  <a:lnTo>
                    <a:pt x="0" y="2685"/>
                  </a:lnTo>
                  <a:lnTo>
                    <a:pt x="3096" y="5805"/>
                  </a:lnTo>
                  <a:lnTo>
                    <a:pt x="3548" y="5353"/>
                  </a:lnTo>
                  <a:lnTo>
                    <a:pt x="2882" y="4686"/>
                  </a:lnTo>
                  <a:cubicBezTo>
                    <a:pt x="2763" y="4567"/>
                    <a:pt x="2763" y="4376"/>
                    <a:pt x="2882" y="4233"/>
                  </a:cubicBezTo>
                  <a:cubicBezTo>
                    <a:pt x="2941" y="4174"/>
                    <a:pt x="3025" y="4144"/>
                    <a:pt x="3108" y="4144"/>
                  </a:cubicBezTo>
                  <a:cubicBezTo>
                    <a:pt x="3191" y="4144"/>
                    <a:pt x="3275" y="4174"/>
                    <a:pt x="3334" y="4233"/>
                  </a:cubicBezTo>
                  <a:lnTo>
                    <a:pt x="4001" y="4900"/>
                  </a:lnTo>
                  <a:lnTo>
                    <a:pt x="4430" y="4448"/>
                  </a:lnTo>
                  <a:lnTo>
                    <a:pt x="3787" y="3805"/>
                  </a:lnTo>
                  <a:cubicBezTo>
                    <a:pt x="3668" y="3662"/>
                    <a:pt x="3668" y="3471"/>
                    <a:pt x="3787" y="3352"/>
                  </a:cubicBezTo>
                  <a:cubicBezTo>
                    <a:pt x="3846" y="3293"/>
                    <a:pt x="3924" y="3263"/>
                    <a:pt x="4001" y="3263"/>
                  </a:cubicBezTo>
                  <a:cubicBezTo>
                    <a:pt x="4078" y="3263"/>
                    <a:pt x="4156" y="3293"/>
                    <a:pt x="4215" y="3352"/>
                  </a:cubicBezTo>
                  <a:lnTo>
                    <a:pt x="4882" y="4019"/>
                  </a:lnTo>
                  <a:cubicBezTo>
                    <a:pt x="5311" y="3495"/>
                    <a:pt x="5311" y="2757"/>
                    <a:pt x="4882" y="2257"/>
                  </a:cubicBezTo>
                  <a:lnTo>
                    <a:pt x="5692" y="1423"/>
                  </a:lnTo>
                  <a:cubicBezTo>
                    <a:pt x="5811" y="1304"/>
                    <a:pt x="5811" y="1114"/>
                    <a:pt x="5716" y="994"/>
                  </a:cubicBezTo>
                  <a:lnTo>
                    <a:pt x="4811" y="90"/>
                  </a:lnTo>
                  <a:cubicBezTo>
                    <a:pt x="4751" y="30"/>
                    <a:pt x="4674" y="0"/>
                    <a:pt x="4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1"/>
          <p:cNvGrpSpPr/>
          <p:nvPr/>
        </p:nvGrpSpPr>
        <p:grpSpPr>
          <a:xfrm>
            <a:off x="1754682" y="2888864"/>
            <a:ext cx="353336" cy="340638"/>
            <a:chOff x="1754682" y="2888864"/>
            <a:chExt cx="353336" cy="340638"/>
          </a:xfrm>
        </p:grpSpPr>
        <p:sp>
          <p:nvSpPr>
            <p:cNvPr id="9483" name="Google Shape;9483;p71"/>
            <p:cNvSpPr/>
            <p:nvPr/>
          </p:nvSpPr>
          <p:spPr>
            <a:xfrm>
              <a:off x="2031623" y="2888864"/>
              <a:ext cx="76394" cy="115460"/>
            </a:xfrm>
            <a:custGeom>
              <a:rect b="b" l="l" r="r" t="t"/>
              <a:pathLst>
                <a:path extrusionOk="0" h="3539" w="2345">
                  <a:moveTo>
                    <a:pt x="385" y="0"/>
                  </a:moveTo>
                  <a:cubicBezTo>
                    <a:pt x="190" y="0"/>
                    <a:pt x="0" y="201"/>
                    <a:pt x="82" y="447"/>
                  </a:cubicBezTo>
                  <a:lnTo>
                    <a:pt x="1702" y="3376"/>
                  </a:lnTo>
                  <a:cubicBezTo>
                    <a:pt x="1767" y="3474"/>
                    <a:pt x="1877" y="3539"/>
                    <a:pt x="1986" y="3539"/>
                  </a:cubicBezTo>
                  <a:cubicBezTo>
                    <a:pt x="2036" y="3539"/>
                    <a:pt x="2086" y="3525"/>
                    <a:pt x="2130" y="3495"/>
                  </a:cubicBezTo>
                  <a:cubicBezTo>
                    <a:pt x="2297" y="3424"/>
                    <a:pt x="2345" y="3209"/>
                    <a:pt x="2249" y="3067"/>
                  </a:cubicBezTo>
                  <a:lnTo>
                    <a:pt x="630" y="137"/>
                  </a:lnTo>
                  <a:cubicBezTo>
                    <a:pt x="563" y="41"/>
                    <a:pt x="474" y="0"/>
                    <a:pt x="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1754682" y="3052608"/>
              <a:ext cx="88024" cy="88903"/>
            </a:xfrm>
            <a:custGeom>
              <a:rect b="b" l="l" r="r" t="t"/>
              <a:pathLst>
                <a:path extrusionOk="0" h="2725" w="2702">
                  <a:moveTo>
                    <a:pt x="1772" y="0"/>
                  </a:moveTo>
                  <a:lnTo>
                    <a:pt x="677" y="596"/>
                  </a:lnTo>
                  <a:cubicBezTo>
                    <a:pt x="616" y="481"/>
                    <a:pt x="517" y="432"/>
                    <a:pt x="418" y="432"/>
                  </a:cubicBezTo>
                  <a:cubicBezTo>
                    <a:pt x="210" y="432"/>
                    <a:pt x="0" y="647"/>
                    <a:pt x="129" y="905"/>
                  </a:cubicBezTo>
                  <a:lnTo>
                    <a:pt x="1058" y="2572"/>
                  </a:lnTo>
                  <a:cubicBezTo>
                    <a:pt x="1107" y="2671"/>
                    <a:pt x="1213" y="2724"/>
                    <a:pt x="1321" y="2724"/>
                  </a:cubicBezTo>
                  <a:cubicBezTo>
                    <a:pt x="1370" y="2724"/>
                    <a:pt x="1419" y="2714"/>
                    <a:pt x="1463" y="2691"/>
                  </a:cubicBezTo>
                  <a:cubicBezTo>
                    <a:pt x="1630" y="2596"/>
                    <a:pt x="1677" y="2406"/>
                    <a:pt x="1606" y="2263"/>
                  </a:cubicBezTo>
                  <a:lnTo>
                    <a:pt x="2701" y="1644"/>
                  </a:lnTo>
                  <a:lnTo>
                    <a:pt x="17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1"/>
            <p:cNvSpPr/>
            <p:nvPr/>
          </p:nvSpPr>
          <p:spPr>
            <a:xfrm>
              <a:off x="1823257" y="2915877"/>
              <a:ext cx="244429" cy="194902"/>
            </a:xfrm>
            <a:custGeom>
              <a:rect b="b" l="l" r="r" t="t"/>
              <a:pathLst>
                <a:path extrusionOk="0" h="5974" w="7503">
                  <a:moveTo>
                    <a:pt x="5978" y="0"/>
                  </a:moveTo>
                  <a:lnTo>
                    <a:pt x="191" y="3191"/>
                  </a:lnTo>
                  <a:cubicBezTo>
                    <a:pt x="48" y="3263"/>
                    <a:pt x="1" y="3453"/>
                    <a:pt x="72" y="3596"/>
                  </a:cubicBezTo>
                  <a:lnTo>
                    <a:pt x="1287" y="5811"/>
                  </a:lnTo>
                  <a:cubicBezTo>
                    <a:pt x="1352" y="5909"/>
                    <a:pt x="1462" y="5973"/>
                    <a:pt x="1571" y="5973"/>
                  </a:cubicBezTo>
                  <a:cubicBezTo>
                    <a:pt x="1621" y="5973"/>
                    <a:pt x="1671" y="5960"/>
                    <a:pt x="1715" y="5930"/>
                  </a:cubicBezTo>
                  <a:lnTo>
                    <a:pt x="2549" y="5477"/>
                  </a:lnTo>
                  <a:cubicBezTo>
                    <a:pt x="2049" y="4572"/>
                    <a:pt x="2382" y="3429"/>
                    <a:pt x="3287" y="2929"/>
                  </a:cubicBezTo>
                  <a:cubicBezTo>
                    <a:pt x="3578" y="2761"/>
                    <a:pt x="3893" y="2681"/>
                    <a:pt x="4204" y="2681"/>
                  </a:cubicBezTo>
                  <a:cubicBezTo>
                    <a:pt x="4860" y="2681"/>
                    <a:pt x="5496" y="3037"/>
                    <a:pt x="5835" y="3667"/>
                  </a:cubicBezTo>
                  <a:lnTo>
                    <a:pt x="7502" y="2739"/>
                  </a:lnTo>
                  <a:lnTo>
                    <a:pt x="5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1854173" y="3023866"/>
              <a:ext cx="210776" cy="205635"/>
            </a:xfrm>
            <a:custGeom>
              <a:rect b="b" l="l" r="r" t="t"/>
              <a:pathLst>
                <a:path extrusionOk="0" h="6303" w="6470">
                  <a:moveTo>
                    <a:pt x="3241" y="620"/>
                  </a:moveTo>
                  <a:cubicBezTo>
                    <a:pt x="3570" y="620"/>
                    <a:pt x="3886" y="876"/>
                    <a:pt x="3886" y="1262"/>
                  </a:cubicBezTo>
                  <a:cubicBezTo>
                    <a:pt x="3886" y="1620"/>
                    <a:pt x="3600" y="1882"/>
                    <a:pt x="3243" y="1882"/>
                  </a:cubicBezTo>
                  <a:cubicBezTo>
                    <a:pt x="2672" y="1882"/>
                    <a:pt x="2410" y="1215"/>
                    <a:pt x="2791" y="810"/>
                  </a:cubicBezTo>
                  <a:cubicBezTo>
                    <a:pt x="2922" y="679"/>
                    <a:pt x="3083" y="620"/>
                    <a:pt x="3241" y="620"/>
                  </a:cubicBezTo>
                  <a:close/>
                  <a:moveTo>
                    <a:pt x="3243" y="0"/>
                  </a:moveTo>
                  <a:cubicBezTo>
                    <a:pt x="2124" y="0"/>
                    <a:pt x="1576" y="1358"/>
                    <a:pt x="2362" y="2144"/>
                  </a:cubicBezTo>
                  <a:lnTo>
                    <a:pt x="147" y="5835"/>
                  </a:lnTo>
                  <a:cubicBezTo>
                    <a:pt x="0" y="6080"/>
                    <a:pt x="212" y="6303"/>
                    <a:pt x="429" y="6303"/>
                  </a:cubicBezTo>
                  <a:cubicBezTo>
                    <a:pt x="528" y="6303"/>
                    <a:pt x="628" y="6256"/>
                    <a:pt x="695" y="6144"/>
                  </a:cubicBezTo>
                  <a:lnTo>
                    <a:pt x="2886" y="2477"/>
                  </a:lnTo>
                  <a:cubicBezTo>
                    <a:pt x="3005" y="2513"/>
                    <a:pt x="3124" y="2531"/>
                    <a:pt x="3243" y="2531"/>
                  </a:cubicBezTo>
                  <a:cubicBezTo>
                    <a:pt x="3362" y="2531"/>
                    <a:pt x="3481" y="2513"/>
                    <a:pt x="3600" y="2477"/>
                  </a:cubicBezTo>
                  <a:lnTo>
                    <a:pt x="5791" y="6144"/>
                  </a:lnTo>
                  <a:cubicBezTo>
                    <a:pt x="5851" y="6256"/>
                    <a:pt x="5946" y="6303"/>
                    <a:pt x="6042" y="6303"/>
                  </a:cubicBezTo>
                  <a:cubicBezTo>
                    <a:pt x="6253" y="6303"/>
                    <a:pt x="6470" y="6080"/>
                    <a:pt x="6339" y="5835"/>
                  </a:cubicBezTo>
                  <a:lnTo>
                    <a:pt x="4148" y="2144"/>
                  </a:lnTo>
                  <a:cubicBezTo>
                    <a:pt x="4910" y="1358"/>
                    <a:pt x="4362" y="0"/>
                    <a:pt x="32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71"/>
          <p:cNvGrpSpPr/>
          <p:nvPr/>
        </p:nvGrpSpPr>
        <p:grpSpPr>
          <a:xfrm>
            <a:off x="2510642" y="2884883"/>
            <a:ext cx="356137" cy="347130"/>
            <a:chOff x="2510642" y="2884883"/>
            <a:chExt cx="356137" cy="347130"/>
          </a:xfrm>
        </p:grpSpPr>
        <p:sp>
          <p:nvSpPr>
            <p:cNvPr id="9488" name="Google Shape;9488;p71"/>
            <p:cNvSpPr/>
            <p:nvPr/>
          </p:nvSpPr>
          <p:spPr>
            <a:xfrm>
              <a:off x="2510642" y="3074369"/>
              <a:ext cx="169924" cy="157644"/>
            </a:xfrm>
            <a:custGeom>
              <a:rect b="b" l="l" r="r" t="t"/>
              <a:pathLst>
                <a:path extrusionOk="0" h="4832" w="5216">
                  <a:moveTo>
                    <a:pt x="3382" y="0"/>
                  </a:moveTo>
                  <a:lnTo>
                    <a:pt x="120" y="3691"/>
                  </a:lnTo>
                  <a:cubicBezTo>
                    <a:pt x="0" y="3834"/>
                    <a:pt x="24" y="4025"/>
                    <a:pt x="143" y="4144"/>
                  </a:cubicBezTo>
                  <a:cubicBezTo>
                    <a:pt x="668" y="4603"/>
                    <a:pt x="1323" y="4831"/>
                    <a:pt x="1977" y="4831"/>
                  </a:cubicBezTo>
                  <a:cubicBezTo>
                    <a:pt x="2748" y="4831"/>
                    <a:pt x="3519" y="4513"/>
                    <a:pt x="4073" y="3882"/>
                  </a:cubicBezTo>
                  <a:lnTo>
                    <a:pt x="4954" y="2906"/>
                  </a:lnTo>
                  <a:cubicBezTo>
                    <a:pt x="5002" y="2834"/>
                    <a:pt x="5025" y="2763"/>
                    <a:pt x="5025" y="2667"/>
                  </a:cubicBezTo>
                  <a:lnTo>
                    <a:pt x="4978" y="1905"/>
                  </a:lnTo>
                  <a:lnTo>
                    <a:pt x="5216" y="1643"/>
                  </a:lnTo>
                  <a:lnTo>
                    <a:pt x="3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2633981" y="2884883"/>
              <a:ext cx="232799" cy="240772"/>
            </a:xfrm>
            <a:custGeom>
              <a:rect b="b" l="l" r="r" t="t"/>
              <a:pathLst>
                <a:path extrusionOk="0" h="7380" w="7146">
                  <a:moveTo>
                    <a:pt x="5398" y="1253"/>
                  </a:moveTo>
                  <a:cubicBezTo>
                    <a:pt x="5471" y="1253"/>
                    <a:pt x="5544" y="1277"/>
                    <a:pt x="5597" y="1331"/>
                  </a:cubicBezTo>
                  <a:cubicBezTo>
                    <a:pt x="5740" y="1450"/>
                    <a:pt x="5740" y="1641"/>
                    <a:pt x="5621" y="1784"/>
                  </a:cubicBezTo>
                  <a:lnTo>
                    <a:pt x="4383" y="3189"/>
                  </a:lnTo>
                  <a:cubicBezTo>
                    <a:pt x="4313" y="3252"/>
                    <a:pt x="4237" y="3279"/>
                    <a:pt x="4164" y="3279"/>
                  </a:cubicBezTo>
                  <a:cubicBezTo>
                    <a:pt x="3937" y="3279"/>
                    <a:pt x="3744" y="3018"/>
                    <a:pt x="3907" y="2784"/>
                  </a:cubicBezTo>
                  <a:lnTo>
                    <a:pt x="5169" y="1355"/>
                  </a:lnTo>
                  <a:cubicBezTo>
                    <a:pt x="5221" y="1289"/>
                    <a:pt x="5309" y="1253"/>
                    <a:pt x="5398" y="1253"/>
                  </a:cubicBezTo>
                  <a:close/>
                  <a:moveTo>
                    <a:pt x="5416" y="1"/>
                  </a:moveTo>
                  <a:cubicBezTo>
                    <a:pt x="4987" y="1"/>
                    <a:pt x="4560" y="174"/>
                    <a:pt x="4264" y="521"/>
                  </a:cubicBezTo>
                  <a:lnTo>
                    <a:pt x="1" y="5332"/>
                  </a:lnTo>
                  <a:lnTo>
                    <a:pt x="2335" y="7380"/>
                  </a:lnTo>
                  <a:lnTo>
                    <a:pt x="6574" y="2569"/>
                  </a:lnTo>
                  <a:cubicBezTo>
                    <a:pt x="7145" y="1926"/>
                    <a:pt x="7074" y="950"/>
                    <a:pt x="6431" y="379"/>
                  </a:cubicBezTo>
                  <a:cubicBezTo>
                    <a:pt x="6146" y="127"/>
                    <a:pt x="5781" y="1"/>
                    <a:pt x="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0" name="Google Shape;9490;p71"/>
          <p:cNvSpPr/>
          <p:nvPr/>
        </p:nvSpPr>
        <p:spPr>
          <a:xfrm>
            <a:off x="3416004" y="2884100"/>
            <a:ext cx="166862" cy="124236"/>
          </a:xfrm>
          <a:custGeom>
            <a:rect b="b" l="l" r="r" t="t"/>
            <a:pathLst>
              <a:path extrusionOk="0" h="3808" w="5122">
                <a:moveTo>
                  <a:pt x="3214" y="0"/>
                </a:moveTo>
                <a:cubicBezTo>
                  <a:pt x="2369" y="0"/>
                  <a:pt x="1596" y="710"/>
                  <a:pt x="1668" y="1665"/>
                </a:cubicBezTo>
                <a:lnTo>
                  <a:pt x="1" y="3808"/>
                </a:lnTo>
                <a:lnTo>
                  <a:pt x="3478" y="3808"/>
                </a:lnTo>
                <a:lnTo>
                  <a:pt x="3835" y="2998"/>
                </a:lnTo>
                <a:cubicBezTo>
                  <a:pt x="5002" y="2498"/>
                  <a:pt x="5121" y="903"/>
                  <a:pt x="4026" y="236"/>
                </a:cubicBezTo>
                <a:cubicBezTo>
                  <a:pt x="3765" y="74"/>
                  <a:pt x="3486"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3286443" y="3027748"/>
            <a:ext cx="306489" cy="122768"/>
          </a:xfrm>
          <a:custGeom>
            <a:rect b="b" l="l" r="r" t="t"/>
            <a:pathLst>
              <a:path extrusionOk="0" h="3763" w="9408">
                <a:moveTo>
                  <a:pt x="311" y="0"/>
                </a:moveTo>
                <a:cubicBezTo>
                  <a:pt x="144" y="0"/>
                  <a:pt x="1" y="143"/>
                  <a:pt x="1" y="334"/>
                </a:cubicBezTo>
                <a:lnTo>
                  <a:pt x="1" y="1786"/>
                </a:lnTo>
                <a:cubicBezTo>
                  <a:pt x="1" y="2501"/>
                  <a:pt x="239" y="3215"/>
                  <a:pt x="692" y="3763"/>
                </a:cubicBezTo>
                <a:lnTo>
                  <a:pt x="8717" y="3763"/>
                </a:lnTo>
                <a:cubicBezTo>
                  <a:pt x="9170" y="3215"/>
                  <a:pt x="9408" y="2501"/>
                  <a:pt x="9408" y="1786"/>
                </a:cubicBezTo>
                <a:lnTo>
                  <a:pt x="9408" y="334"/>
                </a:lnTo>
                <a:cubicBezTo>
                  <a:pt x="9408" y="143"/>
                  <a:pt x="9241" y="0"/>
                  <a:pt x="9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3307390" y="3171396"/>
            <a:ext cx="264594" cy="61498"/>
          </a:xfrm>
          <a:custGeom>
            <a:rect b="b" l="l" r="r" t="t"/>
            <a:pathLst>
              <a:path extrusionOk="0" h="1885" w="8122">
                <a:moveTo>
                  <a:pt x="7848" y="0"/>
                </a:moveTo>
                <a:cubicBezTo>
                  <a:pt x="7836" y="0"/>
                  <a:pt x="7824" y="1"/>
                  <a:pt x="7812" y="3"/>
                </a:cubicBezTo>
                <a:lnTo>
                  <a:pt x="287" y="3"/>
                </a:lnTo>
                <a:cubicBezTo>
                  <a:pt x="120" y="3"/>
                  <a:pt x="1" y="146"/>
                  <a:pt x="1" y="313"/>
                </a:cubicBezTo>
                <a:lnTo>
                  <a:pt x="1" y="1575"/>
                </a:lnTo>
                <a:cubicBezTo>
                  <a:pt x="1" y="1741"/>
                  <a:pt x="120" y="1884"/>
                  <a:pt x="287" y="1884"/>
                </a:cubicBezTo>
                <a:lnTo>
                  <a:pt x="7812" y="1884"/>
                </a:lnTo>
                <a:cubicBezTo>
                  <a:pt x="7979" y="1884"/>
                  <a:pt x="8122" y="1741"/>
                  <a:pt x="8122" y="1575"/>
                </a:cubicBezTo>
                <a:lnTo>
                  <a:pt x="8122" y="313"/>
                </a:lnTo>
                <a:cubicBezTo>
                  <a:pt x="8122" y="136"/>
                  <a:pt x="7999" y="0"/>
                  <a:pt x="78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4130559" y="2883839"/>
            <a:ext cx="129593" cy="164299"/>
          </a:xfrm>
          <a:custGeom>
            <a:rect b="b" l="l" r="r" t="t"/>
            <a:pathLst>
              <a:path extrusionOk="0" h="5036" w="3978">
                <a:moveTo>
                  <a:pt x="2926" y="0"/>
                </a:moveTo>
                <a:cubicBezTo>
                  <a:pt x="2855" y="0"/>
                  <a:pt x="2781" y="24"/>
                  <a:pt x="2715" y="77"/>
                </a:cubicBezTo>
                <a:lnTo>
                  <a:pt x="214" y="2292"/>
                </a:lnTo>
                <a:cubicBezTo>
                  <a:pt x="0" y="2482"/>
                  <a:pt x="119" y="2840"/>
                  <a:pt x="405" y="2840"/>
                </a:cubicBezTo>
                <a:lnTo>
                  <a:pt x="1000" y="2840"/>
                </a:lnTo>
                <a:lnTo>
                  <a:pt x="738" y="4673"/>
                </a:lnTo>
                <a:cubicBezTo>
                  <a:pt x="704" y="4879"/>
                  <a:pt x="868" y="5036"/>
                  <a:pt x="1051" y="5036"/>
                </a:cubicBezTo>
                <a:cubicBezTo>
                  <a:pt x="1122" y="5036"/>
                  <a:pt x="1196" y="5012"/>
                  <a:pt x="1262" y="4959"/>
                </a:cubicBezTo>
                <a:lnTo>
                  <a:pt x="3763" y="2768"/>
                </a:lnTo>
                <a:cubicBezTo>
                  <a:pt x="3977" y="2578"/>
                  <a:pt x="3858" y="2220"/>
                  <a:pt x="3548" y="2220"/>
                </a:cubicBezTo>
                <a:lnTo>
                  <a:pt x="2977" y="2220"/>
                </a:lnTo>
                <a:lnTo>
                  <a:pt x="3239" y="363"/>
                </a:lnTo>
                <a:cubicBezTo>
                  <a:pt x="3273" y="157"/>
                  <a:pt x="311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4041329" y="2987326"/>
            <a:ext cx="82258" cy="61433"/>
          </a:xfrm>
          <a:custGeom>
            <a:rect b="b" l="l" r="r" t="t"/>
            <a:pathLst>
              <a:path extrusionOk="0" h="1883" w="2525">
                <a:moveTo>
                  <a:pt x="334" y="1"/>
                </a:moveTo>
                <a:cubicBezTo>
                  <a:pt x="143" y="1"/>
                  <a:pt x="0" y="144"/>
                  <a:pt x="0" y="311"/>
                </a:cubicBezTo>
                <a:lnTo>
                  <a:pt x="0" y="1882"/>
                </a:lnTo>
                <a:lnTo>
                  <a:pt x="2525" y="1882"/>
                </a:lnTo>
                <a:lnTo>
                  <a:pt x="2525" y="311"/>
                </a:lnTo>
                <a:cubicBezTo>
                  <a:pt x="2525" y="144"/>
                  <a:pt x="2382" y="1"/>
                  <a:pt x="2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4266309" y="2987326"/>
            <a:ext cx="82258" cy="61433"/>
          </a:xfrm>
          <a:custGeom>
            <a:rect b="b" l="l" r="r" t="t"/>
            <a:pathLst>
              <a:path extrusionOk="0" h="1883" w="2525">
                <a:moveTo>
                  <a:pt x="310" y="1"/>
                </a:moveTo>
                <a:cubicBezTo>
                  <a:pt x="144" y="1"/>
                  <a:pt x="1" y="144"/>
                  <a:pt x="1" y="311"/>
                </a:cubicBezTo>
                <a:lnTo>
                  <a:pt x="1" y="1882"/>
                </a:lnTo>
                <a:lnTo>
                  <a:pt x="2525" y="1882"/>
                </a:lnTo>
                <a:lnTo>
                  <a:pt x="2525" y="311"/>
                </a:lnTo>
                <a:cubicBezTo>
                  <a:pt x="2501" y="144"/>
                  <a:pt x="2358" y="1"/>
                  <a:pt x="2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1"/>
          <p:cNvSpPr/>
          <p:nvPr/>
        </p:nvSpPr>
        <p:spPr>
          <a:xfrm>
            <a:off x="4041329" y="3069704"/>
            <a:ext cx="307238" cy="163973"/>
          </a:xfrm>
          <a:custGeom>
            <a:rect b="b" l="l" r="r" t="t"/>
            <a:pathLst>
              <a:path extrusionOk="0" h="5026" w="9431">
                <a:moveTo>
                  <a:pt x="0" y="0"/>
                </a:moveTo>
                <a:lnTo>
                  <a:pt x="0" y="310"/>
                </a:lnTo>
                <a:cubicBezTo>
                  <a:pt x="0" y="2915"/>
                  <a:pt x="2120" y="5025"/>
                  <a:pt x="4743" y="5025"/>
                </a:cubicBezTo>
                <a:cubicBezTo>
                  <a:pt x="4758" y="5025"/>
                  <a:pt x="4772" y="5025"/>
                  <a:pt x="4787" y="5025"/>
                </a:cubicBezTo>
                <a:cubicBezTo>
                  <a:pt x="7359" y="4954"/>
                  <a:pt x="9407" y="2834"/>
                  <a:pt x="9431" y="262"/>
                </a:cubicBezTo>
                <a:lnTo>
                  <a:pt x="9431" y="0"/>
                </a:lnTo>
                <a:lnTo>
                  <a:pt x="6907" y="0"/>
                </a:lnTo>
                <a:lnTo>
                  <a:pt x="6907" y="286"/>
                </a:lnTo>
                <a:cubicBezTo>
                  <a:pt x="6907" y="1501"/>
                  <a:pt x="5930" y="2477"/>
                  <a:pt x="4716" y="2477"/>
                </a:cubicBezTo>
                <a:cubicBezTo>
                  <a:pt x="4701" y="2477"/>
                  <a:pt x="4687" y="2477"/>
                  <a:pt x="4672" y="2477"/>
                </a:cubicBezTo>
                <a:cubicBezTo>
                  <a:pt x="3478" y="2477"/>
                  <a:pt x="2525" y="1510"/>
                  <a:pt x="2525" y="310"/>
                </a:cubicBezTo>
                <a:lnTo>
                  <a:pt x="2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71"/>
          <p:cNvGrpSpPr/>
          <p:nvPr/>
        </p:nvGrpSpPr>
        <p:grpSpPr>
          <a:xfrm>
            <a:off x="4789992" y="2884002"/>
            <a:ext cx="317891" cy="348892"/>
            <a:chOff x="4789992" y="2884002"/>
            <a:chExt cx="317891" cy="348892"/>
          </a:xfrm>
        </p:grpSpPr>
        <p:sp>
          <p:nvSpPr>
            <p:cNvPr id="9498" name="Google Shape;9498;p71"/>
            <p:cNvSpPr/>
            <p:nvPr/>
          </p:nvSpPr>
          <p:spPr>
            <a:xfrm>
              <a:off x="4877658" y="3109311"/>
              <a:ext cx="142787" cy="21010"/>
            </a:xfrm>
            <a:custGeom>
              <a:rect b="b" l="l" r="r" t="t"/>
              <a:pathLst>
                <a:path extrusionOk="0" h="644" w="4383">
                  <a:moveTo>
                    <a:pt x="0" y="1"/>
                  </a:moveTo>
                  <a:lnTo>
                    <a:pt x="0" y="644"/>
                  </a:lnTo>
                  <a:lnTo>
                    <a:pt x="4382" y="644"/>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4921117" y="3004421"/>
              <a:ext cx="55870" cy="84727"/>
            </a:xfrm>
            <a:custGeom>
              <a:rect b="b" l="l" r="r" t="t"/>
              <a:pathLst>
                <a:path extrusionOk="0" h="2597" w="1715">
                  <a:moveTo>
                    <a:pt x="857" y="1"/>
                  </a:moveTo>
                  <a:cubicBezTo>
                    <a:pt x="453" y="140"/>
                    <a:pt x="326" y="198"/>
                    <a:pt x="233" y="198"/>
                  </a:cubicBezTo>
                  <a:cubicBezTo>
                    <a:pt x="167" y="198"/>
                    <a:pt x="118" y="169"/>
                    <a:pt x="0" y="120"/>
                  </a:cubicBezTo>
                  <a:lnTo>
                    <a:pt x="0" y="120"/>
                  </a:lnTo>
                  <a:lnTo>
                    <a:pt x="476" y="2597"/>
                  </a:lnTo>
                  <a:lnTo>
                    <a:pt x="1238" y="2597"/>
                  </a:lnTo>
                  <a:lnTo>
                    <a:pt x="1715" y="120"/>
                  </a:lnTo>
                  <a:lnTo>
                    <a:pt x="1715" y="120"/>
                  </a:lnTo>
                  <a:cubicBezTo>
                    <a:pt x="1593" y="160"/>
                    <a:pt x="1545" y="188"/>
                    <a:pt x="1476" y="188"/>
                  </a:cubicBezTo>
                  <a:cubicBezTo>
                    <a:pt x="1384" y="188"/>
                    <a:pt x="1254" y="138"/>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4789992" y="2884002"/>
              <a:ext cx="317891" cy="205146"/>
            </a:xfrm>
            <a:custGeom>
              <a:rect b="b" l="l" r="r" t="t"/>
              <a:pathLst>
                <a:path extrusionOk="0" h="6288" w="9758">
                  <a:moveTo>
                    <a:pt x="4911" y="1"/>
                  </a:moveTo>
                  <a:cubicBezTo>
                    <a:pt x="4902" y="1"/>
                    <a:pt x="4892" y="1"/>
                    <a:pt x="4882" y="1"/>
                  </a:cubicBezTo>
                  <a:cubicBezTo>
                    <a:pt x="1572" y="1"/>
                    <a:pt x="0" y="4049"/>
                    <a:pt x="2453" y="6288"/>
                  </a:cubicBezTo>
                  <a:lnTo>
                    <a:pt x="3882" y="6288"/>
                  </a:lnTo>
                  <a:cubicBezTo>
                    <a:pt x="3263" y="3192"/>
                    <a:pt x="3311" y="3549"/>
                    <a:pt x="3311" y="3358"/>
                  </a:cubicBezTo>
                  <a:cubicBezTo>
                    <a:pt x="3311" y="3179"/>
                    <a:pt x="3462" y="3032"/>
                    <a:pt x="3623" y="3032"/>
                  </a:cubicBezTo>
                  <a:cubicBezTo>
                    <a:pt x="3654" y="3032"/>
                    <a:pt x="3685" y="3037"/>
                    <a:pt x="3715" y="3049"/>
                  </a:cubicBezTo>
                  <a:lnTo>
                    <a:pt x="4263" y="3239"/>
                  </a:lnTo>
                  <a:cubicBezTo>
                    <a:pt x="4454" y="3144"/>
                    <a:pt x="4668" y="3097"/>
                    <a:pt x="4882" y="3049"/>
                  </a:cubicBezTo>
                  <a:cubicBezTo>
                    <a:pt x="4954" y="3049"/>
                    <a:pt x="4930" y="3049"/>
                    <a:pt x="5502" y="3239"/>
                  </a:cubicBezTo>
                  <a:lnTo>
                    <a:pt x="6049" y="3049"/>
                  </a:lnTo>
                  <a:cubicBezTo>
                    <a:pt x="6074" y="3043"/>
                    <a:pt x="6099" y="3040"/>
                    <a:pt x="6124" y="3040"/>
                  </a:cubicBezTo>
                  <a:cubicBezTo>
                    <a:pt x="6292" y="3040"/>
                    <a:pt x="6454" y="3172"/>
                    <a:pt x="6454" y="3358"/>
                  </a:cubicBezTo>
                  <a:cubicBezTo>
                    <a:pt x="6454" y="3549"/>
                    <a:pt x="6502" y="3192"/>
                    <a:pt x="5883" y="6288"/>
                  </a:cubicBezTo>
                  <a:lnTo>
                    <a:pt x="7311" y="6288"/>
                  </a:lnTo>
                  <a:cubicBezTo>
                    <a:pt x="9757" y="4056"/>
                    <a:pt x="8202" y="1"/>
                    <a:pt x="49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4877658" y="3150483"/>
              <a:ext cx="142787" cy="20260"/>
            </a:xfrm>
            <a:custGeom>
              <a:rect b="b" l="l" r="r" t="t"/>
              <a:pathLst>
                <a:path extrusionOk="0" h="621" w="4383">
                  <a:moveTo>
                    <a:pt x="0" y="1"/>
                  </a:moveTo>
                  <a:lnTo>
                    <a:pt x="0" y="620"/>
                  </a:lnTo>
                  <a:lnTo>
                    <a:pt x="4382" y="620"/>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4867559" y="3130289"/>
              <a:ext cx="10132" cy="20228"/>
            </a:xfrm>
            <a:custGeom>
              <a:rect b="b" l="l" r="r" t="t"/>
              <a:pathLst>
                <a:path extrusionOk="0" h="620" w="311">
                  <a:moveTo>
                    <a:pt x="310" y="1"/>
                  </a:moveTo>
                  <a:cubicBezTo>
                    <a:pt x="120" y="1"/>
                    <a:pt x="1" y="144"/>
                    <a:pt x="1" y="310"/>
                  </a:cubicBezTo>
                  <a:cubicBezTo>
                    <a:pt x="1" y="477"/>
                    <a:pt x="120" y="620"/>
                    <a:pt x="310" y="620"/>
                  </a:cubicBezTo>
                  <a:lnTo>
                    <a:pt x="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5020413" y="3130289"/>
              <a:ext cx="13976" cy="20228"/>
            </a:xfrm>
            <a:custGeom>
              <a:rect b="b" l="l" r="r" t="t"/>
              <a:pathLst>
                <a:path extrusionOk="0" h="620" w="429">
                  <a:moveTo>
                    <a:pt x="0" y="1"/>
                  </a:moveTo>
                  <a:lnTo>
                    <a:pt x="0" y="620"/>
                  </a:lnTo>
                  <a:cubicBezTo>
                    <a:pt x="429" y="620"/>
                    <a:pt x="42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4862608" y="3170613"/>
              <a:ext cx="172889" cy="62281"/>
            </a:xfrm>
            <a:custGeom>
              <a:rect b="b" l="l" r="r" t="t"/>
              <a:pathLst>
                <a:path extrusionOk="0" h="1909" w="5307">
                  <a:moveTo>
                    <a:pt x="419" y="1"/>
                  </a:moveTo>
                  <a:cubicBezTo>
                    <a:pt x="1" y="1"/>
                    <a:pt x="1" y="648"/>
                    <a:pt x="419" y="648"/>
                  </a:cubicBezTo>
                  <a:cubicBezTo>
                    <a:pt x="433" y="648"/>
                    <a:pt x="448" y="648"/>
                    <a:pt x="462" y="646"/>
                  </a:cubicBezTo>
                  <a:lnTo>
                    <a:pt x="462" y="646"/>
                  </a:lnTo>
                  <a:cubicBezTo>
                    <a:pt x="462" y="980"/>
                    <a:pt x="439" y="1075"/>
                    <a:pt x="558" y="1194"/>
                  </a:cubicBezTo>
                  <a:lnTo>
                    <a:pt x="1177" y="1837"/>
                  </a:lnTo>
                  <a:cubicBezTo>
                    <a:pt x="1225" y="1885"/>
                    <a:pt x="1320" y="1908"/>
                    <a:pt x="1391" y="1908"/>
                  </a:cubicBezTo>
                  <a:lnTo>
                    <a:pt x="3916" y="1908"/>
                  </a:lnTo>
                  <a:cubicBezTo>
                    <a:pt x="3987" y="1908"/>
                    <a:pt x="4058" y="1885"/>
                    <a:pt x="4130" y="1837"/>
                  </a:cubicBezTo>
                  <a:lnTo>
                    <a:pt x="4749" y="1194"/>
                  </a:lnTo>
                  <a:cubicBezTo>
                    <a:pt x="4868" y="1075"/>
                    <a:pt x="4844" y="980"/>
                    <a:pt x="4844" y="646"/>
                  </a:cubicBezTo>
                  <a:lnTo>
                    <a:pt x="4844" y="646"/>
                  </a:lnTo>
                  <a:cubicBezTo>
                    <a:pt x="4859" y="648"/>
                    <a:pt x="4874" y="648"/>
                    <a:pt x="4888" y="648"/>
                  </a:cubicBezTo>
                  <a:cubicBezTo>
                    <a:pt x="5306" y="648"/>
                    <a:pt x="5306" y="1"/>
                    <a:pt x="4888" y="1"/>
                  </a:cubicBezTo>
                  <a:cubicBezTo>
                    <a:pt x="4874" y="1"/>
                    <a:pt x="4859" y="2"/>
                    <a:pt x="4844" y="3"/>
                  </a:cubicBezTo>
                  <a:lnTo>
                    <a:pt x="4844" y="646"/>
                  </a:lnTo>
                  <a:lnTo>
                    <a:pt x="462" y="646"/>
                  </a:lnTo>
                  <a:lnTo>
                    <a:pt x="462" y="3"/>
                  </a:lnTo>
                  <a:cubicBezTo>
                    <a:pt x="448" y="2"/>
                    <a:pt x="433" y="1"/>
                    <a:pt x="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1"/>
          <p:cNvGrpSpPr/>
          <p:nvPr/>
        </p:nvGrpSpPr>
        <p:grpSpPr>
          <a:xfrm>
            <a:off x="5580551" y="2885177"/>
            <a:ext cx="245178" cy="346934"/>
            <a:chOff x="5580551" y="2885177"/>
            <a:chExt cx="245178" cy="346934"/>
          </a:xfrm>
        </p:grpSpPr>
        <p:sp>
          <p:nvSpPr>
            <p:cNvPr id="9506" name="Google Shape;9506;p71"/>
            <p:cNvSpPr/>
            <p:nvPr/>
          </p:nvSpPr>
          <p:spPr>
            <a:xfrm>
              <a:off x="5580551" y="3190906"/>
              <a:ext cx="224231" cy="41205"/>
            </a:xfrm>
            <a:custGeom>
              <a:rect b="b" l="l" r="r" t="t"/>
              <a:pathLst>
                <a:path extrusionOk="0" h="1263" w="6883">
                  <a:moveTo>
                    <a:pt x="0" y="0"/>
                  </a:moveTo>
                  <a:lnTo>
                    <a:pt x="0" y="953"/>
                  </a:lnTo>
                  <a:cubicBezTo>
                    <a:pt x="0" y="1143"/>
                    <a:pt x="143" y="1263"/>
                    <a:pt x="310" y="1263"/>
                  </a:cubicBezTo>
                  <a:lnTo>
                    <a:pt x="6573" y="1263"/>
                  </a:lnTo>
                  <a:cubicBezTo>
                    <a:pt x="6740" y="1263"/>
                    <a:pt x="6883" y="1120"/>
                    <a:pt x="6859" y="953"/>
                  </a:cubicBezTo>
                  <a:lnTo>
                    <a:pt x="68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5601498" y="3047943"/>
              <a:ext cx="224231" cy="123094"/>
            </a:xfrm>
            <a:custGeom>
              <a:rect b="b" l="l" r="r" t="t"/>
              <a:pathLst>
                <a:path extrusionOk="0" h="3773" w="6883">
                  <a:moveTo>
                    <a:pt x="2191" y="1"/>
                  </a:moveTo>
                  <a:cubicBezTo>
                    <a:pt x="2025" y="1"/>
                    <a:pt x="1882" y="143"/>
                    <a:pt x="1882" y="334"/>
                  </a:cubicBezTo>
                  <a:lnTo>
                    <a:pt x="1882" y="1263"/>
                  </a:lnTo>
                  <a:lnTo>
                    <a:pt x="1358" y="1263"/>
                  </a:lnTo>
                  <a:cubicBezTo>
                    <a:pt x="620" y="1263"/>
                    <a:pt x="0" y="1882"/>
                    <a:pt x="0" y="2620"/>
                  </a:cubicBezTo>
                  <a:lnTo>
                    <a:pt x="0" y="3763"/>
                  </a:lnTo>
                  <a:lnTo>
                    <a:pt x="5621" y="3763"/>
                  </a:lnTo>
                  <a:lnTo>
                    <a:pt x="5621" y="3168"/>
                  </a:lnTo>
                  <a:lnTo>
                    <a:pt x="6240" y="3168"/>
                  </a:lnTo>
                  <a:lnTo>
                    <a:pt x="6240" y="3454"/>
                  </a:lnTo>
                  <a:cubicBezTo>
                    <a:pt x="6240" y="3596"/>
                    <a:pt x="6335" y="3739"/>
                    <a:pt x="6502" y="3763"/>
                  </a:cubicBezTo>
                  <a:cubicBezTo>
                    <a:pt x="6527" y="3769"/>
                    <a:pt x="6551" y="3772"/>
                    <a:pt x="6575" y="3772"/>
                  </a:cubicBezTo>
                  <a:cubicBezTo>
                    <a:pt x="6733" y="3772"/>
                    <a:pt x="6859" y="3643"/>
                    <a:pt x="6859" y="3477"/>
                  </a:cubicBezTo>
                  <a:lnTo>
                    <a:pt x="6859" y="2239"/>
                  </a:lnTo>
                  <a:cubicBezTo>
                    <a:pt x="6883" y="2072"/>
                    <a:pt x="6764" y="1929"/>
                    <a:pt x="6621" y="1906"/>
                  </a:cubicBezTo>
                  <a:cubicBezTo>
                    <a:pt x="6596" y="1899"/>
                    <a:pt x="6571" y="1896"/>
                    <a:pt x="6546" y="1896"/>
                  </a:cubicBezTo>
                  <a:cubicBezTo>
                    <a:pt x="6383" y="1896"/>
                    <a:pt x="6240" y="2026"/>
                    <a:pt x="6240" y="2191"/>
                  </a:cubicBezTo>
                  <a:lnTo>
                    <a:pt x="6240" y="2501"/>
                  </a:lnTo>
                  <a:lnTo>
                    <a:pt x="5621" y="2501"/>
                  </a:lnTo>
                  <a:cubicBezTo>
                    <a:pt x="5549" y="1810"/>
                    <a:pt x="4954" y="1263"/>
                    <a:pt x="4263" y="1263"/>
                  </a:cubicBezTo>
                  <a:lnTo>
                    <a:pt x="3763" y="1263"/>
                  </a:lnTo>
                  <a:lnTo>
                    <a:pt x="3763" y="334"/>
                  </a:lnTo>
                  <a:cubicBezTo>
                    <a:pt x="3763" y="143"/>
                    <a:pt x="3620" y="1"/>
                    <a:pt x="3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5634857" y="2885177"/>
              <a:ext cx="119494" cy="142604"/>
            </a:xfrm>
            <a:custGeom>
              <a:rect b="b" l="l" r="r" t="t"/>
              <a:pathLst>
                <a:path extrusionOk="0" h="4371" w="3668">
                  <a:moveTo>
                    <a:pt x="1798" y="0"/>
                  </a:moveTo>
                  <a:cubicBezTo>
                    <a:pt x="1745" y="0"/>
                    <a:pt x="1691" y="12"/>
                    <a:pt x="1644" y="36"/>
                  </a:cubicBezTo>
                  <a:cubicBezTo>
                    <a:pt x="1572" y="84"/>
                    <a:pt x="0" y="1036"/>
                    <a:pt x="0" y="2632"/>
                  </a:cubicBezTo>
                  <a:cubicBezTo>
                    <a:pt x="24" y="3489"/>
                    <a:pt x="643" y="4204"/>
                    <a:pt x="1477" y="4347"/>
                  </a:cubicBezTo>
                  <a:lnTo>
                    <a:pt x="1477" y="3418"/>
                  </a:lnTo>
                  <a:cubicBezTo>
                    <a:pt x="1477" y="3251"/>
                    <a:pt x="1596" y="3108"/>
                    <a:pt x="1763" y="3108"/>
                  </a:cubicBezTo>
                  <a:cubicBezTo>
                    <a:pt x="1953" y="3108"/>
                    <a:pt x="2096" y="3251"/>
                    <a:pt x="2096" y="3418"/>
                  </a:cubicBezTo>
                  <a:lnTo>
                    <a:pt x="2096" y="4370"/>
                  </a:lnTo>
                  <a:cubicBezTo>
                    <a:pt x="2096" y="4370"/>
                    <a:pt x="2930" y="4085"/>
                    <a:pt x="3192" y="3727"/>
                  </a:cubicBezTo>
                  <a:cubicBezTo>
                    <a:pt x="3549" y="3299"/>
                    <a:pt x="3668" y="2751"/>
                    <a:pt x="3549" y="2227"/>
                  </a:cubicBezTo>
                  <a:cubicBezTo>
                    <a:pt x="3453" y="1679"/>
                    <a:pt x="3192" y="1155"/>
                    <a:pt x="2787" y="751"/>
                  </a:cubicBezTo>
                  <a:cubicBezTo>
                    <a:pt x="2727" y="676"/>
                    <a:pt x="2649" y="639"/>
                    <a:pt x="2564" y="639"/>
                  </a:cubicBezTo>
                  <a:cubicBezTo>
                    <a:pt x="2513" y="639"/>
                    <a:pt x="2459" y="652"/>
                    <a:pt x="2406" y="679"/>
                  </a:cubicBezTo>
                  <a:lnTo>
                    <a:pt x="2120" y="846"/>
                  </a:lnTo>
                  <a:lnTo>
                    <a:pt x="2120" y="322"/>
                  </a:lnTo>
                  <a:cubicBezTo>
                    <a:pt x="2120" y="203"/>
                    <a:pt x="2072" y="108"/>
                    <a:pt x="1977" y="36"/>
                  </a:cubicBezTo>
                  <a:lnTo>
                    <a:pt x="1953" y="36"/>
                  </a:lnTo>
                  <a:cubicBezTo>
                    <a:pt x="1906" y="12"/>
                    <a:pt x="1852" y="0"/>
                    <a:pt x="1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1"/>
          <p:cNvGrpSpPr/>
          <p:nvPr/>
        </p:nvGrpSpPr>
        <p:grpSpPr>
          <a:xfrm>
            <a:off x="6318333" y="2883807"/>
            <a:ext cx="289419" cy="349088"/>
            <a:chOff x="6318333" y="2883807"/>
            <a:chExt cx="289419" cy="349088"/>
          </a:xfrm>
        </p:grpSpPr>
        <p:sp>
          <p:nvSpPr>
            <p:cNvPr id="9510" name="Google Shape;9510;p71"/>
            <p:cNvSpPr/>
            <p:nvPr/>
          </p:nvSpPr>
          <p:spPr>
            <a:xfrm>
              <a:off x="6364886" y="2883807"/>
              <a:ext cx="242865" cy="349088"/>
            </a:xfrm>
            <a:custGeom>
              <a:rect b="b" l="l" r="r" t="t"/>
              <a:pathLst>
                <a:path extrusionOk="0" h="10700" w="7455">
                  <a:moveTo>
                    <a:pt x="4080" y="0"/>
                  </a:moveTo>
                  <a:cubicBezTo>
                    <a:pt x="3780" y="0"/>
                    <a:pt x="3621" y="456"/>
                    <a:pt x="3954" y="602"/>
                  </a:cubicBezTo>
                  <a:cubicBezTo>
                    <a:pt x="6074" y="1578"/>
                    <a:pt x="7002" y="4079"/>
                    <a:pt x="6050" y="6222"/>
                  </a:cubicBezTo>
                  <a:cubicBezTo>
                    <a:pt x="5356" y="7824"/>
                    <a:pt x="3783" y="8774"/>
                    <a:pt x="2139" y="8774"/>
                  </a:cubicBezTo>
                  <a:cubicBezTo>
                    <a:pt x="1583" y="8774"/>
                    <a:pt x="1019" y="8666"/>
                    <a:pt x="477" y="8437"/>
                  </a:cubicBezTo>
                  <a:cubicBezTo>
                    <a:pt x="434" y="8418"/>
                    <a:pt x="388" y="8409"/>
                    <a:pt x="344" y="8409"/>
                  </a:cubicBezTo>
                  <a:cubicBezTo>
                    <a:pt x="221" y="8409"/>
                    <a:pt x="107" y="8481"/>
                    <a:pt x="72" y="8604"/>
                  </a:cubicBezTo>
                  <a:cubicBezTo>
                    <a:pt x="1" y="8747"/>
                    <a:pt x="48" y="8937"/>
                    <a:pt x="215" y="9009"/>
                  </a:cubicBezTo>
                  <a:cubicBezTo>
                    <a:pt x="739" y="9247"/>
                    <a:pt x="1311" y="9390"/>
                    <a:pt x="1882" y="9413"/>
                  </a:cubicBezTo>
                  <a:lnTo>
                    <a:pt x="1882" y="10080"/>
                  </a:lnTo>
                  <a:lnTo>
                    <a:pt x="644" y="10080"/>
                  </a:lnTo>
                  <a:cubicBezTo>
                    <a:pt x="477" y="10080"/>
                    <a:pt x="334" y="10175"/>
                    <a:pt x="310" y="10342"/>
                  </a:cubicBezTo>
                  <a:cubicBezTo>
                    <a:pt x="263" y="10533"/>
                    <a:pt x="406" y="10699"/>
                    <a:pt x="620" y="10699"/>
                  </a:cubicBezTo>
                  <a:lnTo>
                    <a:pt x="3740" y="10699"/>
                  </a:lnTo>
                  <a:cubicBezTo>
                    <a:pt x="3906" y="10699"/>
                    <a:pt x="4025" y="10604"/>
                    <a:pt x="4073" y="10461"/>
                  </a:cubicBezTo>
                  <a:cubicBezTo>
                    <a:pt x="4097" y="10271"/>
                    <a:pt x="3954" y="10080"/>
                    <a:pt x="3764" y="10080"/>
                  </a:cubicBezTo>
                  <a:lnTo>
                    <a:pt x="2501" y="10080"/>
                  </a:lnTo>
                  <a:lnTo>
                    <a:pt x="2501" y="9413"/>
                  </a:lnTo>
                  <a:cubicBezTo>
                    <a:pt x="4764" y="9294"/>
                    <a:pt x="6645" y="7627"/>
                    <a:pt x="7050" y="5389"/>
                  </a:cubicBezTo>
                  <a:cubicBezTo>
                    <a:pt x="7455" y="3150"/>
                    <a:pt x="6288" y="935"/>
                    <a:pt x="4216" y="30"/>
                  </a:cubicBezTo>
                  <a:cubicBezTo>
                    <a:pt x="4168" y="10"/>
                    <a:pt x="4123"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6388179" y="3078252"/>
              <a:ext cx="45022" cy="45871"/>
            </a:xfrm>
            <a:custGeom>
              <a:rect b="b" l="l" r="r" t="t"/>
              <a:pathLst>
                <a:path extrusionOk="0" h="1406" w="1382">
                  <a:moveTo>
                    <a:pt x="96" y="0"/>
                  </a:moveTo>
                  <a:lnTo>
                    <a:pt x="96" y="0"/>
                  </a:lnTo>
                  <a:cubicBezTo>
                    <a:pt x="0" y="619"/>
                    <a:pt x="48" y="1120"/>
                    <a:pt x="238" y="1405"/>
                  </a:cubicBezTo>
                  <a:cubicBezTo>
                    <a:pt x="572" y="1381"/>
                    <a:pt x="977" y="1072"/>
                    <a:pt x="1382" y="572"/>
                  </a:cubicBezTo>
                  <a:lnTo>
                    <a:pt x="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6413785" y="2982693"/>
              <a:ext cx="65188" cy="51287"/>
            </a:xfrm>
            <a:custGeom>
              <a:rect b="b" l="l" r="r" t="t"/>
              <a:pathLst>
                <a:path extrusionOk="0" h="1572" w="2001">
                  <a:moveTo>
                    <a:pt x="453" y="0"/>
                  </a:moveTo>
                  <a:cubicBezTo>
                    <a:pt x="286" y="262"/>
                    <a:pt x="143" y="548"/>
                    <a:pt x="0" y="834"/>
                  </a:cubicBezTo>
                  <a:lnTo>
                    <a:pt x="1691" y="1572"/>
                  </a:lnTo>
                  <a:cubicBezTo>
                    <a:pt x="1810" y="1286"/>
                    <a:pt x="1905" y="1000"/>
                    <a:pt x="2001" y="691"/>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6395933" y="3028531"/>
              <a:ext cx="64406" cy="51287"/>
            </a:xfrm>
            <a:custGeom>
              <a:rect b="b" l="l" r="r" t="t"/>
              <a:pathLst>
                <a:path extrusionOk="0" h="1572" w="1977">
                  <a:moveTo>
                    <a:pt x="286" y="0"/>
                  </a:moveTo>
                  <a:cubicBezTo>
                    <a:pt x="167" y="286"/>
                    <a:pt x="72" y="596"/>
                    <a:pt x="0" y="881"/>
                  </a:cubicBezTo>
                  <a:lnTo>
                    <a:pt x="1525" y="1572"/>
                  </a:lnTo>
                  <a:cubicBezTo>
                    <a:pt x="1691" y="1310"/>
                    <a:pt x="1834" y="1024"/>
                    <a:pt x="1977" y="738"/>
                  </a:cubicBezTo>
                  <a:lnTo>
                    <a:pt x="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6333091" y="2948502"/>
              <a:ext cx="76850" cy="52853"/>
            </a:xfrm>
            <a:custGeom>
              <a:rect b="b" l="l" r="r" t="t"/>
              <a:pathLst>
                <a:path extrusionOk="0" h="1620" w="2359">
                  <a:moveTo>
                    <a:pt x="572" y="0"/>
                  </a:moveTo>
                  <a:cubicBezTo>
                    <a:pt x="358" y="238"/>
                    <a:pt x="167" y="500"/>
                    <a:pt x="0" y="786"/>
                  </a:cubicBezTo>
                  <a:lnTo>
                    <a:pt x="1906" y="1620"/>
                  </a:lnTo>
                  <a:cubicBezTo>
                    <a:pt x="2048" y="1334"/>
                    <a:pt x="2191" y="1072"/>
                    <a:pt x="2358" y="810"/>
                  </a:cubicBezTo>
                  <a:lnTo>
                    <a:pt x="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6464215" y="3061156"/>
              <a:ext cx="76818" cy="52853"/>
            </a:xfrm>
            <a:custGeom>
              <a:rect b="b" l="l" r="r" t="t"/>
              <a:pathLst>
                <a:path extrusionOk="0" h="1620" w="2358">
                  <a:moveTo>
                    <a:pt x="453" y="0"/>
                  </a:moveTo>
                  <a:cubicBezTo>
                    <a:pt x="333" y="286"/>
                    <a:pt x="167" y="572"/>
                    <a:pt x="0" y="834"/>
                  </a:cubicBezTo>
                  <a:lnTo>
                    <a:pt x="1786" y="1620"/>
                  </a:lnTo>
                  <a:cubicBezTo>
                    <a:pt x="2024" y="1405"/>
                    <a:pt x="2215" y="1143"/>
                    <a:pt x="2358" y="858"/>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6318333" y="2992774"/>
              <a:ext cx="68315" cy="56767"/>
            </a:xfrm>
            <a:custGeom>
              <a:rect b="b" l="l" r="r" t="t"/>
              <a:pathLst>
                <a:path extrusionOk="0" h="1740" w="2097">
                  <a:moveTo>
                    <a:pt x="191" y="1"/>
                  </a:moveTo>
                  <a:cubicBezTo>
                    <a:pt x="72" y="286"/>
                    <a:pt x="25" y="620"/>
                    <a:pt x="1" y="929"/>
                  </a:cubicBezTo>
                  <a:lnTo>
                    <a:pt x="1787" y="1739"/>
                  </a:lnTo>
                  <a:cubicBezTo>
                    <a:pt x="1882" y="1430"/>
                    <a:pt x="1978" y="1144"/>
                    <a:pt x="2097" y="834"/>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6495229" y="2927524"/>
              <a:ext cx="60562" cy="89360"/>
            </a:xfrm>
            <a:custGeom>
              <a:rect b="b" l="l" r="r" t="t"/>
              <a:pathLst>
                <a:path extrusionOk="0" h="2739" w="1859">
                  <a:moveTo>
                    <a:pt x="1" y="0"/>
                  </a:moveTo>
                  <a:cubicBezTo>
                    <a:pt x="263" y="477"/>
                    <a:pt x="358" y="1024"/>
                    <a:pt x="286" y="1572"/>
                  </a:cubicBezTo>
                  <a:cubicBezTo>
                    <a:pt x="286" y="1715"/>
                    <a:pt x="239" y="1858"/>
                    <a:pt x="215" y="2024"/>
                  </a:cubicBezTo>
                  <a:lnTo>
                    <a:pt x="1858" y="2739"/>
                  </a:lnTo>
                  <a:cubicBezTo>
                    <a:pt x="1811" y="2429"/>
                    <a:pt x="1739" y="2144"/>
                    <a:pt x="1620" y="1858"/>
                  </a:cubicBezTo>
                  <a:cubicBezTo>
                    <a:pt x="1334" y="1072"/>
                    <a:pt x="763" y="40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6399028" y="3105428"/>
              <a:ext cx="106333" cy="45088"/>
            </a:xfrm>
            <a:custGeom>
              <a:rect b="b" l="l" r="r" t="t"/>
              <a:pathLst>
                <a:path extrusionOk="0" h="1382" w="3264">
                  <a:moveTo>
                    <a:pt x="1644" y="1"/>
                  </a:moveTo>
                  <a:cubicBezTo>
                    <a:pt x="1549" y="120"/>
                    <a:pt x="1453" y="239"/>
                    <a:pt x="1334" y="334"/>
                  </a:cubicBezTo>
                  <a:cubicBezTo>
                    <a:pt x="1001" y="763"/>
                    <a:pt x="525" y="1072"/>
                    <a:pt x="1" y="1191"/>
                  </a:cubicBezTo>
                  <a:cubicBezTo>
                    <a:pt x="358" y="1334"/>
                    <a:pt x="763" y="1382"/>
                    <a:pt x="1144" y="1382"/>
                  </a:cubicBezTo>
                  <a:cubicBezTo>
                    <a:pt x="1906" y="1382"/>
                    <a:pt x="2644" y="1144"/>
                    <a:pt x="3263" y="715"/>
                  </a:cubicBezTo>
                  <a:lnTo>
                    <a:pt x="1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6319115" y="3045627"/>
              <a:ext cx="59780" cy="90143"/>
            </a:xfrm>
            <a:custGeom>
              <a:rect b="b" l="l" r="r" t="t"/>
              <a:pathLst>
                <a:path extrusionOk="0" h="2763" w="1835">
                  <a:moveTo>
                    <a:pt x="1" y="0"/>
                  </a:moveTo>
                  <a:lnTo>
                    <a:pt x="1" y="0"/>
                  </a:lnTo>
                  <a:cubicBezTo>
                    <a:pt x="144" y="1167"/>
                    <a:pt x="810" y="2167"/>
                    <a:pt x="1834" y="2763"/>
                  </a:cubicBezTo>
                  <a:cubicBezTo>
                    <a:pt x="1573" y="2262"/>
                    <a:pt x="1477" y="1715"/>
                    <a:pt x="1573" y="1167"/>
                  </a:cubicBezTo>
                  <a:cubicBezTo>
                    <a:pt x="1573" y="1024"/>
                    <a:pt x="1596" y="881"/>
                    <a:pt x="1620" y="73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6440922" y="2938388"/>
              <a:ext cx="45022" cy="46654"/>
            </a:xfrm>
            <a:custGeom>
              <a:rect b="b" l="l" r="r" t="t"/>
              <a:pathLst>
                <a:path extrusionOk="0" h="1430" w="1382">
                  <a:moveTo>
                    <a:pt x="1144" y="1"/>
                  </a:moveTo>
                  <a:cubicBezTo>
                    <a:pt x="810" y="48"/>
                    <a:pt x="405" y="358"/>
                    <a:pt x="1" y="858"/>
                  </a:cubicBezTo>
                  <a:lnTo>
                    <a:pt x="1287" y="1430"/>
                  </a:lnTo>
                  <a:cubicBezTo>
                    <a:pt x="1382" y="787"/>
                    <a:pt x="1334" y="286"/>
                    <a:pt x="1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6487476" y="3013752"/>
              <a:ext cx="69064" cy="56767"/>
            </a:xfrm>
            <a:custGeom>
              <a:rect b="b" l="l" r="r" t="t"/>
              <a:pathLst>
                <a:path extrusionOk="0" h="1740" w="2120">
                  <a:moveTo>
                    <a:pt x="310" y="1"/>
                  </a:moveTo>
                  <a:cubicBezTo>
                    <a:pt x="215" y="286"/>
                    <a:pt x="120" y="596"/>
                    <a:pt x="1" y="882"/>
                  </a:cubicBezTo>
                  <a:lnTo>
                    <a:pt x="1929" y="1739"/>
                  </a:lnTo>
                  <a:cubicBezTo>
                    <a:pt x="2025" y="1430"/>
                    <a:pt x="2096" y="1120"/>
                    <a:pt x="2120" y="787"/>
                  </a:cubicBezTo>
                  <a:lnTo>
                    <a:pt x="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6368763" y="2911864"/>
              <a:ext cx="106333" cy="46001"/>
            </a:xfrm>
            <a:custGeom>
              <a:rect b="b" l="l" r="r" t="t"/>
              <a:pathLst>
                <a:path extrusionOk="0" h="1410" w="3264">
                  <a:moveTo>
                    <a:pt x="2109" y="0"/>
                  </a:moveTo>
                  <a:cubicBezTo>
                    <a:pt x="1365" y="0"/>
                    <a:pt x="627" y="233"/>
                    <a:pt x="1" y="671"/>
                  </a:cubicBezTo>
                  <a:lnTo>
                    <a:pt x="1620" y="1409"/>
                  </a:lnTo>
                  <a:cubicBezTo>
                    <a:pt x="1716" y="1266"/>
                    <a:pt x="1811" y="1171"/>
                    <a:pt x="1930" y="1052"/>
                  </a:cubicBezTo>
                  <a:cubicBezTo>
                    <a:pt x="2263" y="623"/>
                    <a:pt x="2740" y="314"/>
                    <a:pt x="3263" y="195"/>
                  </a:cubicBezTo>
                  <a:cubicBezTo>
                    <a:pt x="2888" y="64"/>
                    <a:pt x="2498" y="0"/>
                    <a:pt x="2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1"/>
          <p:cNvGrpSpPr/>
          <p:nvPr/>
        </p:nvGrpSpPr>
        <p:grpSpPr>
          <a:xfrm>
            <a:off x="7099607" y="2884002"/>
            <a:ext cx="225013" cy="348892"/>
            <a:chOff x="7099607" y="2884002"/>
            <a:chExt cx="225013" cy="348892"/>
          </a:xfrm>
        </p:grpSpPr>
        <p:sp>
          <p:nvSpPr>
            <p:cNvPr id="9524" name="Google Shape;9524;p71"/>
            <p:cNvSpPr/>
            <p:nvPr/>
          </p:nvSpPr>
          <p:spPr>
            <a:xfrm>
              <a:off x="7161667" y="2884002"/>
              <a:ext cx="101642" cy="21794"/>
            </a:xfrm>
            <a:custGeom>
              <a:rect b="b" l="l" r="r" t="t"/>
              <a:pathLst>
                <a:path extrusionOk="0" h="668" w="3120">
                  <a:moveTo>
                    <a:pt x="500" y="1"/>
                  </a:moveTo>
                  <a:cubicBezTo>
                    <a:pt x="215" y="1"/>
                    <a:pt x="0" y="239"/>
                    <a:pt x="0" y="525"/>
                  </a:cubicBezTo>
                  <a:lnTo>
                    <a:pt x="0" y="667"/>
                  </a:lnTo>
                  <a:lnTo>
                    <a:pt x="3120" y="667"/>
                  </a:lnTo>
                  <a:lnTo>
                    <a:pt x="3120" y="525"/>
                  </a:lnTo>
                  <a:cubicBezTo>
                    <a:pt x="3120" y="239"/>
                    <a:pt x="2882" y="1"/>
                    <a:pt x="25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7099607" y="2925958"/>
              <a:ext cx="225013" cy="122801"/>
            </a:xfrm>
            <a:custGeom>
              <a:rect b="b" l="l" r="r" t="t"/>
              <a:pathLst>
                <a:path extrusionOk="0" h="3764" w="6907">
                  <a:moveTo>
                    <a:pt x="3465" y="1287"/>
                  </a:moveTo>
                  <a:cubicBezTo>
                    <a:pt x="3614" y="1287"/>
                    <a:pt x="3763" y="1382"/>
                    <a:pt x="3787" y="1572"/>
                  </a:cubicBezTo>
                  <a:lnTo>
                    <a:pt x="3787" y="1882"/>
                  </a:lnTo>
                  <a:lnTo>
                    <a:pt x="4096" y="1882"/>
                  </a:lnTo>
                  <a:cubicBezTo>
                    <a:pt x="4111" y="1880"/>
                    <a:pt x="4125" y="1880"/>
                    <a:pt x="4139" y="1880"/>
                  </a:cubicBezTo>
                  <a:cubicBezTo>
                    <a:pt x="4541" y="1880"/>
                    <a:pt x="4534" y="2526"/>
                    <a:pt x="4118" y="2526"/>
                  </a:cubicBezTo>
                  <a:cubicBezTo>
                    <a:pt x="4111" y="2526"/>
                    <a:pt x="4104" y="2525"/>
                    <a:pt x="4096" y="2525"/>
                  </a:cubicBezTo>
                  <a:lnTo>
                    <a:pt x="3787" y="2525"/>
                  </a:lnTo>
                  <a:lnTo>
                    <a:pt x="3787" y="2835"/>
                  </a:lnTo>
                  <a:cubicBezTo>
                    <a:pt x="3763" y="3025"/>
                    <a:pt x="3614" y="3120"/>
                    <a:pt x="3465" y="3120"/>
                  </a:cubicBezTo>
                  <a:cubicBezTo>
                    <a:pt x="3316" y="3120"/>
                    <a:pt x="3167" y="3025"/>
                    <a:pt x="3144" y="2835"/>
                  </a:cubicBezTo>
                  <a:lnTo>
                    <a:pt x="3144" y="2525"/>
                  </a:lnTo>
                  <a:lnTo>
                    <a:pt x="2858" y="2525"/>
                  </a:lnTo>
                  <a:cubicBezTo>
                    <a:pt x="2850" y="2525"/>
                    <a:pt x="2842" y="2526"/>
                    <a:pt x="2835" y="2526"/>
                  </a:cubicBezTo>
                  <a:cubicBezTo>
                    <a:pt x="2397" y="2526"/>
                    <a:pt x="2389" y="1880"/>
                    <a:pt x="2813" y="1880"/>
                  </a:cubicBezTo>
                  <a:cubicBezTo>
                    <a:pt x="2828" y="1880"/>
                    <a:pt x="2843" y="1880"/>
                    <a:pt x="2858" y="1882"/>
                  </a:cubicBezTo>
                  <a:lnTo>
                    <a:pt x="3144" y="1882"/>
                  </a:lnTo>
                  <a:lnTo>
                    <a:pt x="3144" y="1572"/>
                  </a:lnTo>
                  <a:cubicBezTo>
                    <a:pt x="3167" y="1382"/>
                    <a:pt x="3316" y="1287"/>
                    <a:pt x="3465" y="1287"/>
                  </a:cubicBezTo>
                  <a:close/>
                  <a:moveTo>
                    <a:pt x="1143" y="1"/>
                  </a:moveTo>
                  <a:cubicBezTo>
                    <a:pt x="524" y="1"/>
                    <a:pt x="0" y="525"/>
                    <a:pt x="0" y="1144"/>
                  </a:cubicBezTo>
                  <a:lnTo>
                    <a:pt x="0" y="3763"/>
                  </a:lnTo>
                  <a:lnTo>
                    <a:pt x="6906" y="3763"/>
                  </a:lnTo>
                  <a:lnTo>
                    <a:pt x="6906" y="1144"/>
                  </a:lnTo>
                  <a:cubicBezTo>
                    <a:pt x="6906" y="525"/>
                    <a:pt x="6382" y="1"/>
                    <a:pt x="5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7099607" y="3069704"/>
              <a:ext cx="225013" cy="163190"/>
            </a:xfrm>
            <a:custGeom>
              <a:rect b="b" l="l" r="r" t="t"/>
              <a:pathLst>
                <a:path extrusionOk="0" h="5002" w="6907">
                  <a:moveTo>
                    <a:pt x="4078" y="611"/>
                  </a:moveTo>
                  <a:cubicBezTo>
                    <a:pt x="4317" y="611"/>
                    <a:pt x="4528" y="925"/>
                    <a:pt x="4311" y="1143"/>
                  </a:cubicBezTo>
                  <a:lnTo>
                    <a:pt x="3572" y="1882"/>
                  </a:lnTo>
                  <a:lnTo>
                    <a:pt x="4072" y="1882"/>
                  </a:lnTo>
                  <a:cubicBezTo>
                    <a:pt x="4358" y="1882"/>
                    <a:pt x="4501" y="2215"/>
                    <a:pt x="4311" y="2406"/>
                  </a:cubicBezTo>
                  <a:lnTo>
                    <a:pt x="3048" y="3668"/>
                  </a:lnTo>
                  <a:cubicBezTo>
                    <a:pt x="2977" y="3734"/>
                    <a:pt x="2899" y="3762"/>
                    <a:pt x="2825" y="3762"/>
                  </a:cubicBezTo>
                  <a:cubicBezTo>
                    <a:pt x="2579" y="3762"/>
                    <a:pt x="2376" y="3453"/>
                    <a:pt x="2596" y="3215"/>
                  </a:cubicBezTo>
                  <a:lnTo>
                    <a:pt x="3334" y="2501"/>
                  </a:lnTo>
                  <a:lnTo>
                    <a:pt x="2834" y="2501"/>
                  </a:lnTo>
                  <a:cubicBezTo>
                    <a:pt x="2817" y="2503"/>
                    <a:pt x="2800" y="2505"/>
                    <a:pt x="2784" y="2505"/>
                  </a:cubicBezTo>
                  <a:cubicBezTo>
                    <a:pt x="2507" y="2505"/>
                    <a:pt x="2371" y="2134"/>
                    <a:pt x="2596" y="1977"/>
                  </a:cubicBezTo>
                  <a:lnTo>
                    <a:pt x="3858" y="715"/>
                  </a:lnTo>
                  <a:cubicBezTo>
                    <a:pt x="3926" y="641"/>
                    <a:pt x="4003" y="611"/>
                    <a:pt x="4078" y="611"/>
                  </a:cubicBezTo>
                  <a:close/>
                  <a:moveTo>
                    <a:pt x="0" y="0"/>
                  </a:moveTo>
                  <a:lnTo>
                    <a:pt x="0" y="3858"/>
                  </a:lnTo>
                  <a:cubicBezTo>
                    <a:pt x="0" y="4501"/>
                    <a:pt x="524" y="5001"/>
                    <a:pt x="1143" y="5001"/>
                  </a:cubicBezTo>
                  <a:lnTo>
                    <a:pt x="5763" y="5001"/>
                  </a:lnTo>
                  <a:cubicBezTo>
                    <a:pt x="6406" y="5001"/>
                    <a:pt x="6906" y="4501"/>
                    <a:pt x="6906" y="3858"/>
                  </a:cubicBezTo>
                  <a:lnTo>
                    <a:pt x="6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71"/>
          <p:cNvGrpSpPr/>
          <p:nvPr/>
        </p:nvGrpSpPr>
        <p:grpSpPr>
          <a:xfrm>
            <a:off x="7792400" y="2904915"/>
            <a:ext cx="348384" cy="307784"/>
            <a:chOff x="7792400" y="2904915"/>
            <a:chExt cx="348384" cy="307784"/>
          </a:xfrm>
        </p:grpSpPr>
        <p:sp>
          <p:nvSpPr>
            <p:cNvPr id="9528" name="Google Shape;9528;p71"/>
            <p:cNvSpPr/>
            <p:nvPr/>
          </p:nvSpPr>
          <p:spPr>
            <a:xfrm>
              <a:off x="7834295" y="3109311"/>
              <a:ext cx="60529" cy="60258"/>
            </a:xfrm>
            <a:custGeom>
              <a:rect b="b" l="l" r="r" t="t"/>
              <a:pathLst>
                <a:path extrusionOk="0" h="1847" w="1858">
                  <a:moveTo>
                    <a:pt x="0" y="1"/>
                  </a:moveTo>
                  <a:lnTo>
                    <a:pt x="0" y="953"/>
                  </a:lnTo>
                  <a:cubicBezTo>
                    <a:pt x="24" y="1549"/>
                    <a:pt x="471" y="1846"/>
                    <a:pt x="920" y="1846"/>
                  </a:cubicBezTo>
                  <a:cubicBezTo>
                    <a:pt x="1370" y="1846"/>
                    <a:pt x="1822" y="1549"/>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7818755" y="2904980"/>
              <a:ext cx="88513" cy="61400"/>
            </a:xfrm>
            <a:custGeom>
              <a:rect b="b" l="l" r="r" t="t"/>
              <a:pathLst>
                <a:path extrusionOk="0" h="1882" w="2717">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7935936" y="3109311"/>
              <a:ext cx="60529" cy="62020"/>
            </a:xfrm>
            <a:custGeom>
              <a:rect b="b" l="l" r="r" t="t"/>
              <a:pathLst>
                <a:path extrusionOk="0" h="1901" w="1858">
                  <a:moveTo>
                    <a:pt x="0" y="1"/>
                  </a:moveTo>
                  <a:lnTo>
                    <a:pt x="0" y="953"/>
                  </a:lnTo>
                  <a:cubicBezTo>
                    <a:pt x="0" y="1584"/>
                    <a:pt x="465" y="1900"/>
                    <a:pt x="929" y="1900"/>
                  </a:cubicBezTo>
                  <a:cubicBezTo>
                    <a:pt x="1393" y="1900"/>
                    <a:pt x="1858" y="1584"/>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7921114" y="2904980"/>
              <a:ext cx="87764" cy="61400"/>
            </a:xfrm>
            <a:custGeom>
              <a:rect b="b" l="l" r="r" t="t"/>
              <a:pathLst>
                <a:path extrusionOk="0" h="1882" w="2694">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8038327" y="3107777"/>
              <a:ext cx="60562" cy="61792"/>
            </a:xfrm>
            <a:custGeom>
              <a:rect b="b" l="l" r="r" t="t"/>
              <a:pathLst>
                <a:path extrusionOk="0" h="1894" w="1859">
                  <a:moveTo>
                    <a:pt x="1" y="0"/>
                  </a:moveTo>
                  <a:lnTo>
                    <a:pt x="1" y="1000"/>
                  </a:lnTo>
                  <a:cubicBezTo>
                    <a:pt x="36" y="1596"/>
                    <a:pt x="483" y="1893"/>
                    <a:pt x="929" y="1893"/>
                  </a:cubicBezTo>
                  <a:cubicBezTo>
                    <a:pt x="1376" y="1893"/>
                    <a:pt x="1822" y="1596"/>
                    <a:pt x="1858" y="1000"/>
                  </a:cubicBezTo>
                  <a:lnTo>
                    <a:pt x="1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8023537" y="2904915"/>
              <a:ext cx="89621" cy="61465"/>
            </a:xfrm>
            <a:custGeom>
              <a:rect b="b" l="l" r="r" t="t"/>
              <a:pathLst>
                <a:path extrusionOk="0" h="1884" w="2751">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7792400" y="2986575"/>
              <a:ext cx="348384" cy="226124"/>
            </a:xfrm>
            <a:custGeom>
              <a:rect b="b" l="l" r="r" t="t"/>
              <a:pathLst>
                <a:path extrusionOk="0" h="6931" w="10694">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71"/>
          <p:cNvGrpSpPr/>
          <p:nvPr/>
        </p:nvGrpSpPr>
        <p:grpSpPr>
          <a:xfrm>
            <a:off x="7791618" y="3462835"/>
            <a:ext cx="349166" cy="309024"/>
            <a:chOff x="7791618" y="3462835"/>
            <a:chExt cx="349166" cy="309024"/>
          </a:xfrm>
        </p:grpSpPr>
        <p:sp>
          <p:nvSpPr>
            <p:cNvPr id="9536" name="Google Shape;9536;p71"/>
            <p:cNvSpPr/>
            <p:nvPr/>
          </p:nvSpPr>
          <p:spPr>
            <a:xfrm>
              <a:off x="7791618" y="3462835"/>
              <a:ext cx="144351" cy="143778"/>
            </a:xfrm>
            <a:custGeom>
              <a:rect b="b" l="l" r="r" t="t"/>
              <a:pathLst>
                <a:path extrusionOk="0" h="4407" w="4431">
                  <a:moveTo>
                    <a:pt x="2215" y="0"/>
                  </a:moveTo>
                  <a:cubicBezTo>
                    <a:pt x="1001" y="0"/>
                    <a:pt x="1" y="977"/>
                    <a:pt x="1" y="2191"/>
                  </a:cubicBezTo>
                  <a:lnTo>
                    <a:pt x="1" y="4406"/>
                  </a:lnTo>
                  <a:lnTo>
                    <a:pt x="4406" y="4406"/>
                  </a:lnTo>
                  <a:lnTo>
                    <a:pt x="4406" y="2215"/>
                  </a:lnTo>
                  <a:cubicBezTo>
                    <a:pt x="4430" y="1001"/>
                    <a:pt x="3454" y="0"/>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7791618" y="3626776"/>
              <a:ext cx="143569" cy="143778"/>
            </a:xfrm>
            <a:custGeom>
              <a:rect b="b" l="l" r="r" t="t"/>
              <a:pathLst>
                <a:path extrusionOk="0" h="4407" w="4407">
                  <a:moveTo>
                    <a:pt x="1" y="0"/>
                  </a:moveTo>
                  <a:lnTo>
                    <a:pt x="1" y="2191"/>
                  </a:lnTo>
                  <a:cubicBezTo>
                    <a:pt x="1" y="3406"/>
                    <a:pt x="977" y="4406"/>
                    <a:pt x="2192" y="4406"/>
                  </a:cubicBezTo>
                  <a:cubicBezTo>
                    <a:pt x="2206" y="4406"/>
                    <a:pt x="2220" y="4406"/>
                    <a:pt x="2234" y="4406"/>
                  </a:cubicBezTo>
                  <a:cubicBezTo>
                    <a:pt x="3429" y="4406"/>
                    <a:pt x="4406" y="3415"/>
                    <a:pt x="4406" y="2215"/>
                  </a:cubicBezTo>
                  <a:lnTo>
                    <a:pt x="4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7956884" y="3524007"/>
              <a:ext cx="183900" cy="113665"/>
            </a:xfrm>
            <a:custGeom>
              <a:rect b="b" l="l" r="r" t="t"/>
              <a:pathLst>
                <a:path extrusionOk="0" h="3484" w="5645">
                  <a:moveTo>
                    <a:pt x="1862" y="1"/>
                  </a:moveTo>
                  <a:cubicBezTo>
                    <a:pt x="1237" y="1"/>
                    <a:pt x="598" y="160"/>
                    <a:pt x="0" y="507"/>
                  </a:cubicBezTo>
                  <a:lnTo>
                    <a:pt x="0" y="3484"/>
                  </a:lnTo>
                  <a:lnTo>
                    <a:pt x="5644" y="3484"/>
                  </a:lnTo>
                  <a:cubicBezTo>
                    <a:pt x="5466" y="1415"/>
                    <a:pt x="3725"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7942908" y="3657835"/>
              <a:ext cx="197876" cy="114024"/>
            </a:xfrm>
            <a:custGeom>
              <a:rect b="b" l="l" r="r" t="t"/>
              <a:pathLst>
                <a:path extrusionOk="0" h="3495" w="6074">
                  <a:moveTo>
                    <a:pt x="405" y="1"/>
                  </a:moveTo>
                  <a:lnTo>
                    <a:pt x="405" y="1287"/>
                  </a:lnTo>
                  <a:cubicBezTo>
                    <a:pt x="405" y="1787"/>
                    <a:pt x="262" y="2287"/>
                    <a:pt x="0" y="2716"/>
                  </a:cubicBezTo>
                  <a:cubicBezTo>
                    <a:pt x="705" y="3251"/>
                    <a:pt x="1503" y="3495"/>
                    <a:pt x="2284" y="3495"/>
                  </a:cubicBezTo>
                  <a:cubicBezTo>
                    <a:pt x="4144" y="3495"/>
                    <a:pt x="5905" y="2114"/>
                    <a:pt x="6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71"/>
          <p:cNvSpPr/>
          <p:nvPr/>
        </p:nvSpPr>
        <p:spPr>
          <a:xfrm>
            <a:off x="7058461" y="3442477"/>
            <a:ext cx="310007" cy="349022"/>
          </a:xfrm>
          <a:custGeom>
            <a:rect b="b" l="l" r="r" t="t"/>
            <a:pathLst>
              <a:path extrusionOk="0" h="10698" w="9516">
                <a:moveTo>
                  <a:pt x="9175" y="0"/>
                </a:moveTo>
                <a:cubicBezTo>
                  <a:pt x="9158" y="0"/>
                  <a:pt x="9140" y="2"/>
                  <a:pt x="9122" y="5"/>
                </a:cubicBezTo>
                <a:lnTo>
                  <a:pt x="334" y="5"/>
                </a:lnTo>
                <a:cubicBezTo>
                  <a:pt x="320" y="3"/>
                  <a:pt x="307" y="3"/>
                  <a:pt x="293" y="3"/>
                </a:cubicBezTo>
                <a:cubicBezTo>
                  <a:pt x="124" y="3"/>
                  <a:pt x="1" y="138"/>
                  <a:pt x="1" y="315"/>
                </a:cubicBezTo>
                <a:lnTo>
                  <a:pt x="1" y="8721"/>
                </a:lnTo>
                <a:cubicBezTo>
                  <a:pt x="1" y="9817"/>
                  <a:pt x="906" y="10698"/>
                  <a:pt x="2001" y="10698"/>
                </a:cubicBezTo>
                <a:lnTo>
                  <a:pt x="6169" y="10698"/>
                </a:lnTo>
                <a:cubicBezTo>
                  <a:pt x="7264" y="10698"/>
                  <a:pt x="8146" y="9817"/>
                  <a:pt x="8146" y="8721"/>
                </a:cubicBezTo>
                <a:lnTo>
                  <a:pt x="8146" y="8150"/>
                </a:lnTo>
                <a:lnTo>
                  <a:pt x="6359" y="8150"/>
                </a:lnTo>
                <a:cubicBezTo>
                  <a:pt x="5955" y="8150"/>
                  <a:pt x="5955" y="7531"/>
                  <a:pt x="6359" y="7531"/>
                </a:cubicBezTo>
                <a:lnTo>
                  <a:pt x="8146" y="7531"/>
                </a:lnTo>
                <a:lnTo>
                  <a:pt x="8146" y="6888"/>
                </a:lnTo>
                <a:lnTo>
                  <a:pt x="7026" y="6888"/>
                </a:lnTo>
                <a:cubicBezTo>
                  <a:pt x="6645" y="6864"/>
                  <a:pt x="6645" y="6292"/>
                  <a:pt x="7026" y="6268"/>
                </a:cubicBezTo>
                <a:lnTo>
                  <a:pt x="8169" y="6268"/>
                </a:lnTo>
                <a:lnTo>
                  <a:pt x="8169" y="5625"/>
                </a:lnTo>
                <a:lnTo>
                  <a:pt x="6383" y="5625"/>
                </a:lnTo>
                <a:cubicBezTo>
                  <a:pt x="5978" y="5625"/>
                  <a:pt x="5978" y="5006"/>
                  <a:pt x="6383" y="5006"/>
                </a:cubicBezTo>
                <a:lnTo>
                  <a:pt x="8169" y="5006"/>
                </a:lnTo>
                <a:lnTo>
                  <a:pt x="8169" y="4387"/>
                </a:lnTo>
                <a:lnTo>
                  <a:pt x="7026" y="4387"/>
                </a:lnTo>
                <a:cubicBezTo>
                  <a:pt x="6645" y="4339"/>
                  <a:pt x="6645" y="3792"/>
                  <a:pt x="7026" y="3744"/>
                </a:cubicBezTo>
                <a:lnTo>
                  <a:pt x="8169" y="3744"/>
                </a:lnTo>
                <a:lnTo>
                  <a:pt x="8169" y="3125"/>
                </a:lnTo>
                <a:lnTo>
                  <a:pt x="6383" y="3125"/>
                </a:lnTo>
                <a:cubicBezTo>
                  <a:pt x="5978" y="3125"/>
                  <a:pt x="5978" y="2506"/>
                  <a:pt x="6383" y="2506"/>
                </a:cubicBezTo>
                <a:lnTo>
                  <a:pt x="8169" y="2506"/>
                </a:lnTo>
                <a:lnTo>
                  <a:pt x="8169" y="2291"/>
                </a:lnTo>
                <a:lnTo>
                  <a:pt x="9360" y="481"/>
                </a:lnTo>
                <a:cubicBezTo>
                  <a:pt x="9515" y="282"/>
                  <a:pt x="9402" y="0"/>
                  <a:pt x="9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71"/>
          <p:cNvGrpSpPr/>
          <p:nvPr/>
        </p:nvGrpSpPr>
        <p:grpSpPr>
          <a:xfrm>
            <a:off x="6284225" y="3452689"/>
            <a:ext cx="370797" cy="327946"/>
            <a:chOff x="6284225" y="3452689"/>
            <a:chExt cx="370797" cy="327946"/>
          </a:xfrm>
        </p:grpSpPr>
        <p:sp>
          <p:nvSpPr>
            <p:cNvPr id="9542" name="Google Shape;9542;p71"/>
            <p:cNvSpPr/>
            <p:nvPr/>
          </p:nvSpPr>
          <p:spPr>
            <a:xfrm>
              <a:off x="6364137" y="3612584"/>
              <a:ext cx="62842" cy="81824"/>
            </a:xfrm>
            <a:custGeom>
              <a:rect b="b" l="l" r="r" t="t"/>
              <a:pathLst>
                <a:path extrusionOk="0" h="2508" w="1929">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6284225" y="3699660"/>
              <a:ext cx="223449" cy="80975"/>
            </a:xfrm>
            <a:custGeom>
              <a:rect b="b" l="l" r="r" t="t"/>
              <a:pathLst>
                <a:path extrusionOk="0" h="2482" w="6859">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6382739" y="3473960"/>
              <a:ext cx="183900" cy="103128"/>
            </a:xfrm>
            <a:custGeom>
              <a:rect b="b" l="l" r="r" t="t"/>
              <a:pathLst>
                <a:path extrusionOk="0" h="3161" w="5645">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6435482" y="3596467"/>
              <a:ext cx="219540" cy="113143"/>
            </a:xfrm>
            <a:custGeom>
              <a:rect b="b" l="l" r="r" t="t"/>
              <a:pathLst>
                <a:path extrusionOk="0" h="3468" w="6739">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6367232" y="3494612"/>
              <a:ext cx="22511" cy="19477"/>
            </a:xfrm>
            <a:custGeom>
              <a:rect b="b" l="l" r="r" t="t"/>
              <a:pathLst>
                <a:path extrusionOk="0" h="597" w="691">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6375181" y="3452689"/>
              <a:ext cx="24661" cy="20521"/>
            </a:xfrm>
            <a:custGeom>
              <a:rect b="b" l="l" r="r" t="t"/>
              <a:pathLst>
                <a:path extrusionOk="0" h="629" w="757">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71"/>
          <p:cNvGrpSpPr/>
          <p:nvPr/>
        </p:nvGrpSpPr>
        <p:grpSpPr>
          <a:xfrm>
            <a:off x="5528557" y="3442640"/>
            <a:ext cx="351479" cy="348924"/>
            <a:chOff x="5528557" y="3442640"/>
            <a:chExt cx="351479" cy="348924"/>
          </a:xfrm>
        </p:grpSpPr>
        <p:sp>
          <p:nvSpPr>
            <p:cNvPr id="9549" name="Google Shape;9549;p71"/>
            <p:cNvSpPr/>
            <p:nvPr/>
          </p:nvSpPr>
          <p:spPr>
            <a:xfrm>
              <a:off x="5734153" y="3448839"/>
              <a:ext cx="55903" cy="55201"/>
            </a:xfrm>
            <a:custGeom>
              <a:rect b="b" l="l" r="r" t="t"/>
              <a:pathLst>
                <a:path extrusionOk="0" h="1692" w="1716">
                  <a:moveTo>
                    <a:pt x="1" y="1"/>
                  </a:moveTo>
                  <a:lnTo>
                    <a:pt x="1" y="1692"/>
                  </a:lnTo>
                  <a:lnTo>
                    <a:pt x="1715" y="1692"/>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5528557" y="3442640"/>
              <a:ext cx="267689" cy="329447"/>
            </a:xfrm>
            <a:custGeom>
              <a:rect b="b" l="l" r="r" t="t"/>
              <a:pathLst>
                <a:path extrusionOk="0" h="10098" w="8217">
                  <a:moveTo>
                    <a:pt x="5978" y="3168"/>
                  </a:moveTo>
                  <a:cubicBezTo>
                    <a:pt x="6121" y="3168"/>
                    <a:pt x="6264" y="3287"/>
                    <a:pt x="6288" y="3429"/>
                  </a:cubicBezTo>
                  <a:cubicBezTo>
                    <a:pt x="6288" y="3620"/>
                    <a:pt x="6169" y="3763"/>
                    <a:pt x="6002" y="3763"/>
                  </a:cubicBezTo>
                  <a:lnTo>
                    <a:pt x="6002" y="3787"/>
                  </a:lnTo>
                  <a:lnTo>
                    <a:pt x="4740" y="3787"/>
                  </a:lnTo>
                  <a:cubicBezTo>
                    <a:pt x="4573" y="3787"/>
                    <a:pt x="4454" y="3668"/>
                    <a:pt x="4430" y="3501"/>
                  </a:cubicBezTo>
                  <a:cubicBezTo>
                    <a:pt x="4383" y="3334"/>
                    <a:pt x="4526" y="3168"/>
                    <a:pt x="4716" y="3168"/>
                  </a:cubicBezTo>
                  <a:close/>
                  <a:moveTo>
                    <a:pt x="3477" y="2978"/>
                  </a:moveTo>
                  <a:cubicBezTo>
                    <a:pt x="3718" y="2978"/>
                    <a:pt x="3930" y="3287"/>
                    <a:pt x="3692" y="3525"/>
                  </a:cubicBezTo>
                  <a:lnTo>
                    <a:pt x="2906" y="4311"/>
                  </a:lnTo>
                  <a:cubicBezTo>
                    <a:pt x="2847" y="4370"/>
                    <a:pt x="2763" y="4400"/>
                    <a:pt x="2680" y="4400"/>
                  </a:cubicBezTo>
                  <a:cubicBezTo>
                    <a:pt x="2597" y="4400"/>
                    <a:pt x="2513" y="4370"/>
                    <a:pt x="2454" y="4311"/>
                  </a:cubicBezTo>
                  <a:lnTo>
                    <a:pt x="2001" y="3834"/>
                  </a:lnTo>
                  <a:cubicBezTo>
                    <a:pt x="1882" y="3715"/>
                    <a:pt x="1882" y="3501"/>
                    <a:pt x="2001" y="3382"/>
                  </a:cubicBezTo>
                  <a:lnTo>
                    <a:pt x="2001" y="3406"/>
                  </a:lnTo>
                  <a:cubicBezTo>
                    <a:pt x="2061" y="3346"/>
                    <a:pt x="2138" y="3316"/>
                    <a:pt x="2219" y="3316"/>
                  </a:cubicBezTo>
                  <a:cubicBezTo>
                    <a:pt x="2299" y="3316"/>
                    <a:pt x="2382" y="3346"/>
                    <a:pt x="2454" y="3406"/>
                  </a:cubicBezTo>
                  <a:lnTo>
                    <a:pt x="2692" y="3644"/>
                  </a:lnTo>
                  <a:lnTo>
                    <a:pt x="3263" y="3072"/>
                  </a:lnTo>
                  <a:cubicBezTo>
                    <a:pt x="3329" y="3006"/>
                    <a:pt x="3404" y="2978"/>
                    <a:pt x="3477" y="2978"/>
                  </a:cubicBezTo>
                  <a:close/>
                  <a:moveTo>
                    <a:pt x="5335" y="5049"/>
                  </a:moveTo>
                  <a:cubicBezTo>
                    <a:pt x="5502" y="5049"/>
                    <a:pt x="5645" y="5168"/>
                    <a:pt x="5669" y="5335"/>
                  </a:cubicBezTo>
                  <a:cubicBezTo>
                    <a:pt x="5669" y="5501"/>
                    <a:pt x="5526" y="5644"/>
                    <a:pt x="5359" y="5644"/>
                  </a:cubicBezTo>
                  <a:lnTo>
                    <a:pt x="5359" y="5668"/>
                  </a:lnTo>
                  <a:lnTo>
                    <a:pt x="4740" y="5668"/>
                  </a:lnTo>
                  <a:cubicBezTo>
                    <a:pt x="4573" y="5668"/>
                    <a:pt x="4454" y="5549"/>
                    <a:pt x="4430" y="5382"/>
                  </a:cubicBezTo>
                  <a:cubicBezTo>
                    <a:pt x="4383" y="5216"/>
                    <a:pt x="4526" y="5049"/>
                    <a:pt x="4716" y="5049"/>
                  </a:cubicBezTo>
                  <a:close/>
                  <a:moveTo>
                    <a:pt x="3470" y="4839"/>
                  </a:moveTo>
                  <a:cubicBezTo>
                    <a:pt x="3714" y="4839"/>
                    <a:pt x="3932" y="5161"/>
                    <a:pt x="3692" y="5382"/>
                  </a:cubicBezTo>
                  <a:lnTo>
                    <a:pt x="2906" y="6168"/>
                  </a:lnTo>
                  <a:cubicBezTo>
                    <a:pt x="2847" y="6228"/>
                    <a:pt x="2769" y="6257"/>
                    <a:pt x="2689" y="6257"/>
                  </a:cubicBezTo>
                  <a:cubicBezTo>
                    <a:pt x="2608" y="6257"/>
                    <a:pt x="2525" y="6228"/>
                    <a:pt x="2454" y="6168"/>
                  </a:cubicBezTo>
                  <a:lnTo>
                    <a:pt x="2001" y="5716"/>
                  </a:lnTo>
                  <a:cubicBezTo>
                    <a:pt x="1858" y="5597"/>
                    <a:pt x="1858" y="5382"/>
                    <a:pt x="2001" y="5239"/>
                  </a:cubicBezTo>
                  <a:lnTo>
                    <a:pt x="2001" y="5263"/>
                  </a:lnTo>
                  <a:cubicBezTo>
                    <a:pt x="2061" y="5204"/>
                    <a:pt x="2138" y="5174"/>
                    <a:pt x="2219" y="5174"/>
                  </a:cubicBezTo>
                  <a:cubicBezTo>
                    <a:pt x="2299" y="5174"/>
                    <a:pt x="2382" y="5204"/>
                    <a:pt x="2454" y="5263"/>
                  </a:cubicBezTo>
                  <a:lnTo>
                    <a:pt x="2692" y="5501"/>
                  </a:lnTo>
                  <a:lnTo>
                    <a:pt x="3263" y="4930"/>
                  </a:lnTo>
                  <a:cubicBezTo>
                    <a:pt x="3328" y="4866"/>
                    <a:pt x="3400" y="4839"/>
                    <a:pt x="3470" y="4839"/>
                  </a:cubicBezTo>
                  <a:close/>
                  <a:moveTo>
                    <a:pt x="4697" y="6952"/>
                  </a:moveTo>
                  <a:cubicBezTo>
                    <a:pt x="4711" y="6952"/>
                    <a:pt x="4725" y="6952"/>
                    <a:pt x="4740" y="6954"/>
                  </a:cubicBezTo>
                  <a:lnTo>
                    <a:pt x="5359" y="6954"/>
                  </a:lnTo>
                  <a:cubicBezTo>
                    <a:pt x="5526" y="6954"/>
                    <a:pt x="5669" y="7073"/>
                    <a:pt x="5692" y="7216"/>
                  </a:cubicBezTo>
                  <a:cubicBezTo>
                    <a:pt x="5692" y="7406"/>
                    <a:pt x="5550" y="7549"/>
                    <a:pt x="5359" y="7549"/>
                  </a:cubicBezTo>
                  <a:lnTo>
                    <a:pt x="5359" y="7573"/>
                  </a:lnTo>
                  <a:lnTo>
                    <a:pt x="4740" y="7573"/>
                  </a:lnTo>
                  <a:cubicBezTo>
                    <a:pt x="4725" y="7575"/>
                    <a:pt x="4711" y="7575"/>
                    <a:pt x="4697" y="7575"/>
                  </a:cubicBezTo>
                  <a:cubicBezTo>
                    <a:pt x="4302" y="7575"/>
                    <a:pt x="4302" y="6952"/>
                    <a:pt x="4697" y="6952"/>
                  </a:cubicBezTo>
                  <a:close/>
                  <a:moveTo>
                    <a:pt x="3502" y="6728"/>
                  </a:moveTo>
                  <a:cubicBezTo>
                    <a:pt x="3579" y="6728"/>
                    <a:pt x="3656" y="6763"/>
                    <a:pt x="3716" y="6835"/>
                  </a:cubicBezTo>
                  <a:cubicBezTo>
                    <a:pt x="3835" y="6954"/>
                    <a:pt x="3835" y="7168"/>
                    <a:pt x="3716" y="7287"/>
                  </a:cubicBezTo>
                  <a:lnTo>
                    <a:pt x="2906" y="8073"/>
                  </a:lnTo>
                  <a:cubicBezTo>
                    <a:pt x="2847" y="8133"/>
                    <a:pt x="2769" y="8163"/>
                    <a:pt x="2689" y="8163"/>
                  </a:cubicBezTo>
                  <a:cubicBezTo>
                    <a:pt x="2608" y="8163"/>
                    <a:pt x="2525" y="8133"/>
                    <a:pt x="2454" y="8073"/>
                  </a:cubicBezTo>
                  <a:lnTo>
                    <a:pt x="2001" y="7621"/>
                  </a:lnTo>
                  <a:cubicBezTo>
                    <a:pt x="1882" y="7478"/>
                    <a:pt x="1882" y="7287"/>
                    <a:pt x="2001" y="7168"/>
                  </a:cubicBezTo>
                  <a:cubicBezTo>
                    <a:pt x="2061" y="7097"/>
                    <a:pt x="2144" y="7061"/>
                    <a:pt x="2227" y="7061"/>
                  </a:cubicBezTo>
                  <a:cubicBezTo>
                    <a:pt x="2311" y="7061"/>
                    <a:pt x="2394" y="7097"/>
                    <a:pt x="2454" y="7168"/>
                  </a:cubicBezTo>
                  <a:lnTo>
                    <a:pt x="2692" y="7406"/>
                  </a:lnTo>
                  <a:lnTo>
                    <a:pt x="3287" y="6835"/>
                  </a:lnTo>
                  <a:cubicBezTo>
                    <a:pt x="3347" y="6763"/>
                    <a:pt x="3424" y="6728"/>
                    <a:pt x="3502" y="6728"/>
                  </a:cubicBezTo>
                  <a:close/>
                  <a:moveTo>
                    <a:pt x="953" y="0"/>
                  </a:moveTo>
                  <a:cubicBezTo>
                    <a:pt x="429" y="0"/>
                    <a:pt x="1" y="429"/>
                    <a:pt x="1" y="953"/>
                  </a:cubicBezTo>
                  <a:lnTo>
                    <a:pt x="1" y="9097"/>
                  </a:lnTo>
                  <a:cubicBezTo>
                    <a:pt x="1" y="9621"/>
                    <a:pt x="429" y="10050"/>
                    <a:pt x="953" y="10050"/>
                  </a:cubicBezTo>
                  <a:lnTo>
                    <a:pt x="4478" y="10050"/>
                  </a:lnTo>
                  <a:cubicBezTo>
                    <a:pt x="4526" y="9931"/>
                    <a:pt x="4430" y="10097"/>
                    <a:pt x="6002" y="7549"/>
                  </a:cubicBezTo>
                  <a:lnTo>
                    <a:pt x="6002" y="6049"/>
                  </a:lnTo>
                  <a:cubicBezTo>
                    <a:pt x="5383" y="5478"/>
                    <a:pt x="5788" y="4406"/>
                    <a:pt x="6645" y="4406"/>
                  </a:cubicBezTo>
                  <a:lnTo>
                    <a:pt x="8217" y="4406"/>
                  </a:lnTo>
                  <a:lnTo>
                    <a:pt x="8217" y="2525"/>
                  </a:lnTo>
                  <a:lnTo>
                    <a:pt x="6002" y="2525"/>
                  </a:lnTo>
                  <a:cubicBezTo>
                    <a:pt x="5812" y="2525"/>
                    <a:pt x="5692" y="2382"/>
                    <a:pt x="5692" y="2191"/>
                  </a:cubicBezTo>
                  <a:lnTo>
                    <a:pt x="5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5734935" y="3606581"/>
              <a:ext cx="101674" cy="102573"/>
            </a:xfrm>
            <a:custGeom>
              <a:rect b="b" l="l" r="r" t="t"/>
              <a:pathLst>
                <a:path extrusionOk="0" h="3144" w="3121">
                  <a:moveTo>
                    <a:pt x="334" y="0"/>
                  </a:moveTo>
                  <a:cubicBezTo>
                    <a:pt x="143" y="0"/>
                    <a:pt x="0" y="143"/>
                    <a:pt x="0" y="310"/>
                  </a:cubicBezTo>
                  <a:cubicBezTo>
                    <a:pt x="0" y="476"/>
                    <a:pt x="143" y="619"/>
                    <a:pt x="310" y="619"/>
                  </a:cubicBezTo>
                  <a:lnTo>
                    <a:pt x="310" y="2667"/>
                  </a:lnTo>
                  <a:lnTo>
                    <a:pt x="24" y="3144"/>
                  </a:lnTo>
                  <a:lnTo>
                    <a:pt x="3073" y="3144"/>
                  </a:lnTo>
                  <a:lnTo>
                    <a:pt x="2787" y="2691"/>
                  </a:lnTo>
                  <a:lnTo>
                    <a:pt x="2787" y="643"/>
                  </a:lnTo>
                  <a:cubicBezTo>
                    <a:pt x="2977" y="643"/>
                    <a:pt x="3120" y="476"/>
                    <a:pt x="3096" y="310"/>
                  </a:cubicBezTo>
                  <a:cubicBezTo>
                    <a:pt x="3096" y="143"/>
                    <a:pt x="2953" y="0"/>
                    <a:pt x="2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5690141" y="3730099"/>
              <a:ext cx="189894" cy="61465"/>
            </a:xfrm>
            <a:custGeom>
              <a:rect b="b" l="l" r="r" t="t"/>
              <a:pathLst>
                <a:path extrusionOk="0" h="1884" w="5829">
                  <a:moveTo>
                    <a:pt x="1018" y="1"/>
                  </a:moveTo>
                  <a:lnTo>
                    <a:pt x="161" y="1406"/>
                  </a:lnTo>
                  <a:cubicBezTo>
                    <a:pt x="0" y="1589"/>
                    <a:pt x="149" y="1883"/>
                    <a:pt x="394" y="1883"/>
                  </a:cubicBezTo>
                  <a:cubicBezTo>
                    <a:pt x="404" y="1883"/>
                    <a:pt x="413" y="1883"/>
                    <a:pt x="423" y="1882"/>
                  </a:cubicBezTo>
                  <a:lnTo>
                    <a:pt x="5424" y="1882"/>
                  </a:lnTo>
                  <a:cubicBezTo>
                    <a:pt x="5662" y="1882"/>
                    <a:pt x="5829" y="1596"/>
                    <a:pt x="5686" y="1406"/>
                  </a:cubicBezTo>
                  <a:lnTo>
                    <a:pt x="4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1"/>
          <p:cNvGrpSpPr/>
          <p:nvPr/>
        </p:nvGrpSpPr>
        <p:grpSpPr>
          <a:xfrm>
            <a:off x="4800091" y="3442314"/>
            <a:ext cx="301602" cy="349185"/>
            <a:chOff x="4800091" y="3442314"/>
            <a:chExt cx="301602" cy="349185"/>
          </a:xfrm>
        </p:grpSpPr>
        <p:sp>
          <p:nvSpPr>
            <p:cNvPr id="9554" name="Google Shape;9554;p71"/>
            <p:cNvSpPr/>
            <p:nvPr/>
          </p:nvSpPr>
          <p:spPr>
            <a:xfrm>
              <a:off x="5035920" y="3504008"/>
              <a:ext cx="63656" cy="21011"/>
            </a:xfrm>
            <a:custGeom>
              <a:rect b="b" l="l" r="r" t="t"/>
              <a:pathLst>
                <a:path extrusionOk="0" h="644" w="1954">
                  <a:moveTo>
                    <a:pt x="1" y="1"/>
                  </a:moveTo>
                  <a:lnTo>
                    <a:pt x="1" y="644"/>
                  </a:lnTo>
                  <a:lnTo>
                    <a:pt x="1572" y="644"/>
                  </a:lnTo>
                  <a:cubicBezTo>
                    <a:pt x="1953" y="596"/>
                    <a:pt x="1953" y="48"/>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4913331" y="3626776"/>
              <a:ext cx="142787" cy="82378"/>
            </a:xfrm>
            <a:custGeom>
              <a:rect b="b" l="l" r="r" t="t"/>
              <a:pathLst>
                <a:path extrusionOk="0" h="2525" w="4383">
                  <a:moveTo>
                    <a:pt x="1" y="0"/>
                  </a:moveTo>
                  <a:lnTo>
                    <a:pt x="1" y="2525"/>
                  </a:lnTo>
                  <a:lnTo>
                    <a:pt x="4383" y="2525"/>
                  </a:lnTo>
                  <a:lnTo>
                    <a:pt x="4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4836546" y="3442314"/>
              <a:ext cx="265148" cy="164300"/>
            </a:xfrm>
            <a:custGeom>
              <a:rect b="b" l="l" r="r" t="t"/>
              <a:pathLst>
                <a:path extrusionOk="0" h="5036" w="8139">
                  <a:moveTo>
                    <a:pt x="7703" y="0"/>
                  </a:moveTo>
                  <a:cubicBezTo>
                    <a:pt x="7677" y="0"/>
                    <a:pt x="7650" y="3"/>
                    <a:pt x="7621" y="10"/>
                  </a:cubicBezTo>
                  <a:lnTo>
                    <a:pt x="3858" y="772"/>
                  </a:lnTo>
                  <a:cubicBezTo>
                    <a:pt x="3715" y="820"/>
                    <a:pt x="3620" y="939"/>
                    <a:pt x="3620" y="1082"/>
                  </a:cubicBezTo>
                  <a:lnTo>
                    <a:pt x="3620" y="1892"/>
                  </a:lnTo>
                  <a:lnTo>
                    <a:pt x="2668" y="1892"/>
                  </a:lnTo>
                  <a:cubicBezTo>
                    <a:pt x="1477" y="1892"/>
                    <a:pt x="405" y="2654"/>
                    <a:pt x="0" y="3773"/>
                  </a:cubicBezTo>
                  <a:lnTo>
                    <a:pt x="691" y="3773"/>
                  </a:lnTo>
                  <a:cubicBezTo>
                    <a:pt x="1048" y="3011"/>
                    <a:pt x="1810" y="2511"/>
                    <a:pt x="2668" y="2511"/>
                  </a:cubicBezTo>
                  <a:lnTo>
                    <a:pt x="3620" y="2511"/>
                  </a:lnTo>
                  <a:lnTo>
                    <a:pt x="3620" y="3154"/>
                  </a:lnTo>
                  <a:lnTo>
                    <a:pt x="3501" y="3154"/>
                  </a:lnTo>
                  <a:cubicBezTo>
                    <a:pt x="2858" y="3154"/>
                    <a:pt x="2358" y="3654"/>
                    <a:pt x="2358" y="4297"/>
                  </a:cubicBezTo>
                  <a:lnTo>
                    <a:pt x="2358" y="5035"/>
                  </a:lnTo>
                  <a:lnTo>
                    <a:pt x="6740" y="5035"/>
                  </a:lnTo>
                  <a:lnTo>
                    <a:pt x="6740" y="4321"/>
                  </a:lnTo>
                  <a:cubicBezTo>
                    <a:pt x="6740" y="3678"/>
                    <a:pt x="6240" y="3154"/>
                    <a:pt x="5597" y="3154"/>
                  </a:cubicBezTo>
                  <a:lnTo>
                    <a:pt x="5501" y="3154"/>
                  </a:lnTo>
                  <a:lnTo>
                    <a:pt x="5501" y="1082"/>
                  </a:lnTo>
                  <a:lnTo>
                    <a:pt x="7740" y="629"/>
                  </a:lnTo>
                  <a:cubicBezTo>
                    <a:pt x="8138" y="541"/>
                    <a:pt x="8043" y="0"/>
                    <a:pt x="7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4913331" y="3729316"/>
              <a:ext cx="142787" cy="62183"/>
            </a:xfrm>
            <a:custGeom>
              <a:rect b="b" l="l" r="r" t="t"/>
              <a:pathLst>
                <a:path extrusionOk="0" h="1906" w="4383">
                  <a:moveTo>
                    <a:pt x="1" y="1"/>
                  </a:moveTo>
                  <a:lnTo>
                    <a:pt x="1" y="763"/>
                  </a:lnTo>
                  <a:cubicBezTo>
                    <a:pt x="1" y="1382"/>
                    <a:pt x="501" y="1906"/>
                    <a:pt x="1144" y="1906"/>
                  </a:cubicBezTo>
                  <a:lnTo>
                    <a:pt x="3240" y="1906"/>
                  </a:lnTo>
                  <a:cubicBezTo>
                    <a:pt x="3859" y="1906"/>
                    <a:pt x="4383" y="1382"/>
                    <a:pt x="4383" y="763"/>
                  </a:cubicBezTo>
                  <a:lnTo>
                    <a:pt x="43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4800091" y="3585603"/>
              <a:ext cx="83040" cy="143746"/>
            </a:xfrm>
            <a:custGeom>
              <a:rect b="b" l="l" r="r" t="t"/>
              <a:pathLst>
                <a:path extrusionOk="0" h="4406" w="2549">
                  <a:moveTo>
                    <a:pt x="643" y="0"/>
                  </a:moveTo>
                  <a:cubicBezTo>
                    <a:pt x="476" y="0"/>
                    <a:pt x="333" y="143"/>
                    <a:pt x="333" y="310"/>
                  </a:cubicBezTo>
                  <a:lnTo>
                    <a:pt x="24" y="4072"/>
                  </a:lnTo>
                  <a:cubicBezTo>
                    <a:pt x="0" y="4239"/>
                    <a:pt x="143" y="4406"/>
                    <a:pt x="333" y="4406"/>
                  </a:cubicBezTo>
                  <a:lnTo>
                    <a:pt x="2239" y="4406"/>
                  </a:lnTo>
                  <a:cubicBezTo>
                    <a:pt x="2405" y="4406"/>
                    <a:pt x="2548" y="4239"/>
                    <a:pt x="2524" y="4072"/>
                  </a:cubicBezTo>
                  <a:lnTo>
                    <a:pt x="2239" y="310"/>
                  </a:lnTo>
                  <a:cubicBezTo>
                    <a:pt x="2215" y="143"/>
                    <a:pt x="2072" y="0"/>
                    <a:pt x="1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9" name="Google Shape;9559;p71"/>
          <p:cNvSpPr/>
          <p:nvPr/>
        </p:nvSpPr>
        <p:spPr>
          <a:xfrm>
            <a:off x="4170108" y="3442542"/>
            <a:ext cx="137347" cy="143844"/>
          </a:xfrm>
          <a:custGeom>
            <a:rect b="b" l="l" r="r" t="t"/>
            <a:pathLst>
              <a:path extrusionOk="0" h="4409" w="4216">
                <a:moveTo>
                  <a:pt x="3942" y="1"/>
                </a:moveTo>
                <a:cubicBezTo>
                  <a:pt x="3931" y="1"/>
                  <a:pt x="3918" y="1"/>
                  <a:pt x="3906" y="3"/>
                </a:cubicBezTo>
                <a:lnTo>
                  <a:pt x="2525" y="3"/>
                </a:lnTo>
                <a:cubicBezTo>
                  <a:pt x="2511" y="3"/>
                  <a:pt x="2497" y="3"/>
                  <a:pt x="2483" y="3"/>
                </a:cubicBezTo>
                <a:cubicBezTo>
                  <a:pt x="1693" y="3"/>
                  <a:pt x="1072" y="660"/>
                  <a:pt x="1072" y="1456"/>
                </a:cubicBezTo>
                <a:lnTo>
                  <a:pt x="1072" y="2670"/>
                </a:lnTo>
                <a:lnTo>
                  <a:pt x="2430" y="1337"/>
                </a:lnTo>
                <a:cubicBezTo>
                  <a:pt x="2497" y="1264"/>
                  <a:pt x="2574" y="1233"/>
                  <a:pt x="2648" y="1233"/>
                </a:cubicBezTo>
                <a:cubicBezTo>
                  <a:pt x="2887" y="1233"/>
                  <a:pt x="3095" y="1553"/>
                  <a:pt x="2858" y="1789"/>
                </a:cubicBezTo>
                <a:lnTo>
                  <a:pt x="1525" y="3123"/>
                </a:lnTo>
                <a:lnTo>
                  <a:pt x="2763" y="3123"/>
                </a:lnTo>
                <a:cubicBezTo>
                  <a:pt x="3549" y="3123"/>
                  <a:pt x="4216" y="2480"/>
                  <a:pt x="4216" y="1670"/>
                </a:cubicBezTo>
                <a:lnTo>
                  <a:pt x="4216" y="313"/>
                </a:lnTo>
                <a:cubicBezTo>
                  <a:pt x="4216" y="136"/>
                  <a:pt x="4093" y="1"/>
                  <a:pt x="3942" y="1"/>
                </a:cubicBezTo>
                <a:close/>
                <a:moveTo>
                  <a:pt x="453" y="2670"/>
                </a:moveTo>
                <a:lnTo>
                  <a:pt x="1" y="3123"/>
                </a:lnTo>
                <a:lnTo>
                  <a:pt x="453" y="3575"/>
                </a:lnTo>
                <a:lnTo>
                  <a:pt x="453" y="4409"/>
                </a:lnTo>
                <a:lnTo>
                  <a:pt x="1072" y="4409"/>
                </a:lnTo>
                <a:lnTo>
                  <a:pt x="1072" y="3575"/>
                </a:lnTo>
                <a:lnTo>
                  <a:pt x="1525" y="3123"/>
                </a:lnTo>
                <a:lnTo>
                  <a:pt x="1072" y="2670"/>
                </a:lnTo>
                <a:lnTo>
                  <a:pt x="763" y="3004"/>
                </a:lnTo>
                <a:lnTo>
                  <a:pt x="453" y="267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4081660" y="3441857"/>
            <a:ext cx="102456" cy="102573"/>
          </a:xfrm>
          <a:custGeom>
            <a:rect b="b" l="l" r="r" t="t"/>
            <a:pathLst>
              <a:path extrusionOk="0" h="3144" w="3145">
                <a:moveTo>
                  <a:pt x="334" y="0"/>
                </a:moveTo>
                <a:cubicBezTo>
                  <a:pt x="144" y="0"/>
                  <a:pt x="1" y="143"/>
                  <a:pt x="25" y="310"/>
                </a:cubicBezTo>
                <a:lnTo>
                  <a:pt x="25" y="1691"/>
                </a:lnTo>
                <a:cubicBezTo>
                  <a:pt x="25" y="2477"/>
                  <a:pt x="668" y="3144"/>
                  <a:pt x="1477" y="3144"/>
                </a:cubicBezTo>
                <a:lnTo>
                  <a:pt x="2716" y="3144"/>
                </a:lnTo>
                <a:lnTo>
                  <a:pt x="1358" y="1810"/>
                </a:lnTo>
                <a:cubicBezTo>
                  <a:pt x="1239" y="1667"/>
                  <a:pt x="1239" y="1477"/>
                  <a:pt x="1358" y="1358"/>
                </a:cubicBezTo>
                <a:cubicBezTo>
                  <a:pt x="1418" y="1286"/>
                  <a:pt x="1495" y="1251"/>
                  <a:pt x="1576" y="1251"/>
                </a:cubicBezTo>
                <a:cubicBezTo>
                  <a:pt x="1656" y="1251"/>
                  <a:pt x="1739" y="1286"/>
                  <a:pt x="1811" y="1358"/>
                </a:cubicBezTo>
                <a:lnTo>
                  <a:pt x="3144" y="2691"/>
                </a:lnTo>
                <a:lnTo>
                  <a:pt x="3144" y="1453"/>
                </a:lnTo>
                <a:cubicBezTo>
                  <a:pt x="3144" y="643"/>
                  <a:pt x="2501"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4128213" y="3586353"/>
            <a:ext cx="55903" cy="102606"/>
          </a:xfrm>
          <a:custGeom>
            <a:rect b="b" l="l" r="r" t="t"/>
            <a:pathLst>
              <a:path extrusionOk="0" h="3145" w="1716">
                <a:moveTo>
                  <a:pt x="477" y="1"/>
                </a:moveTo>
                <a:cubicBezTo>
                  <a:pt x="310" y="1"/>
                  <a:pt x="191" y="120"/>
                  <a:pt x="167" y="263"/>
                </a:cubicBezTo>
                <a:cubicBezTo>
                  <a:pt x="144" y="453"/>
                  <a:pt x="286" y="620"/>
                  <a:pt x="477" y="620"/>
                </a:cubicBezTo>
                <a:lnTo>
                  <a:pt x="477" y="2358"/>
                </a:lnTo>
                <a:lnTo>
                  <a:pt x="1" y="3144"/>
                </a:lnTo>
                <a:lnTo>
                  <a:pt x="1715" y="3144"/>
                </a:lnTo>
                <a:lnTo>
                  <a:pt x="1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4205031" y="3586353"/>
            <a:ext cx="55870" cy="102606"/>
          </a:xfrm>
          <a:custGeom>
            <a:rect b="b" l="l" r="r" t="t"/>
            <a:pathLst>
              <a:path extrusionOk="0" h="3145" w="1715">
                <a:moveTo>
                  <a:pt x="0" y="1"/>
                </a:moveTo>
                <a:lnTo>
                  <a:pt x="0" y="3144"/>
                </a:lnTo>
                <a:lnTo>
                  <a:pt x="1715" y="3144"/>
                </a:lnTo>
                <a:lnTo>
                  <a:pt x="1262" y="2358"/>
                </a:lnTo>
                <a:lnTo>
                  <a:pt x="1262" y="620"/>
                </a:lnTo>
                <a:cubicBezTo>
                  <a:pt x="1453" y="620"/>
                  <a:pt x="1596" y="453"/>
                  <a:pt x="1572" y="263"/>
                </a:cubicBezTo>
                <a:cubicBezTo>
                  <a:pt x="1548" y="120"/>
                  <a:pt x="1405" y="1"/>
                  <a:pt x="1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4079347" y="3709121"/>
            <a:ext cx="230453" cy="82378"/>
          </a:xfrm>
          <a:custGeom>
            <a:rect b="b" l="l" r="r" t="t"/>
            <a:pathLst>
              <a:path extrusionOk="0" h="2525" w="7074">
                <a:moveTo>
                  <a:pt x="1143" y="1"/>
                </a:moveTo>
                <a:lnTo>
                  <a:pt x="286" y="1429"/>
                </a:lnTo>
                <a:cubicBezTo>
                  <a:pt x="0" y="1906"/>
                  <a:pt x="358" y="2525"/>
                  <a:pt x="929" y="2525"/>
                </a:cubicBezTo>
                <a:lnTo>
                  <a:pt x="6144" y="2525"/>
                </a:lnTo>
                <a:cubicBezTo>
                  <a:pt x="6716" y="2525"/>
                  <a:pt x="7073" y="1906"/>
                  <a:pt x="6787" y="1429"/>
                </a:cubicBezTo>
                <a:lnTo>
                  <a:pt x="59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3278690" y="3442542"/>
            <a:ext cx="321214" cy="349740"/>
          </a:xfrm>
          <a:custGeom>
            <a:rect b="b" l="l" r="r" t="t"/>
            <a:pathLst>
              <a:path extrusionOk="0" h="10720" w="9860">
                <a:moveTo>
                  <a:pt x="8692" y="5031"/>
                </a:moveTo>
                <a:cubicBezTo>
                  <a:pt x="8854" y="5031"/>
                  <a:pt x="9003" y="5147"/>
                  <a:pt x="9003" y="5338"/>
                </a:cubicBezTo>
                <a:cubicBezTo>
                  <a:pt x="9003" y="5504"/>
                  <a:pt x="8860" y="5647"/>
                  <a:pt x="8693" y="5647"/>
                </a:cubicBezTo>
                <a:lnTo>
                  <a:pt x="8717" y="5647"/>
                </a:lnTo>
                <a:cubicBezTo>
                  <a:pt x="8707" y="5648"/>
                  <a:pt x="8698" y="5648"/>
                  <a:pt x="8688" y="5648"/>
                </a:cubicBezTo>
                <a:cubicBezTo>
                  <a:pt x="8420" y="5648"/>
                  <a:pt x="8271" y="5330"/>
                  <a:pt x="8455" y="5123"/>
                </a:cubicBezTo>
                <a:cubicBezTo>
                  <a:pt x="8526" y="5060"/>
                  <a:pt x="8611" y="5031"/>
                  <a:pt x="8692" y="5031"/>
                </a:cubicBezTo>
                <a:close/>
                <a:moveTo>
                  <a:pt x="1192" y="5028"/>
                </a:moveTo>
                <a:cubicBezTo>
                  <a:pt x="1453" y="5028"/>
                  <a:pt x="1596" y="5361"/>
                  <a:pt x="1406" y="5576"/>
                </a:cubicBezTo>
                <a:cubicBezTo>
                  <a:pt x="1339" y="5636"/>
                  <a:pt x="1260" y="5663"/>
                  <a:pt x="1183" y="5663"/>
                </a:cubicBezTo>
                <a:cubicBezTo>
                  <a:pt x="1015" y="5663"/>
                  <a:pt x="858" y="5534"/>
                  <a:pt x="858" y="5338"/>
                </a:cubicBezTo>
                <a:cubicBezTo>
                  <a:pt x="858" y="5171"/>
                  <a:pt x="1001" y="5028"/>
                  <a:pt x="1168" y="5028"/>
                </a:cubicBezTo>
                <a:close/>
                <a:moveTo>
                  <a:pt x="8384" y="1861"/>
                </a:moveTo>
                <a:lnTo>
                  <a:pt x="8384" y="4456"/>
                </a:lnTo>
                <a:cubicBezTo>
                  <a:pt x="7526" y="4742"/>
                  <a:pt x="7526" y="5957"/>
                  <a:pt x="8384" y="6243"/>
                </a:cubicBezTo>
                <a:lnTo>
                  <a:pt x="8384" y="8815"/>
                </a:lnTo>
                <a:lnTo>
                  <a:pt x="7764" y="8815"/>
                </a:lnTo>
                <a:lnTo>
                  <a:pt x="7764" y="7862"/>
                </a:lnTo>
                <a:cubicBezTo>
                  <a:pt x="7764" y="7028"/>
                  <a:pt x="7407" y="6243"/>
                  <a:pt x="6764" y="5695"/>
                </a:cubicBezTo>
                <a:lnTo>
                  <a:pt x="5264" y="5695"/>
                </a:lnTo>
                <a:lnTo>
                  <a:pt x="5264" y="7124"/>
                </a:lnTo>
                <a:lnTo>
                  <a:pt x="6669" y="8815"/>
                </a:lnTo>
                <a:lnTo>
                  <a:pt x="5859" y="8815"/>
                </a:lnTo>
                <a:lnTo>
                  <a:pt x="4954" y="7719"/>
                </a:lnTo>
                <a:lnTo>
                  <a:pt x="4025" y="8815"/>
                </a:lnTo>
                <a:lnTo>
                  <a:pt x="3216" y="8815"/>
                </a:lnTo>
                <a:lnTo>
                  <a:pt x="4621" y="7124"/>
                </a:lnTo>
                <a:lnTo>
                  <a:pt x="4621" y="5695"/>
                </a:lnTo>
                <a:lnTo>
                  <a:pt x="3097" y="5695"/>
                </a:lnTo>
                <a:cubicBezTo>
                  <a:pt x="2454" y="6243"/>
                  <a:pt x="2096" y="7028"/>
                  <a:pt x="2096" y="7862"/>
                </a:cubicBezTo>
                <a:lnTo>
                  <a:pt x="2096" y="8815"/>
                </a:lnTo>
                <a:lnTo>
                  <a:pt x="1477" y="8815"/>
                </a:lnTo>
                <a:lnTo>
                  <a:pt x="1477" y="6243"/>
                </a:lnTo>
                <a:cubicBezTo>
                  <a:pt x="2335" y="5957"/>
                  <a:pt x="2335" y="4718"/>
                  <a:pt x="1477" y="4456"/>
                </a:cubicBezTo>
                <a:lnTo>
                  <a:pt x="1477" y="1861"/>
                </a:lnTo>
                <a:lnTo>
                  <a:pt x="2096" y="1861"/>
                </a:lnTo>
                <a:lnTo>
                  <a:pt x="2096" y="2528"/>
                </a:lnTo>
                <a:lnTo>
                  <a:pt x="7764" y="2528"/>
                </a:lnTo>
                <a:lnTo>
                  <a:pt x="7764" y="1861"/>
                </a:lnTo>
                <a:close/>
                <a:moveTo>
                  <a:pt x="507" y="1"/>
                </a:moveTo>
                <a:cubicBezTo>
                  <a:pt x="338" y="1"/>
                  <a:pt x="217" y="136"/>
                  <a:pt x="239" y="313"/>
                </a:cubicBezTo>
                <a:lnTo>
                  <a:pt x="239" y="1551"/>
                </a:lnTo>
                <a:cubicBezTo>
                  <a:pt x="215" y="1742"/>
                  <a:pt x="358" y="1885"/>
                  <a:pt x="549" y="1885"/>
                </a:cubicBezTo>
                <a:lnTo>
                  <a:pt x="858" y="1885"/>
                </a:lnTo>
                <a:lnTo>
                  <a:pt x="858" y="4456"/>
                </a:lnTo>
                <a:cubicBezTo>
                  <a:pt x="1" y="4742"/>
                  <a:pt x="1" y="5957"/>
                  <a:pt x="858" y="6243"/>
                </a:cubicBezTo>
                <a:lnTo>
                  <a:pt x="858" y="8838"/>
                </a:lnTo>
                <a:lnTo>
                  <a:pt x="549" y="8838"/>
                </a:lnTo>
                <a:cubicBezTo>
                  <a:pt x="535" y="8837"/>
                  <a:pt x="521" y="8836"/>
                  <a:pt x="507" y="8836"/>
                </a:cubicBezTo>
                <a:cubicBezTo>
                  <a:pt x="338" y="8836"/>
                  <a:pt x="217" y="8971"/>
                  <a:pt x="239" y="9148"/>
                </a:cubicBezTo>
                <a:lnTo>
                  <a:pt x="239" y="10386"/>
                </a:lnTo>
                <a:cubicBezTo>
                  <a:pt x="215" y="10577"/>
                  <a:pt x="358" y="10720"/>
                  <a:pt x="549" y="10720"/>
                </a:cubicBezTo>
                <a:lnTo>
                  <a:pt x="9336" y="10720"/>
                </a:lnTo>
                <a:cubicBezTo>
                  <a:pt x="9503" y="10720"/>
                  <a:pt x="9669" y="10577"/>
                  <a:pt x="9646" y="10386"/>
                </a:cubicBezTo>
                <a:lnTo>
                  <a:pt x="9646" y="9148"/>
                </a:lnTo>
                <a:cubicBezTo>
                  <a:pt x="9646" y="8971"/>
                  <a:pt x="9523" y="8836"/>
                  <a:pt x="9372" y="8836"/>
                </a:cubicBezTo>
                <a:cubicBezTo>
                  <a:pt x="9360" y="8836"/>
                  <a:pt x="9348" y="8837"/>
                  <a:pt x="9336" y="8838"/>
                </a:cubicBezTo>
                <a:lnTo>
                  <a:pt x="9003" y="8838"/>
                </a:lnTo>
                <a:lnTo>
                  <a:pt x="9003" y="6243"/>
                </a:lnTo>
                <a:cubicBezTo>
                  <a:pt x="9860" y="5957"/>
                  <a:pt x="9860" y="4742"/>
                  <a:pt x="9003" y="4456"/>
                </a:cubicBezTo>
                <a:lnTo>
                  <a:pt x="9003" y="1885"/>
                </a:lnTo>
                <a:lnTo>
                  <a:pt x="9336" y="1885"/>
                </a:lnTo>
                <a:cubicBezTo>
                  <a:pt x="9503" y="1885"/>
                  <a:pt x="9646" y="1742"/>
                  <a:pt x="9646" y="1551"/>
                </a:cubicBezTo>
                <a:lnTo>
                  <a:pt x="9646" y="313"/>
                </a:lnTo>
                <a:cubicBezTo>
                  <a:pt x="9668" y="136"/>
                  <a:pt x="9526" y="1"/>
                  <a:pt x="9373" y="1"/>
                </a:cubicBezTo>
                <a:cubicBezTo>
                  <a:pt x="9361" y="1"/>
                  <a:pt x="9348" y="1"/>
                  <a:pt x="9336" y="3"/>
                </a:cubicBezTo>
                <a:lnTo>
                  <a:pt x="549" y="3"/>
                </a:lnTo>
                <a:cubicBezTo>
                  <a:pt x="535" y="1"/>
                  <a:pt x="521" y="1"/>
                  <a:pt x="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3347754" y="3545181"/>
            <a:ext cx="183118" cy="62966"/>
          </a:xfrm>
          <a:custGeom>
            <a:rect b="b" l="l" r="r" t="t"/>
            <a:pathLst>
              <a:path extrusionOk="0" h="1930" w="5621">
                <a:moveTo>
                  <a:pt x="0" y="1"/>
                </a:moveTo>
                <a:cubicBezTo>
                  <a:pt x="96" y="763"/>
                  <a:pt x="477" y="1453"/>
                  <a:pt x="1072" y="1930"/>
                </a:cubicBezTo>
                <a:lnTo>
                  <a:pt x="4549" y="1930"/>
                </a:lnTo>
                <a:cubicBezTo>
                  <a:pt x="5144" y="1453"/>
                  <a:pt x="5525" y="763"/>
                  <a:pt x="5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6" name="Google Shape;9566;p71"/>
          <p:cNvGrpSpPr/>
          <p:nvPr/>
        </p:nvGrpSpPr>
        <p:grpSpPr>
          <a:xfrm>
            <a:off x="2505202" y="3441890"/>
            <a:ext cx="362360" cy="349414"/>
            <a:chOff x="2505202" y="3441890"/>
            <a:chExt cx="362360" cy="349414"/>
          </a:xfrm>
        </p:grpSpPr>
        <p:sp>
          <p:nvSpPr>
            <p:cNvPr id="9567" name="Google Shape;9567;p71"/>
            <p:cNvSpPr/>
            <p:nvPr/>
          </p:nvSpPr>
          <p:spPr>
            <a:xfrm>
              <a:off x="2505202" y="3441890"/>
              <a:ext cx="362360" cy="348663"/>
            </a:xfrm>
            <a:custGeom>
              <a:rect b="b" l="l" r="r" t="t"/>
              <a:pathLst>
                <a:path extrusionOk="0" h="10687" w="11123">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2671249" y="3630658"/>
              <a:ext cx="188526" cy="160646"/>
            </a:xfrm>
            <a:custGeom>
              <a:rect b="b" l="l" r="r" t="t"/>
              <a:pathLst>
                <a:path extrusionOk="0" h="4924" w="5787">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2505202" y="3443423"/>
              <a:ext cx="166829" cy="188050"/>
            </a:xfrm>
            <a:custGeom>
              <a:rect b="b" l="l" r="r" t="t"/>
              <a:pathLst>
                <a:path extrusionOk="0" h="5764" w="5121">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2516832" y="3443423"/>
              <a:ext cx="209506" cy="272712"/>
            </a:xfrm>
            <a:custGeom>
              <a:rect b="b" l="l" r="r" t="t"/>
              <a:pathLst>
                <a:path extrusionOk="0" h="8359" w="6431">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2696823" y="3588768"/>
              <a:ext cx="20231" cy="17846"/>
            </a:xfrm>
            <a:custGeom>
              <a:rect b="b" l="l" r="r" t="t"/>
              <a:pathLst>
                <a:path extrusionOk="0" h="547" w="621">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2556414" y="3453504"/>
              <a:ext cx="256841" cy="290624"/>
            </a:xfrm>
            <a:custGeom>
              <a:rect b="b" l="l" r="r" t="t"/>
              <a:pathLst>
                <a:path extrusionOk="0" h="8908" w="7884">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3" name="Google Shape;9573;p71"/>
          <p:cNvSpPr/>
          <p:nvPr/>
        </p:nvSpPr>
        <p:spPr>
          <a:xfrm>
            <a:off x="1941970" y="3585603"/>
            <a:ext cx="82258" cy="41205"/>
          </a:xfrm>
          <a:custGeom>
            <a:rect b="b" l="l" r="r" t="t"/>
            <a:pathLst>
              <a:path extrusionOk="0" h="1263" w="2525">
                <a:moveTo>
                  <a:pt x="0" y="0"/>
                </a:moveTo>
                <a:lnTo>
                  <a:pt x="0" y="1262"/>
                </a:lnTo>
                <a:lnTo>
                  <a:pt x="2525" y="1262"/>
                </a:lnTo>
                <a:lnTo>
                  <a:pt x="2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1941970" y="3647754"/>
            <a:ext cx="81476" cy="80812"/>
          </a:xfrm>
          <a:custGeom>
            <a:rect b="b" l="l" r="r" t="t"/>
            <a:pathLst>
              <a:path extrusionOk="0" h="2477" w="2501">
                <a:moveTo>
                  <a:pt x="0" y="0"/>
                </a:moveTo>
                <a:lnTo>
                  <a:pt x="0" y="1215"/>
                </a:lnTo>
                <a:cubicBezTo>
                  <a:pt x="0" y="1905"/>
                  <a:pt x="572" y="2453"/>
                  <a:pt x="1263" y="2477"/>
                </a:cubicBezTo>
                <a:cubicBezTo>
                  <a:pt x="1953" y="2477"/>
                  <a:pt x="2501" y="1905"/>
                  <a:pt x="2501" y="1215"/>
                </a:cubicBez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1928776" y="3442640"/>
            <a:ext cx="108646" cy="40422"/>
          </a:xfrm>
          <a:custGeom>
            <a:rect b="b" l="l" r="r" t="t"/>
            <a:pathLst>
              <a:path extrusionOk="0" h="1239" w="3335">
                <a:moveTo>
                  <a:pt x="405" y="0"/>
                </a:moveTo>
                <a:cubicBezTo>
                  <a:pt x="1" y="0"/>
                  <a:pt x="1" y="619"/>
                  <a:pt x="405" y="619"/>
                </a:cubicBezTo>
                <a:lnTo>
                  <a:pt x="405" y="1239"/>
                </a:lnTo>
                <a:lnTo>
                  <a:pt x="2930" y="1239"/>
                </a:lnTo>
                <a:lnTo>
                  <a:pt x="2930" y="619"/>
                </a:lnTo>
                <a:cubicBezTo>
                  <a:pt x="3335" y="619"/>
                  <a:pt x="333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1860493" y="3443423"/>
            <a:ext cx="20231" cy="39639"/>
          </a:xfrm>
          <a:custGeom>
            <a:rect b="b" l="l" r="r" t="t"/>
            <a:pathLst>
              <a:path extrusionOk="0" h="1215" w="621">
                <a:moveTo>
                  <a:pt x="311" y="0"/>
                </a:moveTo>
                <a:cubicBezTo>
                  <a:pt x="162" y="0"/>
                  <a:pt x="13" y="95"/>
                  <a:pt x="1" y="286"/>
                </a:cubicBezTo>
                <a:lnTo>
                  <a:pt x="1" y="1215"/>
                </a:lnTo>
                <a:lnTo>
                  <a:pt x="620" y="1215"/>
                </a:lnTo>
                <a:lnTo>
                  <a:pt x="620" y="286"/>
                </a:lnTo>
                <a:cubicBezTo>
                  <a:pt x="608" y="95"/>
                  <a:pt x="459" y="0"/>
                  <a:pt x="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1798433" y="3503910"/>
            <a:ext cx="266158" cy="287002"/>
          </a:xfrm>
          <a:custGeom>
            <a:rect b="b" l="l" r="r" t="t"/>
            <a:pathLst>
              <a:path extrusionOk="0" h="8797" w="8170">
                <a:moveTo>
                  <a:pt x="4061" y="1"/>
                </a:moveTo>
                <a:cubicBezTo>
                  <a:pt x="3910" y="1"/>
                  <a:pt x="3787" y="137"/>
                  <a:pt x="3787" y="313"/>
                </a:cubicBezTo>
                <a:lnTo>
                  <a:pt x="3787" y="647"/>
                </a:lnTo>
                <a:lnTo>
                  <a:pt x="3168" y="647"/>
                </a:lnTo>
                <a:lnTo>
                  <a:pt x="3168" y="313"/>
                </a:lnTo>
                <a:cubicBezTo>
                  <a:pt x="3168" y="146"/>
                  <a:pt x="3025" y="4"/>
                  <a:pt x="2835" y="4"/>
                </a:cubicBezTo>
                <a:lnTo>
                  <a:pt x="1596" y="4"/>
                </a:lnTo>
                <a:cubicBezTo>
                  <a:pt x="1406" y="4"/>
                  <a:pt x="1263" y="146"/>
                  <a:pt x="1287" y="313"/>
                </a:cubicBezTo>
                <a:lnTo>
                  <a:pt x="1287" y="647"/>
                </a:lnTo>
                <a:lnTo>
                  <a:pt x="953" y="647"/>
                </a:lnTo>
                <a:cubicBezTo>
                  <a:pt x="548" y="647"/>
                  <a:pt x="548" y="1266"/>
                  <a:pt x="953" y="1266"/>
                </a:cubicBezTo>
                <a:lnTo>
                  <a:pt x="1287" y="1266"/>
                </a:lnTo>
                <a:lnTo>
                  <a:pt x="1287" y="1575"/>
                </a:lnTo>
                <a:cubicBezTo>
                  <a:pt x="1263" y="1742"/>
                  <a:pt x="1406" y="1885"/>
                  <a:pt x="1596" y="1885"/>
                </a:cubicBezTo>
                <a:lnTo>
                  <a:pt x="1882" y="1885"/>
                </a:lnTo>
                <a:lnTo>
                  <a:pt x="1882" y="7576"/>
                </a:lnTo>
                <a:lnTo>
                  <a:pt x="310" y="7576"/>
                </a:lnTo>
                <a:cubicBezTo>
                  <a:pt x="144" y="7576"/>
                  <a:pt x="1" y="7719"/>
                  <a:pt x="1" y="7886"/>
                </a:cubicBezTo>
                <a:lnTo>
                  <a:pt x="1" y="8529"/>
                </a:lnTo>
                <a:cubicBezTo>
                  <a:pt x="25" y="8708"/>
                  <a:pt x="173" y="8797"/>
                  <a:pt x="322" y="8797"/>
                </a:cubicBezTo>
                <a:cubicBezTo>
                  <a:pt x="471" y="8797"/>
                  <a:pt x="620" y="8708"/>
                  <a:pt x="644" y="8529"/>
                </a:cubicBezTo>
                <a:lnTo>
                  <a:pt x="644" y="8196"/>
                </a:lnTo>
                <a:lnTo>
                  <a:pt x="7526" y="8196"/>
                </a:lnTo>
                <a:lnTo>
                  <a:pt x="7526" y="8529"/>
                </a:lnTo>
                <a:cubicBezTo>
                  <a:pt x="7550" y="8708"/>
                  <a:pt x="7699" y="8797"/>
                  <a:pt x="7848" y="8797"/>
                </a:cubicBezTo>
                <a:cubicBezTo>
                  <a:pt x="7996" y="8797"/>
                  <a:pt x="8145" y="8708"/>
                  <a:pt x="8169" y="8529"/>
                </a:cubicBezTo>
                <a:lnTo>
                  <a:pt x="8169" y="7886"/>
                </a:lnTo>
                <a:cubicBezTo>
                  <a:pt x="8169" y="7719"/>
                  <a:pt x="8026" y="7576"/>
                  <a:pt x="7860" y="7553"/>
                </a:cubicBezTo>
                <a:lnTo>
                  <a:pt x="2525" y="7553"/>
                </a:lnTo>
                <a:lnTo>
                  <a:pt x="2525" y="1885"/>
                </a:lnTo>
                <a:lnTo>
                  <a:pt x="2835" y="1885"/>
                </a:lnTo>
                <a:cubicBezTo>
                  <a:pt x="3025" y="1885"/>
                  <a:pt x="3168" y="1742"/>
                  <a:pt x="3168" y="1551"/>
                </a:cubicBezTo>
                <a:lnTo>
                  <a:pt x="3168" y="1242"/>
                </a:lnTo>
                <a:lnTo>
                  <a:pt x="3787" y="1242"/>
                </a:lnTo>
                <a:lnTo>
                  <a:pt x="3787" y="1551"/>
                </a:lnTo>
                <a:cubicBezTo>
                  <a:pt x="3787" y="1742"/>
                  <a:pt x="3930" y="1885"/>
                  <a:pt x="4097" y="1885"/>
                </a:cubicBezTo>
                <a:lnTo>
                  <a:pt x="7240" y="1885"/>
                </a:lnTo>
                <a:cubicBezTo>
                  <a:pt x="7407" y="1885"/>
                  <a:pt x="7550" y="1742"/>
                  <a:pt x="7550" y="1551"/>
                </a:cubicBezTo>
                <a:lnTo>
                  <a:pt x="7550" y="313"/>
                </a:lnTo>
                <a:cubicBezTo>
                  <a:pt x="7550" y="137"/>
                  <a:pt x="7427" y="1"/>
                  <a:pt x="7277" y="1"/>
                </a:cubicBezTo>
                <a:cubicBezTo>
                  <a:pt x="7265" y="1"/>
                  <a:pt x="7253" y="2"/>
                  <a:pt x="7240" y="4"/>
                </a:cubicBezTo>
                <a:lnTo>
                  <a:pt x="4097" y="4"/>
                </a:lnTo>
                <a:cubicBezTo>
                  <a:pt x="4085" y="2"/>
                  <a:pt x="4073" y="1"/>
                  <a:pt x="4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71"/>
          <p:cNvGrpSpPr/>
          <p:nvPr/>
        </p:nvGrpSpPr>
        <p:grpSpPr>
          <a:xfrm>
            <a:off x="1003216" y="3452689"/>
            <a:ext cx="358483" cy="328729"/>
            <a:chOff x="1003216" y="3452689"/>
            <a:chExt cx="358483" cy="328729"/>
          </a:xfrm>
        </p:grpSpPr>
        <p:sp>
          <p:nvSpPr>
            <p:cNvPr id="9579" name="Google Shape;9579;p71"/>
            <p:cNvSpPr/>
            <p:nvPr/>
          </p:nvSpPr>
          <p:spPr>
            <a:xfrm>
              <a:off x="1017192" y="3636857"/>
              <a:ext cx="81509" cy="144170"/>
            </a:xfrm>
            <a:custGeom>
              <a:rect b="b" l="l" r="r" t="t"/>
              <a:pathLst>
                <a:path extrusionOk="0" h="4419" w="2502">
                  <a:moveTo>
                    <a:pt x="1" y="1"/>
                  </a:moveTo>
                  <a:lnTo>
                    <a:pt x="1" y="3168"/>
                  </a:lnTo>
                  <a:cubicBezTo>
                    <a:pt x="1" y="4002"/>
                    <a:pt x="626" y="4418"/>
                    <a:pt x="1251" y="4418"/>
                  </a:cubicBezTo>
                  <a:cubicBezTo>
                    <a:pt x="1876" y="4418"/>
                    <a:pt x="2501" y="4002"/>
                    <a:pt x="2501" y="3168"/>
                  </a:cubicBezTo>
                  <a:lnTo>
                    <a:pt x="2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1045925" y="3452689"/>
              <a:ext cx="224198" cy="82443"/>
            </a:xfrm>
            <a:custGeom>
              <a:rect b="b" l="l" r="r" t="t"/>
              <a:pathLst>
                <a:path extrusionOk="0" h="2527" w="6882">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1198746" y="3555294"/>
              <a:ext cx="121058" cy="122768"/>
            </a:xfrm>
            <a:custGeom>
              <a:rect b="b" l="l" r="r" t="t"/>
              <a:pathLst>
                <a:path extrusionOk="0" h="3763" w="3716">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1158383" y="3698257"/>
              <a:ext cx="203316" cy="83161"/>
            </a:xfrm>
            <a:custGeom>
              <a:rect b="b" l="l" r="r" t="t"/>
              <a:pathLst>
                <a:path extrusionOk="0" h="2549" w="6241">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1003216" y="3555294"/>
              <a:ext cx="108646" cy="61400"/>
            </a:xfrm>
            <a:custGeom>
              <a:rect b="b" l="l" r="r" t="t"/>
              <a:pathLst>
                <a:path extrusionOk="0" h="1882" w="3335">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1"/>
          <p:cNvGrpSpPr/>
          <p:nvPr/>
        </p:nvGrpSpPr>
        <p:grpSpPr>
          <a:xfrm>
            <a:off x="995463" y="4021440"/>
            <a:ext cx="360014" cy="307327"/>
            <a:chOff x="995463" y="4021440"/>
            <a:chExt cx="360014" cy="307327"/>
          </a:xfrm>
        </p:grpSpPr>
        <p:sp>
          <p:nvSpPr>
            <p:cNvPr id="9585" name="Google Shape;9585;p71"/>
            <p:cNvSpPr/>
            <p:nvPr/>
          </p:nvSpPr>
          <p:spPr>
            <a:xfrm>
              <a:off x="1089351" y="4021440"/>
              <a:ext cx="200971" cy="83194"/>
            </a:xfrm>
            <a:custGeom>
              <a:rect b="b" l="l" r="r" t="t"/>
              <a:pathLst>
                <a:path extrusionOk="0" h="2550" w="6169">
                  <a:moveTo>
                    <a:pt x="334" y="1"/>
                  </a:moveTo>
                  <a:cubicBezTo>
                    <a:pt x="167" y="1"/>
                    <a:pt x="0" y="144"/>
                    <a:pt x="24" y="310"/>
                  </a:cubicBezTo>
                  <a:lnTo>
                    <a:pt x="24" y="1906"/>
                  </a:lnTo>
                  <a:lnTo>
                    <a:pt x="667" y="1906"/>
                  </a:lnTo>
                  <a:lnTo>
                    <a:pt x="667" y="644"/>
                  </a:lnTo>
                  <a:lnTo>
                    <a:pt x="2620" y="644"/>
                  </a:lnTo>
                  <a:lnTo>
                    <a:pt x="5525" y="2382"/>
                  </a:lnTo>
                  <a:lnTo>
                    <a:pt x="5525" y="2549"/>
                  </a:lnTo>
                  <a:lnTo>
                    <a:pt x="6168" y="2549"/>
                  </a:lnTo>
                  <a:lnTo>
                    <a:pt x="6168" y="2192"/>
                  </a:lnTo>
                  <a:cubicBezTo>
                    <a:pt x="6168" y="2097"/>
                    <a:pt x="6097" y="1977"/>
                    <a:pt x="6002" y="1930"/>
                  </a:cubicBezTo>
                  <a:lnTo>
                    <a:pt x="2882" y="49"/>
                  </a:lnTo>
                  <a:cubicBezTo>
                    <a:pt x="2834" y="25"/>
                    <a:pt x="2763" y="1"/>
                    <a:pt x="2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1204936" y="4124796"/>
              <a:ext cx="150541" cy="142212"/>
            </a:xfrm>
            <a:custGeom>
              <a:rect b="b" l="l" r="r" t="t"/>
              <a:pathLst>
                <a:path extrusionOk="0" h="4359" w="4621">
                  <a:moveTo>
                    <a:pt x="1358" y="0"/>
                  </a:moveTo>
                  <a:cubicBezTo>
                    <a:pt x="1191" y="0"/>
                    <a:pt x="1049" y="119"/>
                    <a:pt x="1025" y="286"/>
                  </a:cubicBezTo>
                  <a:cubicBezTo>
                    <a:pt x="1001" y="453"/>
                    <a:pt x="1144" y="619"/>
                    <a:pt x="1334" y="619"/>
                  </a:cubicBezTo>
                  <a:lnTo>
                    <a:pt x="1334" y="2072"/>
                  </a:lnTo>
                  <a:cubicBezTo>
                    <a:pt x="477" y="2501"/>
                    <a:pt x="1" y="3429"/>
                    <a:pt x="144" y="4358"/>
                  </a:cubicBezTo>
                  <a:lnTo>
                    <a:pt x="4478" y="4358"/>
                  </a:lnTo>
                  <a:cubicBezTo>
                    <a:pt x="4621" y="3406"/>
                    <a:pt x="4121" y="2477"/>
                    <a:pt x="3239" y="2072"/>
                  </a:cubicBezTo>
                  <a:lnTo>
                    <a:pt x="3239" y="619"/>
                  </a:lnTo>
                  <a:cubicBezTo>
                    <a:pt x="3430" y="619"/>
                    <a:pt x="3549" y="453"/>
                    <a:pt x="3549" y="286"/>
                  </a:cubicBezTo>
                  <a:cubicBezTo>
                    <a:pt x="3525" y="119"/>
                    <a:pt x="3382" y="0"/>
                    <a:pt x="3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1215817" y="4287954"/>
              <a:ext cx="129593" cy="40814"/>
            </a:xfrm>
            <a:custGeom>
              <a:rect b="b" l="l" r="r" t="t"/>
              <a:pathLst>
                <a:path extrusionOk="0" h="1251" w="3978">
                  <a:moveTo>
                    <a:pt x="0" y="0"/>
                  </a:moveTo>
                  <a:cubicBezTo>
                    <a:pt x="393" y="834"/>
                    <a:pt x="1185" y="1250"/>
                    <a:pt x="1980" y="1250"/>
                  </a:cubicBezTo>
                  <a:cubicBezTo>
                    <a:pt x="2774" y="1250"/>
                    <a:pt x="3572" y="834"/>
                    <a:pt x="3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1030386" y="4103786"/>
              <a:ext cx="135034" cy="144561"/>
            </a:xfrm>
            <a:custGeom>
              <a:rect b="b" l="l" r="r" t="t"/>
              <a:pathLst>
                <a:path extrusionOk="0" h="4431" w="4145">
                  <a:moveTo>
                    <a:pt x="1192" y="1"/>
                  </a:moveTo>
                  <a:cubicBezTo>
                    <a:pt x="754" y="1"/>
                    <a:pt x="746" y="646"/>
                    <a:pt x="1170" y="646"/>
                  </a:cubicBezTo>
                  <a:cubicBezTo>
                    <a:pt x="1185" y="646"/>
                    <a:pt x="1200" y="646"/>
                    <a:pt x="1215" y="644"/>
                  </a:cubicBezTo>
                  <a:lnTo>
                    <a:pt x="1215" y="2121"/>
                  </a:lnTo>
                  <a:lnTo>
                    <a:pt x="0" y="4264"/>
                  </a:lnTo>
                  <a:cubicBezTo>
                    <a:pt x="358" y="4383"/>
                    <a:pt x="739" y="4431"/>
                    <a:pt x="1120" y="4431"/>
                  </a:cubicBezTo>
                  <a:cubicBezTo>
                    <a:pt x="2466" y="4431"/>
                    <a:pt x="2500" y="3928"/>
                    <a:pt x="3947" y="3928"/>
                  </a:cubicBezTo>
                  <a:cubicBezTo>
                    <a:pt x="4010" y="3928"/>
                    <a:pt x="4076" y="3929"/>
                    <a:pt x="4144" y="3931"/>
                  </a:cubicBezTo>
                  <a:cubicBezTo>
                    <a:pt x="3644" y="3097"/>
                    <a:pt x="3144" y="2216"/>
                    <a:pt x="3096" y="2121"/>
                  </a:cubicBezTo>
                  <a:lnTo>
                    <a:pt x="3096" y="644"/>
                  </a:lnTo>
                  <a:cubicBezTo>
                    <a:pt x="3287" y="644"/>
                    <a:pt x="3430" y="478"/>
                    <a:pt x="3406" y="287"/>
                  </a:cubicBezTo>
                  <a:cubicBezTo>
                    <a:pt x="3382" y="120"/>
                    <a:pt x="3239" y="1"/>
                    <a:pt x="3072" y="1"/>
                  </a:cubicBezTo>
                  <a:lnTo>
                    <a:pt x="1215" y="1"/>
                  </a:lnTo>
                  <a:cubicBezTo>
                    <a:pt x="1207" y="1"/>
                    <a:pt x="1199" y="1"/>
                    <a:pt x="1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995463" y="4252295"/>
              <a:ext cx="211070" cy="76082"/>
            </a:xfrm>
            <a:custGeom>
              <a:rect b="b" l="l" r="r" t="t"/>
              <a:pathLst>
                <a:path extrusionOk="0" h="2332" w="6479">
                  <a:moveTo>
                    <a:pt x="4935" y="0"/>
                  </a:moveTo>
                  <a:cubicBezTo>
                    <a:pt x="3770" y="0"/>
                    <a:pt x="3625" y="498"/>
                    <a:pt x="2216" y="498"/>
                  </a:cubicBezTo>
                  <a:cubicBezTo>
                    <a:pt x="2164" y="500"/>
                    <a:pt x="2113" y="501"/>
                    <a:pt x="2062" y="501"/>
                  </a:cubicBezTo>
                  <a:cubicBezTo>
                    <a:pt x="1614" y="501"/>
                    <a:pt x="1169" y="409"/>
                    <a:pt x="763" y="260"/>
                  </a:cubicBezTo>
                  <a:lnTo>
                    <a:pt x="382" y="927"/>
                  </a:lnTo>
                  <a:cubicBezTo>
                    <a:pt x="1" y="1570"/>
                    <a:pt x="453" y="2332"/>
                    <a:pt x="1191" y="2332"/>
                  </a:cubicBezTo>
                  <a:lnTo>
                    <a:pt x="5311" y="2332"/>
                  </a:lnTo>
                  <a:cubicBezTo>
                    <a:pt x="6026" y="2332"/>
                    <a:pt x="6478" y="1570"/>
                    <a:pt x="6121" y="927"/>
                  </a:cubicBezTo>
                  <a:lnTo>
                    <a:pt x="5597" y="45"/>
                  </a:lnTo>
                  <a:cubicBezTo>
                    <a:pt x="5526" y="22"/>
                    <a:pt x="5454" y="22"/>
                    <a:pt x="5383" y="22"/>
                  </a:cubicBezTo>
                  <a:cubicBezTo>
                    <a:pt x="5218" y="7"/>
                    <a:pt x="5070" y="0"/>
                    <a:pt x="4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1"/>
          <p:cNvGrpSpPr/>
          <p:nvPr/>
        </p:nvGrpSpPr>
        <p:grpSpPr>
          <a:xfrm>
            <a:off x="1769732" y="4000397"/>
            <a:ext cx="325091" cy="349740"/>
            <a:chOff x="1769732" y="4000397"/>
            <a:chExt cx="325091" cy="349740"/>
          </a:xfrm>
        </p:grpSpPr>
        <p:sp>
          <p:nvSpPr>
            <p:cNvPr id="9591" name="Google Shape;9591;p71"/>
            <p:cNvSpPr/>
            <p:nvPr/>
          </p:nvSpPr>
          <p:spPr>
            <a:xfrm>
              <a:off x="1866455" y="4000397"/>
              <a:ext cx="125977" cy="19542"/>
            </a:xfrm>
            <a:custGeom>
              <a:rect b="b" l="l" r="r" t="t"/>
              <a:pathLst>
                <a:path extrusionOk="0" h="599" w="3867">
                  <a:moveTo>
                    <a:pt x="418" y="0"/>
                  </a:moveTo>
                  <a:cubicBezTo>
                    <a:pt x="73" y="0"/>
                    <a:pt x="0" y="552"/>
                    <a:pt x="389" y="598"/>
                  </a:cubicBezTo>
                  <a:lnTo>
                    <a:pt x="3652" y="598"/>
                  </a:lnTo>
                  <a:cubicBezTo>
                    <a:pt x="3771" y="574"/>
                    <a:pt x="3866" y="432"/>
                    <a:pt x="3866" y="312"/>
                  </a:cubicBezTo>
                  <a:cubicBezTo>
                    <a:pt x="3866" y="122"/>
                    <a:pt x="3724" y="3"/>
                    <a:pt x="3557" y="3"/>
                  </a:cubicBezTo>
                  <a:lnTo>
                    <a:pt x="461" y="3"/>
                  </a:lnTo>
                  <a:cubicBezTo>
                    <a:pt x="446" y="1"/>
                    <a:pt x="432" y="0"/>
                    <a:pt x="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1848081" y="4040885"/>
              <a:ext cx="166862" cy="145312"/>
            </a:xfrm>
            <a:custGeom>
              <a:rect b="b" l="l" r="r" t="t"/>
              <a:pathLst>
                <a:path extrusionOk="0" h="4454" w="5122">
                  <a:moveTo>
                    <a:pt x="1001" y="0"/>
                  </a:moveTo>
                  <a:lnTo>
                    <a:pt x="1001" y="2787"/>
                  </a:lnTo>
                  <a:lnTo>
                    <a:pt x="1" y="4454"/>
                  </a:lnTo>
                  <a:lnTo>
                    <a:pt x="5121" y="4454"/>
                  </a:lnTo>
                  <a:lnTo>
                    <a:pt x="4145" y="2787"/>
                  </a:lnTo>
                  <a:lnTo>
                    <a:pt x="41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1886881" y="4246781"/>
              <a:ext cx="24075" cy="20913"/>
            </a:xfrm>
            <a:custGeom>
              <a:rect b="b" l="l" r="r" t="t"/>
              <a:pathLst>
                <a:path extrusionOk="0" h="641" w="739">
                  <a:moveTo>
                    <a:pt x="453" y="0"/>
                  </a:moveTo>
                  <a:cubicBezTo>
                    <a:pt x="167" y="0"/>
                    <a:pt x="1" y="333"/>
                    <a:pt x="191" y="548"/>
                  </a:cubicBezTo>
                  <a:cubicBezTo>
                    <a:pt x="255" y="611"/>
                    <a:pt x="337" y="640"/>
                    <a:pt x="418" y="640"/>
                  </a:cubicBezTo>
                  <a:cubicBezTo>
                    <a:pt x="580" y="640"/>
                    <a:pt x="739" y="524"/>
                    <a:pt x="739" y="333"/>
                  </a:cubicBezTo>
                  <a:cubicBezTo>
                    <a:pt x="739" y="167"/>
                    <a:pt x="620" y="24"/>
                    <a:pt x="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1769732" y="4206359"/>
              <a:ext cx="325091" cy="143778"/>
            </a:xfrm>
            <a:custGeom>
              <a:rect b="b" l="l" r="r" t="t"/>
              <a:pathLst>
                <a:path extrusionOk="0" h="4407" w="9979">
                  <a:moveTo>
                    <a:pt x="6282" y="618"/>
                  </a:moveTo>
                  <a:cubicBezTo>
                    <a:pt x="6678" y="618"/>
                    <a:pt x="6678" y="1241"/>
                    <a:pt x="6282" y="1241"/>
                  </a:cubicBezTo>
                  <a:cubicBezTo>
                    <a:pt x="6269" y="1241"/>
                    <a:pt x="6255" y="1241"/>
                    <a:pt x="6240" y="1239"/>
                  </a:cubicBezTo>
                  <a:cubicBezTo>
                    <a:pt x="5859" y="1215"/>
                    <a:pt x="5859" y="668"/>
                    <a:pt x="6240" y="620"/>
                  </a:cubicBezTo>
                  <a:cubicBezTo>
                    <a:pt x="6255" y="618"/>
                    <a:pt x="6269" y="618"/>
                    <a:pt x="6282" y="618"/>
                  </a:cubicBezTo>
                  <a:close/>
                  <a:moveTo>
                    <a:pt x="4033" y="605"/>
                  </a:moveTo>
                  <a:cubicBezTo>
                    <a:pt x="4516" y="605"/>
                    <a:pt x="4978" y="990"/>
                    <a:pt x="4978" y="1572"/>
                  </a:cubicBezTo>
                  <a:cubicBezTo>
                    <a:pt x="4978" y="2096"/>
                    <a:pt x="4573" y="2501"/>
                    <a:pt x="4049" y="2501"/>
                  </a:cubicBezTo>
                  <a:cubicBezTo>
                    <a:pt x="3216" y="2501"/>
                    <a:pt x="2787" y="1477"/>
                    <a:pt x="3382" y="882"/>
                  </a:cubicBezTo>
                  <a:cubicBezTo>
                    <a:pt x="3573" y="691"/>
                    <a:pt x="3806" y="605"/>
                    <a:pt x="4033" y="605"/>
                  </a:cubicBezTo>
                  <a:close/>
                  <a:moveTo>
                    <a:pt x="5613" y="2510"/>
                  </a:moveTo>
                  <a:cubicBezTo>
                    <a:pt x="5773" y="2510"/>
                    <a:pt x="5930" y="2639"/>
                    <a:pt x="5930" y="2835"/>
                  </a:cubicBezTo>
                  <a:cubicBezTo>
                    <a:pt x="5930" y="2989"/>
                    <a:pt x="5808" y="3123"/>
                    <a:pt x="5638" y="3123"/>
                  </a:cubicBezTo>
                  <a:cubicBezTo>
                    <a:pt x="5625" y="3123"/>
                    <a:pt x="5611" y="3122"/>
                    <a:pt x="5597" y="3120"/>
                  </a:cubicBezTo>
                  <a:lnTo>
                    <a:pt x="5621" y="3120"/>
                  </a:lnTo>
                  <a:cubicBezTo>
                    <a:pt x="5335" y="3120"/>
                    <a:pt x="5192" y="2787"/>
                    <a:pt x="5407" y="2596"/>
                  </a:cubicBezTo>
                  <a:cubicBezTo>
                    <a:pt x="5466" y="2537"/>
                    <a:pt x="5540" y="2510"/>
                    <a:pt x="5613" y="2510"/>
                  </a:cubicBezTo>
                  <a:close/>
                  <a:moveTo>
                    <a:pt x="2049" y="1"/>
                  </a:moveTo>
                  <a:lnTo>
                    <a:pt x="453" y="2668"/>
                  </a:lnTo>
                  <a:cubicBezTo>
                    <a:pt x="1" y="3430"/>
                    <a:pt x="548" y="4406"/>
                    <a:pt x="1429" y="4406"/>
                  </a:cubicBezTo>
                  <a:lnTo>
                    <a:pt x="8526" y="4406"/>
                  </a:lnTo>
                  <a:cubicBezTo>
                    <a:pt x="9407" y="4406"/>
                    <a:pt x="9979" y="3430"/>
                    <a:pt x="9526" y="2668"/>
                  </a:cubicBezTo>
                  <a:lnTo>
                    <a:pt x="7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1"/>
          <p:cNvGrpSpPr/>
          <p:nvPr/>
        </p:nvGrpSpPr>
        <p:grpSpPr>
          <a:xfrm>
            <a:off x="2514519" y="4000463"/>
            <a:ext cx="344507" cy="349675"/>
            <a:chOff x="2514519" y="4000463"/>
            <a:chExt cx="344507" cy="349675"/>
          </a:xfrm>
        </p:grpSpPr>
        <p:sp>
          <p:nvSpPr>
            <p:cNvPr id="9596" name="Google Shape;9596;p71"/>
            <p:cNvSpPr/>
            <p:nvPr/>
          </p:nvSpPr>
          <p:spPr>
            <a:xfrm>
              <a:off x="2530808" y="4000463"/>
              <a:ext cx="328218" cy="102606"/>
            </a:xfrm>
            <a:custGeom>
              <a:rect b="b" l="l" r="r" t="t"/>
              <a:pathLst>
                <a:path extrusionOk="0" h="3145" w="10075">
                  <a:moveTo>
                    <a:pt x="382" y="1"/>
                  </a:moveTo>
                  <a:cubicBezTo>
                    <a:pt x="1" y="49"/>
                    <a:pt x="1" y="596"/>
                    <a:pt x="382" y="620"/>
                  </a:cubicBezTo>
                  <a:lnTo>
                    <a:pt x="691" y="620"/>
                  </a:lnTo>
                  <a:lnTo>
                    <a:pt x="691" y="2501"/>
                  </a:lnTo>
                  <a:lnTo>
                    <a:pt x="382" y="2501"/>
                  </a:lnTo>
                  <a:cubicBezTo>
                    <a:pt x="1" y="2549"/>
                    <a:pt x="1" y="3097"/>
                    <a:pt x="382" y="3144"/>
                  </a:cubicBezTo>
                  <a:lnTo>
                    <a:pt x="4454" y="3144"/>
                  </a:lnTo>
                  <a:lnTo>
                    <a:pt x="4454" y="2192"/>
                  </a:lnTo>
                  <a:cubicBezTo>
                    <a:pt x="4454" y="1668"/>
                    <a:pt x="4883" y="1263"/>
                    <a:pt x="5407" y="1263"/>
                  </a:cubicBezTo>
                  <a:lnTo>
                    <a:pt x="7288" y="1263"/>
                  </a:lnTo>
                  <a:cubicBezTo>
                    <a:pt x="7812" y="1263"/>
                    <a:pt x="8240" y="1668"/>
                    <a:pt x="8240" y="2192"/>
                  </a:cubicBezTo>
                  <a:lnTo>
                    <a:pt x="8240" y="3097"/>
                  </a:lnTo>
                  <a:cubicBezTo>
                    <a:pt x="10074" y="2716"/>
                    <a:pt x="9788" y="1"/>
                    <a:pt x="7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2514519" y="4124013"/>
              <a:ext cx="165298" cy="101823"/>
            </a:xfrm>
            <a:custGeom>
              <a:rect b="b" l="l" r="r" t="t"/>
              <a:pathLst>
                <a:path extrusionOk="0" h="3121" w="5074">
                  <a:moveTo>
                    <a:pt x="2144" y="0"/>
                  </a:moveTo>
                  <a:cubicBezTo>
                    <a:pt x="239" y="24"/>
                    <a:pt x="1" y="2739"/>
                    <a:pt x="1834" y="3120"/>
                  </a:cubicBezTo>
                  <a:lnTo>
                    <a:pt x="1834" y="2215"/>
                  </a:lnTo>
                  <a:cubicBezTo>
                    <a:pt x="1834" y="1691"/>
                    <a:pt x="2263" y="1263"/>
                    <a:pt x="2787" y="1263"/>
                  </a:cubicBezTo>
                  <a:cubicBezTo>
                    <a:pt x="3372" y="1263"/>
                    <a:pt x="3788" y="1261"/>
                    <a:pt x="4090" y="1261"/>
                  </a:cubicBezTo>
                  <a:cubicBezTo>
                    <a:pt x="4845" y="1261"/>
                    <a:pt x="4886" y="1273"/>
                    <a:pt x="5073" y="1358"/>
                  </a:cubicBezTo>
                  <a:cubicBezTo>
                    <a:pt x="4954" y="1096"/>
                    <a:pt x="4978" y="1001"/>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2693728" y="4124013"/>
              <a:ext cx="149009" cy="102573"/>
            </a:xfrm>
            <a:custGeom>
              <a:rect b="b" l="l" r="r" t="t"/>
              <a:pathLst>
                <a:path extrusionOk="0" h="3144" w="4574">
                  <a:moveTo>
                    <a:pt x="3216" y="0"/>
                  </a:moveTo>
                  <a:lnTo>
                    <a:pt x="3216" y="953"/>
                  </a:lnTo>
                  <a:cubicBezTo>
                    <a:pt x="3216" y="1469"/>
                    <a:pt x="2785" y="1886"/>
                    <a:pt x="2283" y="1886"/>
                  </a:cubicBezTo>
                  <a:cubicBezTo>
                    <a:pt x="2183" y="1886"/>
                    <a:pt x="2080" y="1870"/>
                    <a:pt x="1977" y="1834"/>
                  </a:cubicBezTo>
                  <a:lnTo>
                    <a:pt x="1334" y="1620"/>
                  </a:lnTo>
                  <a:lnTo>
                    <a:pt x="691" y="1834"/>
                  </a:lnTo>
                  <a:cubicBezTo>
                    <a:pt x="598" y="1865"/>
                    <a:pt x="495" y="1883"/>
                    <a:pt x="391" y="1883"/>
                  </a:cubicBezTo>
                  <a:cubicBezTo>
                    <a:pt x="257" y="1883"/>
                    <a:pt x="121" y="1854"/>
                    <a:pt x="1" y="1786"/>
                  </a:cubicBezTo>
                  <a:lnTo>
                    <a:pt x="1" y="1786"/>
                  </a:lnTo>
                  <a:cubicBezTo>
                    <a:pt x="120" y="2025"/>
                    <a:pt x="96" y="2120"/>
                    <a:pt x="96" y="3144"/>
                  </a:cubicBezTo>
                  <a:lnTo>
                    <a:pt x="4168" y="3144"/>
                  </a:lnTo>
                  <a:cubicBezTo>
                    <a:pt x="4573" y="3144"/>
                    <a:pt x="4573" y="2501"/>
                    <a:pt x="4168" y="2501"/>
                  </a:cubicBezTo>
                  <a:lnTo>
                    <a:pt x="3859" y="2501"/>
                  </a:lnTo>
                  <a:lnTo>
                    <a:pt x="3859" y="620"/>
                  </a:lnTo>
                  <a:lnTo>
                    <a:pt x="4168" y="620"/>
                  </a:lnTo>
                  <a:cubicBezTo>
                    <a:pt x="4573" y="620"/>
                    <a:pt x="4573" y="0"/>
                    <a:pt x="4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2530808" y="4246781"/>
              <a:ext cx="323560" cy="103356"/>
            </a:xfrm>
            <a:custGeom>
              <a:rect b="b" l="l" r="r" t="t"/>
              <a:pathLst>
                <a:path extrusionOk="0" h="3168" w="9932">
                  <a:moveTo>
                    <a:pt x="382" y="0"/>
                  </a:moveTo>
                  <a:cubicBezTo>
                    <a:pt x="1" y="48"/>
                    <a:pt x="1" y="595"/>
                    <a:pt x="382" y="619"/>
                  </a:cubicBezTo>
                  <a:lnTo>
                    <a:pt x="691" y="619"/>
                  </a:lnTo>
                  <a:lnTo>
                    <a:pt x="691" y="2524"/>
                  </a:lnTo>
                  <a:lnTo>
                    <a:pt x="382" y="2524"/>
                  </a:lnTo>
                  <a:cubicBezTo>
                    <a:pt x="1" y="2572"/>
                    <a:pt x="1" y="3120"/>
                    <a:pt x="382" y="3167"/>
                  </a:cubicBezTo>
                  <a:lnTo>
                    <a:pt x="7907" y="3167"/>
                  </a:lnTo>
                  <a:cubicBezTo>
                    <a:pt x="9931" y="3072"/>
                    <a:pt x="9931" y="95"/>
                    <a:pt x="7907" y="0"/>
                  </a:cubicBezTo>
                  <a:lnTo>
                    <a:pt x="5097" y="0"/>
                  </a:lnTo>
                  <a:lnTo>
                    <a:pt x="5097" y="953"/>
                  </a:lnTo>
                  <a:cubicBezTo>
                    <a:pt x="5097" y="1486"/>
                    <a:pt x="4655" y="1888"/>
                    <a:pt x="4165" y="1888"/>
                  </a:cubicBezTo>
                  <a:cubicBezTo>
                    <a:pt x="4064" y="1888"/>
                    <a:pt x="3961" y="1870"/>
                    <a:pt x="3859" y="1834"/>
                  </a:cubicBezTo>
                  <a:lnTo>
                    <a:pt x="3216" y="1619"/>
                  </a:lnTo>
                  <a:lnTo>
                    <a:pt x="2573" y="1834"/>
                  </a:lnTo>
                  <a:cubicBezTo>
                    <a:pt x="2467" y="1870"/>
                    <a:pt x="2361" y="1888"/>
                    <a:pt x="2258" y="1888"/>
                  </a:cubicBezTo>
                  <a:cubicBezTo>
                    <a:pt x="1759" y="1888"/>
                    <a:pt x="1330" y="1486"/>
                    <a:pt x="1310" y="953"/>
                  </a:cubicBezTo>
                  <a:lnTo>
                    <a:pt x="1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2594432" y="4185316"/>
              <a:ext cx="81476" cy="102475"/>
            </a:xfrm>
            <a:custGeom>
              <a:rect b="b" l="l" r="r" t="t"/>
              <a:pathLst>
                <a:path extrusionOk="0" h="3141" w="2501">
                  <a:moveTo>
                    <a:pt x="274" y="0"/>
                  </a:moveTo>
                  <a:cubicBezTo>
                    <a:pt x="123" y="0"/>
                    <a:pt x="0" y="136"/>
                    <a:pt x="0" y="312"/>
                  </a:cubicBezTo>
                  <a:lnTo>
                    <a:pt x="0" y="2837"/>
                  </a:lnTo>
                  <a:cubicBezTo>
                    <a:pt x="0" y="2996"/>
                    <a:pt x="151" y="3139"/>
                    <a:pt x="312" y="3139"/>
                  </a:cubicBezTo>
                  <a:cubicBezTo>
                    <a:pt x="343" y="3139"/>
                    <a:pt x="374" y="3134"/>
                    <a:pt x="405" y="3122"/>
                  </a:cubicBezTo>
                  <a:lnTo>
                    <a:pt x="1263" y="2837"/>
                  </a:lnTo>
                  <a:lnTo>
                    <a:pt x="2096" y="3122"/>
                  </a:lnTo>
                  <a:cubicBezTo>
                    <a:pt x="2130" y="3135"/>
                    <a:pt x="2164" y="3141"/>
                    <a:pt x="2198" y="3141"/>
                  </a:cubicBezTo>
                  <a:cubicBezTo>
                    <a:pt x="2356" y="3141"/>
                    <a:pt x="2501" y="3013"/>
                    <a:pt x="2501" y="2837"/>
                  </a:cubicBezTo>
                  <a:lnTo>
                    <a:pt x="2501" y="312"/>
                  </a:lnTo>
                  <a:cubicBezTo>
                    <a:pt x="2501" y="146"/>
                    <a:pt x="2358" y="3"/>
                    <a:pt x="2191" y="3"/>
                  </a:cubicBezTo>
                  <a:lnTo>
                    <a:pt x="310" y="3"/>
                  </a:lnTo>
                  <a:cubicBezTo>
                    <a:pt x="298" y="1"/>
                    <a:pt x="286" y="0"/>
                    <a:pt x="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2696823" y="4061863"/>
              <a:ext cx="81509" cy="102867"/>
            </a:xfrm>
            <a:custGeom>
              <a:rect b="b" l="l" r="r" t="t"/>
              <a:pathLst>
                <a:path extrusionOk="0" h="3153" w="2502">
                  <a:moveTo>
                    <a:pt x="311" y="0"/>
                  </a:moveTo>
                  <a:cubicBezTo>
                    <a:pt x="120" y="0"/>
                    <a:pt x="1" y="143"/>
                    <a:pt x="1" y="310"/>
                  </a:cubicBezTo>
                  <a:lnTo>
                    <a:pt x="1" y="2834"/>
                  </a:lnTo>
                  <a:cubicBezTo>
                    <a:pt x="1" y="3021"/>
                    <a:pt x="145" y="3153"/>
                    <a:pt x="324" y="3153"/>
                  </a:cubicBezTo>
                  <a:cubicBezTo>
                    <a:pt x="350" y="3153"/>
                    <a:pt x="378" y="3150"/>
                    <a:pt x="406" y="3144"/>
                  </a:cubicBezTo>
                  <a:lnTo>
                    <a:pt x="1239" y="2834"/>
                  </a:lnTo>
                  <a:lnTo>
                    <a:pt x="2097" y="3144"/>
                  </a:lnTo>
                  <a:cubicBezTo>
                    <a:pt x="2121" y="3150"/>
                    <a:pt x="2147" y="3153"/>
                    <a:pt x="2172" y="3153"/>
                  </a:cubicBezTo>
                  <a:cubicBezTo>
                    <a:pt x="2339" y="3153"/>
                    <a:pt x="2501" y="3021"/>
                    <a:pt x="2501" y="2834"/>
                  </a:cubicBezTo>
                  <a:lnTo>
                    <a:pt x="2501" y="310"/>
                  </a:lnTo>
                  <a:cubicBezTo>
                    <a:pt x="2501" y="143"/>
                    <a:pt x="2359" y="0"/>
                    <a:pt x="2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1"/>
          <p:cNvGrpSpPr/>
          <p:nvPr/>
        </p:nvGrpSpPr>
        <p:grpSpPr>
          <a:xfrm>
            <a:off x="3205781" y="4000463"/>
            <a:ext cx="408098" cy="349968"/>
            <a:chOff x="3205781" y="4000463"/>
            <a:chExt cx="408098" cy="349968"/>
          </a:xfrm>
        </p:grpSpPr>
        <p:sp>
          <p:nvSpPr>
            <p:cNvPr id="9603" name="Google Shape;9603;p71"/>
            <p:cNvSpPr/>
            <p:nvPr/>
          </p:nvSpPr>
          <p:spPr>
            <a:xfrm>
              <a:off x="3442391" y="4082841"/>
              <a:ext cx="48150" cy="41205"/>
            </a:xfrm>
            <a:custGeom>
              <a:rect b="b" l="l" r="r" t="t"/>
              <a:pathLst>
                <a:path extrusionOk="0" h="1263" w="1478">
                  <a:moveTo>
                    <a:pt x="839" y="1"/>
                  </a:moveTo>
                  <a:cubicBezTo>
                    <a:pt x="685" y="1"/>
                    <a:pt x="529" y="60"/>
                    <a:pt x="406" y="191"/>
                  </a:cubicBezTo>
                  <a:cubicBezTo>
                    <a:pt x="1" y="596"/>
                    <a:pt x="286" y="1262"/>
                    <a:pt x="858" y="1262"/>
                  </a:cubicBezTo>
                  <a:cubicBezTo>
                    <a:pt x="1191" y="1262"/>
                    <a:pt x="1477" y="977"/>
                    <a:pt x="1477" y="643"/>
                  </a:cubicBezTo>
                  <a:cubicBezTo>
                    <a:pt x="1477" y="257"/>
                    <a:pt x="1161" y="1"/>
                    <a:pt x="8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3375673" y="4227272"/>
              <a:ext cx="27495" cy="20391"/>
            </a:xfrm>
            <a:custGeom>
              <a:rect b="b" l="l" r="r" t="t"/>
              <a:pathLst>
                <a:path extrusionOk="0" h="625" w="844">
                  <a:moveTo>
                    <a:pt x="426" y="0"/>
                  </a:moveTo>
                  <a:cubicBezTo>
                    <a:pt x="412" y="0"/>
                    <a:pt x="397" y="1"/>
                    <a:pt x="382" y="3"/>
                  </a:cubicBezTo>
                  <a:cubicBezTo>
                    <a:pt x="1" y="27"/>
                    <a:pt x="1" y="598"/>
                    <a:pt x="382" y="622"/>
                  </a:cubicBezTo>
                  <a:cubicBezTo>
                    <a:pt x="397" y="623"/>
                    <a:pt x="412" y="624"/>
                    <a:pt x="426" y="624"/>
                  </a:cubicBezTo>
                  <a:cubicBezTo>
                    <a:pt x="843" y="624"/>
                    <a:pt x="843"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3260870" y="4041635"/>
              <a:ext cx="312679" cy="267656"/>
            </a:xfrm>
            <a:custGeom>
              <a:rect b="b" l="l" r="r" t="t"/>
              <a:pathLst>
                <a:path extrusionOk="0" h="8204" w="9598">
                  <a:moveTo>
                    <a:pt x="3263" y="1573"/>
                  </a:moveTo>
                  <a:cubicBezTo>
                    <a:pt x="3548" y="1573"/>
                    <a:pt x="3691" y="1930"/>
                    <a:pt x="3501" y="2121"/>
                  </a:cubicBezTo>
                  <a:cubicBezTo>
                    <a:pt x="3433" y="2181"/>
                    <a:pt x="3352" y="2208"/>
                    <a:pt x="3275" y="2208"/>
                  </a:cubicBezTo>
                  <a:cubicBezTo>
                    <a:pt x="3108" y="2208"/>
                    <a:pt x="2953" y="2085"/>
                    <a:pt x="2953" y="1906"/>
                  </a:cubicBezTo>
                  <a:cubicBezTo>
                    <a:pt x="2953" y="1716"/>
                    <a:pt x="3096" y="1573"/>
                    <a:pt x="3263" y="1573"/>
                  </a:cubicBezTo>
                  <a:close/>
                  <a:moveTo>
                    <a:pt x="6430" y="239"/>
                  </a:moveTo>
                  <a:cubicBezTo>
                    <a:pt x="6597" y="239"/>
                    <a:pt x="6763" y="358"/>
                    <a:pt x="6740" y="596"/>
                  </a:cubicBezTo>
                  <a:lnTo>
                    <a:pt x="6740" y="692"/>
                  </a:lnTo>
                  <a:cubicBezTo>
                    <a:pt x="6859" y="716"/>
                    <a:pt x="6954" y="763"/>
                    <a:pt x="7073" y="811"/>
                  </a:cubicBezTo>
                  <a:lnTo>
                    <a:pt x="7121" y="763"/>
                  </a:lnTo>
                  <a:cubicBezTo>
                    <a:pt x="7194" y="690"/>
                    <a:pt x="7274" y="659"/>
                    <a:pt x="7350" y="659"/>
                  </a:cubicBezTo>
                  <a:cubicBezTo>
                    <a:pt x="7594" y="659"/>
                    <a:pt x="7791" y="974"/>
                    <a:pt x="7573" y="1192"/>
                  </a:cubicBezTo>
                  <a:lnTo>
                    <a:pt x="7502" y="1263"/>
                  </a:lnTo>
                  <a:cubicBezTo>
                    <a:pt x="7573" y="1358"/>
                    <a:pt x="7621" y="1478"/>
                    <a:pt x="7645" y="1573"/>
                  </a:cubicBezTo>
                  <a:lnTo>
                    <a:pt x="7740" y="1573"/>
                  </a:lnTo>
                  <a:cubicBezTo>
                    <a:pt x="7754" y="1571"/>
                    <a:pt x="7768" y="1571"/>
                    <a:pt x="7781" y="1571"/>
                  </a:cubicBezTo>
                  <a:cubicBezTo>
                    <a:pt x="8179" y="1571"/>
                    <a:pt x="8179" y="2218"/>
                    <a:pt x="7781" y="2218"/>
                  </a:cubicBezTo>
                  <a:cubicBezTo>
                    <a:pt x="7768" y="2218"/>
                    <a:pt x="7754" y="2217"/>
                    <a:pt x="7740" y="2216"/>
                  </a:cubicBezTo>
                  <a:lnTo>
                    <a:pt x="7645" y="2216"/>
                  </a:lnTo>
                  <a:cubicBezTo>
                    <a:pt x="7621" y="2335"/>
                    <a:pt x="7573" y="2430"/>
                    <a:pt x="7502" y="2525"/>
                  </a:cubicBezTo>
                  <a:lnTo>
                    <a:pt x="7573" y="2597"/>
                  </a:lnTo>
                  <a:cubicBezTo>
                    <a:pt x="7793" y="2835"/>
                    <a:pt x="7590" y="3143"/>
                    <a:pt x="7344" y="3143"/>
                  </a:cubicBezTo>
                  <a:cubicBezTo>
                    <a:pt x="7270" y="3143"/>
                    <a:pt x="7192" y="3115"/>
                    <a:pt x="7121" y="3049"/>
                  </a:cubicBezTo>
                  <a:lnTo>
                    <a:pt x="7073" y="2978"/>
                  </a:lnTo>
                  <a:cubicBezTo>
                    <a:pt x="6954" y="3049"/>
                    <a:pt x="6859" y="3073"/>
                    <a:pt x="6740" y="3121"/>
                  </a:cubicBezTo>
                  <a:lnTo>
                    <a:pt x="6740" y="3216"/>
                  </a:lnTo>
                  <a:cubicBezTo>
                    <a:pt x="6740" y="3383"/>
                    <a:pt x="6597" y="3526"/>
                    <a:pt x="6406" y="3526"/>
                  </a:cubicBezTo>
                  <a:cubicBezTo>
                    <a:pt x="6239" y="3526"/>
                    <a:pt x="6097" y="3383"/>
                    <a:pt x="6097" y="3216"/>
                  </a:cubicBezTo>
                  <a:lnTo>
                    <a:pt x="6097" y="3121"/>
                  </a:lnTo>
                  <a:cubicBezTo>
                    <a:pt x="6001" y="3073"/>
                    <a:pt x="5882" y="3049"/>
                    <a:pt x="5787" y="2978"/>
                  </a:cubicBezTo>
                  <a:lnTo>
                    <a:pt x="5716" y="3049"/>
                  </a:lnTo>
                  <a:cubicBezTo>
                    <a:pt x="5656" y="3109"/>
                    <a:pt x="5579" y="3139"/>
                    <a:pt x="5501" y="3139"/>
                  </a:cubicBezTo>
                  <a:cubicBezTo>
                    <a:pt x="5424" y="3139"/>
                    <a:pt x="5346" y="3109"/>
                    <a:pt x="5287" y="3049"/>
                  </a:cubicBezTo>
                  <a:cubicBezTo>
                    <a:pt x="5144" y="2930"/>
                    <a:pt x="5144" y="2716"/>
                    <a:pt x="5287" y="2597"/>
                  </a:cubicBezTo>
                  <a:lnTo>
                    <a:pt x="5335" y="2525"/>
                  </a:lnTo>
                  <a:cubicBezTo>
                    <a:pt x="5287" y="2430"/>
                    <a:pt x="5239" y="2335"/>
                    <a:pt x="5215" y="2216"/>
                  </a:cubicBezTo>
                  <a:lnTo>
                    <a:pt x="5120" y="2216"/>
                  </a:lnTo>
                  <a:cubicBezTo>
                    <a:pt x="4739" y="2168"/>
                    <a:pt x="4739" y="1620"/>
                    <a:pt x="5120" y="1573"/>
                  </a:cubicBezTo>
                  <a:lnTo>
                    <a:pt x="5215" y="1573"/>
                  </a:lnTo>
                  <a:cubicBezTo>
                    <a:pt x="5239" y="1478"/>
                    <a:pt x="5287" y="1358"/>
                    <a:pt x="5358" y="1263"/>
                  </a:cubicBezTo>
                  <a:lnTo>
                    <a:pt x="5287" y="1192"/>
                  </a:lnTo>
                  <a:cubicBezTo>
                    <a:pt x="5144" y="1073"/>
                    <a:pt x="5144" y="858"/>
                    <a:pt x="5287" y="763"/>
                  </a:cubicBezTo>
                  <a:cubicBezTo>
                    <a:pt x="5346" y="692"/>
                    <a:pt x="5424" y="656"/>
                    <a:pt x="5504" y="656"/>
                  </a:cubicBezTo>
                  <a:cubicBezTo>
                    <a:pt x="5585" y="656"/>
                    <a:pt x="5668" y="692"/>
                    <a:pt x="5739" y="763"/>
                  </a:cubicBezTo>
                  <a:lnTo>
                    <a:pt x="5787" y="811"/>
                  </a:lnTo>
                  <a:cubicBezTo>
                    <a:pt x="5882" y="763"/>
                    <a:pt x="6001" y="716"/>
                    <a:pt x="6120" y="692"/>
                  </a:cubicBezTo>
                  <a:lnTo>
                    <a:pt x="6120" y="596"/>
                  </a:lnTo>
                  <a:cubicBezTo>
                    <a:pt x="6097" y="358"/>
                    <a:pt x="6263" y="239"/>
                    <a:pt x="6430" y="239"/>
                  </a:cubicBezTo>
                  <a:close/>
                  <a:moveTo>
                    <a:pt x="8613" y="3463"/>
                  </a:moveTo>
                  <a:cubicBezTo>
                    <a:pt x="8774" y="3463"/>
                    <a:pt x="8931" y="3591"/>
                    <a:pt x="8931" y="3788"/>
                  </a:cubicBezTo>
                  <a:cubicBezTo>
                    <a:pt x="8954" y="3954"/>
                    <a:pt x="8788" y="4097"/>
                    <a:pt x="8621" y="4097"/>
                  </a:cubicBezTo>
                  <a:cubicBezTo>
                    <a:pt x="8335" y="4097"/>
                    <a:pt x="8192" y="3764"/>
                    <a:pt x="8407" y="3549"/>
                  </a:cubicBezTo>
                  <a:cubicBezTo>
                    <a:pt x="8466" y="3490"/>
                    <a:pt x="8540" y="3463"/>
                    <a:pt x="8613" y="3463"/>
                  </a:cubicBezTo>
                  <a:close/>
                  <a:moveTo>
                    <a:pt x="3024" y="3154"/>
                  </a:moveTo>
                  <a:cubicBezTo>
                    <a:pt x="3163" y="3154"/>
                    <a:pt x="3305" y="3196"/>
                    <a:pt x="3429" y="3287"/>
                  </a:cubicBezTo>
                  <a:cubicBezTo>
                    <a:pt x="3735" y="3450"/>
                    <a:pt x="3570" y="3875"/>
                    <a:pt x="3277" y="3875"/>
                  </a:cubicBezTo>
                  <a:cubicBezTo>
                    <a:pt x="3228" y="3875"/>
                    <a:pt x="3175" y="3863"/>
                    <a:pt x="3120" y="3835"/>
                  </a:cubicBezTo>
                  <a:cubicBezTo>
                    <a:pt x="3065" y="3802"/>
                    <a:pt x="3035" y="3784"/>
                    <a:pt x="3012" y="3784"/>
                  </a:cubicBezTo>
                  <a:cubicBezTo>
                    <a:pt x="2985" y="3784"/>
                    <a:pt x="2968" y="3808"/>
                    <a:pt x="2929" y="3859"/>
                  </a:cubicBezTo>
                  <a:cubicBezTo>
                    <a:pt x="2858" y="4050"/>
                    <a:pt x="2691" y="4169"/>
                    <a:pt x="2501" y="4240"/>
                  </a:cubicBezTo>
                  <a:cubicBezTo>
                    <a:pt x="2450" y="4253"/>
                    <a:pt x="2397" y="4259"/>
                    <a:pt x="2343" y="4259"/>
                  </a:cubicBezTo>
                  <a:cubicBezTo>
                    <a:pt x="2197" y="4259"/>
                    <a:pt x="2045" y="4215"/>
                    <a:pt x="1905" y="4145"/>
                  </a:cubicBezTo>
                  <a:cubicBezTo>
                    <a:pt x="1598" y="3981"/>
                    <a:pt x="1749" y="3535"/>
                    <a:pt x="2040" y="3535"/>
                  </a:cubicBezTo>
                  <a:cubicBezTo>
                    <a:pt x="2087" y="3535"/>
                    <a:pt x="2138" y="3547"/>
                    <a:pt x="2191" y="3573"/>
                  </a:cubicBezTo>
                  <a:cubicBezTo>
                    <a:pt x="2262" y="3609"/>
                    <a:pt x="2298" y="3633"/>
                    <a:pt x="2325" y="3633"/>
                  </a:cubicBezTo>
                  <a:cubicBezTo>
                    <a:pt x="2352" y="3633"/>
                    <a:pt x="2370" y="3609"/>
                    <a:pt x="2405" y="3549"/>
                  </a:cubicBezTo>
                  <a:cubicBezTo>
                    <a:pt x="2514" y="3301"/>
                    <a:pt x="2764" y="3154"/>
                    <a:pt x="3024" y="3154"/>
                  </a:cubicBezTo>
                  <a:close/>
                  <a:moveTo>
                    <a:pt x="5163" y="4087"/>
                  </a:moveTo>
                  <a:cubicBezTo>
                    <a:pt x="5336" y="4087"/>
                    <a:pt x="5501" y="4229"/>
                    <a:pt x="5501" y="4431"/>
                  </a:cubicBezTo>
                  <a:cubicBezTo>
                    <a:pt x="5477" y="4597"/>
                    <a:pt x="5358" y="4716"/>
                    <a:pt x="5192" y="4716"/>
                  </a:cubicBezTo>
                  <a:cubicBezTo>
                    <a:pt x="4906" y="4716"/>
                    <a:pt x="4763" y="4383"/>
                    <a:pt x="4953" y="4169"/>
                  </a:cubicBezTo>
                  <a:cubicBezTo>
                    <a:pt x="5017" y="4112"/>
                    <a:pt x="5091" y="4087"/>
                    <a:pt x="5163" y="4087"/>
                  </a:cubicBezTo>
                  <a:close/>
                  <a:moveTo>
                    <a:pt x="6996" y="4803"/>
                  </a:moveTo>
                  <a:cubicBezTo>
                    <a:pt x="7166" y="4803"/>
                    <a:pt x="7337" y="4925"/>
                    <a:pt x="7311" y="5145"/>
                  </a:cubicBezTo>
                  <a:cubicBezTo>
                    <a:pt x="7287" y="5335"/>
                    <a:pt x="7263" y="5359"/>
                    <a:pt x="7335" y="5455"/>
                  </a:cubicBezTo>
                  <a:cubicBezTo>
                    <a:pt x="7383" y="5550"/>
                    <a:pt x="7406" y="5526"/>
                    <a:pt x="7549" y="5550"/>
                  </a:cubicBezTo>
                  <a:cubicBezTo>
                    <a:pt x="7787" y="5550"/>
                    <a:pt x="8026" y="5669"/>
                    <a:pt x="8168" y="5883"/>
                  </a:cubicBezTo>
                  <a:cubicBezTo>
                    <a:pt x="8335" y="6098"/>
                    <a:pt x="8383" y="6360"/>
                    <a:pt x="8311" y="6621"/>
                  </a:cubicBezTo>
                  <a:cubicBezTo>
                    <a:pt x="8279" y="6794"/>
                    <a:pt x="8149" y="6874"/>
                    <a:pt x="8016" y="6874"/>
                  </a:cubicBezTo>
                  <a:cubicBezTo>
                    <a:pt x="7856" y="6874"/>
                    <a:pt x="7692" y="6758"/>
                    <a:pt x="7692" y="6550"/>
                  </a:cubicBezTo>
                  <a:cubicBezTo>
                    <a:pt x="7716" y="6360"/>
                    <a:pt x="7740" y="6336"/>
                    <a:pt x="7668" y="6240"/>
                  </a:cubicBezTo>
                  <a:cubicBezTo>
                    <a:pt x="7621" y="6169"/>
                    <a:pt x="7597" y="6169"/>
                    <a:pt x="7454" y="6145"/>
                  </a:cubicBezTo>
                  <a:cubicBezTo>
                    <a:pt x="7216" y="6145"/>
                    <a:pt x="6978" y="6026"/>
                    <a:pt x="6835" y="5812"/>
                  </a:cubicBezTo>
                  <a:cubicBezTo>
                    <a:pt x="6668" y="5597"/>
                    <a:pt x="6620" y="5335"/>
                    <a:pt x="6692" y="5074"/>
                  </a:cubicBezTo>
                  <a:cubicBezTo>
                    <a:pt x="6714" y="4889"/>
                    <a:pt x="6854" y="4803"/>
                    <a:pt x="6996" y="4803"/>
                  </a:cubicBezTo>
                  <a:close/>
                  <a:moveTo>
                    <a:pt x="3899" y="5058"/>
                  </a:moveTo>
                  <a:cubicBezTo>
                    <a:pt x="4388" y="5058"/>
                    <a:pt x="4858" y="5437"/>
                    <a:pt x="4858" y="6002"/>
                  </a:cubicBezTo>
                  <a:cubicBezTo>
                    <a:pt x="4858" y="6526"/>
                    <a:pt x="4430" y="6931"/>
                    <a:pt x="3906" y="6955"/>
                  </a:cubicBezTo>
                  <a:cubicBezTo>
                    <a:pt x="3072" y="6931"/>
                    <a:pt x="2643" y="5931"/>
                    <a:pt x="3239" y="5335"/>
                  </a:cubicBezTo>
                  <a:cubicBezTo>
                    <a:pt x="3431" y="5144"/>
                    <a:pt x="3667" y="5058"/>
                    <a:pt x="3899" y="5058"/>
                  </a:cubicBezTo>
                  <a:close/>
                  <a:moveTo>
                    <a:pt x="5780" y="7225"/>
                  </a:moveTo>
                  <a:cubicBezTo>
                    <a:pt x="5940" y="7225"/>
                    <a:pt x="6097" y="7354"/>
                    <a:pt x="6097" y="7550"/>
                  </a:cubicBezTo>
                  <a:cubicBezTo>
                    <a:pt x="6097" y="7717"/>
                    <a:pt x="5954" y="7860"/>
                    <a:pt x="5787" y="7860"/>
                  </a:cubicBezTo>
                  <a:cubicBezTo>
                    <a:pt x="5501" y="7860"/>
                    <a:pt x="5358" y="7526"/>
                    <a:pt x="5573" y="7312"/>
                  </a:cubicBezTo>
                  <a:cubicBezTo>
                    <a:pt x="5632" y="7252"/>
                    <a:pt x="5706" y="7225"/>
                    <a:pt x="5780" y="7225"/>
                  </a:cubicBezTo>
                  <a:close/>
                  <a:moveTo>
                    <a:pt x="5520" y="1"/>
                  </a:moveTo>
                  <a:cubicBezTo>
                    <a:pt x="5506" y="1"/>
                    <a:pt x="5492" y="1"/>
                    <a:pt x="5477" y="1"/>
                  </a:cubicBezTo>
                  <a:cubicBezTo>
                    <a:pt x="1834" y="1"/>
                    <a:pt x="0" y="4407"/>
                    <a:pt x="2596" y="7002"/>
                  </a:cubicBezTo>
                  <a:cubicBezTo>
                    <a:pt x="3425" y="7832"/>
                    <a:pt x="4446" y="8203"/>
                    <a:pt x="5448" y="8203"/>
                  </a:cubicBezTo>
                  <a:cubicBezTo>
                    <a:pt x="7554" y="8203"/>
                    <a:pt x="9581" y="6566"/>
                    <a:pt x="9597" y="4097"/>
                  </a:cubicBezTo>
                  <a:cubicBezTo>
                    <a:pt x="9597" y="1849"/>
                    <a:pt x="7763" y="1"/>
                    <a:pt x="5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3205781" y="4000463"/>
              <a:ext cx="408098" cy="349968"/>
            </a:xfrm>
            <a:custGeom>
              <a:rect b="b" l="l" r="r" t="t"/>
              <a:pathLst>
                <a:path extrusionOk="0" h="10727" w="12527">
                  <a:moveTo>
                    <a:pt x="7136" y="611"/>
                  </a:moveTo>
                  <a:cubicBezTo>
                    <a:pt x="9570" y="611"/>
                    <a:pt x="11907" y="2504"/>
                    <a:pt x="11907" y="5359"/>
                  </a:cubicBezTo>
                  <a:cubicBezTo>
                    <a:pt x="11884" y="7979"/>
                    <a:pt x="9788" y="10074"/>
                    <a:pt x="7168" y="10074"/>
                  </a:cubicBezTo>
                  <a:cubicBezTo>
                    <a:pt x="2953" y="10074"/>
                    <a:pt x="858" y="4978"/>
                    <a:pt x="3834" y="2001"/>
                  </a:cubicBezTo>
                  <a:cubicBezTo>
                    <a:pt x="4795" y="1041"/>
                    <a:pt x="5976" y="611"/>
                    <a:pt x="7136" y="611"/>
                  </a:cubicBezTo>
                  <a:close/>
                  <a:moveTo>
                    <a:pt x="7168" y="1"/>
                  </a:moveTo>
                  <a:cubicBezTo>
                    <a:pt x="2406" y="1"/>
                    <a:pt x="0" y="5764"/>
                    <a:pt x="3382" y="9146"/>
                  </a:cubicBezTo>
                  <a:cubicBezTo>
                    <a:pt x="4475" y="10238"/>
                    <a:pt x="5816" y="10727"/>
                    <a:pt x="7131" y="10727"/>
                  </a:cubicBezTo>
                  <a:cubicBezTo>
                    <a:pt x="9886" y="10727"/>
                    <a:pt x="12527" y="8583"/>
                    <a:pt x="12527" y="5359"/>
                  </a:cubicBezTo>
                  <a:cubicBezTo>
                    <a:pt x="12527" y="2406"/>
                    <a:pt x="10121" y="1"/>
                    <a:pt x="7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1"/>
          <p:cNvGrpSpPr/>
          <p:nvPr/>
        </p:nvGrpSpPr>
        <p:grpSpPr>
          <a:xfrm>
            <a:off x="3961416" y="4000463"/>
            <a:ext cx="408098" cy="349968"/>
            <a:chOff x="3961416" y="4000463"/>
            <a:chExt cx="408098" cy="349968"/>
          </a:xfrm>
        </p:grpSpPr>
        <p:sp>
          <p:nvSpPr>
            <p:cNvPr id="9608" name="Google Shape;9608;p71"/>
            <p:cNvSpPr/>
            <p:nvPr/>
          </p:nvSpPr>
          <p:spPr>
            <a:xfrm>
              <a:off x="4141407" y="4162870"/>
              <a:ext cx="65969" cy="65283"/>
            </a:xfrm>
            <a:custGeom>
              <a:rect b="b" l="l" r="r" t="t"/>
              <a:pathLst>
                <a:path extrusionOk="0" h="2001" w="2025">
                  <a:moveTo>
                    <a:pt x="810" y="0"/>
                  </a:moveTo>
                  <a:lnTo>
                    <a:pt x="1" y="2001"/>
                  </a:lnTo>
                  <a:lnTo>
                    <a:pt x="2025" y="1215"/>
                  </a:lnTo>
                  <a:lnTo>
                    <a:pt x="8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4182520" y="4121664"/>
              <a:ext cx="65969" cy="66098"/>
            </a:xfrm>
            <a:custGeom>
              <a:rect b="b" l="l" r="r" t="t"/>
              <a:pathLst>
                <a:path extrusionOk="0" h="2026" w="2025">
                  <a:moveTo>
                    <a:pt x="2025" y="1"/>
                  </a:moveTo>
                  <a:lnTo>
                    <a:pt x="1" y="811"/>
                  </a:lnTo>
                  <a:lnTo>
                    <a:pt x="1215" y="2025"/>
                  </a:lnTo>
                  <a:lnTo>
                    <a:pt x="2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3961416" y="4000463"/>
              <a:ext cx="408098" cy="349968"/>
            </a:xfrm>
            <a:custGeom>
              <a:rect b="b" l="l" r="r" t="t"/>
              <a:pathLst>
                <a:path extrusionOk="0" h="10727" w="12527">
                  <a:moveTo>
                    <a:pt x="6859" y="620"/>
                  </a:moveTo>
                  <a:cubicBezTo>
                    <a:pt x="7073" y="620"/>
                    <a:pt x="7264" y="620"/>
                    <a:pt x="7478" y="644"/>
                  </a:cubicBezTo>
                  <a:lnTo>
                    <a:pt x="7478" y="1573"/>
                  </a:lnTo>
                  <a:cubicBezTo>
                    <a:pt x="7478" y="1787"/>
                    <a:pt x="7324" y="1894"/>
                    <a:pt x="7169" y="1894"/>
                  </a:cubicBezTo>
                  <a:cubicBezTo>
                    <a:pt x="7014" y="1894"/>
                    <a:pt x="6859" y="1787"/>
                    <a:pt x="6859" y="1573"/>
                  </a:cubicBezTo>
                  <a:lnTo>
                    <a:pt x="6859" y="620"/>
                  </a:lnTo>
                  <a:close/>
                  <a:moveTo>
                    <a:pt x="4049" y="1787"/>
                  </a:moveTo>
                  <a:lnTo>
                    <a:pt x="4287" y="2025"/>
                  </a:lnTo>
                  <a:cubicBezTo>
                    <a:pt x="4406" y="2144"/>
                    <a:pt x="4406" y="2335"/>
                    <a:pt x="4287" y="2454"/>
                  </a:cubicBezTo>
                  <a:cubicBezTo>
                    <a:pt x="4228" y="2513"/>
                    <a:pt x="4144" y="2543"/>
                    <a:pt x="4061" y="2543"/>
                  </a:cubicBezTo>
                  <a:cubicBezTo>
                    <a:pt x="3978" y="2543"/>
                    <a:pt x="3894" y="2513"/>
                    <a:pt x="3835" y="2454"/>
                  </a:cubicBezTo>
                  <a:lnTo>
                    <a:pt x="3620" y="2239"/>
                  </a:lnTo>
                  <a:cubicBezTo>
                    <a:pt x="3739" y="2073"/>
                    <a:pt x="3906" y="1930"/>
                    <a:pt x="4049" y="1787"/>
                  </a:cubicBezTo>
                  <a:close/>
                  <a:moveTo>
                    <a:pt x="10288" y="1787"/>
                  </a:moveTo>
                  <a:cubicBezTo>
                    <a:pt x="10431" y="1930"/>
                    <a:pt x="10574" y="2073"/>
                    <a:pt x="10717" y="2239"/>
                  </a:cubicBezTo>
                  <a:lnTo>
                    <a:pt x="10503" y="2454"/>
                  </a:lnTo>
                  <a:cubicBezTo>
                    <a:pt x="10429" y="2527"/>
                    <a:pt x="10349" y="2558"/>
                    <a:pt x="10273" y="2558"/>
                  </a:cubicBezTo>
                  <a:cubicBezTo>
                    <a:pt x="10030" y="2558"/>
                    <a:pt x="9832" y="2243"/>
                    <a:pt x="10050" y="2025"/>
                  </a:cubicBezTo>
                  <a:lnTo>
                    <a:pt x="10288" y="1787"/>
                  </a:lnTo>
                  <a:close/>
                  <a:moveTo>
                    <a:pt x="3430" y="5026"/>
                  </a:moveTo>
                  <a:cubicBezTo>
                    <a:pt x="3787" y="5073"/>
                    <a:pt x="3787" y="5621"/>
                    <a:pt x="3430" y="5669"/>
                  </a:cubicBezTo>
                  <a:lnTo>
                    <a:pt x="2477" y="5669"/>
                  </a:lnTo>
                  <a:cubicBezTo>
                    <a:pt x="2453" y="5454"/>
                    <a:pt x="2430" y="5240"/>
                    <a:pt x="2453" y="5050"/>
                  </a:cubicBezTo>
                  <a:lnTo>
                    <a:pt x="2477" y="5026"/>
                  </a:lnTo>
                  <a:close/>
                  <a:moveTo>
                    <a:pt x="10911" y="5023"/>
                  </a:moveTo>
                  <a:cubicBezTo>
                    <a:pt x="10925" y="5023"/>
                    <a:pt x="10940" y="5024"/>
                    <a:pt x="10955" y="5026"/>
                  </a:cubicBezTo>
                  <a:lnTo>
                    <a:pt x="11908" y="5026"/>
                  </a:lnTo>
                  <a:cubicBezTo>
                    <a:pt x="11908" y="5240"/>
                    <a:pt x="11908" y="5454"/>
                    <a:pt x="11908" y="5669"/>
                  </a:cubicBezTo>
                  <a:lnTo>
                    <a:pt x="10955" y="5669"/>
                  </a:lnTo>
                  <a:cubicBezTo>
                    <a:pt x="10947" y="5669"/>
                    <a:pt x="10940" y="5669"/>
                    <a:pt x="10932" y="5669"/>
                  </a:cubicBezTo>
                  <a:cubicBezTo>
                    <a:pt x="10494" y="5669"/>
                    <a:pt x="10487" y="5023"/>
                    <a:pt x="10911" y="5023"/>
                  </a:cubicBezTo>
                  <a:close/>
                  <a:moveTo>
                    <a:pt x="9367" y="2839"/>
                  </a:moveTo>
                  <a:cubicBezTo>
                    <a:pt x="9570" y="2839"/>
                    <a:pt x="9751" y="3063"/>
                    <a:pt x="9669" y="3287"/>
                  </a:cubicBezTo>
                  <a:lnTo>
                    <a:pt x="8407" y="6407"/>
                  </a:lnTo>
                  <a:cubicBezTo>
                    <a:pt x="8383" y="6502"/>
                    <a:pt x="8312" y="6550"/>
                    <a:pt x="8240" y="6597"/>
                  </a:cubicBezTo>
                  <a:lnTo>
                    <a:pt x="5097" y="7836"/>
                  </a:lnTo>
                  <a:cubicBezTo>
                    <a:pt x="5052" y="7856"/>
                    <a:pt x="5007" y="7866"/>
                    <a:pt x="4964" y="7866"/>
                  </a:cubicBezTo>
                  <a:cubicBezTo>
                    <a:pt x="4756" y="7866"/>
                    <a:pt x="4593" y="7652"/>
                    <a:pt x="4692" y="7455"/>
                  </a:cubicBezTo>
                  <a:lnTo>
                    <a:pt x="4692" y="7431"/>
                  </a:lnTo>
                  <a:lnTo>
                    <a:pt x="5954" y="4287"/>
                  </a:lnTo>
                  <a:cubicBezTo>
                    <a:pt x="5978" y="4216"/>
                    <a:pt x="6049" y="4145"/>
                    <a:pt x="6121" y="4121"/>
                  </a:cubicBezTo>
                  <a:lnTo>
                    <a:pt x="9264" y="2859"/>
                  </a:lnTo>
                  <a:cubicBezTo>
                    <a:pt x="9299" y="2845"/>
                    <a:pt x="9333" y="2839"/>
                    <a:pt x="9367" y="2839"/>
                  </a:cubicBezTo>
                  <a:close/>
                  <a:moveTo>
                    <a:pt x="4073" y="8128"/>
                  </a:moveTo>
                  <a:cubicBezTo>
                    <a:pt x="4150" y="8128"/>
                    <a:pt x="4228" y="8157"/>
                    <a:pt x="4287" y="8217"/>
                  </a:cubicBezTo>
                  <a:cubicBezTo>
                    <a:pt x="4430" y="8336"/>
                    <a:pt x="4430" y="8550"/>
                    <a:pt x="4287" y="8669"/>
                  </a:cubicBezTo>
                  <a:lnTo>
                    <a:pt x="4073" y="8907"/>
                  </a:lnTo>
                  <a:cubicBezTo>
                    <a:pt x="3906" y="8765"/>
                    <a:pt x="3763" y="8622"/>
                    <a:pt x="3620" y="8479"/>
                  </a:cubicBezTo>
                  <a:lnTo>
                    <a:pt x="3620" y="8455"/>
                  </a:lnTo>
                  <a:lnTo>
                    <a:pt x="3859" y="8217"/>
                  </a:lnTo>
                  <a:cubicBezTo>
                    <a:pt x="3918" y="8157"/>
                    <a:pt x="3995" y="8128"/>
                    <a:pt x="4073" y="8128"/>
                  </a:cubicBezTo>
                  <a:close/>
                  <a:moveTo>
                    <a:pt x="10296" y="8126"/>
                  </a:moveTo>
                  <a:cubicBezTo>
                    <a:pt x="10366" y="8126"/>
                    <a:pt x="10439" y="8153"/>
                    <a:pt x="10503" y="8217"/>
                  </a:cubicBezTo>
                  <a:lnTo>
                    <a:pt x="10741" y="8455"/>
                  </a:lnTo>
                  <a:cubicBezTo>
                    <a:pt x="10598" y="8622"/>
                    <a:pt x="10431" y="8765"/>
                    <a:pt x="10288" y="8907"/>
                  </a:cubicBezTo>
                  <a:lnTo>
                    <a:pt x="10074" y="8669"/>
                  </a:lnTo>
                  <a:cubicBezTo>
                    <a:pt x="9834" y="8448"/>
                    <a:pt x="10052" y="8126"/>
                    <a:pt x="10296" y="8126"/>
                  </a:cubicBezTo>
                  <a:close/>
                  <a:moveTo>
                    <a:pt x="7169" y="8794"/>
                  </a:moveTo>
                  <a:cubicBezTo>
                    <a:pt x="7324" y="8794"/>
                    <a:pt x="7478" y="8896"/>
                    <a:pt x="7478" y="9098"/>
                  </a:cubicBezTo>
                  <a:lnTo>
                    <a:pt x="7478" y="10051"/>
                  </a:lnTo>
                  <a:cubicBezTo>
                    <a:pt x="7264" y="10074"/>
                    <a:pt x="7073" y="10074"/>
                    <a:pt x="6859" y="10074"/>
                  </a:cubicBezTo>
                  <a:lnTo>
                    <a:pt x="6859" y="10051"/>
                  </a:lnTo>
                  <a:lnTo>
                    <a:pt x="6859" y="9098"/>
                  </a:lnTo>
                  <a:cubicBezTo>
                    <a:pt x="6859" y="8896"/>
                    <a:pt x="7014" y="8794"/>
                    <a:pt x="7169" y="8794"/>
                  </a:cubicBezTo>
                  <a:close/>
                  <a:moveTo>
                    <a:pt x="7169" y="1"/>
                  </a:moveTo>
                  <a:cubicBezTo>
                    <a:pt x="2382" y="1"/>
                    <a:pt x="1" y="5764"/>
                    <a:pt x="3382" y="9146"/>
                  </a:cubicBezTo>
                  <a:cubicBezTo>
                    <a:pt x="4475" y="10238"/>
                    <a:pt x="5816" y="10727"/>
                    <a:pt x="7131" y="10727"/>
                  </a:cubicBezTo>
                  <a:cubicBezTo>
                    <a:pt x="9886" y="10727"/>
                    <a:pt x="12527" y="8583"/>
                    <a:pt x="12527" y="5359"/>
                  </a:cubicBezTo>
                  <a:cubicBezTo>
                    <a:pt x="12527" y="2406"/>
                    <a:pt x="10122" y="1"/>
                    <a:pt x="7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1"/>
          <p:cNvGrpSpPr/>
          <p:nvPr/>
        </p:nvGrpSpPr>
        <p:grpSpPr>
          <a:xfrm>
            <a:off x="4751974" y="4000463"/>
            <a:ext cx="395686" cy="349675"/>
            <a:chOff x="4751974" y="4000463"/>
            <a:chExt cx="395686" cy="349675"/>
          </a:xfrm>
        </p:grpSpPr>
        <p:sp>
          <p:nvSpPr>
            <p:cNvPr id="9612" name="Google Shape;9612;p71"/>
            <p:cNvSpPr/>
            <p:nvPr/>
          </p:nvSpPr>
          <p:spPr>
            <a:xfrm>
              <a:off x="4929652" y="4286388"/>
              <a:ext cx="38800" cy="32658"/>
            </a:xfrm>
            <a:custGeom>
              <a:rect b="b" l="l" r="r" t="t"/>
              <a:pathLst>
                <a:path extrusionOk="0" h="1001" w="1191">
                  <a:moveTo>
                    <a:pt x="1191" y="1"/>
                  </a:moveTo>
                  <a:lnTo>
                    <a:pt x="1191" y="1"/>
                  </a:lnTo>
                  <a:cubicBezTo>
                    <a:pt x="988" y="24"/>
                    <a:pt x="786" y="36"/>
                    <a:pt x="586" y="36"/>
                  </a:cubicBezTo>
                  <a:cubicBezTo>
                    <a:pt x="387" y="36"/>
                    <a:pt x="191" y="24"/>
                    <a:pt x="0" y="1"/>
                  </a:cubicBezTo>
                  <a:lnTo>
                    <a:pt x="0" y="1"/>
                  </a:lnTo>
                  <a:lnTo>
                    <a:pt x="595" y="1001"/>
                  </a:lnTo>
                  <a:lnTo>
                    <a:pt x="1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1"/>
            <p:cNvSpPr/>
            <p:nvPr/>
          </p:nvSpPr>
          <p:spPr>
            <a:xfrm>
              <a:off x="4774485" y="4230436"/>
              <a:ext cx="349133" cy="119701"/>
            </a:xfrm>
            <a:custGeom>
              <a:rect b="b" l="l" r="r" t="t"/>
              <a:pathLst>
                <a:path extrusionOk="0" h="3669" w="10717">
                  <a:moveTo>
                    <a:pt x="2001" y="1"/>
                  </a:moveTo>
                  <a:cubicBezTo>
                    <a:pt x="810" y="358"/>
                    <a:pt x="0" y="1454"/>
                    <a:pt x="0" y="2692"/>
                  </a:cubicBezTo>
                  <a:lnTo>
                    <a:pt x="0" y="3335"/>
                  </a:lnTo>
                  <a:cubicBezTo>
                    <a:pt x="0" y="3525"/>
                    <a:pt x="143" y="3668"/>
                    <a:pt x="310" y="3668"/>
                  </a:cubicBezTo>
                  <a:lnTo>
                    <a:pt x="10383" y="3668"/>
                  </a:lnTo>
                  <a:cubicBezTo>
                    <a:pt x="10574" y="3668"/>
                    <a:pt x="10717" y="3525"/>
                    <a:pt x="10717" y="3335"/>
                  </a:cubicBezTo>
                  <a:lnTo>
                    <a:pt x="10717" y="2692"/>
                  </a:lnTo>
                  <a:cubicBezTo>
                    <a:pt x="10717" y="1454"/>
                    <a:pt x="9907" y="358"/>
                    <a:pt x="8716" y="1"/>
                  </a:cubicBezTo>
                  <a:cubicBezTo>
                    <a:pt x="8240" y="668"/>
                    <a:pt x="7597" y="1192"/>
                    <a:pt x="6835" y="1477"/>
                  </a:cubicBezTo>
                  <a:cubicBezTo>
                    <a:pt x="5549" y="3645"/>
                    <a:pt x="5644" y="3502"/>
                    <a:pt x="5620" y="3525"/>
                  </a:cubicBezTo>
                  <a:cubicBezTo>
                    <a:pt x="5551" y="3606"/>
                    <a:pt x="5454" y="3648"/>
                    <a:pt x="5359" y="3648"/>
                  </a:cubicBezTo>
                  <a:cubicBezTo>
                    <a:pt x="5258" y="3648"/>
                    <a:pt x="5158" y="3600"/>
                    <a:pt x="5096" y="3502"/>
                  </a:cubicBezTo>
                  <a:lnTo>
                    <a:pt x="3882" y="1477"/>
                  </a:lnTo>
                  <a:cubicBezTo>
                    <a:pt x="3120" y="1192"/>
                    <a:pt x="2453" y="668"/>
                    <a:pt x="2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4751974" y="4042418"/>
              <a:ext cx="83822" cy="132914"/>
            </a:xfrm>
            <a:custGeom>
              <a:rect b="b" l="l" r="r" t="t"/>
              <a:pathLst>
                <a:path extrusionOk="0" h="4074" w="2573">
                  <a:moveTo>
                    <a:pt x="2572" y="1"/>
                  </a:moveTo>
                  <a:cubicBezTo>
                    <a:pt x="429" y="263"/>
                    <a:pt x="1" y="3216"/>
                    <a:pt x="2001" y="4073"/>
                  </a:cubicBezTo>
                  <a:cubicBezTo>
                    <a:pt x="1953" y="3668"/>
                    <a:pt x="1953" y="3478"/>
                    <a:pt x="1953" y="2168"/>
                  </a:cubicBezTo>
                  <a:cubicBezTo>
                    <a:pt x="1953" y="1406"/>
                    <a:pt x="2168" y="644"/>
                    <a:pt x="2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5057649" y="4036220"/>
              <a:ext cx="90012" cy="132882"/>
            </a:xfrm>
            <a:custGeom>
              <a:rect b="b" l="l" r="r" t="t"/>
              <a:pathLst>
                <a:path extrusionOk="0" h="4073" w="2763">
                  <a:moveTo>
                    <a:pt x="0" y="0"/>
                  </a:moveTo>
                  <a:lnTo>
                    <a:pt x="0" y="0"/>
                  </a:lnTo>
                  <a:cubicBezTo>
                    <a:pt x="501" y="691"/>
                    <a:pt x="762" y="1524"/>
                    <a:pt x="762" y="2358"/>
                  </a:cubicBezTo>
                  <a:cubicBezTo>
                    <a:pt x="786" y="2930"/>
                    <a:pt x="762" y="3501"/>
                    <a:pt x="739" y="4073"/>
                  </a:cubicBezTo>
                  <a:cubicBezTo>
                    <a:pt x="2763" y="3191"/>
                    <a:pt x="2239" y="14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4897042" y="4124992"/>
              <a:ext cx="23325" cy="21565"/>
            </a:xfrm>
            <a:custGeom>
              <a:rect b="b" l="l" r="r" t="t"/>
              <a:pathLst>
                <a:path extrusionOk="0" h="661" w="716">
                  <a:moveTo>
                    <a:pt x="367" y="0"/>
                  </a:moveTo>
                  <a:cubicBezTo>
                    <a:pt x="209" y="0"/>
                    <a:pt x="48" y="101"/>
                    <a:pt x="25" y="304"/>
                  </a:cubicBezTo>
                  <a:cubicBezTo>
                    <a:pt x="1" y="542"/>
                    <a:pt x="179" y="661"/>
                    <a:pt x="358" y="661"/>
                  </a:cubicBezTo>
                  <a:cubicBezTo>
                    <a:pt x="537" y="661"/>
                    <a:pt x="715" y="542"/>
                    <a:pt x="691" y="304"/>
                  </a:cubicBezTo>
                  <a:cubicBezTo>
                    <a:pt x="680" y="101"/>
                    <a:pt x="525"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4978518" y="4124992"/>
              <a:ext cx="23293" cy="21565"/>
            </a:xfrm>
            <a:custGeom>
              <a:rect b="b" l="l" r="r" t="t"/>
              <a:pathLst>
                <a:path extrusionOk="0" h="661" w="715">
                  <a:moveTo>
                    <a:pt x="366" y="0"/>
                  </a:moveTo>
                  <a:cubicBezTo>
                    <a:pt x="209" y="0"/>
                    <a:pt x="48" y="101"/>
                    <a:pt x="24" y="304"/>
                  </a:cubicBezTo>
                  <a:cubicBezTo>
                    <a:pt x="0" y="542"/>
                    <a:pt x="179" y="661"/>
                    <a:pt x="358" y="661"/>
                  </a:cubicBezTo>
                  <a:cubicBezTo>
                    <a:pt x="536" y="661"/>
                    <a:pt x="715" y="542"/>
                    <a:pt x="691" y="304"/>
                  </a:cubicBezTo>
                  <a:cubicBezTo>
                    <a:pt x="679" y="101"/>
                    <a:pt x="524"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4835764" y="4000463"/>
              <a:ext cx="225795" cy="124367"/>
            </a:xfrm>
            <a:custGeom>
              <a:rect b="b" l="l" r="r" t="t"/>
              <a:pathLst>
                <a:path extrusionOk="0" h="3812" w="6931">
                  <a:moveTo>
                    <a:pt x="3477" y="1"/>
                  </a:moveTo>
                  <a:cubicBezTo>
                    <a:pt x="1548" y="1"/>
                    <a:pt x="0" y="1549"/>
                    <a:pt x="0" y="3454"/>
                  </a:cubicBezTo>
                  <a:lnTo>
                    <a:pt x="0" y="3811"/>
                  </a:lnTo>
                  <a:lnTo>
                    <a:pt x="1334" y="3811"/>
                  </a:lnTo>
                  <a:cubicBezTo>
                    <a:pt x="1477" y="3371"/>
                    <a:pt x="1852" y="3150"/>
                    <a:pt x="2230" y="3150"/>
                  </a:cubicBezTo>
                  <a:cubicBezTo>
                    <a:pt x="2608" y="3150"/>
                    <a:pt x="2989" y="3371"/>
                    <a:pt x="3144" y="3811"/>
                  </a:cubicBezTo>
                  <a:lnTo>
                    <a:pt x="3811" y="3811"/>
                  </a:lnTo>
                  <a:cubicBezTo>
                    <a:pt x="3966" y="3383"/>
                    <a:pt x="4347" y="3168"/>
                    <a:pt x="4725" y="3168"/>
                  </a:cubicBezTo>
                  <a:cubicBezTo>
                    <a:pt x="5103" y="3168"/>
                    <a:pt x="5478" y="3383"/>
                    <a:pt x="5621" y="3811"/>
                  </a:cubicBezTo>
                  <a:lnTo>
                    <a:pt x="6930" y="3811"/>
                  </a:lnTo>
                  <a:lnTo>
                    <a:pt x="6930" y="3454"/>
                  </a:lnTo>
                  <a:cubicBezTo>
                    <a:pt x="6930" y="1549"/>
                    <a:pt x="5383" y="1"/>
                    <a:pt x="3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4835764" y="4144991"/>
              <a:ext cx="225795" cy="122018"/>
            </a:xfrm>
            <a:custGeom>
              <a:rect b="b" l="l" r="r" t="t"/>
              <a:pathLst>
                <a:path extrusionOk="0" h="3740" w="6931">
                  <a:moveTo>
                    <a:pt x="2822" y="1237"/>
                  </a:moveTo>
                  <a:cubicBezTo>
                    <a:pt x="2834" y="1237"/>
                    <a:pt x="2846" y="1237"/>
                    <a:pt x="2858" y="1239"/>
                  </a:cubicBezTo>
                  <a:lnTo>
                    <a:pt x="4120" y="1239"/>
                  </a:lnTo>
                  <a:cubicBezTo>
                    <a:pt x="4263" y="1239"/>
                    <a:pt x="4406" y="1358"/>
                    <a:pt x="4406" y="1524"/>
                  </a:cubicBezTo>
                  <a:cubicBezTo>
                    <a:pt x="4430" y="1715"/>
                    <a:pt x="4287" y="1858"/>
                    <a:pt x="4120" y="1882"/>
                  </a:cubicBezTo>
                  <a:lnTo>
                    <a:pt x="2858" y="1882"/>
                  </a:lnTo>
                  <a:cubicBezTo>
                    <a:pt x="2692" y="1882"/>
                    <a:pt x="2572" y="1763"/>
                    <a:pt x="2549" y="1596"/>
                  </a:cubicBezTo>
                  <a:cubicBezTo>
                    <a:pt x="2504" y="1416"/>
                    <a:pt x="2628" y="1237"/>
                    <a:pt x="2822" y="1237"/>
                  </a:cubicBezTo>
                  <a:close/>
                  <a:moveTo>
                    <a:pt x="0" y="0"/>
                  </a:moveTo>
                  <a:lnTo>
                    <a:pt x="0" y="286"/>
                  </a:lnTo>
                  <a:cubicBezTo>
                    <a:pt x="0" y="2191"/>
                    <a:pt x="1548" y="3739"/>
                    <a:pt x="3477" y="3739"/>
                  </a:cubicBezTo>
                  <a:cubicBezTo>
                    <a:pt x="5383" y="3739"/>
                    <a:pt x="6907" y="2191"/>
                    <a:pt x="6930" y="286"/>
                  </a:cubicBezTo>
                  <a:lnTo>
                    <a:pt x="6930" y="0"/>
                  </a:lnTo>
                  <a:lnTo>
                    <a:pt x="5621" y="0"/>
                  </a:lnTo>
                  <a:cubicBezTo>
                    <a:pt x="5478" y="429"/>
                    <a:pt x="5103" y="643"/>
                    <a:pt x="4725" y="643"/>
                  </a:cubicBezTo>
                  <a:cubicBezTo>
                    <a:pt x="4347" y="643"/>
                    <a:pt x="3966" y="429"/>
                    <a:pt x="3811" y="0"/>
                  </a:cubicBezTo>
                  <a:lnTo>
                    <a:pt x="3144" y="0"/>
                  </a:lnTo>
                  <a:cubicBezTo>
                    <a:pt x="2989" y="429"/>
                    <a:pt x="2608" y="643"/>
                    <a:pt x="2230" y="643"/>
                  </a:cubicBezTo>
                  <a:cubicBezTo>
                    <a:pt x="1852" y="643"/>
                    <a:pt x="1477" y="429"/>
                    <a:pt x="1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71"/>
          <p:cNvSpPr/>
          <p:nvPr/>
        </p:nvSpPr>
        <p:spPr>
          <a:xfrm>
            <a:off x="5559440" y="4043299"/>
            <a:ext cx="86298" cy="74515"/>
          </a:xfrm>
          <a:custGeom>
            <a:rect b="b" l="l" r="r" t="t"/>
            <a:pathLst>
              <a:path extrusionOk="0" h="2284" w="2649">
                <a:moveTo>
                  <a:pt x="1303" y="1"/>
                </a:moveTo>
                <a:cubicBezTo>
                  <a:pt x="1078" y="1"/>
                  <a:pt x="846" y="86"/>
                  <a:pt x="648" y="283"/>
                </a:cubicBezTo>
                <a:cubicBezTo>
                  <a:pt x="1" y="911"/>
                  <a:pt x="540" y="1882"/>
                  <a:pt x="1286" y="1882"/>
                </a:cubicBezTo>
                <a:cubicBezTo>
                  <a:pt x="1418" y="1882"/>
                  <a:pt x="1557" y="1852"/>
                  <a:pt x="1696" y="1784"/>
                </a:cubicBezTo>
                <a:lnTo>
                  <a:pt x="2196" y="2284"/>
                </a:lnTo>
                <a:cubicBezTo>
                  <a:pt x="2339" y="2117"/>
                  <a:pt x="2482" y="1974"/>
                  <a:pt x="2649" y="1831"/>
                </a:cubicBezTo>
                <a:lnTo>
                  <a:pt x="2149" y="1331"/>
                </a:lnTo>
                <a:cubicBezTo>
                  <a:pt x="2480" y="634"/>
                  <a:pt x="1918" y="1"/>
                  <a:pt x="1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5559538" y="4232785"/>
            <a:ext cx="86200" cy="74385"/>
          </a:xfrm>
          <a:custGeom>
            <a:rect b="b" l="l" r="r" t="t"/>
            <a:pathLst>
              <a:path extrusionOk="0" h="2280" w="2646">
                <a:moveTo>
                  <a:pt x="2193" y="0"/>
                </a:moveTo>
                <a:lnTo>
                  <a:pt x="1717" y="501"/>
                </a:lnTo>
                <a:cubicBezTo>
                  <a:pt x="1566" y="427"/>
                  <a:pt x="1419" y="394"/>
                  <a:pt x="1279" y="394"/>
                </a:cubicBezTo>
                <a:cubicBezTo>
                  <a:pt x="515" y="394"/>
                  <a:pt x="1" y="1376"/>
                  <a:pt x="645" y="2001"/>
                </a:cubicBezTo>
                <a:cubicBezTo>
                  <a:pt x="840" y="2196"/>
                  <a:pt x="1069" y="2279"/>
                  <a:pt x="1291" y="2279"/>
                </a:cubicBezTo>
                <a:cubicBezTo>
                  <a:pt x="1909" y="2279"/>
                  <a:pt x="2479" y="1630"/>
                  <a:pt x="2146" y="929"/>
                </a:cubicBezTo>
                <a:lnTo>
                  <a:pt x="2646" y="429"/>
                </a:lnTo>
                <a:cubicBezTo>
                  <a:pt x="2479" y="310"/>
                  <a:pt x="2336" y="167"/>
                  <a:pt x="2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5759759" y="4042973"/>
            <a:ext cx="86428" cy="74842"/>
          </a:xfrm>
          <a:custGeom>
            <a:rect b="b" l="l" r="r" t="t"/>
            <a:pathLst>
              <a:path extrusionOk="0" h="2294" w="2653">
                <a:moveTo>
                  <a:pt x="1362" y="0"/>
                </a:moveTo>
                <a:cubicBezTo>
                  <a:pt x="742" y="0"/>
                  <a:pt x="170" y="645"/>
                  <a:pt x="501" y="1341"/>
                </a:cubicBezTo>
                <a:lnTo>
                  <a:pt x="1" y="1841"/>
                </a:lnTo>
                <a:cubicBezTo>
                  <a:pt x="167" y="1984"/>
                  <a:pt x="310" y="2127"/>
                  <a:pt x="453" y="2294"/>
                </a:cubicBezTo>
                <a:lnTo>
                  <a:pt x="953" y="1794"/>
                </a:lnTo>
                <a:cubicBezTo>
                  <a:pt x="1096" y="1862"/>
                  <a:pt x="1237" y="1892"/>
                  <a:pt x="1371" y="1892"/>
                </a:cubicBezTo>
                <a:cubicBezTo>
                  <a:pt x="2127" y="1892"/>
                  <a:pt x="2652" y="921"/>
                  <a:pt x="2025" y="293"/>
                </a:cubicBezTo>
                <a:cubicBezTo>
                  <a:pt x="1826" y="88"/>
                  <a:pt x="1591"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5660463" y="4000463"/>
            <a:ext cx="85353" cy="83194"/>
          </a:xfrm>
          <a:custGeom>
            <a:rect b="b" l="l" r="r" t="t"/>
            <a:pathLst>
              <a:path extrusionOk="0" h="2550" w="2620">
                <a:moveTo>
                  <a:pt x="1310" y="1"/>
                </a:moveTo>
                <a:cubicBezTo>
                  <a:pt x="238" y="1"/>
                  <a:pt x="0" y="1477"/>
                  <a:pt x="1000" y="1835"/>
                </a:cubicBezTo>
                <a:lnTo>
                  <a:pt x="1000" y="2549"/>
                </a:lnTo>
                <a:cubicBezTo>
                  <a:pt x="1096" y="2537"/>
                  <a:pt x="1197" y="2531"/>
                  <a:pt x="1301" y="2531"/>
                </a:cubicBezTo>
                <a:cubicBezTo>
                  <a:pt x="1405" y="2531"/>
                  <a:pt x="1512" y="2537"/>
                  <a:pt x="1620" y="2549"/>
                </a:cubicBezTo>
                <a:lnTo>
                  <a:pt x="1620" y="1835"/>
                </a:lnTo>
                <a:cubicBezTo>
                  <a:pt x="2620" y="1477"/>
                  <a:pt x="2358" y="1"/>
                  <a:pt x="1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5528557" y="4143915"/>
            <a:ext cx="83040" cy="61922"/>
          </a:xfrm>
          <a:custGeom>
            <a:rect b="b" l="l" r="r" t="t"/>
            <a:pathLst>
              <a:path extrusionOk="0" h="1898" w="2549">
                <a:moveTo>
                  <a:pt x="956" y="1"/>
                </a:moveTo>
                <a:cubicBezTo>
                  <a:pt x="478" y="1"/>
                  <a:pt x="1" y="342"/>
                  <a:pt x="1" y="938"/>
                </a:cubicBezTo>
                <a:cubicBezTo>
                  <a:pt x="1" y="1550"/>
                  <a:pt x="482" y="1898"/>
                  <a:pt x="961" y="1898"/>
                </a:cubicBezTo>
                <a:cubicBezTo>
                  <a:pt x="1322" y="1898"/>
                  <a:pt x="1681" y="1701"/>
                  <a:pt x="1835" y="1272"/>
                </a:cubicBezTo>
                <a:lnTo>
                  <a:pt x="2549" y="1272"/>
                </a:lnTo>
                <a:cubicBezTo>
                  <a:pt x="2525" y="1057"/>
                  <a:pt x="2525" y="843"/>
                  <a:pt x="2549" y="629"/>
                </a:cubicBezTo>
                <a:lnTo>
                  <a:pt x="1835" y="629"/>
                </a:lnTo>
                <a:cubicBezTo>
                  <a:pt x="1680" y="197"/>
                  <a:pt x="1318" y="1"/>
                  <a:pt x="9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5660463" y="4266976"/>
            <a:ext cx="85353" cy="83161"/>
          </a:xfrm>
          <a:custGeom>
            <a:rect b="b" l="l" r="r" t="t"/>
            <a:pathLst>
              <a:path extrusionOk="0" h="2549" w="2620">
                <a:moveTo>
                  <a:pt x="1000" y="0"/>
                </a:moveTo>
                <a:lnTo>
                  <a:pt x="1000" y="715"/>
                </a:lnTo>
                <a:cubicBezTo>
                  <a:pt x="0" y="1072"/>
                  <a:pt x="238" y="2548"/>
                  <a:pt x="1310" y="2548"/>
                </a:cubicBezTo>
                <a:cubicBezTo>
                  <a:pt x="2358" y="2548"/>
                  <a:pt x="2620" y="1072"/>
                  <a:pt x="1620" y="715"/>
                </a:cubicBezTo>
                <a:lnTo>
                  <a:pt x="1620" y="0"/>
                </a:lnTo>
                <a:cubicBezTo>
                  <a:pt x="1512" y="12"/>
                  <a:pt x="1405" y="18"/>
                  <a:pt x="1301" y="18"/>
                </a:cubicBezTo>
                <a:cubicBezTo>
                  <a:pt x="1197" y="18"/>
                  <a:pt x="1096" y="12"/>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5759759" y="4232785"/>
            <a:ext cx="86330" cy="74385"/>
          </a:xfrm>
          <a:custGeom>
            <a:rect b="b" l="l" r="r" t="t"/>
            <a:pathLst>
              <a:path extrusionOk="0" h="2280" w="2650">
                <a:moveTo>
                  <a:pt x="453" y="0"/>
                </a:moveTo>
                <a:cubicBezTo>
                  <a:pt x="310" y="167"/>
                  <a:pt x="167" y="310"/>
                  <a:pt x="1" y="429"/>
                </a:cubicBezTo>
                <a:lnTo>
                  <a:pt x="501" y="929"/>
                </a:lnTo>
                <a:cubicBezTo>
                  <a:pt x="168" y="1630"/>
                  <a:pt x="737" y="2279"/>
                  <a:pt x="1365" y="2279"/>
                </a:cubicBezTo>
                <a:cubicBezTo>
                  <a:pt x="1591" y="2279"/>
                  <a:pt x="1823" y="2196"/>
                  <a:pt x="2025" y="2001"/>
                </a:cubicBezTo>
                <a:cubicBezTo>
                  <a:pt x="2649" y="1376"/>
                  <a:pt x="2132" y="394"/>
                  <a:pt x="1382" y="394"/>
                </a:cubicBezTo>
                <a:cubicBezTo>
                  <a:pt x="1245" y="394"/>
                  <a:pt x="1100" y="427"/>
                  <a:pt x="953" y="501"/>
                </a:cubicBez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5793901" y="4144208"/>
            <a:ext cx="92357" cy="61759"/>
          </a:xfrm>
          <a:custGeom>
            <a:rect b="b" l="l" r="r" t="t"/>
            <a:pathLst>
              <a:path extrusionOk="0" h="1893" w="2835">
                <a:moveTo>
                  <a:pt x="1620" y="1"/>
                </a:moveTo>
                <a:cubicBezTo>
                  <a:pt x="1215" y="1"/>
                  <a:pt x="858" y="263"/>
                  <a:pt x="739" y="644"/>
                </a:cubicBezTo>
                <a:lnTo>
                  <a:pt x="0" y="644"/>
                </a:lnTo>
                <a:cubicBezTo>
                  <a:pt x="24" y="834"/>
                  <a:pt x="24" y="1048"/>
                  <a:pt x="0" y="1263"/>
                </a:cubicBezTo>
                <a:lnTo>
                  <a:pt x="739" y="1263"/>
                </a:lnTo>
                <a:cubicBezTo>
                  <a:pt x="875" y="1670"/>
                  <a:pt x="1251" y="1892"/>
                  <a:pt x="1629" y="1892"/>
                </a:cubicBezTo>
                <a:cubicBezTo>
                  <a:pt x="1913" y="1892"/>
                  <a:pt x="2198" y="1767"/>
                  <a:pt x="2382" y="1501"/>
                </a:cubicBezTo>
                <a:cubicBezTo>
                  <a:pt x="2834" y="882"/>
                  <a:pt x="2382" y="1"/>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5606938" y="4103819"/>
            <a:ext cx="167579" cy="143126"/>
          </a:xfrm>
          <a:custGeom>
            <a:rect b="b" l="l" r="r" t="t"/>
            <a:pathLst>
              <a:path extrusionOk="0" h="4387" w="5144">
                <a:moveTo>
                  <a:pt x="3161" y="624"/>
                </a:moveTo>
                <a:cubicBezTo>
                  <a:pt x="3389" y="624"/>
                  <a:pt x="3599" y="897"/>
                  <a:pt x="3406" y="1143"/>
                </a:cubicBezTo>
                <a:lnTo>
                  <a:pt x="3144" y="1429"/>
                </a:lnTo>
                <a:lnTo>
                  <a:pt x="3406" y="1739"/>
                </a:lnTo>
                <a:cubicBezTo>
                  <a:pt x="3501" y="1858"/>
                  <a:pt x="3501" y="2024"/>
                  <a:pt x="3406" y="2144"/>
                </a:cubicBezTo>
                <a:lnTo>
                  <a:pt x="3144" y="2429"/>
                </a:lnTo>
                <a:lnTo>
                  <a:pt x="3406" y="2739"/>
                </a:lnTo>
                <a:cubicBezTo>
                  <a:pt x="3501" y="2858"/>
                  <a:pt x="3501" y="3025"/>
                  <a:pt x="3406" y="3144"/>
                </a:cubicBezTo>
                <a:lnTo>
                  <a:pt x="2977" y="3644"/>
                </a:lnTo>
                <a:cubicBezTo>
                  <a:pt x="2911" y="3722"/>
                  <a:pt x="2831" y="3755"/>
                  <a:pt x="2752" y="3755"/>
                </a:cubicBezTo>
                <a:cubicBezTo>
                  <a:pt x="2521" y="3755"/>
                  <a:pt x="2305" y="3470"/>
                  <a:pt x="2501" y="3239"/>
                </a:cubicBezTo>
                <a:lnTo>
                  <a:pt x="2763" y="2929"/>
                </a:lnTo>
                <a:lnTo>
                  <a:pt x="2501" y="2644"/>
                </a:lnTo>
                <a:cubicBezTo>
                  <a:pt x="2405" y="2525"/>
                  <a:pt x="2405" y="2358"/>
                  <a:pt x="2501" y="2239"/>
                </a:cubicBezTo>
                <a:lnTo>
                  <a:pt x="2763" y="1953"/>
                </a:lnTo>
                <a:lnTo>
                  <a:pt x="2501" y="1643"/>
                </a:lnTo>
                <a:cubicBezTo>
                  <a:pt x="2405" y="1524"/>
                  <a:pt x="2405" y="1358"/>
                  <a:pt x="2501" y="1239"/>
                </a:cubicBezTo>
                <a:lnTo>
                  <a:pt x="2929" y="738"/>
                </a:lnTo>
                <a:cubicBezTo>
                  <a:pt x="2997" y="658"/>
                  <a:pt x="3080" y="624"/>
                  <a:pt x="3161" y="624"/>
                </a:cubicBezTo>
                <a:close/>
                <a:moveTo>
                  <a:pt x="2953" y="0"/>
                </a:moveTo>
                <a:cubicBezTo>
                  <a:pt x="1000" y="0"/>
                  <a:pt x="0" y="2358"/>
                  <a:pt x="1381" y="3739"/>
                </a:cubicBezTo>
                <a:cubicBezTo>
                  <a:pt x="1828" y="4186"/>
                  <a:pt x="2380" y="4386"/>
                  <a:pt x="2922" y="4386"/>
                </a:cubicBezTo>
                <a:cubicBezTo>
                  <a:pt x="4054" y="4386"/>
                  <a:pt x="5144" y="3512"/>
                  <a:pt x="5144" y="2191"/>
                </a:cubicBezTo>
                <a:cubicBezTo>
                  <a:pt x="5144" y="977"/>
                  <a:pt x="4168"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71"/>
          <p:cNvGrpSpPr/>
          <p:nvPr/>
        </p:nvGrpSpPr>
        <p:grpSpPr>
          <a:xfrm>
            <a:off x="6281097" y="4001082"/>
            <a:ext cx="351479" cy="348272"/>
            <a:chOff x="6281097" y="4001082"/>
            <a:chExt cx="351479" cy="348272"/>
          </a:xfrm>
        </p:grpSpPr>
        <p:sp>
          <p:nvSpPr>
            <p:cNvPr id="9630" name="Google Shape;9630;p71"/>
            <p:cNvSpPr/>
            <p:nvPr/>
          </p:nvSpPr>
          <p:spPr>
            <a:xfrm>
              <a:off x="6281097" y="4226554"/>
              <a:ext cx="351479" cy="102606"/>
            </a:xfrm>
            <a:custGeom>
              <a:rect b="b" l="l" r="r" t="t"/>
              <a:pathLst>
                <a:path extrusionOk="0" h="3145" w="10789">
                  <a:moveTo>
                    <a:pt x="1668" y="1"/>
                  </a:moveTo>
                  <a:cubicBezTo>
                    <a:pt x="882" y="25"/>
                    <a:pt x="215" y="596"/>
                    <a:pt x="96" y="1382"/>
                  </a:cubicBezTo>
                  <a:cubicBezTo>
                    <a:pt x="1" y="2192"/>
                    <a:pt x="549" y="2954"/>
                    <a:pt x="1334" y="3121"/>
                  </a:cubicBezTo>
                  <a:lnTo>
                    <a:pt x="1334" y="1573"/>
                  </a:lnTo>
                  <a:cubicBezTo>
                    <a:pt x="1334" y="1049"/>
                    <a:pt x="1763" y="644"/>
                    <a:pt x="2287" y="620"/>
                  </a:cubicBezTo>
                  <a:lnTo>
                    <a:pt x="4168" y="620"/>
                  </a:lnTo>
                  <a:cubicBezTo>
                    <a:pt x="4692" y="644"/>
                    <a:pt x="5097" y="1049"/>
                    <a:pt x="5097" y="1573"/>
                  </a:cubicBezTo>
                  <a:lnTo>
                    <a:pt x="5097" y="3144"/>
                  </a:lnTo>
                  <a:lnTo>
                    <a:pt x="10432" y="3144"/>
                  </a:lnTo>
                  <a:cubicBezTo>
                    <a:pt x="10574" y="3144"/>
                    <a:pt x="10717" y="3025"/>
                    <a:pt x="10741" y="2882"/>
                  </a:cubicBezTo>
                  <a:cubicBezTo>
                    <a:pt x="10786" y="2703"/>
                    <a:pt x="10662" y="2523"/>
                    <a:pt x="10468" y="2523"/>
                  </a:cubicBezTo>
                  <a:cubicBezTo>
                    <a:pt x="10456" y="2523"/>
                    <a:pt x="10444" y="2524"/>
                    <a:pt x="10432" y="2525"/>
                  </a:cubicBezTo>
                  <a:lnTo>
                    <a:pt x="10098" y="2525"/>
                  </a:lnTo>
                  <a:lnTo>
                    <a:pt x="10098" y="644"/>
                  </a:lnTo>
                  <a:lnTo>
                    <a:pt x="10432" y="644"/>
                  </a:lnTo>
                  <a:cubicBezTo>
                    <a:pt x="10574" y="644"/>
                    <a:pt x="10717" y="525"/>
                    <a:pt x="10741" y="382"/>
                  </a:cubicBezTo>
                  <a:cubicBezTo>
                    <a:pt x="10789" y="191"/>
                    <a:pt x="10646"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6345503" y="4267661"/>
              <a:ext cx="81476" cy="81693"/>
            </a:xfrm>
            <a:custGeom>
              <a:rect b="b" l="l" r="r" t="t"/>
              <a:pathLst>
                <a:path extrusionOk="0" h="2504" w="2501">
                  <a:moveTo>
                    <a:pt x="2223" y="1"/>
                  </a:moveTo>
                  <a:cubicBezTo>
                    <a:pt x="2213" y="1"/>
                    <a:pt x="2202" y="2"/>
                    <a:pt x="2191" y="3"/>
                  </a:cubicBezTo>
                  <a:lnTo>
                    <a:pt x="310" y="3"/>
                  </a:lnTo>
                  <a:cubicBezTo>
                    <a:pt x="143" y="3"/>
                    <a:pt x="0" y="146"/>
                    <a:pt x="0" y="313"/>
                  </a:cubicBezTo>
                  <a:lnTo>
                    <a:pt x="0" y="2194"/>
                  </a:lnTo>
                  <a:cubicBezTo>
                    <a:pt x="0" y="2370"/>
                    <a:pt x="146" y="2498"/>
                    <a:pt x="316" y="2498"/>
                  </a:cubicBezTo>
                  <a:cubicBezTo>
                    <a:pt x="353" y="2498"/>
                    <a:pt x="391" y="2492"/>
                    <a:pt x="429" y="2480"/>
                  </a:cubicBezTo>
                  <a:lnTo>
                    <a:pt x="1263" y="2218"/>
                  </a:lnTo>
                  <a:cubicBezTo>
                    <a:pt x="2191" y="2504"/>
                    <a:pt x="2144" y="2504"/>
                    <a:pt x="2215" y="2504"/>
                  </a:cubicBezTo>
                  <a:cubicBezTo>
                    <a:pt x="2382" y="2504"/>
                    <a:pt x="2501" y="2361"/>
                    <a:pt x="2501" y="2194"/>
                  </a:cubicBezTo>
                  <a:lnTo>
                    <a:pt x="2501" y="313"/>
                  </a:lnTo>
                  <a:cubicBezTo>
                    <a:pt x="2501" y="157"/>
                    <a:pt x="2376" y="1"/>
                    <a:pt x="22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6343939" y="4124796"/>
              <a:ext cx="225795" cy="82378"/>
            </a:xfrm>
            <a:custGeom>
              <a:rect b="b" l="l" r="r" t="t"/>
              <a:pathLst>
                <a:path extrusionOk="0" h="2525" w="6931">
                  <a:moveTo>
                    <a:pt x="2859" y="661"/>
                  </a:moveTo>
                  <a:cubicBezTo>
                    <a:pt x="3004" y="661"/>
                    <a:pt x="3152" y="767"/>
                    <a:pt x="3168" y="929"/>
                  </a:cubicBezTo>
                  <a:cubicBezTo>
                    <a:pt x="3168" y="1119"/>
                    <a:pt x="3025" y="1239"/>
                    <a:pt x="2859" y="1262"/>
                  </a:cubicBezTo>
                  <a:cubicBezTo>
                    <a:pt x="2597" y="1239"/>
                    <a:pt x="2478" y="929"/>
                    <a:pt x="2668" y="738"/>
                  </a:cubicBezTo>
                  <a:cubicBezTo>
                    <a:pt x="2722" y="685"/>
                    <a:pt x="2790" y="661"/>
                    <a:pt x="2859" y="661"/>
                  </a:cubicBezTo>
                  <a:close/>
                  <a:moveTo>
                    <a:pt x="4085" y="1254"/>
                  </a:moveTo>
                  <a:cubicBezTo>
                    <a:pt x="4248" y="1254"/>
                    <a:pt x="4407" y="1381"/>
                    <a:pt x="4407" y="1572"/>
                  </a:cubicBezTo>
                  <a:cubicBezTo>
                    <a:pt x="4407" y="1739"/>
                    <a:pt x="4287" y="1882"/>
                    <a:pt x="4097" y="1882"/>
                  </a:cubicBezTo>
                  <a:cubicBezTo>
                    <a:pt x="3835" y="1882"/>
                    <a:pt x="3668" y="1548"/>
                    <a:pt x="3859" y="1358"/>
                  </a:cubicBezTo>
                  <a:cubicBezTo>
                    <a:pt x="3922" y="1286"/>
                    <a:pt x="4004" y="1254"/>
                    <a:pt x="4085" y="1254"/>
                  </a:cubicBezTo>
                  <a:close/>
                  <a:moveTo>
                    <a:pt x="1287" y="0"/>
                  </a:moveTo>
                  <a:lnTo>
                    <a:pt x="168" y="2001"/>
                  </a:lnTo>
                  <a:cubicBezTo>
                    <a:pt x="72" y="2167"/>
                    <a:pt x="25" y="2334"/>
                    <a:pt x="1" y="2525"/>
                  </a:cubicBezTo>
                  <a:lnTo>
                    <a:pt x="6931" y="2525"/>
                  </a:lnTo>
                  <a:cubicBezTo>
                    <a:pt x="6931" y="2334"/>
                    <a:pt x="6883" y="2167"/>
                    <a:pt x="6788" y="2001"/>
                  </a:cubicBezTo>
                  <a:lnTo>
                    <a:pt x="56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6397497" y="4001082"/>
              <a:ext cx="119494" cy="102769"/>
            </a:xfrm>
            <a:custGeom>
              <a:rect b="b" l="l" r="r" t="t"/>
              <a:pathLst>
                <a:path extrusionOk="0" h="3150" w="3668">
                  <a:moveTo>
                    <a:pt x="3134" y="1"/>
                  </a:moveTo>
                  <a:cubicBezTo>
                    <a:pt x="3114" y="1"/>
                    <a:pt x="3094" y="2"/>
                    <a:pt x="3072" y="6"/>
                  </a:cubicBezTo>
                  <a:lnTo>
                    <a:pt x="619" y="6"/>
                  </a:lnTo>
                  <a:cubicBezTo>
                    <a:pt x="605" y="4"/>
                    <a:pt x="591" y="3"/>
                    <a:pt x="577" y="3"/>
                  </a:cubicBezTo>
                  <a:cubicBezTo>
                    <a:pt x="432" y="3"/>
                    <a:pt x="329" y="113"/>
                    <a:pt x="286" y="244"/>
                  </a:cubicBezTo>
                  <a:cubicBezTo>
                    <a:pt x="238" y="434"/>
                    <a:pt x="381" y="625"/>
                    <a:pt x="595" y="625"/>
                  </a:cubicBezTo>
                  <a:lnTo>
                    <a:pt x="595" y="2101"/>
                  </a:lnTo>
                  <a:lnTo>
                    <a:pt x="0" y="3149"/>
                  </a:lnTo>
                  <a:lnTo>
                    <a:pt x="3667" y="3149"/>
                  </a:lnTo>
                  <a:lnTo>
                    <a:pt x="3072" y="2101"/>
                  </a:lnTo>
                  <a:lnTo>
                    <a:pt x="3072" y="625"/>
                  </a:lnTo>
                  <a:cubicBezTo>
                    <a:pt x="3080" y="625"/>
                    <a:pt x="3088" y="625"/>
                    <a:pt x="3095" y="625"/>
                  </a:cubicBezTo>
                  <a:cubicBezTo>
                    <a:pt x="3526" y="625"/>
                    <a:pt x="3519" y="1"/>
                    <a:pt x="3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71"/>
          <p:cNvGrpSpPr/>
          <p:nvPr/>
        </p:nvGrpSpPr>
        <p:grpSpPr>
          <a:xfrm>
            <a:off x="7078659" y="4001246"/>
            <a:ext cx="266126" cy="348892"/>
            <a:chOff x="7078659" y="4001246"/>
            <a:chExt cx="266126" cy="348892"/>
          </a:xfrm>
        </p:grpSpPr>
        <p:sp>
          <p:nvSpPr>
            <p:cNvPr id="9635" name="Google Shape;9635;p71"/>
            <p:cNvSpPr/>
            <p:nvPr/>
          </p:nvSpPr>
          <p:spPr>
            <a:xfrm>
              <a:off x="7099607" y="4001246"/>
              <a:ext cx="225013" cy="82411"/>
            </a:xfrm>
            <a:custGeom>
              <a:rect b="b" l="l" r="r" t="t"/>
              <a:pathLst>
                <a:path extrusionOk="0" h="2526" w="6907">
                  <a:moveTo>
                    <a:pt x="738" y="1"/>
                  </a:moveTo>
                  <a:cubicBezTo>
                    <a:pt x="334" y="1"/>
                    <a:pt x="0" y="334"/>
                    <a:pt x="0" y="739"/>
                  </a:cubicBezTo>
                  <a:lnTo>
                    <a:pt x="0" y="2215"/>
                  </a:lnTo>
                  <a:cubicBezTo>
                    <a:pt x="0" y="2382"/>
                    <a:pt x="143" y="2525"/>
                    <a:pt x="310" y="2525"/>
                  </a:cubicBezTo>
                  <a:lnTo>
                    <a:pt x="6597" y="2525"/>
                  </a:lnTo>
                  <a:cubicBezTo>
                    <a:pt x="6763" y="2525"/>
                    <a:pt x="6883" y="2382"/>
                    <a:pt x="6906" y="2215"/>
                  </a:cubicBezTo>
                  <a:lnTo>
                    <a:pt x="6906" y="739"/>
                  </a:lnTo>
                  <a:cubicBezTo>
                    <a:pt x="6906" y="334"/>
                    <a:pt x="6573" y="1"/>
                    <a:pt x="6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7078659" y="4103819"/>
              <a:ext cx="266126" cy="246319"/>
            </a:xfrm>
            <a:custGeom>
              <a:rect b="b" l="l" r="r" t="t"/>
              <a:pathLst>
                <a:path extrusionOk="0" h="7550" w="8169">
                  <a:moveTo>
                    <a:pt x="4715" y="1882"/>
                  </a:moveTo>
                  <a:cubicBezTo>
                    <a:pt x="4906" y="1882"/>
                    <a:pt x="5049" y="2024"/>
                    <a:pt x="5049" y="2191"/>
                  </a:cubicBezTo>
                  <a:lnTo>
                    <a:pt x="5049" y="3144"/>
                  </a:lnTo>
                  <a:lnTo>
                    <a:pt x="5978" y="3144"/>
                  </a:lnTo>
                  <a:cubicBezTo>
                    <a:pt x="5990" y="3142"/>
                    <a:pt x="6002" y="3141"/>
                    <a:pt x="6014" y="3141"/>
                  </a:cubicBezTo>
                  <a:cubicBezTo>
                    <a:pt x="6168" y="3141"/>
                    <a:pt x="6309" y="3277"/>
                    <a:pt x="6287" y="3453"/>
                  </a:cubicBezTo>
                  <a:lnTo>
                    <a:pt x="6287" y="4715"/>
                  </a:lnTo>
                  <a:cubicBezTo>
                    <a:pt x="6311" y="4882"/>
                    <a:pt x="6144" y="5025"/>
                    <a:pt x="5978" y="5025"/>
                  </a:cubicBezTo>
                  <a:lnTo>
                    <a:pt x="5049" y="5025"/>
                  </a:lnTo>
                  <a:lnTo>
                    <a:pt x="5049" y="5954"/>
                  </a:lnTo>
                  <a:cubicBezTo>
                    <a:pt x="5025" y="6144"/>
                    <a:pt x="4906" y="6263"/>
                    <a:pt x="4715" y="6287"/>
                  </a:cubicBezTo>
                  <a:lnTo>
                    <a:pt x="3477" y="6287"/>
                  </a:lnTo>
                  <a:cubicBezTo>
                    <a:pt x="3287" y="6263"/>
                    <a:pt x="3144" y="6144"/>
                    <a:pt x="3144" y="5954"/>
                  </a:cubicBezTo>
                  <a:lnTo>
                    <a:pt x="3144" y="5025"/>
                  </a:lnTo>
                  <a:lnTo>
                    <a:pt x="2215" y="5025"/>
                  </a:lnTo>
                  <a:cubicBezTo>
                    <a:pt x="2048" y="5025"/>
                    <a:pt x="1905" y="4882"/>
                    <a:pt x="1905" y="4715"/>
                  </a:cubicBezTo>
                  <a:lnTo>
                    <a:pt x="1905" y="3453"/>
                  </a:lnTo>
                  <a:cubicBezTo>
                    <a:pt x="1905" y="3287"/>
                    <a:pt x="2048" y="3144"/>
                    <a:pt x="2215" y="3144"/>
                  </a:cubicBezTo>
                  <a:lnTo>
                    <a:pt x="3144" y="3144"/>
                  </a:lnTo>
                  <a:lnTo>
                    <a:pt x="3144" y="2191"/>
                  </a:lnTo>
                  <a:cubicBezTo>
                    <a:pt x="3144" y="2024"/>
                    <a:pt x="3287" y="1882"/>
                    <a:pt x="3477" y="1882"/>
                  </a:cubicBezTo>
                  <a:close/>
                  <a:moveTo>
                    <a:pt x="1262" y="0"/>
                  </a:moveTo>
                  <a:lnTo>
                    <a:pt x="1262" y="596"/>
                  </a:lnTo>
                  <a:cubicBezTo>
                    <a:pt x="1262" y="738"/>
                    <a:pt x="1215" y="858"/>
                    <a:pt x="1119" y="977"/>
                  </a:cubicBezTo>
                  <a:lnTo>
                    <a:pt x="334" y="1739"/>
                  </a:lnTo>
                  <a:cubicBezTo>
                    <a:pt x="119" y="1953"/>
                    <a:pt x="0" y="2239"/>
                    <a:pt x="0" y="2548"/>
                  </a:cubicBezTo>
                  <a:lnTo>
                    <a:pt x="0" y="6406"/>
                  </a:lnTo>
                  <a:cubicBezTo>
                    <a:pt x="24" y="7049"/>
                    <a:pt x="524" y="7549"/>
                    <a:pt x="1167" y="7549"/>
                  </a:cubicBezTo>
                  <a:lnTo>
                    <a:pt x="7025" y="7549"/>
                  </a:lnTo>
                  <a:cubicBezTo>
                    <a:pt x="7668" y="7549"/>
                    <a:pt x="8169" y="7025"/>
                    <a:pt x="8169" y="6406"/>
                  </a:cubicBezTo>
                  <a:lnTo>
                    <a:pt x="8169" y="2525"/>
                  </a:lnTo>
                  <a:cubicBezTo>
                    <a:pt x="8169" y="2239"/>
                    <a:pt x="8049" y="1953"/>
                    <a:pt x="7835" y="1739"/>
                  </a:cubicBezTo>
                  <a:lnTo>
                    <a:pt x="7073" y="977"/>
                  </a:lnTo>
                  <a:cubicBezTo>
                    <a:pt x="6978" y="858"/>
                    <a:pt x="6906" y="738"/>
                    <a:pt x="6906" y="596"/>
                  </a:cubicBezTo>
                  <a:lnTo>
                    <a:pt x="6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7161667" y="4185381"/>
              <a:ext cx="100893" cy="102606"/>
            </a:xfrm>
            <a:custGeom>
              <a:rect b="b" l="l" r="r" t="t"/>
              <a:pathLst>
                <a:path extrusionOk="0" h="3145" w="3097">
                  <a:moveTo>
                    <a:pt x="1239" y="1"/>
                  </a:moveTo>
                  <a:lnTo>
                    <a:pt x="1239" y="953"/>
                  </a:lnTo>
                  <a:cubicBezTo>
                    <a:pt x="1239" y="1120"/>
                    <a:pt x="1096" y="1263"/>
                    <a:pt x="929" y="1263"/>
                  </a:cubicBezTo>
                  <a:lnTo>
                    <a:pt x="0" y="1263"/>
                  </a:lnTo>
                  <a:lnTo>
                    <a:pt x="0" y="1882"/>
                  </a:lnTo>
                  <a:lnTo>
                    <a:pt x="929" y="1882"/>
                  </a:lnTo>
                  <a:cubicBezTo>
                    <a:pt x="1096" y="1906"/>
                    <a:pt x="1239" y="2049"/>
                    <a:pt x="1239" y="2215"/>
                  </a:cubicBezTo>
                  <a:lnTo>
                    <a:pt x="1239" y="3144"/>
                  </a:lnTo>
                  <a:lnTo>
                    <a:pt x="1858" y="3144"/>
                  </a:lnTo>
                  <a:lnTo>
                    <a:pt x="1858" y="2215"/>
                  </a:lnTo>
                  <a:cubicBezTo>
                    <a:pt x="1858" y="2025"/>
                    <a:pt x="2001" y="1882"/>
                    <a:pt x="2167" y="1882"/>
                  </a:cubicBezTo>
                  <a:lnTo>
                    <a:pt x="3096" y="1882"/>
                  </a:lnTo>
                  <a:lnTo>
                    <a:pt x="3096" y="1263"/>
                  </a:lnTo>
                  <a:lnTo>
                    <a:pt x="2167" y="1263"/>
                  </a:lnTo>
                  <a:cubicBezTo>
                    <a:pt x="2001" y="1263"/>
                    <a:pt x="1858" y="1120"/>
                    <a:pt x="1858" y="953"/>
                  </a:cubicBez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71"/>
          <p:cNvGrpSpPr/>
          <p:nvPr/>
        </p:nvGrpSpPr>
        <p:grpSpPr>
          <a:xfrm>
            <a:off x="7791618" y="4027835"/>
            <a:ext cx="349166" cy="294865"/>
            <a:chOff x="7791618" y="4027835"/>
            <a:chExt cx="349166" cy="294865"/>
          </a:xfrm>
        </p:grpSpPr>
        <p:sp>
          <p:nvSpPr>
            <p:cNvPr id="9639" name="Google Shape;9639;p71"/>
            <p:cNvSpPr/>
            <p:nvPr/>
          </p:nvSpPr>
          <p:spPr>
            <a:xfrm>
              <a:off x="7924274" y="4144208"/>
              <a:ext cx="72192" cy="61922"/>
            </a:xfrm>
            <a:custGeom>
              <a:rect b="b" l="l" r="r" t="t"/>
              <a:pathLst>
                <a:path extrusionOk="0" h="1898" w="2216">
                  <a:moveTo>
                    <a:pt x="1263" y="1"/>
                  </a:moveTo>
                  <a:cubicBezTo>
                    <a:pt x="430" y="1"/>
                    <a:pt x="1" y="1025"/>
                    <a:pt x="596" y="1620"/>
                  </a:cubicBezTo>
                  <a:cubicBezTo>
                    <a:pt x="788" y="1812"/>
                    <a:pt x="1024" y="1897"/>
                    <a:pt x="1256" y="1897"/>
                  </a:cubicBezTo>
                  <a:cubicBezTo>
                    <a:pt x="1745" y="1897"/>
                    <a:pt x="2216" y="1518"/>
                    <a:pt x="2216" y="953"/>
                  </a:cubicBezTo>
                  <a:cubicBezTo>
                    <a:pt x="2192" y="429"/>
                    <a:pt x="1787" y="1"/>
                    <a:pt x="1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1"/>
            <p:cNvSpPr/>
            <p:nvPr/>
          </p:nvSpPr>
          <p:spPr>
            <a:xfrm>
              <a:off x="7791618" y="4027835"/>
              <a:ext cx="349166" cy="294865"/>
            </a:xfrm>
            <a:custGeom>
              <a:rect b="b" l="l" r="r" t="t"/>
              <a:pathLst>
                <a:path extrusionOk="0" h="9038" w="10718">
                  <a:moveTo>
                    <a:pt x="6359" y="1067"/>
                  </a:moveTo>
                  <a:cubicBezTo>
                    <a:pt x="6407" y="1210"/>
                    <a:pt x="6478" y="1305"/>
                    <a:pt x="6573" y="1400"/>
                  </a:cubicBezTo>
                  <a:lnTo>
                    <a:pt x="5764" y="3020"/>
                  </a:lnTo>
                  <a:cubicBezTo>
                    <a:pt x="5954" y="3067"/>
                    <a:pt x="6145" y="3163"/>
                    <a:pt x="6312" y="3306"/>
                  </a:cubicBezTo>
                  <a:lnTo>
                    <a:pt x="7121" y="1686"/>
                  </a:lnTo>
                  <a:cubicBezTo>
                    <a:pt x="7171" y="1696"/>
                    <a:pt x="7220" y="1702"/>
                    <a:pt x="7269" y="1702"/>
                  </a:cubicBezTo>
                  <a:cubicBezTo>
                    <a:pt x="7339" y="1702"/>
                    <a:pt x="7409" y="1690"/>
                    <a:pt x="7478" y="1662"/>
                  </a:cubicBezTo>
                  <a:lnTo>
                    <a:pt x="9003" y="3972"/>
                  </a:lnTo>
                  <a:cubicBezTo>
                    <a:pt x="8955" y="4044"/>
                    <a:pt x="8907" y="4115"/>
                    <a:pt x="8883" y="4211"/>
                  </a:cubicBezTo>
                  <a:lnTo>
                    <a:pt x="6883" y="4211"/>
                  </a:lnTo>
                  <a:cubicBezTo>
                    <a:pt x="6931" y="4425"/>
                    <a:pt x="6931" y="4639"/>
                    <a:pt x="6883" y="4830"/>
                  </a:cubicBezTo>
                  <a:lnTo>
                    <a:pt x="8907" y="4830"/>
                  </a:lnTo>
                  <a:cubicBezTo>
                    <a:pt x="8931" y="4925"/>
                    <a:pt x="8979" y="4996"/>
                    <a:pt x="9026" y="5068"/>
                  </a:cubicBezTo>
                  <a:lnTo>
                    <a:pt x="7478" y="7378"/>
                  </a:lnTo>
                  <a:cubicBezTo>
                    <a:pt x="7394" y="7361"/>
                    <a:pt x="7310" y="7344"/>
                    <a:pt x="7226" y="7344"/>
                  </a:cubicBezTo>
                  <a:cubicBezTo>
                    <a:pt x="7191" y="7344"/>
                    <a:pt x="7156" y="7347"/>
                    <a:pt x="7121" y="7354"/>
                  </a:cubicBezTo>
                  <a:lnTo>
                    <a:pt x="6312" y="5735"/>
                  </a:lnTo>
                  <a:cubicBezTo>
                    <a:pt x="6145" y="5878"/>
                    <a:pt x="5954" y="5973"/>
                    <a:pt x="5740" y="6044"/>
                  </a:cubicBezTo>
                  <a:lnTo>
                    <a:pt x="6573" y="7664"/>
                  </a:lnTo>
                  <a:cubicBezTo>
                    <a:pt x="6478" y="7759"/>
                    <a:pt x="6407" y="7854"/>
                    <a:pt x="6359" y="7997"/>
                  </a:cubicBezTo>
                  <a:lnTo>
                    <a:pt x="4359" y="7997"/>
                  </a:lnTo>
                  <a:cubicBezTo>
                    <a:pt x="4311" y="7854"/>
                    <a:pt x="4240" y="7735"/>
                    <a:pt x="4144" y="7640"/>
                  </a:cubicBezTo>
                  <a:lnTo>
                    <a:pt x="4954" y="6044"/>
                  </a:lnTo>
                  <a:cubicBezTo>
                    <a:pt x="4740" y="5973"/>
                    <a:pt x="4549" y="5878"/>
                    <a:pt x="4383" y="5758"/>
                  </a:cubicBezTo>
                  <a:lnTo>
                    <a:pt x="3573" y="7378"/>
                  </a:lnTo>
                  <a:cubicBezTo>
                    <a:pt x="3513" y="7366"/>
                    <a:pt x="3454" y="7360"/>
                    <a:pt x="3397" y="7360"/>
                  </a:cubicBezTo>
                  <a:cubicBezTo>
                    <a:pt x="3341" y="7360"/>
                    <a:pt x="3287" y="7366"/>
                    <a:pt x="3239" y="7378"/>
                  </a:cubicBezTo>
                  <a:lnTo>
                    <a:pt x="1715" y="5092"/>
                  </a:lnTo>
                  <a:cubicBezTo>
                    <a:pt x="1763" y="4996"/>
                    <a:pt x="1811" y="4925"/>
                    <a:pt x="1834" y="4830"/>
                  </a:cubicBezTo>
                  <a:lnTo>
                    <a:pt x="3811" y="4830"/>
                  </a:lnTo>
                  <a:cubicBezTo>
                    <a:pt x="3763" y="4639"/>
                    <a:pt x="3763" y="4425"/>
                    <a:pt x="3811" y="4234"/>
                  </a:cubicBezTo>
                  <a:lnTo>
                    <a:pt x="1834" y="4234"/>
                  </a:lnTo>
                  <a:cubicBezTo>
                    <a:pt x="1787" y="4139"/>
                    <a:pt x="1739" y="4068"/>
                    <a:pt x="1691" y="3996"/>
                  </a:cubicBezTo>
                  <a:lnTo>
                    <a:pt x="3239" y="1686"/>
                  </a:lnTo>
                  <a:cubicBezTo>
                    <a:pt x="3335" y="1710"/>
                    <a:pt x="3454" y="1710"/>
                    <a:pt x="3573" y="1710"/>
                  </a:cubicBezTo>
                  <a:lnTo>
                    <a:pt x="4383" y="3306"/>
                  </a:lnTo>
                  <a:cubicBezTo>
                    <a:pt x="4549" y="3187"/>
                    <a:pt x="4740" y="3091"/>
                    <a:pt x="4954" y="3020"/>
                  </a:cubicBezTo>
                  <a:lnTo>
                    <a:pt x="4144" y="1424"/>
                  </a:lnTo>
                  <a:cubicBezTo>
                    <a:pt x="4240" y="1329"/>
                    <a:pt x="4311" y="1210"/>
                    <a:pt x="4359" y="1067"/>
                  </a:cubicBezTo>
                  <a:close/>
                  <a:moveTo>
                    <a:pt x="3730" y="1"/>
                  </a:moveTo>
                  <a:cubicBezTo>
                    <a:pt x="3077" y="1"/>
                    <a:pt x="2262" y="700"/>
                    <a:pt x="2716" y="1305"/>
                  </a:cubicBezTo>
                  <a:lnTo>
                    <a:pt x="1168" y="3639"/>
                  </a:lnTo>
                  <a:cubicBezTo>
                    <a:pt x="1093" y="3621"/>
                    <a:pt x="1018" y="3612"/>
                    <a:pt x="945" y="3612"/>
                  </a:cubicBezTo>
                  <a:cubicBezTo>
                    <a:pt x="437" y="3612"/>
                    <a:pt x="1" y="4024"/>
                    <a:pt x="1" y="4544"/>
                  </a:cubicBezTo>
                  <a:cubicBezTo>
                    <a:pt x="1" y="5075"/>
                    <a:pt x="439" y="5484"/>
                    <a:pt x="940" y="5484"/>
                  </a:cubicBezTo>
                  <a:cubicBezTo>
                    <a:pt x="1022" y="5484"/>
                    <a:pt x="1107" y="5473"/>
                    <a:pt x="1191" y="5449"/>
                  </a:cubicBezTo>
                  <a:lnTo>
                    <a:pt x="2692" y="7735"/>
                  </a:lnTo>
                  <a:cubicBezTo>
                    <a:pt x="2252" y="8344"/>
                    <a:pt x="3074" y="9038"/>
                    <a:pt x="3724" y="9038"/>
                  </a:cubicBezTo>
                  <a:cubicBezTo>
                    <a:pt x="3989" y="9038"/>
                    <a:pt x="4225" y="8923"/>
                    <a:pt x="4335" y="8640"/>
                  </a:cubicBezTo>
                  <a:lnTo>
                    <a:pt x="6359" y="8640"/>
                  </a:lnTo>
                  <a:cubicBezTo>
                    <a:pt x="6469" y="8923"/>
                    <a:pt x="6705" y="9038"/>
                    <a:pt x="6969" y="9038"/>
                  </a:cubicBezTo>
                  <a:cubicBezTo>
                    <a:pt x="7618" y="9038"/>
                    <a:pt x="8435" y="8344"/>
                    <a:pt x="7979" y="7735"/>
                  </a:cubicBezTo>
                  <a:lnTo>
                    <a:pt x="9526" y="5425"/>
                  </a:lnTo>
                  <a:cubicBezTo>
                    <a:pt x="9601" y="5443"/>
                    <a:pt x="9676" y="5452"/>
                    <a:pt x="9750" y="5452"/>
                  </a:cubicBezTo>
                  <a:cubicBezTo>
                    <a:pt x="10262" y="5452"/>
                    <a:pt x="10717" y="5038"/>
                    <a:pt x="10717" y="4496"/>
                  </a:cubicBezTo>
                  <a:cubicBezTo>
                    <a:pt x="10717" y="3965"/>
                    <a:pt x="10279" y="3557"/>
                    <a:pt x="9778" y="3557"/>
                  </a:cubicBezTo>
                  <a:cubicBezTo>
                    <a:pt x="9696" y="3557"/>
                    <a:pt x="9611" y="3568"/>
                    <a:pt x="9526" y="3591"/>
                  </a:cubicBezTo>
                  <a:lnTo>
                    <a:pt x="8002" y="1305"/>
                  </a:lnTo>
                  <a:cubicBezTo>
                    <a:pt x="8456" y="700"/>
                    <a:pt x="7629" y="1"/>
                    <a:pt x="6978" y="1"/>
                  </a:cubicBezTo>
                  <a:cubicBezTo>
                    <a:pt x="6706" y="1"/>
                    <a:pt x="6464" y="123"/>
                    <a:pt x="6359" y="424"/>
                  </a:cubicBezTo>
                  <a:lnTo>
                    <a:pt x="4359" y="424"/>
                  </a:lnTo>
                  <a:cubicBezTo>
                    <a:pt x="4247" y="123"/>
                    <a:pt x="4002" y="1"/>
                    <a:pt x="3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1" name="Google Shape;9641;p71"/>
          <p:cNvSpPr txBox="1"/>
          <p:nvPr/>
        </p:nvSpPr>
        <p:spPr>
          <a:xfrm>
            <a:off x="2986500" y="1190513"/>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chemeClr val="lt1"/>
              </a:solidFill>
            </a:endParaRPr>
          </a:p>
        </p:txBody>
      </p:sp>
      <p:sp>
        <p:nvSpPr>
          <p:cNvPr id="9642" name="Google Shape;9642;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6" name="Shape 9646"/>
        <p:cNvGrpSpPr/>
        <p:nvPr/>
      </p:nvGrpSpPr>
      <p:grpSpPr>
        <a:xfrm>
          <a:off x="0" y="0"/>
          <a:ext cx="0" cy="0"/>
          <a:chOff x="0" y="0"/>
          <a:chExt cx="0" cy="0"/>
        </a:xfrm>
      </p:grpSpPr>
      <p:grpSp>
        <p:nvGrpSpPr>
          <p:cNvPr id="9647" name="Google Shape;9647;p72"/>
          <p:cNvGrpSpPr/>
          <p:nvPr/>
        </p:nvGrpSpPr>
        <p:grpSpPr>
          <a:xfrm>
            <a:off x="1015043" y="1768782"/>
            <a:ext cx="349675" cy="349675"/>
            <a:chOff x="1057325" y="2364825"/>
            <a:chExt cx="267950" cy="267950"/>
          </a:xfrm>
        </p:grpSpPr>
        <p:sp>
          <p:nvSpPr>
            <p:cNvPr id="9648" name="Google Shape;9648;p72"/>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2"/>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2"/>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2"/>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2"/>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2"/>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2"/>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2"/>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2"/>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2"/>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2"/>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72"/>
          <p:cNvSpPr/>
          <p:nvPr/>
        </p:nvSpPr>
        <p:spPr>
          <a:xfrm>
            <a:off x="1769464" y="1768717"/>
            <a:ext cx="350425" cy="350490"/>
          </a:xfrm>
          <a:custGeom>
            <a:rect b="b" l="l" r="r" t="t"/>
            <a:pathLst>
              <a:path extrusionOk="0" h="10743" w="10741">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2"/>
          <p:cNvSpPr/>
          <p:nvPr/>
        </p:nvSpPr>
        <p:spPr>
          <a:xfrm>
            <a:off x="1910110" y="1893084"/>
            <a:ext cx="68382" cy="68415"/>
          </a:xfrm>
          <a:custGeom>
            <a:rect b="b" l="l" r="r" t="t"/>
            <a:pathLst>
              <a:path extrusionOk="0" h="2097" w="2096">
                <a:moveTo>
                  <a:pt x="1048" y="1"/>
                </a:moveTo>
                <a:cubicBezTo>
                  <a:pt x="476" y="1"/>
                  <a:pt x="0" y="477"/>
                  <a:pt x="0" y="1049"/>
                </a:cubicBezTo>
                <a:cubicBezTo>
                  <a:pt x="0" y="1620"/>
                  <a:pt x="476" y="2097"/>
                  <a:pt x="1048" y="2097"/>
                </a:cubicBezTo>
                <a:cubicBezTo>
                  <a:pt x="1643" y="2097"/>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2"/>
          <p:cNvSpPr/>
          <p:nvPr/>
        </p:nvSpPr>
        <p:spPr>
          <a:xfrm>
            <a:off x="2520556" y="1769076"/>
            <a:ext cx="363867" cy="349642"/>
          </a:xfrm>
          <a:custGeom>
            <a:rect b="b" l="l" r="r" t="t"/>
            <a:pathLst>
              <a:path extrusionOk="0" h="10717" w="11153">
                <a:moveTo>
                  <a:pt x="2999" y="1"/>
                </a:moveTo>
                <a:cubicBezTo>
                  <a:pt x="2911" y="1"/>
                  <a:pt x="2818" y="13"/>
                  <a:pt x="2722" y="39"/>
                </a:cubicBezTo>
                <a:cubicBezTo>
                  <a:pt x="1698" y="301"/>
                  <a:pt x="1817" y="1802"/>
                  <a:pt x="2889" y="1873"/>
                </a:cubicBezTo>
                <a:lnTo>
                  <a:pt x="3079" y="2659"/>
                </a:lnTo>
                <a:cubicBezTo>
                  <a:pt x="2984" y="2730"/>
                  <a:pt x="2889" y="2826"/>
                  <a:pt x="2817" y="2945"/>
                </a:cubicBezTo>
                <a:lnTo>
                  <a:pt x="2031" y="2730"/>
                </a:lnTo>
                <a:cubicBezTo>
                  <a:pt x="1969" y="2177"/>
                  <a:pt x="1527" y="1882"/>
                  <a:pt x="1085" y="1882"/>
                </a:cubicBezTo>
                <a:cubicBezTo>
                  <a:pt x="691" y="1882"/>
                  <a:pt x="297" y="2117"/>
                  <a:pt x="174" y="2611"/>
                </a:cubicBezTo>
                <a:cubicBezTo>
                  <a:pt x="1" y="3288"/>
                  <a:pt x="545" y="3777"/>
                  <a:pt x="1099" y="3777"/>
                </a:cubicBezTo>
                <a:cubicBezTo>
                  <a:pt x="1384" y="3777"/>
                  <a:pt x="1671" y="3648"/>
                  <a:pt x="1865" y="3349"/>
                </a:cubicBezTo>
                <a:lnTo>
                  <a:pt x="2674" y="3540"/>
                </a:lnTo>
                <a:cubicBezTo>
                  <a:pt x="2698" y="4040"/>
                  <a:pt x="3103" y="4397"/>
                  <a:pt x="3603" y="4397"/>
                </a:cubicBezTo>
                <a:cubicBezTo>
                  <a:pt x="3746" y="4397"/>
                  <a:pt x="3889" y="4373"/>
                  <a:pt x="4008" y="4302"/>
                </a:cubicBezTo>
                <a:lnTo>
                  <a:pt x="4508" y="4802"/>
                </a:lnTo>
                <a:cubicBezTo>
                  <a:pt x="4413" y="4969"/>
                  <a:pt x="4365" y="5159"/>
                  <a:pt x="4365" y="5350"/>
                </a:cubicBezTo>
                <a:lnTo>
                  <a:pt x="2031" y="5945"/>
                </a:lnTo>
                <a:cubicBezTo>
                  <a:pt x="1827" y="5655"/>
                  <a:pt x="1543" y="5530"/>
                  <a:pt x="1263" y="5530"/>
                </a:cubicBezTo>
                <a:cubicBezTo>
                  <a:pt x="696" y="5530"/>
                  <a:pt x="149" y="6045"/>
                  <a:pt x="341" y="6731"/>
                </a:cubicBezTo>
                <a:cubicBezTo>
                  <a:pt x="471" y="7199"/>
                  <a:pt x="856" y="7419"/>
                  <a:pt x="1242" y="7419"/>
                </a:cubicBezTo>
                <a:cubicBezTo>
                  <a:pt x="1700" y="7419"/>
                  <a:pt x="2159" y="7109"/>
                  <a:pt x="2198" y="6541"/>
                </a:cubicBezTo>
                <a:lnTo>
                  <a:pt x="4437" y="5945"/>
                </a:lnTo>
                <a:lnTo>
                  <a:pt x="2198" y="8184"/>
                </a:lnTo>
                <a:cubicBezTo>
                  <a:pt x="2079" y="8136"/>
                  <a:pt x="1936" y="8089"/>
                  <a:pt x="1793" y="8089"/>
                </a:cubicBezTo>
                <a:cubicBezTo>
                  <a:pt x="960" y="8089"/>
                  <a:pt x="531" y="9113"/>
                  <a:pt x="1126" y="9708"/>
                </a:cubicBezTo>
                <a:cubicBezTo>
                  <a:pt x="1318" y="9900"/>
                  <a:pt x="1554" y="9985"/>
                  <a:pt x="1787" y="9985"/>
                </a:cubicBezTo>
                <a:cubicBezTo>
                  <a:pt x="2275" y="9985"/>
                  <a:pt x="2746" y="9606"/>
                  <a:pt x="2746" y="9041"/>
                </a:cubicBezTo>
                <a:cubicBezTo>
                  <a:pt x="2746" y="8898"/>
                  <a:pt x="2698" y="8755"/>
                  <a:pt x="2651" y="8636"/>
                </a:cubicBezTo>
                <a:lnTo>
                  <a:pt x="4889" y="6398"/>
                </a:lnTo>
                <a:lnTo>
                  <a:pt x="4889" y="6398"/>
                </a:lnTo>
                <a:lnTo>
                  <a:pt x="4294" y="8636"/>
                </a:lnTo>
                <a:cubicBezTo>
                  <a:pt x="3222" y="8708"/>
                  <a:pt x="3079" y="10208"/>
                  <a:pt x="4103" y="10494"/>
                </a:cubicBezTo>
                <a:cubicBezTo>
                  <a:pt x="4199" y="10520"/>
                  <a:pt x="4291" y="10533"/>
                  <a:pt x="4379" y="10533"/>
                </a:cubicBezTo>
                <a:cubicBezTo>
                  <a:pt x="5234" y="10533"/>
                  <a:pt x="5688" y="9364"/>
                  <a:pt x="4889" y="8803"/>
                </a:cubicBezTo>
                <a:lnTo>
                  <a:pt x="5508" y="6493"/>
                </a:lnTo>
                <a:cubicBezTo>
                  <a:pt x="5699" y="6493"/>
                  <a:pt x="5889" y="6445"/>
                  <a:pt x="6056" y="6350"/>
                </a:cubicBezTo>
                <a:lnTo>
                  <a:pt x="6556" y="6850"/>
                </a:lnTo>
                <a:cubicBezTo>
                  <a:pt x="6270" y="7422"/>
                  <a:pt x="6651" y="8112"/>
                  <a:pt x="7318" y="8184"/>
                </a:cubicBezTo>
                <a:lnTo>
                  <a:pt x="7509" y="8970"/>
                </a:lnTo>
                <a:cubicBezTo>
                  <a:pt x="6703" y="9514"/>
                  <a:pt x="7132" y="10717"/>
                  <a:pt x="8014" y="10717"/>
                </a:cubicBezTo>
                <a:cubicBezTo>
                  <a:pt x="8096" y="10717"/>
                  <a:pt x="8182" y="10707"/>
                  <a:pt x="8271" y="10684"/>
                </a:cubicBezTo>
                <a:cubicBezTo>
                  <a:pt x="9295" y="10422"/>
                  <a:pt x="9176" y="8898"/>
                  <a:pt x="8104" y="8827"/>
                </a:cubicBezTo>
                <a:lnTo>
                  <a:pt x="7914" y="8041"/>
                </a:lnTo>
                <a:cubicBezTo>
                  <a:pt x="8033" y="7969"/>
                  <a:pt x="8104" y="7874"/>
                  <a:pt x="8176" y="7755"/>
                </a:cubicBezTo>
                <a:lnTo>
                  <a:pt x="8961" y="7969"/>
                </a:lnTo>
                <a:cubicBezTo>
                  <a:pt x="9023" y="8495"/>
                  <a:pt x="9467" y="8820"/>
                  <a:pt x="9921" y="8820"/>
                </a:cubicBezTo>
                <a:cubicBezTo>
                  <a:pt x="10165" y="8820"/>
                  <a:pt x="10413" y="8726"/>
                  <a:pt x="10605" y="8517"/>
                </a:cubicBezTo>
                <a:cubicBezTo>
                  <a:pt x="11152" y="7898"/>
                  <a:pt x="10724" y="6922"/>
                  <a:pt x="9914" y="6922"/>
                </a:cubicBezTo>
                <a:lnTo>
                  <a:pt x="9914" y="6945"/>
                </a:lnTo>
                <a:cubicBezTo>
                  <a:pt x="9604" y="6945"/>
                  <a:pt x="9295" y="7088"/>
                  <a:pt x="9128" y="7374"/>
                </a:cubicBezTo>
                <a:lnTo>
                  <a:pt x="8342" y="7160"/>
                </a:lnTo>
                <a:cubicBezTo>
                  <a:pt x="8295" y="6683"/>
                  <a:pt x="7890" y="6302"/>
                  <a:pt x="7390" y="6302"/>
                </a:cubicBezTo>
                <a:cubicBezTo>
                  <a:pt x="7247" y="6302"/>
                  <a:pt x="7128" y="6350"/>
                  <a:pt x="6985" y="6398"/>
                </a:cubicBezTo>
                <a:lnTo>
                  <a:pt x="6509" y="5921"/>
                </a:lnTo>
                <a:cubicBezTo>
                  <a:pt x="6604" y="5755"/>
                  <a:pt x="6651" y="5564"/>
                  <a:pt x="6651" y="5374"/>
                </a:cubicBezTo>
                <a:lnTo>
                  <a:pt x="8961" y="4754"/>
                </a:lnTo>
                <a:cubicBezTo>
                  <a:pt x="9158" y="5037"/>
                  <a:pt x="9440" y="5159"/>
                  <a:pt x="9719" y="5159"/>
                </a:cubicBezTo>
                <a:cubicBezTo>
                  <a:pt x="10287" y="5159"/>
                  <a:pt x="10844" y="4655"/>
                  <a:pt x="10652" y="3969"/>
                </a:cubicBezTo>
                <a:cubicBezTo>
                  <a:pt x="10521" y="3497"/>
                  <a:pt x="10132" y="3273"/>
                  <a:pt x="9743" y="3273"/>
                </a:cubicBezTo>
                <a:cubicBezTo>
                  <a:pt x="9288" y="3273"/>
                  <a:pt x="8833" y="3581"/>
                  <a:pt x="8795" y="4159"/>
                </a:cubicBezTo>
                <a:lnTo>
                  <a:pt x="6556" y="4754"/>
                </a:lnTo>
                <a:lnTo>
                  <a:pt x="8795" y="2516"/>
                </a:lnTo>
                <a:cubicBezTo>
                  <a:pt x="8914" y="2564"/>
                  <a:pt x="9057" y="2587"/>
                  <a:pt x="9200" y="2587"/>
                </a:cubicBezTo>
                <a:cubicBezTo>
                  <a:pt x="10033" y="2587"/>
                  <a:pt x="10462" y="1587"/>
                  <a:pt x="9866" y="992"/>
                </a:cubicBezTo>
                <a:cubicBezTo>
                  <a:pt x="9675" y="800"/>
                  <a:pt x="9438" y="715"/>
                  <a:pt x="9206" y="715"/>
                </a:cubicBezTo>
                <a:cubicBezTo>
                  <a:pt x="8718" y="715"/>
                  <a:pt x="8247" y="1094"/>
                  <a:pt x="8247" y="1659"/>
                </a:cubicBezTo>
                <a:cubicBezTo>
                  <a:pt x="8247" y="1802"/>
                  <a:pt x="8295" y="1921"/>
                  <a:pt x="8342" y="2063"/>
                </a:cubicBezTo>
                <a:lnTo>
                  <a:pt x="6104" y="4302"/>
                </a:lnTo>
                <a:lnTo>
                  <a:pt x="6699" y="2040"/>
                </a:lnTo>
                <a:cubicBezTo>
                  <a:pt x="7771" y="1968"/>
                  <a:pt x="7914" y="468"/>
                  <a:pt x="6890" y="182"/>
                </a:cubicBezTo>
                <a:cubicBezTo>
                  <a:pt x="6795" y="156"/>
                  <a:pt x="6705" y="144"/>
                  <a:pt x="6618" y="144"/>
                </a:cubicBezTo>
                <a:cubicBezTo>
                  <a:pt x="5760" y="144"/>
                  <a:pt x="5304" y="1332"/>
                  <a:pt x="6104" y="1873"/>
                </a:cubicBezTo>
                <a:lnTo>
                  <a:pt x="5485" y="4207"/>
                </a:lnTo>
                <a:cubicBezTo>
                  <a:pt x="5294" y="4207"/>
                  <a:pt x="5104" y="4254"/>
                  <a:pt x="4937" y="4350"/>
                </a:cubicBezTo>
                <a:lnTo>
                  <a:pt x="4437" y="3873"/>
                </a:lnTo>
                <a:cubicBezTo>
                  <a:pt x="4508" y="3730"/>
                  <a:pt x="4532" y="3588"/>
                  <a:pt x="4532" y="3469"/>
                </a:cubicBezTo>
                <a:cubicBezTo>
                  <a:pt x="4532" y="2968"/>
                  <a:pt x="4151" y="2564"/>
                  <a:pt x="3675" y="2516"/>
                </a:cubicBezTo>
                <a:lnTo>
                  <a:pt x="3484" y="1730"/>
                </a:lnTo>
                <a:cubicBezTo>
                  <a:pt x="4284" y="1189"/>
                  <a:pt x="3867" y="1"/>
                  <a:pt x="2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72"/>
          <p:cNvGrpSpPr/>
          <p:nvPr/>
        </p:nvGrpSpPr>
        <p:grpSpPr>
          <a:xfrm>
            <a:off x="3306264" y="1769565"/>
            <a:ext cx="298388" cy="349642"/>
            <a:chOff x="2813050" y="2365425"/>
            <a:chExt cx="228650" cy="267925"/>
          </a:xfrm>
        </p:grpSpPr>
        <p:sp>
          <p:nvSpPr>
            <p:cNvPr id="9663" name="Google Shape;9663;p72"/>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2"/>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2"/>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2"/>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2"/>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2"/>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2"/>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2"/>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2"/>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2"/>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2"/>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2"/>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72"/>
          <p:cNvGrpSpPr/>
          <p:nvPr/>
        </p:nvGrpSpPr>
        <p:grpSpPr>
          <a:xfrm>
            <a:off x="4035824" y="1768521"/>
            <a:ext cx="349642" cy="349936"/>
            <a:chOff x="3372100" y="2364625"/>
            <a:chExt cx="267925" cy="268150"/>
          </a:xfrm>
        </p:grpSpPr>
        <p:sp>
          <p:nvSpPr>
            <p:cNvPr id="9676" name="Google Shape;9676;p72"/>
            <p:cNvSpPr/>
            <p:nvPr/>
          </p:nvSpPr>
          <p:spPr>
            <a:xfrm>
              <a:off x="3419725" y="2554150"/>
              <a:ext cx="67900" cy="31575"/>
            </a:xfrm>
            <a:custGeom>
              <a:rect b="b" l="l" r="r" t="t"/>
              <a:pathLst>
                <a:path extrusionOk="0" h="1263" w="2716">
                  <a:moveTo>
                    <a:pt x="1358" y="1"/>
                  </a:moveTo>
                  <a:cubicBezTo>
                    <a:pt x="644" y="1"/>
                    <a:pt x="48" y="548"/>
                    <a:pt x="1" y="1263"/>
                  </a:cubicBezTo>
                  <a:lnTo>
                    <a:pt x="2715" y="1263"/>
                  </a:lnTo>
                  <a:cubicBezTo>
                    <a:pt x="2668" y="548"/>
                    <a:pt x="2072" y="1"/>
                    <a:pt x="1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2"/>
            <p:cNvSpPr/>
            <p:nvPr/>
          </p:nvSpPr>
          <p:spPr>
            <a:xfrm>
              <a:off x="3438175" y="2507125"/>
              <a:ext cx="31000" cy="31575"/>
            </a:xfrm>
            <a:custGeom>
              <a:rect b="b" l="l" r="r" t="t"/>
              <a:pathLst>
                <a:path extrusionOk="0" h="1263" w="1240">
                  <a:moveTo>
                    <a:pt x="620" y="0"/>
                  </a:moveTo>
                  <a:cubicBezTo>
                    <a:pt x="263" y="0"/>
                    <a:pt x="1" y="286"/>
                    <a:pt x="1" y="619"/>
                  </a:cubicBezTo>
                  <a:cubicBezTo>
                    <a:pt x="1" y="977"/>
                    <a:pt x="263" y="1262"/>
                    <a:pt x="620" y="1262"/>
                  </a:cubicBezTo>
                  <a:cubicBezTo>
                    <a:pt x="977" y="1262"/>
                    <a:pt x="1239" y="977"/>
                    <a:pt x="1239" y="619"/>
                  </a:cubicBezTo>
                  <a:cubicBezTo>
                    <a:pt x="1239" y="286"/>
                    <a:pt x="977" y="0"/>
                    <a:pt x="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2"/>
            <p:cNvSpPr/>
            <p:nvPr/>
          </p:nvSpPr>
          <p:spPr>
            <a:xfrm>
              <a:off x="3372100" y="2460075"/>
              <a:ext cx="267925" cy="172700"/>
            </a:xfrm>
            <a:custGeom>
              <a:rect b="b" l="l" r="r" t="t"/>
              <a:pathLst>
                <a:path extrusionOk="0" h="6908" w="10717">
                  <a:moveTo>
                    <a:pt x="9121" y="2501"/>
                  </a:moveTo>
                  <a:cubicBezTo>
                    <a:pt x="9502" y="2549"/>
                    <a:pt x="9502" y="3097"/>
                    <a:pt x="9121" y="3144"/>
                  </a:cubicBezTo>
                  <a:lnTo>
                    <a:pt x="6192" y="3144"/>
                  </a:lnTo>
                  <a:cubicBezTo>
                    <a:pt x="5811" y="3097"/>
                    <a:pt x="5811" y="2549"/>
                    <a:pt x="6192" y="2501"/>
                  </a:cubicBezTo>
                  <a:close/>
                  <a:moveTo>
                    <a:pt x="9121" y="3764"/>
                  </a:moveTo>
                  <a:cubicBezTo>
                    <a:pt x="9502" y="3811"/>
                    <a:pt x="9502" y="4359"/>
                    <a:pt x="9121" y="4407"/>
                  </a:cubicBezTo>
                  <a:lnTo>
                    <a:pt x="6192" y="4407"/>
                  </a:lnTo>
                  <a:cubicBezTo>
                    <a:pt x="5811" y="4359"/>
                    <a:pt x="5811" y="3811"/>
                    <a:pt x="6192" y="3764"/>
                  </a:cubicBezTo>
                  <a:close/>
                  <a:moveTo>
                    <a:pt x="3263" y="1263"/>
                  </a:moveTo>
                  <a:cubicBezTo>
                    <a:pt x="4359" y="1263"/>
                    <a:pt x="4930" y="2573"/>
                    <a:pt x="4192" y="3359"/>
                  </a:cubicBezTo>
                  <a:cubicBezTo>
                    <a:pt x="4835" y="3716"/>
                    <a:pt x="5263" y="4383"/>
                    <a:pt x="5263" y="5121"/>
                  </a:cubicBezTo>
                  <a:lnTo>
                    <a:pt x="5263" y="5335"/>
                  </a:lnTo>
                  <a:cubicBezTo>
                    <a:pt x="5263" y="5502"/>
                    <a:pt x="5121" y="5645"/>
                    <a:pt x="4930" y="5645"/>
                  </a:cubicBezTo>
                  <a:lnTo>
                    <a:pt x="1596" y="5645"/>
                  </a:lnTo>
                  <a:cubicBezTo>
                    <a:pt x="1582" y="5647"/>
                    <a:pt x="1568" y="5648"/>
                    <a:pt x="1555" y="5648"/>
                  </a:cubicBezTo>
                  <a:cubicBezTo>
                    <a:pt x="1385" y="5648"/>
                    <a:pt x="1264" y="5512"/>
                    <a:pt x="1286" y="5335"/>
                  </a:cubicBezTo>
                  <a:lnTo>
                    <a:pt x="1286" y="5121"/>
                  </a:lnTo>
                  <a:cubicBezTo>
                    <a:pt x="1286" y="4383"/>
                    <a:pt x="1691" y="3716"/>
                    <a:pt x="2358" y="3359"/>
                  </a:cubicBezTo>
                  <a:cubicBezTo>
                    <a:pt x="1596" y="2573"/>
                    <a:pt x="2168" y="1263"/>
                    <a:pt x="3263" y="1263"/>
                  </a:cubicBezTo>
                  <a:close/>
                  <a:moveTo>
                    <a:pt x="1167" y="1"/>
                  </a:moveTo>
                  <a:cubicBezTo>
                    <a:pt x="524" y="1"/>
                    <a:pt x="0" y="525"/>
                    <a:pt x="0" y="1144"/>
                  </a:cubicBezTo>
                  <a:lnTo>
                    <a:pt x="0" y="5764"/>
                  </a:lnTo>
                  <a:cubicBezTo>
                    <a:pt x="0" y="6383"/>
                    <a:pt x="524" y="6907"/>
                    <a:pt x="1167" y="6907"/>
                  </a:cubicBezTo>
                  <a:lnTo>
                    <a:pt x="9574" y="6907"/>
                  </a:lnTo>
                  <a:cubicBezTo>
                    <a:pt x="10193" y="6907"/>
                    <a:pt x="10717" y="6383"/>
                    <a:pt x="10717" y="5764"/>
                  </a:cubicBezTo>
                  <a:lnTo>
                    <a:pt x="10717" y="1144"/>
                  </a:lnTo>
                  <a:cubicBezTo>
                    <a:pt x="10717" y="501"/>
                    <a:pt x="10193" y="1"/>
                    <a:pt x="9574" y="1"/>
                  </a:cubicBezTo>
                  <a:lnTo>
                    <a:pt x="6621" y="1"/>
                  </a:lnTo>
                  <a:lnTo>
                    <a:pt x="6621" y="834"/>
                  </a:lnTo>
                  <a:cubicBezTo>
                    <a:pt x="6621" y="1358"/>
                    <a:pt x="6192" y="1787"/>
                    <a:pt x="5668" y="1787"/>
                  </a:cubicBezTo>
                  <a:lnTo>
                    <a:pt x="5049" y="1787"/>
                  </a:lnTo>
                  <a:cubicBezTo>
                    <a:pt x="4525" y="1787"/>
                    <a:pt x="4097" y="1358"/>
                    <a:pt x="4097" y="834"/>
                  </a:cubicBezTo>
                  <a:lnTo>
                    <a:pt x="40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2"/>
            <p:cNvSpPr/>
            <p:nvPr/>
          </p:nvSpPr>
          <p:spPr>
            <a:xfrm>
              <a:off x="3420375" y="2364625"/>
              <a:ext cx="170950" cy="124075"/>
            </a:xfrm>
            <a:custGeom>
              <a:rect b="b" l="l" r="r" t="t"/>
              <a:pathLst>
                <a:path extrusionOk="0" h="4963" w="6838">
                  <a:moveTo>
                    <a:pt x="447" y="0"/>
                  </a:moveTo>
                  <a:cubicBezTo>
                    <a:pt x="208" y="0"/>
                    <a:pt x="0" y="320"/>
                    <a:pt x="237" y="556"/>
                  </a:cubicBezTo>
                  <a:lnTo>
                    <a:pt x="2809" y="3104"/>
                  </a:lnTo>
                  <a:lnTo>
                    <a:pt x="2809" y="4652"/>
                  </a:lnTo>
                  <a:cubicBezTo>
                    <a:pt x="2809" y="4819"/>
                    <a:pt x="2951" y="4962"/>
                    <a:pt x="3118" y="4962"/>
                  </a:cubicBezTo>
                  <a:lnTo>
                    <a:pt x="3737" y="4962"/>
                  </a:lnTo>
                  <a:cubicBezTo>
                    <a:pt x="3904" y="4962"/>
                    <a:pt x="4047" y="4819"/>
                    <a:pt x="4047" y="4652"/>
                  </a:cubicBezTo>
                  <a:lnTo>
                    <a:pt x="4047" y="3104"/>
                  </a:lnTo>
                  <a:lnTo>
                    <a:pt x="6619" y="556"/>
                  </a:lnTo>
                  <a:cubicBezTo>
                    <a:pt x="6837" y="320"/>
                    <a:pt x="6639" y="0"/>
                    <a:pt x="6395" y="0"/>
                  </a:cubicBezTo>
                  <a:cubicBezTo>
                    <a:pt x="6319" y="0"/>
                    <a:pt x="6240" y="31"/>
                    <a:pt x="6166" y="104"/>
                  </a:cubicBezTo>
                  <a:lnTo>
                    <a:pt x="3713" y="2557"/>
                  </a:lnTo>
                  <a:lnTo>
                    <a:pt x="3142" y="2557"/>
                  </a:lnTo>
                  <a:lnTo>
                    <a:pt x="665" y="104"/>
                  </a:lnTo>
                  <a:cubicBezTo>
                    <a:pt x="598" y="31"/>
                    <a:pt x="521" y="0"/>
                    <a:pt x="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72"/>
          <p:cNvGrpSpPr/>
          <p:nvPr/>
        </p:nvGrpSpPr>
        <p:grpSpPr>
          <a:xfrm>
            <a:off x="4795693" y="1768782"/>
            <a:ext cx="330230" cy="350425"/>
            <a:chOff x="3954375" y="2364825"/>
            <a:chExt cx="253050" cy="268525"/>
          </a:xfrm>
        </p:grpSpPr>
        <p:sp>
          <p:nvSpPr>
            <p:cNvPr id="9681" name="Google Shape;9681;p72"/>
            <p:cNvSpPr/>
            <p:nvPr/>
          </p:nvSpPr>
          <p:spPr>
            <a:xfrm>
              <a:off x="3954375" y="2364825"/>
              <a:ext cx="222075" cy="120300"/>
            </a:xfrm>
            <a:custGeom>
              <a:rect b="b" l="l" r="r" t="t"/>
              <a:pathLst>
                <a:path extrusionOk="0" h="4812" w="8883">
                  <a:moveTo>
                    <a:pt x="1881" y="1"/>
                  </a:moveTo>
                  <a:cubicBezTo>
                    <a:pt x="1691" y="1"/>
                    <a:pt x="1548" y="144"/>
                    <a:pt x="1548" y="310"/>
                  </a:cubicBezTo>
                  <a:lnTo>
                    <a:pt x="1548" y="2525"/>
                  </a:lnTo>
                  <a:lnTo>
                    <a:pt x="1453" y="2525"/>
                  </a:lnTo>
                  <a:cubicBezTo>
                    <a:pt x="0" y="2596"/>
                    <a:pt x="0" y="4740"/>
                    <a:pt x="1453" y="4811"/>
                  </a:cubicBezTo>
                  <a:lnTo>
                    <a:pt x="1548" y="4811"/>
                  </a:lnTo>
                  <a:lnTo>
                    <a:pt x="1548" y="4192"/>
                  </a:lnTo>
                  <a:lnTo>
                    <a:pt x="1453" y="4192"/>
                  </a:lnTo>
                  <a:cubicBezTo>
                    <a:pt x="1437" y="4193"/>
                    <a:pt x="1423" y="4193"/>
                    <a:pt x="1408" y="4193"/>
                  </a:cubicBezTo>
                  <a:cubicBezTo>
                    <a:pt x="713" y="4193"/>
                    <a:pt x="706" y="3141"/>
                    <a:pt x="1387" y="3141"/>
                  </a:cubicBezTo>
                  <a:cubicBezTo>
                    <a:pt x="1408" y="3141"/>
                    <a:pt x="1430" y="3142"/>
                    <a:pt x="1453" y="3144"/>
                  </a:cubicBezTo>
                  <a:lnTo>
                    <a:pt x="1548" y="3144"/>
                  </a:lnTo>
                  <a:lnTo>
                    <a:pt x="1548" y="4192"/>
                  </a:lnTo>
                  <a:lnTo>
                    <a:pt x="2191" y="4192"/>
                  </a:lnTo>
                  <a:lnTo>
                    <a:pt x="2191" y="2835"/>
                  </a:lnTo>
                  <a:lnTo>
                    <a:pt x="2191" y="1572"/>
                  </a:lnTo>
                  <a:cubicBezTo>
                    <a:pt x="2191" y="1048"/>
                    <a:pt x="2596" y="620"/>
                    <a:pt x="3120" y="620"/>
                  </a:cubicBezTo>
                  <a:lnTo>
                    <a:pt x="8883" y="620"/>
                  </a:lnTo>
                  <a:lnTo>
                    <a:pt x="8883" y="310"/>
                  </a:lnTo>
                  <a:cubicBezTo>
                    <a:pt x="8883" y="144"/>
                    <a:pt x="8740" y="1"/>
                    <a:pt x="8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2"/>
            <p:cNvSpPr/>
            <p:nvPr/>
          </p:nvSpPr>
          <p:spPr>
            <a:xfrm>
              <a:off x="3993050" y="2485100"/>
              <a:ext cx="16100" cy="116100"/>
            </a:xfrm>
            <a:custGeom>
              <a:rect b="b" l="l" r="r" t="t"/>
              <a:pathLst>
                <a:path extrusionOk="0" h="4644" w="644">
                  <a:moveTo>
                    <a:pt x="1" y="0"/>
                  </a:moveTo>
                  <a:lnTo>
                    <a:pt x="1" y="4334"/>
                  </a:lnTo>
                  <a:cubicBezTo>
                    <a:pt x="1" y="4501"/>
                    <a:pt x="144" y="4644"/>
                    <a:pt x="334" y="4644"/>
                  </a:cubicBezTo>
                  <a:lnTo>
                    <a:pt x="644" y="4644"/>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2"/>
            <p:cNvSpPr/>
            <p:nvPr/>
          </p:nvSpPr>
          <p:spPr>
            <a:xfrm>
              <a:off x="4024625" y="2443425"/>
              <a:ext cx="31575" cy="26200"/>
            </a:xfrm>
            <a:custGeom>
              <a:rect b="b" l="l" r="r" t="t"/>
              <a:pathLst>
                <a:path extrusionOk="0" h="1048" w="1263">
                  <a:moveTo>
                    <a:pt x="0" y="0"/>
                  </a:moveTo>
                  <a:lnTo>
                    <a:pt x="0" y="1048"/>
                  </a:lnTo>
                  <a:lnTo>
                    <a:pt x="738" y="1048"/>
                  </a:lnTo>
                  <a:cubicBezTo>
                    <a:pt x="1024" y="1048"/>
                    <a:pt x="1262" y="810"/>
                    <a:pt x="1262" y="524"/>
                  </a:cubicBezTo>
                  <a:cubicBezTo>
                    <a:pt x="1238" y="238"/>
                    <a:pt x="1024" y="0"/>
                    <a:pt x="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2"/>
            <p:cNvSpPr/>
            <p:nvPr/>
          </p:nvSpPr>
          <p:spPr>
            <a:xfrm>
              <a:off x="4093075" y="2490450"/>
              <a:ext cx="67300" cy="31575"/>
            </a:xfrm>
            <a:custGeom>
              <a:rect b="b" l="l" r="r" t="t"/>
              <a:pathLst>
                <a:path extrusionOk="0" h="1263" w="2692">
                  <a:moveTo>
                    <a:pt x="1334" y="0"/>
                  </a:moveTo>
                  <a:cubicBezTo>
                    <a:pt x="644" y="0"/>
                    <a:pt x="48" y="548"/>
                    <a:pt x="1" y="1263"/>
                  </a:cubicBezTo>
                  <a:lnTo>
                    <a:pt x="2692" y="1263"/>
                  </a:lnTo>
                  <a:cubicBezTo>
                    <a:pt x="2644" y="548"/>
                    <a:pt x="2049" y="0"/>
                    <a:pt x="1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2"/>
            <p:cNvSpPr/>
            <p:nvPr/>
          </p:nvSpPr>
          <p:spPr>
            <a:xfrm>
              <a:off x="4024625" y="2396375"/>
              <a:ext cx="182800" cy="236975"/>
            </a:xfrm>
            <a:custGeom>
              <a:rect b="b" l="l" r="r" t="t"/>
              <a:pathLst>
                <a:path extrusionOk="0" h="9479" w="7312">
                  <a:moveTo>
                    <a:pt x="4072" y="1239"/>
                  </a:moveTo>
                  <a:cubicBezTo>
                    <a:pt x="5168" y="1239"/>
                    <a:pt x="5739" y="2549"/>
                    <a:pt x="5001" y="3359"/>
                  </a:cubicBezTo>
                  <a:cubicBezTo>
                    <a:pt x="5668" y="3692"/>
                    <a:pt x="6073" y="4383"/>
                    <a:pt x="6073" y="5121"/>
                  </a:cubicBezTo>
                  <a:lnTo>
                    <a:pt x="6073" y="5335"/>
                  </a:lnTo>
                  <a:cubicBezTo>
                    <a:pt x="6073" y="5490"/>
                    <a:pt x="5950" y="5624"/>
                    <a:pt x="5800" y="5624"/>
                  </a:cubicBezTo>
                  <a:cubicBezTo>
                    <a:pt x="5788" y="5624"/>
                    <a:pt x="5776" y="5623"/>
                    <a:pt x="5763" y="5621"/>
                  </a:cubicBezTo>
                  <a:lnTo>
                    <a:pt x="2405" y="5621"/>
                  </a:lnTo>
                  <a:cubicBezTo>
                    <a:pt x="2239" y="5621"/>
                    <a:pt x="2096" y="5502"/>
                    <a:pt x="2096" y="5335"/>
                  </a:cubicBezTo>
                  <a:lnTo>
                    <a:pt x="2096" y="5121"/>
                  </a:lnTo>
                  <a:cubicBezTo>
                    <a:pt x="2096" y="4383"/>
                    <a:pt x="2501" y="3692"/>
                    <a:pt x="3167" y="3359"/>
                  </a:cubicBezTo>
                  <a:cubicBezTo>
                    <a:pt x="2405" y="2549"/>
                    <a:pt x="2977" y="1239"/>
                    <a:pt x="4072" y="1239"/>
                  </a:cubicBezTo>
                  <a:close/>
                  <a:moveTo>
                    <a:pt x="3626" y="6262"/>
                  </a:moveTo>
                  <a:cubicBezTo>
                    <a:pt x="3640" y="6262"/>
                    <a:pt x="3653" y="6262"/>
                    <a:pt x="3668" y="6264"/>
                  </a:cubicBezTo>
                  <a:lnTo>
                    <a:pt x="5763" y="6264"/>
                  </a:lnTo>
                  <a:cubicBezTo>
                    <a:pt x="6144" y="6312"/>
                    <a:pt x="6144" y="6859"/>
                    <a:pt x="5763" y="6907"/>
                  </a:cubicBezTo>
                  <a:lnTo>
                    <a:pt x="3668" y="6907"/>
                  </a:lnTo>
                  <a:cubicBezTo>
                    <a:pt x="3653" y="6908"/>
                    <a:pt x="3640" y="6909"/>
                    <a:pt x="3626" y="6909"/>
                  </a:cubicBezTo>
                  <a:cubicBezTo>
                    <a:pt x="3229" y="6909"/>
                    <a:pt x="3229" y="6262"/>
                    <a:pt x="3626" y="6262"/>
                  </a:cubicBezTo>
                  <a:close/>
                  <a:moveTo>
                    <a:pt x="1529" y="7524"/>
                  </a:moveTo>
                  <a:cubicBezTo>
                    <a:pt x="1543" y="7524"/>
                    <a:pt x="1557" y="7525"/>
                    <a:pt x="1572" y="7526"/>
                  </a:cubicBezTo>
                  <a:lnTo>
                    <a:pt x="5763" y="7526"/>
                  </a:lnTo>
                  <a:cubicBezTo>
                    <a:pt x="6144" y="7574"/>
                    <a:pt x="6144" y="8121"/>
                    <a:pt x="5763" y="8169"/>
                  </a:cubicBezTo>
                  <a:lnTo>
                    <a:pt x="1572" y="8169"/>
                  </a:lnTo>
                  <a:cubicBezTo>
                    <a:pt x="1564" y="8169"/>
                    <a:pt x="1557" y="8170"/>
                    <a:pt x="1550" y="8170"/>
                  </a:cubicBezTo>
                  <a:cubicBezTo>
                    <a:pt x="1134" y="8170"/>
                    <a:pt x="1127" y="7524"/>
                    <a:pt x="1529" y="7524"/>
                  </a:cubicBezTo>
                  <a:close/>
                  <a:moveTo>
                    <a:pt x="310" y="1"/>
                  </a:moveTo>
                  <a:cubicBezTo>
                    <a:pt x="143" y="1"/>
                    <a:pt x="0" y="144"/>
                    <a:pt x="0" y="310"/>
                  </a:cubicBezTo>
                  <a:lnTo>
                    <a:pt x="0" y="1263"/>
                  </a:lnTo>
                  <a:lnTo>
                    <a:pt x="738" y="1263"/>
                  </a:lnTo>
                  <a:cubicBezTo>
                    <a:pt x="766" y="1261"/>
                    <a:pt x="793" y="1260"/>
                    <a:pt x="820" y="1260"/>
                  </a:cubicBezTo>
                  <a:cubicBezTo>
                    <a:pt x="1429" y="1260"/>
                    <a:pt x="1953" y="1767"/>
                    <a:pt x="1953" y="2406"/>
                  </a:cubicBezTo>
                  <a:cubicBezTo>
                    <a:pt x="1953" y="3023"/>
                    <a:pt x="1427" y="3552"/>
                    <a:pt x="816" y="3552"/>
                  </a:cubicBezTo>
                  <a:cubicBezTo>
                    <a:pt x="791" y="3552"/>
                    <a:pt x="765" y="3551"/>
                    <a:pt x="738" y="3549"/>
                  </a:cubicBezTo>
                  <a:lnTo>
                    <a:pt x="0" y="3549"/>
                  </a:lnTo>
                  <a:lnTo>
                    <a:pt x="0" y="9169"/>
                  </a:lnTo>
                  <a:cubicBezTo>
                    <a:pt x="0" y="9336"/>
                    <a:pt x="143" y="9479"/>
                    <a:pt x="310" y="9479"/>
                  </a:cubicBezTo>
                  <a:lnTo>
                    <a:pt x="7025" y="9479"/>
                  </a:lnTo>
                  <a:cubicBezTo>
                    <a:pt x="7192" y="9479"/>
                    <a:pt x="7311" y="9336"/>
                    <a:pt x="7311" y="9169"/>
                  </a:cubicBezTo>
                  <a:lnTo>
                    <a:pt x="7311" y="310"/>
                  </a:lnTo>
                  <a:cubicBezTo>
                    <a:pt x="7311" y="144"/>
                    <a:pt x="7192" y="1"/>
                    <a:pt x="7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2"/>
            <p:cNvSpPr/>
            <p:nvPr/>
          </p:nvSpPr>
          <p:spPr>
            <a:xfrm>
              <a:off x="4110950" y="2443425"/>
              <a:ext cx="31575" cy="31575"/>
            </a:xfrm>
            <a:custGeom>
              <a:rect b="b" l="l" r="r" t="t"/>
              <a:pathLst>
                <a:path extrusionOk="0" h="1263" w="1263">
                  <a:moveTo>
                    <a:pt x="619" y="0"/>
                  </a:moveTo>
                  <a:cubicBezTo>
                    <a:pt x="286" y="0"/>
                    <a:pt x="0" y="286"/>
                    <a:pt x="0" y="619"/>
                  </a:cubicBezTo>
                  <a:cubicBezTo>
                    <a:pt x="0" y="977"/>
                    <a:pt x="286" y="1262"/>
                    <a:pt x="619" y="1262"/>
                  </a:cubicBezTo>
                  <a:cubicBezTo>
                    <a:pt x="977" y="1262"/>
                    <a:pt x="1262" y="977"/>
                    <a:pt x="1262" y="619"/>
                  </a:cubicBezTo>
                  <a:cubicBezTo>
                    <a:pt x="1262" y="286"/>
                    <a:pt x="977" y="0"/>
                    <a:pt x="6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2"/>
          <p:cNvGrpSpPr/>
          <p:nvPr/>
        </p:nvGrpSpPr>
        <p:grpSpPr>
          <a:xfrm>
            <a:off x="5546199" y="1768782"/>
            <a:ext cx="349675" cy="349675"/>
            <a:chOff x="4529475" y="2364825"/>
            <a:chExt cx="267950" cy="267950"/>
          </a:xfrm>
        </p:grpSpPr>
        <p:sp>
          <p:nvSpPr>
            <p:cNvPr id="9688" name="Google Shape;9688;p72"/>
            <p:cNvSpPr/>
            <p:nvPr/>
          </p:nvSpPr>
          <p:spPr>
            <a:xfrm>
              <a:off x="4677125" y="2538675"/>
              <a:ext cx="16100" cy="15500"/>
            </a:xfrm>
            <a:custGeom>
              <a:rect b="b" l="l" r="r" t="t"/>
              <a:pathLst>
                <a:path extrusionOk="0" h="620" w="644">
                  <a:moveTo>
                    <a:pt x="1" y="0"/>
                  </a:moveTo>
                  <a:lnTo>
                    <a:pt x="1" y="620"/>
                  </a:lnTo>
                  <a:lnTo>
                    <a:pt x="644" y="620"/>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2"/>
            <p:cNvSpPr/>
            <p:nvPr/>
          </p:nvSpPr>
          <p:spPr>
            <a:xfrm>
              <a:off x="4677125" y="2570225"/>
              <a:ext cx="16100" cy="15500"/>
            </a:xfrm>
            <a:custGeom>
              <a:rect b="b" l="l" r="r" t="t"/>
              <a:pathLst>
                <a:path extrusionOk="0" h="620" w="644">
                  <a:moveTo>
                    <a:pt x="1" y="1"/>
                  </a:moveTo>
                  <a:lnTo>
                    <a:pt x="1" y="620"/>
                  </a:lnTo>
                  <a:lnTo>
                    <a:pt x="644" y="620"/>
                  </a:lnTo>
                  <a:lnTo>
                    <a:pt x="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2"/>
            <p:cNvSpPr/>
            <p:nvPr/>
          </p:nvSpPr>
          <p:spPr>
            <a:xfrm>
              <a:off x="4708675" y="2570225"/>
              <a:ext cx="15525" cy="15500"/>
            </a:xfrm>
            <a:custGeom>
              <a:rect b="b" l="l" r="r" t="t"/>
              <a:pathLst>
                <a:path extrusionOk="0" h="620" w="621">
                  <a:moveTo>
                    <a:pt x="1" y="1"/>
                  </a:moveTo>
                  <a:lnTo>
                    <a:pt x="1"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2"/>
            <p:cNvSpPr/>
            <p:nvPr/>
          </p:nvSpPr>
          <p:spPr>
            <a:xfrm>
              <a:off x="4677125" y="2507125"/>
              <a:ext cx="16100" cy="15500"/>
            </a:xfrm>
            <a:custGeom>
              <a:rect b="b" l="l" r="r" t="t"/>
              <a:pathLst>
                <a:path extrusionOk="0" h="620" w="644">
                  <a:moveTo>
                    <a:pt x="1" y="0"/>
                  </a:moveTo>
                  <a:lnTo>
                    <a:pt x="1" y="619"/>
                  </a:lnTo>
                  <a:lnTo>
                    <a:pt x="644" y="619"/>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2"/>
            <p:cNvSpPr/>
            <p:nvPr/>
          </p:nvSpPr>
          <p:spPr>
            <a:xfrm>
              <a:off x="4646175" y="2570225"/>
              <a:ext cx="15500" cy="15500"/>
            </a:xfrm>
            <a:custGeom>
              <a:rect b="b" l="l" r="r" t="t"/>
              <a:pathLst>
                <a:path extrusionOk="0" h="620" w="620">
                  <a:moveTo>
                    <a:pt x="0" y="1"/>
                  </a:moveTo>
                  <a:lnTo>
                    <a:pt x="0"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2"/>
            <p:cNvSpPr/>
            <p:nvPr/>
          </p:nvSpPr>
          <p:spPr>
            <a:xfrm>
              <a:off x="4646175" y="2507125"/>
              <a:ext cx="15500" cy="15500"/>
            </a:xfrm>
            <a:custGeom>
              <a:rect b="b" l="l" r="r" t="t"/>
              <a:pathLst>
                <a:path extrusionOk="0" h="620" w="620">
                  <a:moveTo>
                    <a:pt x="0" y="0"/>
                  </a:moveTo>
                  <a:lnTo>
                    <a:pt x="0" y="619"/>
                  </a:lnTo>
                  <a:lnTo>
                    <a:pt x="620" y="619"/>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2"/>
            <p:cNvSpPr/>
            <p:nvPr/>
          </p:nvSpPr>
          <p:spPr>
            <a:xfrm>
              <a:off x="4646175" y="2538675"/>
              <a:ext cx="15500" cy="15500"/>
            </a:xfrm>
            <a:custGeom>
              <a:rect b="b" l="l" r="r" t="t"/>
              <a:pathLst>
                <a:path extrusionOk="0" h="620" w="620">
                  <a:moveTo>
                    <a:pt x="0" y="0"/>
                  </a:moveTo>
                  <a:lnTo>
                    <a:pt x="0" y="620"/>
                  </a:lnTo>
                  <a:lnTo>
                    <a:pt x="620" y="62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2"/>
            <p:cNvSpPr/>
            <p:nvPr/>
          </p:nvSpPr>
          <p:spPr>
            <a:xfrm>
              <a:off x="4708675" y="2538675"/>
              <a:ext cx="15525" cy="15500"/>
            </a:xfrm>
            <a:custGeom>
              <a:rect b="b" l="l" r="r" t="t"/>
              <a:pathLst>
                <a:path extrusionOk="0" h="620" w="621">
                  <a:moveTo>
                    <a:pt x="1" y="0"/>
                  </a:moveTo>
                  <a:lnTo>
                    <a:pt x="1" y="620"/>
                  </a:lnTo>
                  <a:lnTo>
                    <a:pt x="620" y="620"/>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2"/>
            <p:cNvSpPr/>
            <p:nvPr/>
          </p:nvSpPr>
          <p:spPr>
            <a:xfrm>
              <a:off x="4646175" y="2411850"/>
              <a:ext cx="109575" cy="48250"/>
            </a:xfrm>
            <a:custGeom>
              <a:rect b="b" l="l" r="r" t="t"/>
              <a:pathLst>
                <a:path extrusionOk="0" h="1930" w="4383">
                  <a:moveTo>
                    <a:pt x="0" y="1"/>
                  </a:moveTo>
                  <a:lnTo>
                    <a:pt x="0" y="1930"/>
                  </a:lnTo>
                  <a:lnTo>
                    <a:pt x="4382" y="1930"/>
                  </a:lnTo>
                  <a:lnTo>
                    <a:pt x="4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2"/>
            <p:cNvSpPr/>
            <p:nvPr/>
          </p:nvSpPr>
          <p:spPr>
            <a:xfrm>
              <a:off x="4603900" y="2364825"/>
              <a:ext cx="193525" cy="267950"/>
            </a:xfrm>
            <a:custGeom>
              <a:rect b="b" l="l" r="r" t="t"/>
              <a:pathLst>
                <a:path extrusionOk="0" h="10718" w="7741">
                  <a:moveTo>
                    <a:pt x="1322" y="1260"/>
                  </a:moveTo>
                  <a:cubicBezTo>
                    <a:pt x="1334" y="1260"/>
                    <a:pt x="1346" y="1261"/>
                    <a:pt x="1358" y="1263"/>
                  </a:cubicBezTo>
                  <a:lnTo>
                    <a:pt x="6383" y="1263"/>
                  </a:lnTo>
                  <a:cubicBezTo>
                    <a:pt x="6550" y="1263"/>
                    <a:pt x="6692" y="1406"/>
                    <a:pt x="6692" y="1572"/>
                  </a:cubicBezTo>
                  <a:lnTo>
                    <a:pt x="6692" y="4121"/>
                  </a:lnTo>
                  <a:cubicBezTo>
                    <a:pt x="6692" y="4287"/>
                    <a:pt x="6573" y="4430"/>
                    <a:pt x="6407" y="4430"/>
                  </a:cubicBezTo>
                  <a:lnTo>
                    <a:pt x="1358" y="4430"/>
                  </a:lnTo>
                  <a:cubicBezTo>
                    <a:pt x="1191" y="4430"/>
                    <a:pt x="1048" y="4287"/>
                    <a:pt x="1048" y="4121"/>
                  </a:cubicBezTo>
                  <a:lnTo>
                    <a:pt x="1048" y="1572"/>
                  </a:lnTo>
                  <a:cubicBezTo>
                    <a:pt x="1048" y="1396"/>
                    <a:pt x="1171" y="1260"/>
                    <a:pt x="1322" y="1260"/>
                  </a:cubicBezTo>
                  <a:close/>
                  <a:moveTo>
                    <a:pt x="6383" y="5073"/>
                  </a:moveTo>
                  <a:cubicBezTo>
                    <a:pt x="6550" y="5073"/>
                    <a:pt x="6692" y="5216"/>
                    <a:pt x="6692" y="5383"/>
                  </a:cubicBezTo>
                  <a:lnTo>
                    <a:pt x="6692" y="9145"/>
                  </a:lnTo>
                  <a:cubicBezTo>
                    <a:pt x="6716" y="9312"/>
                    <a:pt x="6573" y="9455"/>
                    <a:pt x="6407" y="9455"/>
                  </a:cubicBezTo>
                  <a:lnTo>
                    <a:pt x="1358" y="9455"/>
                  </a:lnTo>
                  <a:cubicBezTo>
                    <a:pt x="1346" y="9457"/>
                    <a:pt x="1334" y="9458"/>
                    <a:pt x="1322" y="9458"/>
                  </a:cubicBezTo>
                  <a:cubicBezTo>
                    <a:pt x="1171" y="9458"/>
                    <a:pt x="1048" y="9322"/>
                    <a:pt x="1048" y="9145"/>
                  </a:cubicBezTo>
                  <a:lnTo>
                    <a:pt x="1048" y="5383"/>
                  </a:lnTo>
                  <a:cubicBezTo>
                    <a:pt x="1048" y="5216"/>
                    <a:pt x="1191" y="5073"/>
                    <a:pt x="1358" y="5073"/>
                  </a:cubicBezTo>
                  <a:close/>
                  <a:moveTo>
                    <a:pt x="1168" y="1"/>
                  </a:moveTo>
                  <a:cubicBezTo>
                    <a:pt x="525" y="1"/>
                    <a:pt x="1" y="525"/>
                    <a:pt x="1" y="1144"/>
                  </a:cubicBezTo>
                  <a:lnTo>
                    <a:pt x="1" y="9574"/>
                  </a:lnTo>
                  <a:cubicBezTo>
                    <a:pt x="1" y="10193"/>
                    <a:pt x="525" y="10717"/>
                    <a:pt x="1168" y="10717"/>
                  </a:cubicBezTo>
                  <a:lnTo>
                    <a:pt x="6597" y="10717"/>
                  </a:lnTo>
                  <a:cubicBezTo>
                    <a:pt x="7240" y="10717"/>
                    <a:pt x="7740" y="10193"/>
                    <a:pt x="7740" y="9574"/>
                  </a:cubicBezTo>
                  <a:lnTo>
                    <a:pt x="7740" y="1144"/>
                  </a:lnTo>
                  <a:cubicBezTo>
                    <a:pt x="7740" y="525"/>
                    <a:pt x="7240" y="1"/>
                    <a:pt x="6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2"/>
            <p:cNvSpPr/>
            <p:nvPr/>
          </p:nvSpPr>
          <p:spPr>
            <a:xfrm>
              <a:off x="4739650" y="2507125"/>
              <a:ext cx="16100" cy="15500"/>
            </a:xfrm>
            <a:custGeom>
              <a:rect b="b" l="l" r="r" t="t"/>
              <a:pathLst>
                <a:path extrusionOk="0" h="620" w="644">
                  <a:moveTo>
                    <a:pt x="24" y="0"/>
                  </a:moveTo>
                  <a:lnTo>
                    <a:pt x="0" y="619"/>
                  </a:lnTo>
                  <a:lnTo>
                    <a:pt x="643" y="619"/>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2"/>
            <p:cNvSpPr/>
            <p:nvPr/>
          </p:nvSpPr>
          <p:spPr>
            <a:xfrm>
              <a:off x="4739650" y="2570225"/>
              <a:ext cx="16100" cy="15500"/>
            </a:xfrm>
            <a:custGeom>
              <a:rect b="b" l="l" r="r" t="t"/>
              <a:pathLst>
                <a:path extrusionOk="0" h="620" w="644">
                  <a:moveTo>
                    <a:pt x="24" y="1"/>
                  </a:moveTo>
                  <a:lnTo>
                    <a:pt x="0" y="620"/>
                  </a:lnTo>
                  <a:lnTo>
                    <a:pt x="643" y="620"/>
                  </a:lnTo>
                  <a:lnTo>
                    <a:pt x="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2"/>
            <p:cNvSpPr/>
            <p:nvPr/>
          </p:nvSpPr>
          <p:spPr>
            <a:xfrm>
              <a:off x="4739650" y="2538675"/>
              <a:ext cx="16100" cy="15500"/>
            </a:xfrm>
            <a:custGeom>
              <a:rect b="b" l="l" r="r" t="t"/>
              <a:pathLst>
                <a:path extrusionOk="0" h="620" w="644">
                  <a:moveTo>
                    <a:pt x="24" y="0"/>
                  </a:moveTo>
                  <a:lnTo>
                    <a:pt x="0" y="620"/>
                  </a:lnTo>
                  <a:lnTo>
                    <a:pt x="643" y="620"/>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2"/>
            <p:cNvSpPr/>
            <p:nvPr/>
          </p:nvSpPr>
          <p:spPr>
            <a:xfrm>
              <a:off x="4708675" y="2507125"/>
              <a:ext cx="15525" cy="15500"/>
            </a:xfrm>
            <a:custGeom>
              <a:rect b="b" l="l" r="r" t="t"/>
              <a:pathLst>
                <a:path extrusionOk="0" h="620" w="621">
                  <a:moveTo>
                    <a:pt x="1" y="0"/>
                  </a:moveTo>
                  <a:lnTo>
                    <a:pt x="1" y="619"/>
                  </a:lnTo>
                  <a:lnTo>
                    <a:pt x="620" y="619"/>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2"/>
            <p:cNvSpPr/>
            <p:nvPr/>
          </p:nvSpPr>
          <p:spPr>
            <a:xfrm>
              <a:off x="4529475" y="2444600"/>
              <a:ext cx="50050" cy="130425"/>
            </a:xfrm>
            <a:custGeom>
              <a:rect b="b" l="l" r="r" t="t"/>
              <a:pathLst>
                <a:path extrusionOk="0" h="5217" w="2002">
                  <a:moveTo>
                    <a:pt x="1" y="1"/>
                  </a:moveTo>
                  <a:lnTo>
                    <a:pt x="1" y="5216"/>
                  </a:lnTo>
                  <a:lnTo>
                    <a:pt x="2001" y="5216"/>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2"/>
            <p:cNvSpPr/>
            <p:nvPr/>
          </p:nvSpPr>
          <p:spPr>
            <a:xfrm>
              <a:off x="4531875" y="2364825"/>
              <a:ext cx="45850" cy="63725"/>
            </a:xfrm>
            <a:custGeom>
              <a:rect b="b" l="l" r="r" t="t"/>
              <a:pathLst>
                <a:path extrusionOk="0" h="2549" w="1834">
                  <a:moveTo>
                    <a:pt x="905" y="1"/>
                  </a:moveTo>
                  <a:cubicBezTo>
                    <a:pt x="762" y="1"/>
                    <a:pt x="643" y="96"/>
                    <a:pt x="619" y="239"/>
                  </a:cubicBezTo>
                  <a:lnTo>
                    <a:pt x="0" y="2549"/>
                  </a:lnTo>
                  <a:lnTo>
                    <a:pt x="1834" y="2549"/>
                  </a:lnTo>
                  <a:lnTo>
                    <a:pt x="1215" y="239"/>
                  </a:lnTo>
                  <a:cubicBezTo>
                    <a:pt x="1167" y="96"/>
                    <a:pt x="1048"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2"/>
            <p:cNvSpPr/>
            <p:nvPr/>
          </p:nvSpPr>
          <p:spPr>
            <a:xfrm>
              <a:off x="4529475" y="2591075"/>
              <a:ext cx="50050" cy="41700"/>
            </a:xfrm>
            <a:custGeom>
              <a:rect b="b" l="l" r="r" t="t"/>
              <a:pathLst>
                <a:path extrusionOk="0" h="1668" w="2002">
                  <a:moveTo>
                    <a:pt x="1" y="0"/>
                  </a:moveTo>
                  <a:lnTo>
                    <a:pt x="1" y="1143"/>
                  </a:lnTo>
                  <a:cubicBezTo>
                    <a:pt x="1" y="1429"/>
                    <a:pt x="239" y="1667"/>
                    <a:pt x="525" y="1667"/>
                  </a:cubicBezTo>
                  <a:lnTo>
                    <a:pt x="1477" y="1667"/>
                  </a:lnTo>
                  <a:cubicBezTo>
                    <a:pt x="1763" y="1667"/>
                    <a:pt x="2001" y="1429"/>
                    <a:pt x="2001" y="1143"/>
                  </a:cubicBez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2"/>
          <p:cNvGrpSpPr/>
          <p:nvPr/>
        </p:nvGrpSpPr>
        <p:grpSpPr>
          <a:xfrm>
            <a:off x="6302185" y="1768782"/>
            <a:ext cx="362855" cy="349675"/>
            <a:chOff x="5108775" y="2364825"/>
            <a:chExt cx="278050" cy="267950"/>
          </a:xfrm>
        </p:grpSpPr>
        <p:sp>
          <p:nvSpPr>
            <p:cNvPr id="9706" name="Google Shape;9706;p72"/>
            <p:cNvSpPr/>
            <p:nvPr/>
          </p:nvSpPr>
          <p:spPr>
            <a:xfrm>
              <a:off x="5214750" y="2502350"/>
              <a:ext cx="3600" cy="10750"/>
            </a:xfrm>
            <a:custGeom>
              <a:rect b="b" l="l" r="r" t="t"/>
              <a:pathLst>
                <a:path extrusionOk="0" h="430" w="144">
                  <a:moveTo>
                    <a:pt x="143" y="1"/>
                  </a:moveTo>
                  <a:cubicBezTo>
                    <a:pt x="72" y="48"/>
                    <a:pt x="24" y="96"/>
                    <a:pt x="24" y="191"/>
                  </a:cubicBezTo>
                  <a:cubicBezTo>
                    <a:pt x="0" y="263"/>
                    <a:pt x="24" y="334"/>
                    <a:pt x="72" y="382"/>
                  </a:cubicBezTo>
                  <a:lnTo>
                    <a:pt x="143" y="429"/>
                  </a:ln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2"/>
            <p:cNvSpPr/>
            <p:nvPr/>
          </p:nvSpPr>
          <p:spPr>
            <a:xfrm>
              <a:off x="5228450" y="2529150"/>
              <a:ext cx="5975" cy="16700"/>
            </a:xfrm>
            <a:custGeom>
              <a:rect b="b" l="l" r="r" t="t"/>
              <a:pathLst>
                <a:path extrusionOk="0" h="668" w="239">
                  <a:moveTo>
                    <a:pt x="0" y="0"/>
                  </a:moveTo>
                  <a:lnTo>
                    <a:pt x="0" y="667"/>
                  </a:lnTo>
                  <a:cubicBezTo>
                    <a:pt x="119" y="596"/>
                    <a:pt x="191" y="500"/>
                    <a:pt x="214" y="381"/>
                  </a:cubicBezTo>
                  <a:cubicBezTo>
                    <a:pt x="238" y="215"/>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2"/>
            <p:cNvSpPr/>
            <p:nvPr/>
          </p:nvSpPr>
          <p:spPr>
            <a:xfrm>
              <a:off x="5108775" y="2439250"/>
              <a:ext cx="161950" cy="193525"/>
            </a:xfrm>
            <a:custGeom>
              <a:rect b="b" l="l" r="r" t="t"/>
              <a:pathLst>
                <a:path extrusionOk="0" h="7741" w="6478">
                  <a:moveTo>
                    <a:pt x="3025" y="1739"/>
                  </a:moveTo>
                  <a:cubicBezTo>
                    <a:pt x="3430" y="1739"/>
                    <a:pt x="3430" y="2358"/>
                    <a:pt x="3025" y="2358"/>
                  </a:cubicBezTo>
                  <a:lnTo>
                    <a:pt x="1572" y="2358"/>
                  </a:lnTo>
                  <a:cubicBezTo>
                    <a:pt x="1143" y="2358"/>
                    <a:pt x="1143" y="1739"/>
                    <a:pt x="1572" y="1739"/>
                  </a:cubicBezTo>
                  <a:close/>
                  <a:moveTo>
                    <a:pt x="1529" y="2975"/>
                  </a:moveTo>
                  <a:cubicBezTo>
                    <a:pt x="1543" y="2975"/>
                    <a:pt x="1557" y="2976"/>
                    <a:pt x="1572" y="2977"/>
                  </a:cubicBezTo>
                  <a:lnTo>
                    <a:pt x="3025" y="2977"/>
                  </a:lnTo>
                  <a:cubicBezTo>
                    <a:pt x="3406" y="3025"/>
                    <a:pt x="3406" y="3573"/>
                    <a:pt x="3025" y="3620"/>
                  </a:cubicBezTo>
                  <a:lnTo>
                    <a:pt x="1572" y="3620"/>
                  </a:lnTo>
                  <a:cubicBezTo>
                    <a:pt x="1557" y="3622"/>
                    <a:pt x="1543" y="3622"/>
                    <a:pt x="1529" y="3622"/>
                  </a:cubicBezTo>
                  <a:cubicBezTo>
                    <a:pt x="1110" y="3622"/>
                    <a:pt x="1110" y="2975"/>
                    <a:pt x="1529" y="2975"/>
                  </a:cubicBezTo>
                  <a:close/>
                  <a:moveTo>
                    <a:pt x="1527" y="4237"/>
                  </a:moveTo>
                  <a:cubicBezTo>
                    <a:pt x="1542" y="4237"/>
                    <a:pt x="1557" y="4238"/>
                    <a:pt x="1572" y="4239"/>
                  </a:cubicBezTo>
                  <a:lnTo>
                    <a:pt x="3025" y="4239"/>
                  </a:lnTo>
                  <a:cubicBezTo>
                    <a:pt x="3406" y="4287"/>
                    <a:pt x="3406" y="4835"/>
                    <a:pt x="3025" y="4859"/>
                  </a:cubicBezTo>
                  <a:lnTo>
                    <a:pt x="1572" y="4859"/>
                  </a:lnTo>
                  <a:cubicBezTo>
                    <a:pt x="1557" y="4860"/>
                    <a:pt x="1542" y="4861"/>
                    <a:pt x="1527" y="4861"/>
                  </a:cubicBezTo>
                  <a:cubicBezTo>
                    <a:pt x="1111" y="4861"/>
                    <a:pt x="1111" y="4237"/>
                    <a:pt x="1527" y="4237"/>
                  </a:cubicBezTo>
                  <a:close/>
                  <a:moveTo>
                    <a:pt x="4573" y="1775"/>
                  </a:moveTo>
                  <a:cubicBezTo>
                    <a:pt x="4674" y="1775"/>
                    <a:pt x="4775" y="1834"/>
                    <a:pt x="4787" y="1953"/>
                  </a:cubicBezTo>
                  <a:lnTo>
                    <a:pt x="4787" y="2072"/>
                  </a:lnTo>
                  <a:cubicBezTo>
                    <a:pt x="4930" y="2096"/>
                    <a:pt x="5097" y="2168"/>
                    <a:pt x="5192" y="2287"/>
                  </a:cubicBezTo>
                  <a:cubicBezTo>
                    <a:pt x="5263" y="2358"/>
                    <a:pt x="5263" y="2501"/>
                    <a:pt x="5168" y="2572"/>
                  </a:cubicBezTo>
                  <a:cubicBezTo>
                    <a:pt x="5135" y="2606"/>
                    <a:pt x="5086" y="2623"/>
                    <a:pt x="5037" y="2623"/>
                  </a:cubicBezTo>
                  <a:cubicBezTo>
                    <a:pt x="4979" y="2623"/>
                    <a:pt x="4921" y="2600"/>
                    <a:pt x="4882" y="2549"/>
                  </a:cubicBezTo>
                  <a:cubicBezTo>
                    <a:pt x="4858" y="2525"/>
                    <a:pt x="4811" y="2501"/>
                    <a:pt x="4787" y="2501"/>
                  </a:cubicBezTo>
                  <a:lnTo>
                    <a:pt x="4787" y="3168"/>
                  </a:lnTo>
                  <a:lnTo>
                    <a:pt x="4882" y="3215"/>
                  </a:lnTo>
                  <a:cubicBezTo>
                    <a:pt x="5239" y="3311"/>
                    <a:pt x="5454" y="3668"/>
                    <a:pt x="5406" y="4025"/>
                  </a:cubicBezTo>
                  <a:lnTo>
                    <a:pt x="5430" y="4025"/>
                  </a:lnTo>
                  <a:cubicBezTo>
                    <a:pt x="5359" y="4358"/>
                    <a:pt x="5120" y="4620"/>
                    <a:pt x="4787" y="4716"/>
                  </a:cubicBezTo>
                  <a:lnTo>
                    <a:pt x="4787" y="4859"/>
                  </a:lnTo>
                  <a:cubicBezTo>
                    <a:pt x="4811" y="4978"/>
                    <a:pt x="4704" y="5037"/>
                    <a:pt x="4594" y="5037"/>
                  </a:cubicBezTo>
                  <a:cubicBezTo>
                    <a:pt x="4483" y="5037"/>
                    <a:pt x="4370" y="4978"/>
                    <a:pt x="4382" y="4859"/>
                  </a:cubicBezTo>
                  <a:lnTo>
                    <a:pt x="4382" y="4739"/>
                  </a:lnTo>
                  <a:cubicBezTo>
                    <a:pt x="4192" y="4716"/>
                    <a:pt x="4025" y="4644"/>
                    <a:pt x="3882" y="4549"/>
                  </a:cubicBezTo>
                  <a:cubicBezTo>
                    <a:pt x="3684" y="4410"/>
                    <a:pt x="3799" y="4157"/>
                    <a:pt x="3980" y="4157"/>
                  </a:cubicBezTo>
                  <a:cubicBezTo>
                    <a:pt x="4016" y="4157"/>
                    <a:pt x="4056" y="4168"/>
                    <a:pt x="4096" y="4192"/>
                  </a:cubicBezTo>
                  <a:cubicBezTo>
                    <a:pt x="4192" y="4263"/>
                    <a:pt x="4287" y="4287"/>
                    <a:pt x="4382" y="4311"/>
                  </a:cubicBezTo>
                  <a:lnTo>
                    <a:pt x="4382" y="3430"/>
                  </a:lnTo>
                  <a:cubicBezTo>
                    <a:pt x="4263" y="3358"/>
                    <a:pt x="4168" y="3311"/>
                    <a:pt x="4073" y="3239"/>
                  </a:cubicBezTo>
                  <a:cubicBezTo>
                    <a:pt x="3882" y="3072"/>
                    <a:pt x="3811" y="2834"/>
                    <a:pt x="3858" y="2620"/>
                  </a:cubicBezTo>
                  <a:cubicBezTo>
                    <a:pt x="3906" y="2358"/>
                    <a:pt x="4073" y="2168"/>
                    <a:pt x="4335" y="2096"/>
                  </a:cubicBezTo>
                  <a:lnTo>
                    <a:pt x="4358" y="2096"/>
                  </a:lnTo>
                  <a:lnTo>
                    <a:pt x="4358" y="1953"/>
                  </a:lnTo>
                  <a:cubicBezTo>
                    <a:pt x="4370" y="1834"/>
                    <a:pt x="4471" y="1775"/>
                    <a:pt x="4573" y="1775"/>
                  </a:cubicBezTo>
                  <a:close/>
                  <a:moveTo>
                    <a:pt x="1527" y="5499"/>
                  </a:moveTo>
                  <a:cubicBezTo>
                    <a:pt x="1542" y="5499"/>
                    <a:pt x="1557" y="5500"/>
                    <a:pt x="1572" y="5502"/>
                  </a:cubicBezTo>
                  <a:lnTo>
                    <a:pt x="4930" y="5502"/>
                  </a:lnTo>
                  <a:cubicBezTo>
                    <a:pt x="5287" y="5525"/>
                    <a:pt x="5287" y="6073"/>
                    <a:pt x="4930" y="6121"/>
                  </a:cubicBezTo>
                  <a:lnTo>
                    <a:pt x="1572" y="6121"/>
                  </a:lnTo>
                  <a:cubicBezTo>
                    <a:pt x="1557" y="6122"/>
                    <a:pt x="1542" y="6123"/>
                    <a:pt x="1527" y="6123"/>
                  </a:cubicBezTo>
                  <a:cubicBezTo>
                    <a:pt x="1111" y="6123"/>
                    <a:pt x="1111" y="5499"/>
                    <a:pt x="1527" y="5499"/>
                  </a:cubicBezTo>
                  <a:close/>
                  <a:moveTo>
                    <a:pt x="310" y="0"/>
                  </a:moveTo>
                  <a:cubicBezTo>
                    <a:pt x="119" y="0"/>
                    <a:pt x="0" y="143"/>
                    <a:pt x="0" y="310"/>
                  </a:cubicBezTo>
                  <a:lnTo>
                    <a:pt x="0" y="7454"/>
                  </a:lnTo>
                  <a:cubicBezTo>
                    <a:pt x="0" y="7621"/>
                    <a:pt x="143" y="7740"/>
                    <a:pt x="310" y="7740"/>
                  </a:cubicBezTo>
                  <a:lnTo>
                    <a:pt x="6168" y="7740"/>
                  </a:lnTo>
                  <a:cubicBezTo>
                    <a:pt x="6335" y="7740"/>
                    <a:pt x="6478" y="7597"/>
                    <a:pt x="6454" y="7430"/>
                  </a:cubicBezTo>
                  <a:lnTo>
                    <a:pt x="6454" y="310"/>
                  </a:lnTo>
                  <a:cubicBezTo>
                    <a:pt x="6454" y="143"/>
                    <a:pt x="6335" y="0"/>
                    <a:pt x="6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2"/>
            <p:cNvSpPr/>
            <p:nvPr/>
          </p:nvSpPr>
          <p:spPr>
            <a:xfrm>
              <a:off x="5165925" y="2364825"/>
              <a:ext cx="131000" cy="50050"/>
            </a:xfrm>
            <a:custGeom>
              <a:rect b="b" l="l" r="r" t="t"/>
              <a:pathLst>
                <a:path extrusionOk="0" h="2002" w="5240">
                  <a:moveTo>
                    <a:pt x="0" y="1"/>
                  </a:moveTo>
                  <a:lnTo>
                    <a:pt x="0" y="2001"/>
                  </a:lnTo>
                  <a:lnTo>
                    <a:pt x="5240" y="2001"/>
                  </a:lnTo>
                  <a:lnTo>
                    <a:pt x="5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2"/>
            <p:cNvSpPr/>
            <p:nvPr/>
          </p:nvSpPr>
          <p:spPr>
            <a:xfrm>
              <a:off x="5312375" y="2366625"/>
              <a:ext cx="64325" cy="46450"/>
            </a:xfrm>
            <a:custGeom>
              <a:rect b="b" l="l" r="r" t="t"/>
              <a:pathLst>
                <a:path extrusionOk="0" h="1858" w="2573">
                  <a:moveTo>
                    <a:pt x="1" y="0"/>
                  </a:moveTo>
                  <a:lnTo>
                    <a:pt x="1" y="1858"/>
                  </a:lnTo>
                  <a:lnTo>
                    <a:pt x="2335" y="1238"/>
                  </a:lnTo>
                  <a:cubicBezTo>
                    <a:pt x="2478" y="1191"/>
                    <a:pt x="2573" y="1072"/>
                    <a:pt x="2573" y="929"/>
                  </a:cubicBezTo>
                  <a:cubicBezTo>
                    <a:pt x="2549" y="786"/>
                    <a:pt x="2454" y="667"/>
                    <a:pt x="2335" y="61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2"/>
            <p:cNvSpPr/>
            <p:nvPr/>
          </p:nvSpPr>
          <p:spPr>
            <a:xfrm>
              <a:off x="5108775" y="2364825"/>
              <a:ext cx="41700" cy="50050"/>
            </a:xfrm>
            <a:custGeom>
              <a:rect b="b" l="l" r="r" t="t"/>
              <a:pathLst>
                <a:path extrusionOk="0" h="2002" w="1668">
                  <a:moveTo>
                    <a:pt x="524" y="1"/>
                  </a:moveTo>
                  <a:cubicBezTo>
                    <a:pt x="215" y="1"/>
                    <a:pt x="0" y="239"/>
                    <a:pt x="0" y="525"/>
                  </a:cubicBezTo>
                  <a:lnTo>
                    <a:pt x="0" y="1477"/>
                  </a:lnTo>
                  <a:cubicBezTo>
                    <a:pt x="0" y="1763"/>
                    <a:pt x="215" y="2001"/>
                    <a:pt x="524" y="2001"/>
                  </a:cubicBezTo>
                  <a:lnTo>
                    <a:pt x="1667" y="2001"/>
                  </a:lnTo>
                  <a:lnTo>
                    <a:pt x="16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2"/>
            <p:cNvSpPr/>
            <p:nvPr/>
          </p:nvSpPr>
          <p:spPr>
            <a:xfrm>
              <a:off x="5287375" y="2429725"/>
              <a:ext cx="99450" cy="202600"/>
            </a:xfrm>
            <a:custGeom>
              <a:rect b="b" l="l" r="r" t="t"/>
              <a:pathLst>
                <a:path extrusionOk="0" h="8104" w="3978">
                  <a:moveTo>
                    <a:pt x="1989" y="1223"/>
                  </a:moveTo>
                  <a:cubicBezTo>
                    <a:pt x="2470" y="1223"/>
                    <a:pt x="2930" y="1602"/>
                    <a:pt x="2930" y="2167"/>
                  </a:cubicBezTo>
                  <a:cubicBezTo>
                    <a:pt x="2930" y="2691"/>
                    <a:pt x="2501" y="3096"/>
                    <a:pt x="2001" y="3096"/>
                  </a:cubicBezTo>
                  <a:lnTo>
                    <a:pt x="2001" y="3120"/>
                  </a:lnTo>
                  <a:cubicBezTo>
                    <a:pt x="1144" y="3120"/>
                    <a:pt x="739" y="2096"/>
                    <a:pt x="1334" y="1501"/>
                  </a:cubicBezTo>
                  <a:cubicBezTo>
                    <a:pt x="1526" y="1309"/>
                    <a:pt x="1760" y="1223"/>
                    <a:pt x="1989" y="1223"/>
                  </a:cubicBezTo>
                  <a:close/>
                  <a:moveTo>
                    <a:pt x="2001" y="5001"/>
                  </a:moveTo>
                  <a:cubicBezTo>
                    <a:pt x="2501" y="5001"/>
                    <a:pt x="2930" y="5406"/>
                    <a:pt x="2930" y="5930"/>
                  </a:cubicBezTo>
                  <a:cubicBezTo>
                    <a:pt x="2930" y="6495"/>
                    <a:pt x="2459" y="6874"/>
                    <a:pt x="1978" y="6874"/>
                  </a:cubicBezTo>
                  <a:cubicBezTo>
                    <a:pt x="1749" y="6874"/>
                    <a:pt x="1518" y="6789"/>
                    <a:pt x="1334" y="6597"/>
                  </a:cubicBezTo>
                  <a:cubicBezTo>
                    <a:pt x="739" y="6002"/>
                    <a:pt x="1144" y="5001"/>
                    <a:pt x="2001" y="5001"/>
                  </a:cubicBezTo>
                  <a:close/>
                  <a:moveTo>
                    <a:pt x="1992" y="0"/>
                  </a:moveTo>
                  <a:cubicBezTo>
                    <a:pt x="1846" y="0"/>
                    <a:pt x="1703" y="96"/>
                    <a:pt x="1691" y="286"/>
                  </a:cubicBezTo>
                  <a:lnTo>
                    <a:pt x="1691" y="620"/>
                  </a:lnTo>
                  <a:cubicBezTo>
                    <a:pt x="1" y="977"/>
                    <a:pt x="1" y="3358"/>
                    <a:pt x="1691" y="3715"/>
                  </a:cubicBezTo>
                  <a:lnTo>
                    <a:pt x="1691" y="4406"/>
                  </a:lnTo>
                  <a:cubicBezTo>
                    <a:pt x="1" y="4739"/>
                    <a:pt x="1" y="7121"/>
                    <a:pt x="1691" y="7478"/>
                  </a:cubicBezTo>
                  <a:lnTo>
                    <a:pt x="1691" y="7835"/>
                  </a:lnTo>
                  <a:cubicBezTo>
                    <a:pt x="1703" y="8014"/>
                    <a:pt x="1846" y="8103"/>
                    <a:pt x="1992" y="8103"/>
                  </a:cubicBezTo>
                  <a:cubicBezTo>
                    <a:pt x="2138" y="8103"/>
                    <a:pt x="2287" y="8014"/>
                    <a:pt x="2311" y="7835"/>
                  </a:cubicBezTo>
                  <a:lnTo>
                    <a:pt x="2311" y="7478"/>
                  </a:lnTo>
                  <a:cubicBezTo>
                    <a:pt x="3978" y="7145"/>
                    <a:pt x="3978" y="4739"/>
                    <a:pt x="2311" y="4406"/>
                  </a:cubicBezTo>
                  <a:lnTo>
                    <a:pt x="2311" y="3715"/>
                  </a:lnTo>
                  <a:cubicBezTo>
                    <a:pt x="3049" y="3549"/>
                    <a:pt x="3573" y="2906"/>
                    <a:pt x="3573" y="2167"/>
                  </a:cubicBezTo>
                  <a:cubicBezTo>
                    <a:pt x="3549" y="1429"/>
                    <a:pt x="3049" y="786"/>
                    <a:pt x="2311" y="620"/>
                  </a:cubicBezTo>
                  <a:lnTo>
                    <a:pt x="2311" y="286"/>
                  </a:lnTo>
                  <a:cubicBezTo>
                    <a:pt x="2287" y="96"/>
                    <a:pt x="2138"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2"/>
          <p:cNvGrpSpPr/>
          <p:nvPr/>
        </p:nvGrpSpPr>
        <p:grpSpPr>
          <a:xfrm>
            <a:off x="7057356" y="1768782"/>
            <a:ext cx="349675" cy="350425"/>
            <a:chOff x="5687450" y="2364825"/>
            <a:chExt cx="267950" cy="268525"/>
          </a:xfrm>
        </p:grpSpPr>
        <p:sp>
          <p:nvSpPr>
            <p:cNvPr id="9714" name="Google Shape;9714;p72"/>
            <p:cNvSpPr/>
            <p:nvPr/>
          </p:nvSpPr>
          <p:spPr>
            <a:xfrm>
              <a:off x="5905375" y="2444600"/>
              <a:ext cx="50025" cy="130425"/>
            </a:xfrm>
            <a:custGeom>
              <a:rect b="b" l="l" r="r" t="t"/>
              <a:pathLst>
                <a:path extrusionOk="0" h="5217" w="2001">
                  <a:moveTo>
                    <a:pt x="0" y="1"/>
                  </a:moveTo>
                  <a:lnTo>
                    <a:pt x="0" y="5216"/>
                  </a:lnTo>
                  <a:lnTo>
                    <a:pt x="2001" y="5216"/>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2"/>
            <p:cNvSpPr/>
            <p:nvPr/>
          </p:nvSpPr>
          <p:spPr>
            <a:xfrm>
              <a:off x="5907750" y="2365425"/>
              <a:ext cx="45875" cy="63125"/>
            </a:xfrm>
            <a:custGeom>
              <a:rect b="b" l="l" r="r" t="t"/>
              <a:pathLst>
                <a:path extrusionOk="0" h="2525" w="1835">
                  <a:moveTo>
                    <a:pt x="917" y="0"/>
                  </a:moveTo>
                  <a:cubicBezTo>
                    <a:pt x="792" y="0"/>
                    <a:pt x="667" y="72"/>
                    <a:pt x="620" y="215"/>
                  </a:cubicBezTo>
                  <a:lnTo>
                    <a:pt x="0" y="2525"/>
                  </a:lnTo>
                  <a:lnTo>
                    <a:pt x="1834" y="2525"/>
                  </a:lnTo>
                  <a:lnTo>
                    <a:pt x="1215" y="215"/>
                  </a:lnTo>
                  <a:cubicBezTo>
                    <a:pt x="1167" y="72"/>
                    <a:pt x="1042"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2"/>
            <p:cNvSpPr/>
            <p:nvPr/>
          </p:nvSpPr>
          <p:spPr>
            <a:xfrm>
              <a:off x="5905375" y="2591075"/>
              <a:ext cx="50025" cy="41700"/>
            </a:xfrm>
            <a:custGeom>
              <a:rect b="b" l="l" r="r" t="t"/>
              <a:pathLst>
                <a:path extrusionOk="0" h="1668" w="2001">
                  <a:moveTo>
                    <a:pt x="0" y="0"/>
                  </a:moveTo>
                  <a:lnTo>
                    <a:pt x="0" y="1143"/>
                  </a:lnTo>
                  <a:cubicBezTo>
                    <a:pt x="0" y="1429"/>
                    <a:pt x="238" y="1667"/>
                    <a:pt x="524" y="1667"/>
                  </a:cubicBezTo>
                  <a:lnTo>
                    <a:pt x="1477" y="1667"/>
                  </a:lnTo>
                  <a:cubicBezTo>
                    <a:pt x="1762" y="1667"/>
                    <a:pt x="2001" y="1429"/>
                    <a:pt x="2001" y="1143"/>
                  </a:cubicBez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2"/>
            <p:cNvSpPr/>
            <p:nvPr/>
          </p:nvSpPr>
          <p:spPr>
            <a:xfrm>
              <a:off x="5687450" y="2387450"/>
              <a:ext cx="193525" cy="245900"/>
            </a:xfrm>
            <a:custGeom>
              <a:rect b="b" l="l" r="r" t="t"/>
              <a:pathLst>
                <a:path extrusionOk="0" h="9836" w="7741">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2"/>
            <p:cNvSpPr/>
            <p:nvPr/>
          </p:nvSpPr>
          <p:spPr>
            <a:xfrm>
              <a:off x="5739850" y="2364825"/>
              <a:ext cx="88750" cy="57175"/>
            </a:xfrm>
            <a:custGeom>
              <a:rect b="b" l="l" r="r" t="t"/>
              <a:pathLst>
                <a:path extrusionOk="0" h="2287" w="355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2"/>
            <p:cNvSpPr/>
            <p:nvPr/>
          </p:nvSpPr>
          <p:spPr>
            <a:xfrm>
              <a:off x="5722600" y="2422575"/>
              <a:ext cx="123250" cy="175075"/>
            </a:xfrm>
            <a:custGeom>
              <a:rect b="b" l="l" r="r" t="t"/>
              <a:pathLst>
                <a:path extrusionOk="0" h="7003" w="493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2"/>
          <p:cNvGrpSpPr/>
          <p:nvPr/>
        </p:nvGrpSpPr>
        <p:grpSpPr>
          <a:xfrm>
            <a:off x="7806361" y="1768782"/>
            <a:ext cx="351991" cy="349675"/>
            <a:chOff x="6261400" y="2364825"/>
            <a:chExt cx="269725" cy="267950"/>
          </a:xfrm>
        </p:grpSpPr>
        <p:sp>
          <p:nvSpPr>
            <p:cNvPr id="9721" name="Google Shape;9721;p72"/>
            <p:cNvSpPr/>
            <p:nvPr/>
          </p:nvSpPr>
          <p:spPr>
            <a:xfrm>
              <a:off x="6261400" y="2364825"/>
              <a:ext cx="70875" cy="267950"/>
            </a:xfrm>
            <a:custGeom>
              <a:rect b="b" l="l" r="r" t="t"/>
              <a:pathLst>
                <a:path extrusionOk="0" h="10718" w="2835">
                  <a:moveTo>
                    <a:pt x="1219" y="1665"/>
                  </a:moveTo>
                  <a:cubicBezTo>
                    <a:pt x="1233" y="1665"/>
                    <a:pt x="1247" y="1666"/>
                    <a:pt x="1262" y="1668"/>
                  </a:cubicBezTo>
                  <a:lnTo>
                    <a:pt x="1548" y="1668"/>
                  </a:lnTo>
                  <a:lnTo>
                    <a:pt x="1548" y="2311"/>
                  </a:lnTo>
                  <a:lnTo>
                    <a:pt x="1262" y="2311"/>
                  </a:lnTo>
                  <a:cubicBezTo>
                    <a:pt x="1247" y="2312"/>
                    <a:pt x="1233" y="2313"/>
                    <a:pt x="1219" y="2313"/>
                  </a:cubicBezTo>
                  <a:cubicBezTo>
                    <a:pt x="800" y="2313"/>
                    <a:pt x="800" y="1665"/>
                    <a:pt x="1219" y="1665"/>
                  </a:cubicBezTo>
                  <a:close/>
                  <a:moveTo>
                    <a:pt x="1218" y="5023"/>
                  </a:moveTo>
                  <a:cubicBezTo>
                    <a:pt x="1232" y="5023"/>
                    <a:pt x="1247" y="5024"/>
                    <a:pt x="1262" y="5025"/>
                  </a:cubicBezTo>
                  <a:lnTo>
                    <a:pt x="1548" y="5025"/>
                  </a:lnTo>
                  <a:lnTo>
                    <a:pt x="1548" y="5668"/>
                  </a:lnTo>
                  <a:lnTo>
                    <a:pt x="1262" y="5645"/>
                  </a:lnTo>
                  <a:cubicBezTo>
                    <a:pt x="1247" y="5646"/>
                    <a:pt x="1232" y="5647"/>
                    <a:pt x="1218" y="5647"/>
                  </a:cubicBezTo>
                  <a:cubicBezTo>
                    <a:pt x="801" y="5647"/>
                    <a:pt x="801" y="5023"/>
                    <a:pt x="1218" y="5023"/>
                  </a:cubicBezTo>
                  <a:close/>
                  <a:moveTo>
                    <a:pt x="1548" y="8431"/>
                  </a:moveTo>
                  <a:lnTo>
                    <a:pt x="1548" y="9050"/>
                  </a:lnTo>
                  <a:lnTo>
                    <a:pt x="1262" y="9050"/>
                  </a:lnTo>
                  <a:cubicBezTo>
                    <a:pt x="1072" y="9050"/>
                    <a:pt x="929" y="8907"/>
                    <a:pt x="953" y="8740"/>
                  </a:cubicBezTo>
                  <a:cubicBezTo>
                    <a:pt x="953" y="8550"/>
                    <a:pt x="1096" y="8431"/>
                    <a:pt x="1262" y="8431"/>
                  </a:cubicBezTo>
                  <a:close/>
                  <a:moveTo>
                    <a:pt x="2715" y="1"/>
                  </a:moveTo>
                  <a:cubicBezTo>
                    <a:pt x="2120" y="1"/>
                    <a:pt x="1643" y="453"/>
                    <a:pt x="1572" y="1048"/>
                  </a:cubicBezTo>
                  <a:lnTo>
                    <a:pt x="1262" y="1048"/>
                  </a:lnTo>
                  <a:cubicBezTo>
                    <a:pt x="0" y="1048"/>
                    <a:pt x="0" y="2930"/>
                    <a:pt x="1262" y="2930"/>
                  </a:cubicBezTo>
                  <a:lnTo>
                    <a:pt x="1548" y="2930"/>
                  </a:lnTo>
                  <a:lnTo>
                    <a:pt x="1548" y="4406"/>
                  </a:lnTo>
                  <a:lnTo>
                    <a:pt x="1262" y="4406"/>
                  </a:lnTo>
                  <a:cubicBezTo>
                    <a:pt x="0" y="4406"/>
                    <a:pt x="0" y="6288"/>
                    <a:pt x="1262" y="6288"/>
                  </a:cubicBezTo>
                  <a:lnTo>
                    <a:pt x="1548" y="6288"/>
                  </a:lnTo>
                  <a:lnTo>
                    <a:pt x="1548" y="7788"/>
                  </a:lnTo>
                  <a:lnTo>
                    <a:pt x="1262" y="7788"/>
                  </a:lnTo>
                  <a:cubicBezTo>
                    <a:pt x="0" y="7788"/>
                    <a:pt x="0" y="9669"/>
                    <a:pt x="1262" y="9669"/>
                  </a:cubicBezTo>
                  <a:lnTo>
                    <a:pt x="1572" y="9669"/>
                  </a:lnTo>
                  <a:cubicBezTo>
                    <a:pt x="1643" y="10265"/>
                    <a:pt x="2120" y="10717"/>
                    <a:pt x="2715" y="10717"/>
                  </a:cubicBezTo>
                  <a:lnTo>
                    <a:pt x="2834" y="10717"/>
                  </a:lnTo>
                  <a:lnTo>
                    <a:pt x="2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2"/>
            <p:cNvSpPr/>
            <p:nvPr/>
          </p:nvSpPr>
          <p:spPr>
            <a:xfrm>
              <a:off x="6499525" y="2364825"/>
              <a:ext cx="31000" cy="60750"/>
            </a:xfrm>
            <a:custGeom>
              <a:rect b="b" l="l" r="r" t="t"/>
              <a:pathLst>
                <a:path extrusionOk="0" h="2430" w="1240">
                  <a:moveTo>
                    <a:pt x="1" y="1"/>
                  </a:moveTo>
                  <a:lnTo>
                    <a:pt x="1" y="2096"/>
                  </a:lnTo>
                  <a:lnTo>
                    <a:pt x="311" y="2096"/>
                  </a:lnTo>
                  <a:cubicBezTo>
                    <a:pt x="644" y="2096"/>
                    <a:pt x="977" y="2215"/>
                    <a:pt x="1239" y="2430"/>
                  </a:cubicBezTo>
                  <a:lnTo>
                    <a:pt x="1239" y="1263"/>
                  </a:lnTo>
                  <a:cubicBezTo>
                    <a:pt x="1239" y="572"/>
                    <a:pt x="692"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2"/>
            <p:cNvSpPr/>
            <p:nvPr/>
          </p:nvSpPr>
          <p:spPr>
            <a:xfrm>
              <a:off x="6500125" y="2433300"/>
              <a:ext cx="31000" cy="60150"/>
            </a:xfrm>
            <a:custGeom>
              <a:rect b="b" l="l" r="r" t="t"/>
              <a:pathLst>
                <a:path extrusionOk="0" h="2406" w="1240">
                  <a:moveTo>
                    <a:pt x="1" y="0"/>
                  </a:moveTo>
                  <a:lnTo>
                    <a:pt x="1" y="2096"/>
                  </a:lnTo>
                  <a:lnTo>
                    <a:pt x="287" y="2096"/>
                  </a:lnTo>
                  <a:cubicBezTo>
                    <a:pt x="620" y="2096"/>
                    <a:pt x="953" y="2215"/>
                    <a:pt x="1239" y="2406"/>
                  </a:cubicBezTo>
                  <a:lnTo>
                    <a:pt x="1239" y="929"/>
                  </a:lnTo>
                  <a:cubicBezTo>
                    <a:pt x="1215" y="405"/>
                    <a:pt x="810"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2"/>
            <p:cNvSpPr/>
            <p:nvPr/>
          </p:nvSpPr>
          <p:spPr>
            <a:xfrm>
              <a:off x="6500125" y="2569625"/>
              <a:ext cx="31000" cy="63150"/>
            </a:xfrm>
            <a:custGeom>
              <a:rect b="b" l="l" r="r" t="t"/>
              <a:pathLst>
                <a:path extrusionOk="0" h="2526" w="1240">
                  <a:moveTo>
                    <a:pt x="1" y="1"/>
                  </a:moveTo>
                  <a:lnTo>
                    <a:pt x="1" y="2525"/>
                  </a:lnTo>
                  <a:lnTo>
                    <a:pt x="930" y="2525"/>
                  </a:lnTo>
                  <a:cubicBezTo>
                    <a:pt x="1096" y="2525"/>
                    <a:pt x="1239" y="2382"/>
                    <a:pt x="1239" y="2215"/>
                  </a:cubicBezTo>
                  <a:lnTo>
                    <a:pt x="1239" y="953"/>
                  </a:lnTo>
                  <a:cubicBezTo>
                    <a:pt x="1239" y="429"/>
                    <a:pt x="810" y="1"/>
                    <a:pt x="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2"/>
            <p:cNvSpPr/>
            <p:nvPr/>
          </p:nvSpPr>
          <p:spPr>
            <a:xfrm>
              <a:off x="6500125" y="2501175"/>
              <a:ext cx="31000" cy="60750"/>
            </a:xfrm>
            <a:custGeom>
              <a:rect b="b" l="l" r="r" t="t"/>
              <a:pathLst>
                <a:path extrusionOk="0" h="2430" w="1240">
                  <a:moveTo>
                    <a:pt x="1" y="0"/>
                  </a:moveTo>
                  <a:lnTo>
                    <a:pt x="1" y="2120"/>
                  </a:lnTo>
                  <a:lnTo>
                    <a:pt x="287" y="2120"/>
                  </a:lnTo>
                  <a:cubicBezTo>
                    <a:pt x="620" y="2120"/>
                    <a:pt x="953" y="2215"/>
                    <a:pt x="1239" y="2429"/>
                  </a:cubicBezTo>
                  <a:lnTo>
                    <a:pt x="1239" y="953"/>
                  </a:lnTo>
                  <a:cubicBezTo>
                    <a:pt x="1215" y="429"/>
                    <a:pt x="810"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2"/>
            <p:cNvSpPr/>
            <p:nvPr/>
          </p:nvSpPr>
          <p:spPr>
            <a:xfrm>
              <a:off x="6381650" y="2474975"/>
              <a:ext cx="67900" cy="30975"/>
            </a:xfrm>
            <a:custGeom>
              <a:rect b="b" l="l" r="r" t="t"/>
              <a:pathLst>
                <a:path extrusionOk="0" h="1239" w="2716">
                  <a:moveTo>
                    <a:pt x="1358" y="0"/>
                  </a:moveTo>
                  <a:cubicBezTo>
                    <a:pt x="667" y="0"/>
                    <a:pt x="72" y="548"/>
                    <a:pt x="1" y="1239"/>
                  </a:cubicBezTo>
                  <a:lnTo>
                    <a:pt x="2716" y="1239"/>
                  </a:lnTo>
                  <a:cubicBezTo>
                    <a:pt x="2668" y="548"/>
                    <a:pt x="2073"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2"/>
            <p:cNvSpPr/>
            <p:nvPr/>
          </p:nvSpPr>
          <p:spPr>
            <a:xfrm>
              <a:off x="6348325" y="2364825"/>
              <a:ext cx="135750" cy="267950"/>
            </a:xfrm>
            <a:custGeom>
              <a:rect b="b" l="l" r="r" t="t"/>
              <a:pathLst>
                <a:path extrusionOk="0" h="10718" w="5430">
                  <a:moveTo>
                    <a:pt x="2715" y="1882"/>
                  </a:moveTo>
                  <a:cubicBezTo>
                    <a:pt x="3810" y="1882"/>
                    <a:pt x="4382" y="3192"/>
                    <a:pt x="3620" y="4001"/>
                  </a:cubicBezTo>
                  <a:cubicBezTo>
                    <a:pt x="4287" y="4335"/>
                    <a:pt x="4692" y="5025"/>
                    <a:pt x="4692" y="5764"/>
                  </a:cubicBezTo>
                  <a:lnTo>
                    <a:pt x="4692" y="5978"/>
                  </a:lnTo>
                  <a:cubicBezTo>
                    <a:pt x="4692" y="6145"/>
                    <a:pt x="4549" y="6288"/>
                    <a:pt x="4382" y="6288"/>
                  </a:cubicBezTo>
                  <a:lnTo>
                    <a:pt x="1024" y="6288"/>
                  </a:lnTo>
                  <a:cubicBezTo>
                    <a:pt x="857" y="6288"/>
                    <a:pt x="691" y="6145"/>
                    <a:pt x="714" y="5978"/>
                  </a:cubicBezTo>
                  <a:lnTo>
                    <a:pt x="714" y="5764"/>
                  </a:lnTo>
                  <a:cubicBezTo>
                    <a:pt x="714" y="5025"/>
                    <a:pt x="1143" y="4335"/>
                    <a:pt x="1786" y="4001"/>
                  </a:cubicBezTo>
                  <a:cubicBezTo>
                    <a:pt x="1048" y="3192"/>
                    <a:pt x="1619" y="1882"/>
                    <a:pt x="2715" y="1882"/>
                  </a:cubicBezTo>
                  <a:close/>
                  <a:moveTo>
                    <a:pt x="4424" y="6905"/>
                  </a:moveTo>
                  <a:cubicBezTo>
                    <a:pt x="4820" y="6905"/>
                    <a:pt x="4820" y="7528"/>
                    <a:pt x="4424" y="7528"/>
                  </a:cubicBezTo>
                  <a:cubicBezTo>
                    <a:pt x="4411" y="7528"/>
                    <a:pt x="4397" y="7527"/>
                    <a:pt x="4382" y="7526"/>
                  </a:cubicBezTo>
                  <a:lnTo>
                    <a:pt x="1024" y="7526"/>
                  </a:lnTo>
                  <a:cubicBezTo>
                    <a:pt x="643" y="7502"/>
                    <a:pt x="643" y="6954"/>
                    <a:pt x="1024" y="6907"/>
                  </a:cubicBezTo>
                  <a:lnTo>
                    <a:pt x="4382" y="6907"/>
                  </a:lnTo>
                  <a:cubicBezTo>
                    <a:pt x="4397" y="6905"/>
                    <a:pt x="4411" y="6905"/>
                    <a:pt x="4424" y="6905"/>
                  </a:cubicBezTo>
                  <a:close/>
                  <a:moveTo>
                    <a:pt x="4424" y="8167"/>
                  </a:moveTo>
                  <a:cubicBezTo>
                    <a:pt x="4820" y="8167"/>
                    <a:pt x="4820" y="8790"/>
                    <a:pt x="4424" y="8790"/>
                  </a:cubicBezTo>
                  <a:cubicBezTo>
                    <a:pt x="4411" y="8790"/>
                    <a:pt x="4397" y="8790"/>
                    <a:pt x="4382" y="8788"/>
                  </a:cubicBezTo>
                  <a:lnTo>
                    <a:pt x="1024" y="8788"/>
                  </a:lnTo>
                  <a:cubicBezTo>
                    <a:pt x="643" y="8764"/>
                    <a:pt x="643" y="8193"/>
                    <a:pt x="1024" y="8169"/>
                  </a:cubicBezTo>
                  <a:lnTo>
                    <a:pt x="4382" y="8169"/>
                  </a:lnTo>
                  <a:cubicBezTo>
                    <a:pt x="4397" y="8167"/>
                    <a:pt x="4411" y="8167"/>
                    <a:pt x="4424" y="8167"/>
                  </a:cubicBezTo>
                  <a:close/>
                  <a:moveTo>
                    <a:pt x="0" y="1"/>
                  </a:moveTo>
                  <a:lnTo>
                    <a:pt x="0" y="10717"/>
                  </a:lnTo>
                  <a:lnTo>
                    <a:pt x="5430" y="10717"/>
                  </a:lnTo>
                  <a:lnTo>
                    <a:pt x="5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2"/>
            <p:cNvSpPr/>
            <p:nvPr/>
          </p:nvSpPr>
          <p:spPr>
            <a:xfrm>
              <a:off x="6400100" y="2427925"/>
              <a:ext cx="31600" cy="31000"/>
            </a:xfrm>
            <a:custGeom>
              <a:rect b="b" l="l" r="r" t="t"/>
              <a:pathLst>
                <a:path extrusionOk="0" h="1240" w="1264">
                  <a:moveTo>
                    <a:pt x="620" y="1"/>
                  </a:moveTo>
                  <a:cubicBezTo>
                    <a:pt x="287" y="1"/>
                    <a:pt x="1" y="263"/>
                    <a:pt x="1" y="620"/>
                  </a:cubicBezTo>
                  <a:cubicBezTo>
                    <a:pt x="1" y="954"/>
                    <a:pt x="287" y="1239"/>
                    <a:pt x="620" y="1239"/>
                  </a:cubicBezTo>
                  <a:cubicBezTo>
                    <a:pt x="977" y="1239"/>
                    <a:pt x="1263" y="954"/>
                    <a:pt x="1263" y="620"/>
                  </a:cubicBezTo>
                  <a:cubicBezTo>
                    <a:pt x="1263" y="263"/>
                    <a:pt x="977"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2"/>
          <p:cNvGrpSpPr/>
          <p:nvPr/>
        </p:nvGrpSpPr>
        <p:grpSpPr>
          <a:xfrm>
            <a:off x="7812560" y="2327420"/>
            <a:ext cx="351208" cy="349642"/>
            <a:chOff x="6266150" y="2792900"/>
            <a:chExt cx="269125" cy="267925"/>
          </a:xfrm>
        </p:grpSpPr>
        <p:sp>
          <p:nvSpPr>
            <p:cNvPr id="9730" name="Google Shape;9730;p72"/>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2"/>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2"/>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2"/>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2"/>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2"/>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2"/>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2"/>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2"/>
          <p:cNvGrpSpPr/>
          <p:nvPr/>
        </p:nvGrpSpPr>
        <p:grpSpPr>
          <a:xfrm>
            <a:off x="7058139" y="2327420"/>
            <a:ext cx="347326" cy="349642"/>
            <a:chOff x="5688050" y="2792900"/>
            <a:chExt cx="266150" cy="267925"/>
          </a:xfrm>
        </p:grpSpPr>
        <p:sp>
          <p:nvSpPr>
            <p:cNvPr id="9739" name="Google Shape;9739;p72"/>
            <p:cNvSpPr/>
            <p:nvPr/>
          </p:nvSpPr>
          <p:spPr>
            <a:xfrm>
              <a:off x="5900000" y="2888150"/>
              <a:ext cx="54200" cy="172675"/>
            </a:xfrm>
            <a:custGeom>
              <a:rect b="b" l="l" r="r" t="t"/>
              <a:pathLst>
                <a:path extrusionOk="0" h="6907" w="2168">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39" y="2499"/>
                  </a:moveTo>
                  <a:cubicBezTo>
                    <a:pt x="1535" y="2499"/>
                    <a:pt x="1535" y="3122"/>
                    <a:pt x="1139" y="3122"/>
                  </a:cubicBezTo>
                  <a:cubicBezTo>
                    <a:pt x="1125" y="3122"/>
                    <a:pt x="1111" y="3122"/>
                    <a:pt x="1096" y="3120"/>
                  </a:cubicBezTo>
                  <a:cubicBezTo>
                    <a:pt x="715" y="3096"/>
                    <a:pt x="715" y="2549"/>
                    <a:pt x="1096" y="2501"/>
                  </a:cubicBezTo>
                  <a:cubicBezTo>
                    <a:pt x="1111" y="2499"/>
                    <a:pt x="1125" y="2499"/>
                    <a:pt x="1139" y="2499"/>
                  </a:cubicBezTo>
                  <a:close/>
                  <a:moveTo>
                    <a:pt x="1139" y="3761"/>
                  </a:moveTo>
                  <a:cubicBezTo>
                    <a:pt x="1535" y="3761"/>
                    <a:pt x="1535" y="4385"/>
                    <a:pt x="1139" y="4385"/>
                  </a:cubicBezTo>
                  <a:cubicBezTo>
                    <a:pt x="1125" y="4385"/>
                    <a:pt x="1111" y="4384"/>
                    <a:pt x="1096" y="4382"/>
                  </a:cubicBezTo>
                  <a:cubicBezTo>
                    <a:pt x="715" y="4358"/>
                    <a:pt x="715" y="3787"/>
                    <a:pt x="1096" y="3763"/>
                  </a:cubicBezTo>
                  <a:cubicBezTo>
                    <a:pt x="1111" y="3762"/>
                    <a:pt x="1125" y="3761"/>
                    <a:pt x="1139" y="3761"/>
                  </a:cubicBezTo>
                  <a:close/>
                  <a:moveTo>
                    <a:pt x="1" y="0"/>
                  </a:moveTo>
                  <a:lnTo>
                    <a:pt x="1" y="6907"/>
                  </a:lnTo>
                  <a:lnTo>
                    <a:pt x="787" y="6907"/>
                  </a:lnTo>
                  <a:lnTo>
                    <a:pt x="787" y="5335"/>
                  </a:lnTo>
                  <a:cubicBezTo>
                    <a:pt x="787" y="5168"/>
                    <a:pt x="906" y="5025"/>
                    <a:pt x="1072" y="5025"/>
                  </a:cubicBezTo>
                  <a:cubicBezTo>
                    <a:pt x="1086" y="5024"/>
                    <a:pt x="1100" y="5023"/>
                    <a:pt x="1114" y="5023"/>
                  </a:cubicBezTo>
                  <a:cubicBezTo>
                    <a:pt x="1283" y="5023"/>
                    <a:pt x="1406" y="5158"/>
                    <a:pt x="1406" y="5335"/>
                  </a:cubicBezTo>
                  <a:lnTo>
                    <a:pt x="1406" y="6907"/>
                  </a:lnTo>
                  <a:lnTo>
                    <a:pt x="1882" y="6907"/>
                  </a:lnTo>
                  <a:cubicBezTo>
                    <a:pt x="2049" y="6883"/>
                    <a:pt x="2168" y="6764"/>
                    <a:pt x="2168" y="6597"/>
                  </a:cubicBezTo>
                  <a:lnTo>
                    <a:pt x="2168" y="310"/>
                  </a:lnTo>
                  <a:cubicBezTo>
                    <a:pt x="2168" y="143"/>
                    <a:pt x="2049" y="0"/>
                    <a:pt x="1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2"/>
            <p:cNvSpPr/>
            <p:nvPr/>
          </p:nvSpPr>
          <p:spPr>
            <a:xfrm>
              <a:off x="5688050" y="2888150"/>
              <a:ext cx="54800" cy="172675"/>
            </a:xfrm>
            <a:custGeom>
              <a:rect b="b" l="l" r="r" t="t"/>
              <a:pathLst>
                <a:path extrusionOk="0" h="6907" w="2192">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05" y="2499"/>
                  </a:moveTo>
                  <a:cubicBezTo>
                    <a:pt x="1271" y="2499"/>
                    <a:pt x="1422" y="2639"/>
                    <a:pt x="1406" y="2834"/>
                  </a:cubicBezTo>
                  <a:cubicBezTo>
                    <a:pt x="1406" y="2989"/>
                    <a:pt x="1283" y="3123"/>
                    <a:pt x="1133" y="3123"/>
                  </a:cubicBezTo>
                  <a:cubicBezTo>
                    <a:pt x="1121" y="3123"/>
                    <a:pt x="1109" y="3122"/>
                    <a:pt x="1096" y="3120"/>
                  </a:cubicBezTo>
                  <a:cubicBezTo>
                    <a:pt x="810" y="3120"/>
                    <a:pt x="668" y="2787"/>
                    <a:pt x="882" y="2596"/>
                  </a:cubicBezTo>
                  <a:cubicBezTo>
                    <a:pt x="950" y="2529"/>
                    <a:pt x="1029" y="2499"/>
                    <a:pt x="1105" y="2499"/>
                  </a:cubicBezTo>
                  <a:close/>
                  <a:moveTo>
                    <a:pt x="1080" y="3755"/>
                  </a:moveTo>
                  <a:cubicBezTo>
                    <a:pt x="1237" y="3755"/>
                    <a:pt x="1390" y="3882"/>
                    <a:pt x="1406" y="4073"/>
                  </a:cubicBezTo>
                  <a:cubicBezTo>
                    <a:pt x="1406" y="4239"/>
                    <a:pt x="1263" y="4382"/>
                    <a:pt x="1096" y="4382"/>
                  </a:cubicBezTo>
                  <a:cubicBezTo>
                    <a:pt x="1087" y="4383"/>
                    <a:pt x="1077" y="4383"/>
                    <a:pt x="1067" y="4383"/>
                  </a:cubicBezTo>
                  <a:cubicBezTo>
                    <a:pt x="800" y="4383"/>
                    <a:pt x="651" y="4065"/>
                    <a:pt x="858" y="3858"/>
                  </a:cubicBezTo>
                  <a:cubicBezTo>
                    <a:pt x="922" y="3787"/>
                    <a:pt x="1001" y="3755"/>
                    <a:pt x="1080" y="3755"/>
                  </a:cubicBezTo>
                  <a:close/>
                  <a:moveTo>
                    <a:pt x="310" y="0"/>
                  </a:moveTo>
                  <a:cubicBezTo>
                    <a:pt x="144" y="0"/>
                    <a:pt x="1" y="143"/>
                    <a:pt x="1" y="310"/>
                  </a:cubicBezTo>
                  <a:lnTo>
                    <a:pt x="1" y="6597"/>
                  </a:lnTo>
                  <a:cubicBezTo>
                    <a:pt x="1" y="6764"/>
                    <a:pt x="144" y="6907"/>
                    <a:pt x="310" y="6907"/>
                  </a:cubicBezTo>
                  <a:lnTo>
                    <a:pt x="787" y="6907"/>
                  </a:lnTo>
                  <a:lnTo>
                    <a:pt x="787" y="5335"/>
                  </a:lnTo>
                  <a:cubicBezTo>
                    <a:pt x="799" y="5144"/>
                    <a:pt x="941" y="5049"/>
                    <a:pt x="1087" y="5049"/>
                  </a:cubicBezTo>
                  <a:cubicBezTo>
                    <a:pt x="1233" y="5049"/>
                    <a:pt x="1382" y="5144"/>
                    <a:pt x="1406" y="5335"/>
                  </a:cubicBezTo>
                  <a:lnTo>
                    <a:pt x="1406" y="6907"/>
                  </a:lnTo>
                  <a:lnTo>
                    <a:pt x="2192" y="6907"/>
                  </a:lnTo>
                  <a:lnTo>
                    <a:pt x="2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2"/>
            <p:cNvSpPr/>
            <p:nvPr/>
          </p:nvSpPr>
          <p:spPr>
            <a:xfrm>
              <a:off x="5758300" y="2833375"/>
              <a:ext cx="125050" cy="227450"/>
            </a:xfrm>
            <a:custGeom>
              <a:rect b="b" l="l" r="r" t="t"/>
              <a:pathLst>
                <a:path extrusionOk="0" h="9098" w="5002">
                  <a:moveTo>
                    <a:pt x="1269" y="921"/>
                  </a:moveTo>
                  <a:cubicBezTo>
                    <a:pt x="1424" y="921"/>
                    <a:pt x="1573" y="1048"/>
                    <a:pt x="1573" y="1239"/>
                  </a:cubicBezTo>
                  <a:cubicBezTo>
                    <a:pt x="1573" y="1406"/>
                    <a:pt x="1430" y="1548"/>
                    <a:pt x="1263" y="1548"/>
                  </a:cubicBezTo>
                  <a:cubicBezTo>
                    <a:pt x="977" y="1548"/>
                    <a:pt x="834" y="1215"/>
                    <a:pt x="1049" y="1025"/>
                  </a:cubicBezTo>
                  <a:cubicBezTo>
                    <a:pt x="1112" y="953"/>
                    <a:pt x="1192" y="921"/>
                    <a:pt x="1269" y="921"/>
                  </a:cubicBezTo>
                  <a:close/>
                  <a:moveTo>
                    <a:pt x="2524" y="921"/>
                  </a:moveTo>
                  <a:cubicBezTo>
                    <a:pt x="2687" y="921"/>
                    <a:pt x="2835" y="1048"/>
                    <a:pt x="2835" y="1239"/>
                  </a:cubicBezTo>
                  <a:cubicBezTo>
                    <a:pt x="2835" y="1406"/>
                    <a:pt x="2692" y="1548"/>
                    <a:pt x="2525" y="1548"/>
                  </a:cubicBezTo>
                  <a:cubicBezTo>
                    <a:pt x="2239" y="1548"/>
                    <a:pt x="2097" y="1215"/>
                    <a:pt x="2287" y="1025"/>
                  </a:cubicBezTo>
                  <a:cubicBezTo>
                    <a:pt x="2359" y="953"/>
                    <a:pt x="2443" y="921"/>
                    <a:pt x="2524" y="921"/>
                  </a:cubicBezTo>
                  <a:close/>
                  <a:moveTo>
                    <a:pt x="3776" y="921"/>
                  </a:moveTo>
                  <a:cubicBezTo>
                    <a:pt x="3938" y="921"/>
                    <a:pt x="4097" y="1048"/>
                    <a:pt x="4097" y="1239"/>
                  </a:cubicBezTo>
                  <a:cubicBezTo>
                    <a:pt x="4097" y="1406"/>
                    <a:pt x="3954" y="1548"/>
                    <a:pt x="3787" y="1548"/>
                  </a:cubicBezTo>
                  <a:cubicBezTo>
                    <a:pt x="3502" y="1548"/>
                    <a:pt x="3359" y="1215"/>
                    <a:pt x="3549" y="1025"/>
                  </a:cubicBezTo>
                  <a:cubicBezTo>
                    <a:pt x="3613" y="953"/>
                    <a:pt x="3695" y="921"/>
                    <a:pt x="3776" y="921"/>
                  </a:cubicBezTo>
                  <a:close/>
                  <a:moveTo>
                    <a:pt x="1305" y="2189"/>
                  </a:moveTo>
                  <a:cubicBezTo>
                    <a:pt x="1701" y="2189"/>
                    <a:pt x="1701" y="2813"/>
                    <a:pt x="1305" y="2813"/>
                  </a:cubicBezTo>
                  <a:cubicBezTo>
                    <a:pt x="1292" y="2813"/>
                    <a:pt x="1278" y="2812"/>
                    <a:pt x="1263" y="2811"/>
                  </a:cubicBezTo>
                  <a:cubicBezTo>
                    <a:pt x="882" y="2763"/>
                    <a:pt x="882" y="2215"/>
                    <a:pt x="1263" y="2191"/>
                  </a:cubicBezTo>
                  <a:cubicBezTo>
                    <a:pt x="1278" y="2190"/>
                    <a:pt x="1292" y="2189"/>
                    <a:pt x="1305" y="2189"/>
                  </a:cubicBezTo>
                  <a:close/>
                  <a:moveTo>
                    <a:pt x="2568" y="2189"/>
                  </a:moveTo>
                  <a:cubicBezTo>
                    <a:pt x="2964" y="2189"/>
                    <a:pt x="2964" y="2813"/>
                    <a:pt x="2568" y="2813"/>
                  </a:cubicBezTo>
                  <a:cubicBezTo>
                    <a:pt x="2554" y="2813"/>
                    <a:pt x="2540" y="2812"/>
                    <a:pt x="2525" y="2811"/>
                  </a:cubicBezTo>
                  <a:cubicBezTo>
                    <a:pt x="2144" y="2763"/>
                    <a:pt x="2144" y="2215"/>
                    <a:pt x="2525" y="2191"/>
                  </a:cubicBezTo>
                  <a:cubicBezTo>
                    <a:pt x="2540" y="2190"/>
                    <a:pt x="2554" y="2189"/>
                    <a:pt x="2568" y="2189"/>
                  </a:cubicBezTo>
                  <a:close/>
                  <a:moveTo>
                    <a:pt x="3830" y="2189"/>
                  </a:moveTo>
                  <a:cubicBezTo>
                    <a:pt x="4226" y="2189"/>
                    <a:pt x="4226" y="2813"/>
                    <a:pt x="3830" y="2813"/>
                  </a:cubicBezTo>
                  <a:cubicBezTo>
                    <a:pt x="3816" y="2813"/>
                    <a:pt x="3802" y="2812"/>
                    <a:pt x="3787" y="2811"/>
                  </a:cubicBezTo>
                  <a:cubicBezTo>
                    <a:pt x="3406" y="2763"/>
                    <a:pt x="3406" y="2215"/>
                    <a:pt x="3787" y="2191"/>
                  </a:cubicBezTo>
                  <a:cubicBezTo>
                    <a:pt x="3802" y="2190"/>
                    <a:pt x="3816" y="2189"/>
                    <a:pt x="3830" y="2189"/>
                  </a:cubicBezTo>
                  <a:close/>
                  <a:moveTo>
                    <a:pt x="1304" y="3428"/>
                  </a:moveTo>
                  <a:cubicBezTo>
                    <a:pt x="1702" y="3428"/>
                    <a:pt x="1702" y="4075"/>
                    <a:pt x="1304" y="4075"/>
                  </a:cubicBezTo>
                  <a:cubicBezTo>
                    <a:pt x="1291" y="4075"/>
                    <a:pt x="1277" y="4074"/>
                    <a:pt x="1263" y="4073"/>
                  </a:cubicBezTo>
                  <a:cubicBezTo>
                    <a:pt x="882" y="4025"/>
                    <a:pt x="882" y="3477"/>
                    <a:pt x="1263" y="3430"/>
                  </a:cubicBezTo>
                  <a:cubicBezTo>
                    <a:pt x="1277" y="3428"/>
                    <a:pt x="1291" y="3428"/>
                    <a:pt x="1304" y="3428"/>
                  </a:cubicBezTo>
                  <a:close/>
                  <a:moveTo>
                    <a:pt x="2566" y="3428"/>
                  </a:moveTo>
                  <a:cubicBezTo>
                    <a:pt x="2964" y="3428"/>
                    <a:pt x="2964" y="4075"/>
                    <a:pt x="2566" y="4075"/>
                  </a:cubicBezTo>
                  <a:cubicBezTo>
                    <a:pt x="2553" y="4075"/>
                    <a:pt x="2539" y="4074"/>
                    <a:pt x="2525" y="4073"/>
                  </a:cubicBezTo>
                  <a:cubicBezTo>
                    <a:pt x="2144" y="4025"/>
                    <a:pt x="2144" y="3477"/>
                    <a:pt x="2525" y="3430"/>
                  </a:cubicBezTo>
                  <a:cubicBezTo>
                    <a:pt x="2539" y="3428"/>
                    <a:pt x="2553" y="3428"/>
                    <a:pt x="2566" y="3428"/>
                  </a:cubicBezTo>
                  <a:close/>
                  <a:moveTo>
                    <a:pt x="3829" y="3428"/>
                  </a:moveTo>
                  <a:cubicBezTo>
                    <a:pt x="4226" y="3428"/>
                    <a:pt x="4226" y="4075"/>
                    <a:pt x="3829" y="4075"/>
                  </a:cubicBezTo>
                  <a:cubicBezTo>
                    <a:pt x="3815" y="4075"/>
                    <a:pt x="3802" y="4074"/>
                    <a:pt x="3787" y="4073"/>
                  </a:cubicBezTo>
                  <a:cubicBezTo>
                    <a:pt x="3406" y="4025"/>
                    <a:pt x="3406" y="3477"/>
                    <a:pt x="3787" y="3430"/>
                  </a:cubicBezTo>
                  <a:cubicBezTo>
                    <a:pt x="3802" y="3428"/>
                    <a:pt x="3815" y="3428"/>
                    <a:pt x="3829" y="3428"/>
                  </a:cubicBezTo>
                  <a:close/>
                  <a:moveTo>
                    <a:pt x="2568" y="4690"/>
                  </a:moveTo>
                  <a:cubicBezTo>
                    <a:pt x="2964" y="4690"/>
                    <a:pt x="2964" y="5313"/>
                    <a:pt x="2568" y="5313"/>
                  </a:cubicBezTo>
                  <a:cubicBezTo>
                    <a:pt x="2554" y="5313"/>
                    <a:pt x="2540" y="5313"/>
                    <a:pt x="2525" y="5311"/>
                  </a:cubicBezTo>
                  <a:cubicBezTo>
                    <a:pt x="2144" y="5287"/>
                    <a:pt x="2144" y="4740"/>
                    <a:pt x="2525" y="4692"/>
                  </a:cubicBezTo>
                  <a:cubicBezTo>
                    <a:pt x="2540" y="4690"/>
                    <a:pt x="2554" y="4690"/>
                    <a:pt x="2568" y="4690"/>
                  </a:cubicBezTo>
                  <a:close/>
                  <a:moveTo>
                    <a:pt x="3830" y="4690"/>
                  </a:moveTo>
                  <a:cubicBezTo>
                    <a:pt x="4226" y="4690"/>
                    <a:pt x="4226" y="5313"/>
                    <a:pt x="3830" y="5313"/>
                  </a:cubicBezTo>
                  <a:cubicBezTo>
                    <a:pt x="3816" y="5313"/>
                    <a:pt x="3802" y="5313"/>
                    <a:pt x="3787" y="5311"/>
                  </a:cubicBezTo>
                  <a:cubicBezTo>
                    <a:pt x="3406" y="5287"/>
                    <a:pt x="3406" y="4740"/>
                    <a:pt x="3787" y="4692"/>
                  </a:cubicBezTo>
                  <a:cubicBezTo>
                    <a:pt x="3802" y="4690"/>
                    <a:pt x="3816" y="4690"/>
                    <a:pt x="3830" y="4690"/>
                  </a:cubicBezTo>
                  <a:close/>
                  <a:moveTo>
                    <a:pt x="1272" y="4690"/>
                  </a:moveTo>
                  <a:cubicBezTo>
                    <a:pt x="1438" y="4690"/>
                    <a:pt x="1589" y="4830"/>
                    <a:pt x="1573" y="5025"/>
                  </a:cubicBezTo>
                  <a:cubicBezTo>
                    <a:pt x="1573" y="5180"/>
                    <a:pt x="1450" y="5314"/>
                    <a:pt x="1300" y="5314"/>
                  </a:cubicBezTo>
                  <a:cubicBezTo>
                    <a:pt x="1288" y="5314"/>
                    <a:pt x="1275" y="5313"/>
                    <a:pt x="1263" y="5311"/>
                  </a:cubicBezTo>
                  <a:cubicBezTo>
                    <a:pt x="977" y="5311"/>
                    <a:pt x="834" y="4978"/>
                    <a:pt x="1049" y="4787"/>
                  </a:cubicBezTo>
                  <a:cubicBezTo>
                    <a:pt x="1116" y="4720"/>
                    <a:pt x="1196" y="4690"/>
                    <a:pt x="1272" y="4690"/>
                  </a:cubicBezTo>
                  <a:close/>
                  <a:moveTo>
                    <a:pt x="334" y="1"/>
                  </a:moveTo>
                  <a:cubicBezTo>
                    <a:pt x="144" y="1"/>
                    <a:pt x="1" y="143"/>
                    <a:pt x="1" y="310"/>
                  </a:cubicBezTo>
                  <a:lnTo>
                    <a:pt x="1" y="9098"/>
                  </a:lnTo>
                  <a:lnTo>
                    <a:pt x="1168" y="9098"/>
                  </a:lnTo>
                  <a:lnTo>
                    <a:pt x="1168" y="6264"/>
                  </a:lnTo>
                  <a:cubicBezTo>
                    <a:pt x="1168" y="6097"/>
                    <a:pt x="1311" y="5954"/>
                    <a:pt x="1477" y="5954"/>
                  </a:cubicBezTo>
                  <a:lnTo>
                    <a:pt x="3549" y="5954"/>
                  </a:lnTo>
                  <a:cubicBezTo>
                    <a:pt x="3716" y="5954"/>
                    <a:pt x="3859" y="6097"/>
                    <a:pt x="3859" y="6264"/>
                  </a:cubicBezTo>
                  <a:lnTo>
                    <a:pt x="3859" y="9098"/>
                  </a:lnTo>
                  <a:lnTo>
                    <a:pt x="5002" y="9098"/>
                  </a:lnTo>
                  <a:lnTo>
                    <a:pt x="5002" y="310"/>
                  </a:lnTo>
                  <a:cubicBezTo>
                    <a:pt x="5002" y="143"/>
                    <a:pt x="4859" y="1"/>
                    <a:pt x="46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2"/>
            <p:cNvSpPr/>
            <p:nvPr/>
          </p:nvSpPr>
          <p:spPr>
            <a:xfrm>
              <a:off x="5802950" y="2997700"/>
              <a:ext cx="36950" cy="63125"/>
            </a:xfrm>
            <a:custGeom>
              <a:rect b="b" l="l" r="r" t="t"/>
              <a:pathLst>
                <a:path extrusionOk="0" h="2525" w="1478">
                  <a:moveTo>
                    <a:pt x="1" y="0"/>
                  </a:moveTo>
                  <a:lnTo>
                    <a:pt x="1" y="2525"/>
                  </a:lnTo>
                  <a:lnTo>
                    <a:pt x="1477" y="2525"/>
                  </a:lnTo>
                  <a:lnTo>
                    <a:pt x="14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2"/>
            <p:cNvSpPr/>
            <p:nvPr/>
          </p:nvSpPr>
          <p:spPr>
            <a:xfrm>
              <a:off x="5748775" y="2792900"/>
              <a:ext cx="144700" cy="24425"/>
            </a:xfrm>
            <a:custGeom>
              <a:rect b="b" l="l" r="r" t="t"/>
              <a:pathLst>
                <a:path extrusionOk="0" h="977" w="5788">
                  <a:moveTo>
                    <a:pt x="382" y="0"/>
                  </a:moveTo>
                  <a:cubicBezTo>
                    <a:pt x="1" y="24"/>
                    <a:pt x="1" y="596"/>
                    <a:pt x="382" y="619"/>
                  </a:cubicBezTo>
                  <a:lnTo>
                    <a:pt x="906" y="619"/>
                  </a:lnTo>
                  <a:lnTo>
                    <a:pt x="906" y="977"/>
                  </a:lnTo>
                  <a:lnTo>
                    <a:pt x="4883" y="977"/>
                  </a:lnTo>
                  <a:lnTo>
                    <a:pt x="4883" y="619"/>
                  </a:lnTo>
                  <a:lnTo>
                    <a:pt x="5407" y="619"/>
                  </a:lnTo>
                  <a:cubicBezTo>
                    <a:pt x="5788" y="596"/>
                    <a:pt x="5788" y="24"/>
                    <a:pt x="54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2"/>
          <p:cNvGrpSpPr/>
          <p:nvPr/>
        </p:nvGrpSpPr>
        <p:grpSpPr>
          <a:xfrm>
            <a:off x="6302185" y="2342167"/>
            <a:ext cx="349642" cy="320704"/>
            <a:chOff x="5108775" y="2804200"/>
            <a:chExt cx="267925" cy="245750"/>
          </a:xfrm>
        </p:grpSpPr>
        <p:sp>
          <p:nvSpPr>
            <p:cNvPr id="9745" name="Google Shape;9745;p72"/>
            <p:cNvSpPr/>
            <p:nvPr/>
          </p:nvSpPr>
          <p:spPr>
            <a:xfrm>
              <a:off x="5250475" y="2971500"/>
              <a:ext cx="109575" cy="78450"/>
            </a:xfrm>
            <a:custGeom>
              <a:rect b="b" l="l" r="r" t="t"/>
              <a:pathLst>
                <a:path extrusionOk="0" h="3138" w="4383">
                  <a:moveTo>
                    <a:pt x="1742" y="617"/>
                  </a:moveTo>
                  <a:cubicBezTo>
                    <a:pt x="1756" y="617"/>
                    <a:pt x="1771" y="618"/>
                    <a:pt x="1786" y="620"/>
                  </a:cubicBezTo>
                  <a:lnTo>
                    <a:pt x="2620" y="620"/>
                  </a:lnTo>
                  <a:cubicBezTo>
                    <a:pt x="3001" y="667"/>
                    <a:pt x="3001" y="1215"/>
                    <a:pt x="2620" y="1263"/>
                  </a:cubicBezTo>
                  <a:lnTo>
                    <a:pt x="1786" y="1263"/>
                  </a:lnTo>
                  <a:cubicBezTo>
                    <a:pt x="1778" y="1263"/>
                    <a:pt x="1771" y="1263"/>
                    <a:pt x="1763" y="1263"/>
                  </a:cubicBezTo>
                  <a:cubicBezTo>
                    <a:pt x="1325" y="1263"/>
                    <a:pt x="1318" y="617"/>
                    <a:pt x="1742" y="617"/>
                  </a:cubicBezTo>
                  <a:close/>
                  <a:moveTo>
                    <a:pt x="0" y="0"/>
                  </a:moveTo>
                  <a:lnTo>
                    <a:pt x="0" y="2834"/>
                  </a:lnTo>
                  <a:cubicBezTo>
                    <a:pt x="12" y="3013"/>
                    <a:pt x="161" y="3102"/>
                    <a:pt x="310" y="3102"/>
                  </a:cubicBezTo>
                  <a:cubicBezTo>
                    <a:pt x="459" y="3102"/>
                    <a:pt x="607" y="3013"/>
                    <a:pt x="619" y="2834"/>
                  </a:cubicBezTo>
                  <a:lnTo>
                    <a:pt x="619" y="1882"/>
                  </a:lnTo>
                  <a:lnTo>
                    <a:pt x="3763" y="1882"/>
                  </a:lnTo>
                  <a:lnTo>
                    <a:pt x="3763" y="2834"/>
                  </a:lnTo>
                  <a:cubicBezTo>
                    <a:pt x="3763" y="3037"/>
                    <a:pt x="3918" y="3138"/>
                    <a:pt x="4072" y="3138"/>
                  </a:cubicBezTo>
                  <a:cubicBezTo>
                    <a:pt x="4227" y="3138"/>
                    <a:pt x="4382" y="3037"/>
                    <a:pt x="4382" y="2834"/>
                  </a:cubicBezTo>
                  <a:lnTo>
                    <a:pt x="4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2"/>
            <p:cNvSpPr/>
            <p:nvPr/>
          </p:nvSpPr>
          <p:spPr>
            <a:xfrm>
              <a:off x="5250475" y="2923875"/>
              <a:ext cx="126225" cy="31575"/>
            </a:xfrm>
            <a:custGeom>
              <a:rect b="b" l="l" r="r" t="t"/>
              <a:pathLst>
                <a:path extrusionOk="0" h="1263" w="5049">
                  <a:moveTo>
                    <a:pt x="0" y="0"/>
                  </a:moveTo>
                  <a:lnTo>
                    <a:pt x="0" y="1262"/>
                  </a:lnTo>
                  <a:lnTo>
                    <a:pt x="4715" y="1262"/>
                  </a:lnTo>
                  <a:cubicBezTo>
                    <a:pt x="4906" y="1262"/>
                    <a:pt x="5049" y="1120"/>
                    <a:pt x="5049" y="953"/>
                  </a:cubicBezTo>
                  <a:lnTo>
                    <a:pt x="5049" y="334"/>
                  </a:lnTo>
                  <a:cubicBezTo>
                    <a:pt x="5049" y="143"/>
                    <a:pt x="4906" y="0"/>
                    <a:pt x="4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2"/>
            <p:cNvSpPr/>
            <p:nvPr/>
          </p:nvSpPr>
          <p:spPr>
            <a:xfrm>
              <a:off x="5124850" y="2971500"/>
              <a:ext cx="15500" cy="77575"/>
            </a:xfrm>
            <a:custGeom>
              <a:rect b="b" l="l" r="r" t="t"/>
              <a:pathLst>
                <a:path extrusionOk="0" h="3103" w="620">
                  <a:moveTo>
                    <a:pt x="0" y="0"/>
                  </a:moveTo>
                  <a:lnTo>
                    <a:pt x="0" y="2834"/>
                  </a:lnTo>
                  <a:cubicBezTo>
                    <a:pt x="12" y="3013"/>
                    <a:pt x="161" y="3102"/>
                    <a:pt x="310" y="3102"/>
                  </a:cubicBezTo>
                  <a:cubicBezTo>
                    <a:pt x="459" y="3102"/>
                    <a:pt x="608" y="3013"/>
                    <a:pt x="619" y="2834"/>
                  </a:cubicBezTo>
                  <a:lnTo>
                    <a:pt x="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2"/>
            <p:cNvSpPr/>
            <p:nvPr/>
          </p:nvSpPr>
          <p:spPr>
            <a:xfrm>
              <a:off x="5108775" y="2923875"/>
              <a:ext cx="31575" cy="31575"/>
            </a:xfrm>
            <a:custGeom>
              <a:rect b="b" l="l" r="r" t="t"/>
              <a:pathLst>
                <a:path extrusionOk="0" h="1263" w="1263">
                  <a:moveTo>
                    <a:pt x="310" y="0"/>
                  </a:moveTo>
                  <a:cubicBezTo>
                    <a:pt x="119" y="0"/>
                    <a:pt x="0" y="143"/>
                    <a:pt x="0" y="334"/>
                  </a:cubicBezTo>
                  <a:lnTo>
                    <a:pt x="0" y="953"/>
                  </a:lnTo>
                  <a:cubicBezTo>
                    <a:pt x="0" y="1120"/>
                    <a:pt x="119" y="1262"/>
                    <a:pt x="310" y="1262"/>
                  </a:cubicBezTo>
                  <a:lnTo>
                    <a:pt x="1262" y="1262"/>
                  </a:lnTo>
                  <a:lnTo>
                    <a:pt x="1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2"/>
            <p:cNvSpPr/>
            <p:nvPr/>
          </p:nvSpPr>
          <p:spPr>
            <a:xfrm>
              <a:off x="5156400" y="2874450"/>
              <a:ext cx="78025" cy="175075"/>
            </a:xfrm>
            <a:custGeom>
              <a:rect b="b" l="l" r="r" t="t"/>
              <a:pathLst>
                <a:path extrusionOk="0" h="7003" w="3121">
                  <a:moveTo>
                    <a:pt x="1048" y="1"/>
                  </a:moveTo>
                  <a:cubicBezTo>
                    <a:pt x="453" y="1"/>
                    <a:pt x="0" y="453"/>
                    <a:pt x="0" y="1049"/>
                  </a:cubicBezTo>
                  <a:lnTo>
                    <a:pt x="0" y="3763"/>
                  </a:lnTo>
                  <a:cubicBezTo>
                    <a:pt x="0" y="3930"/>
                    <a:pt x="120" y="4073"/>
                    <a:pt x="310" y="4073"/>
                  </a:cubicBezTo>
                  <a:lnTo>
                    <a:pt x="1239" y="4073"/>
                  </a:lnTo>
                  <a:lnTo>
                    <a:pt x="1239" y="5526"/>
                  </a:lnTo>
                  <a:lnTo>
                    <a:pt x="286" y="6478"/>
                  </a:lnTo>
                  <a:cubicBezTo>
                    <a:pt x="167" y="6597"/>
                    <a:pt x="167" y="6788"/>
                    <a:pt x="286" y="6907"/>
                  </a:cubicBezTo>
                  <a:cubicBezTo>
                    <a:pt x="346" y="6966"/>
                    <a:pt x="429" y="6996"/>
                    <a:pt x="512" y="6996"/>
                  </a:cubicBezTo>
                  <a:cubicBezTo>
                    <a:pt x="596" y="6996"/>
                    <a:pt x="679" y="6966"/>
                    <a:pt x="739" y="6907"/>
                  </a:cubicBezTo>
                  <a:lnTo>
                    <a:pt x="1239" y="6407"/>
                  </a:lnTo>
                  <a:lnTo>
                    <a:pt x="1239" y="6693"/>
                  </a:lnTo>
                  <a:cubicBezTo>
                    <a:pt x="1263" y="6883"/>
                    <a:pt x="1411" y="6978"/>
                    <a:pt x="1560" y="6978"/>
                  </a:cubicBezTo>
                  <a:cubicBezTo>
                    <a:pt x="1709" y="6978"/>
                    <a:pt x="1858" y="6883"/>
                    <a:pt x="1882" y="6693"/>
                  </a:cubicBezTo>
                  <a:lnTo>
                    <a:pt x="1882" y="6407"/>
                  </a:lnTo>
                  <a:lnTo>
                    <a:pt x="2382" y="6907"/>
                  </a:lnTo>
                  <a:cubicBezTo>
                    <a:pt x="2453" y="6978"/>
                    <a:pt x="2525" y="7002"/>
                    <a:pt x="2596" y="7002"/>
                  </a:cubicBezTo>
                  <a:cubicBezTo>
                    <a:pt x="2882" y="7002"/>
                    <a:pt x="3025" y="6669"/>
                    <a:pt x="2834" y="6478"/>
                  </a:cubicBezTo>
                  <a:lnTo>
                    <a:pt x="1882" y="5526"/>
                  </a:lnTo>
                  <a:lnTo>
                    <a:pt x="1882" y="4073"/>
                  </a:lnTo>
                  <a:lnTo>
                    <a:pt x="2811" y="4073"/>
                  </a:lnTo>
                  <a:cubicBezTo>
                    <a:pt x="2977" y="4073"/>
                    <a:pt x="3120" y="3930"/>
                    <a:pt x="3120" y="3763"/>
                  </a:cubicBezTo>
                  <a:lnTo>
                    <a:pt x="3120" y="1049"/>
                  </a:lnTo>
                  <a:cubicBezTo>
                    <a:pt x="3120" y="477"/>
                    <a:pt x="2668" y="1"/>
                    <a:pt x="2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2"/>
            <p:cNvSpPr/>
            <p:nvPr/>
          </p:nvSpPr>
          <p:spPr>
            <a:xfrm>
              <a:off x="5245700" y="2804200"/>
              <a:ext cx="131000" cy="104225"/>
            </a:xfrm>
            <a:custGeom>
              <a:rect b="b" l="l" r="r" t="t"/>
              <a:pathLst>
                <a:path extrusionOk="0" h="4169" w="5240">
                  <a:moveTo>
                    <a:pt x="310" y="1"/>
                  </a:moveTo>
                  <a:cubicBezTo>
                    <a:pt x="144" y="1"/>
                    <a:pt x="1" y="144"/>
                    <a:pt x="24" y="310"/>
                  </a:cubicBezTo>
                  <a:lnTo>
                    <a:pt x="24" y="3239"/>
                  </a:lnTo>
                  <a:cubicBezTo>
                    <a:pt x="1" y="3406"/>
                    <a:pt x="144" y="3549"/>
                    <a:pt x="310" y="3549"/>
                  </a:cubicBezTo>
                  <a:lnTo>
                    <a:pt x="1763" y="3549"/>
                  </a:lnTo>
                  <a:lnTo>
                    <a:pt x="1668" y="4168"/>
                  </a:lnTo>
                  <a:lnTo>
                    <a:pt x="3549" y="4168"/>
                  </a:lnTo>
                  <a:lnTo>
                    <a:pt x="3454" y="3549"/>
                  </a:lnTo>
                  <a:lnTo>
                    <a:pt x="4906" y="3549"/>
                  </a:lnTo>
                  <a:cubicBezTo>
                    <a:pt x="5097" y="3549"/>
                    <a:pt x="5240" y="3406"/>
                    <a:pt x="5216" y="3239"/>
                  </a:cubicBezTo>
                  <a:lnTo>
                    <a:pt x="5216" y="286"/>
                  </a:lnTo>
                  <a:cubicBezTo>
                    <a:pt x="5216" y="120"/>
                    <a:pt x="5073" y="1"/>
                    <a:pt x="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2"/>
          <p:cNvGrpSpPr/>
          <p:nvPr/>
        </p:nvGrpSpPr>
        <p:grpSpPr>
          <a:xfrm>
            <a:off x="5546199" y="2327420"/>
            <a:ext cx="350458" cy="349642"/>
            <a:chOff x="4529475" y="2792900"/>
            <a:chExt cx="268550" cy="267925"/>
          </a:xfrm>
        </p:grpSpPr>
        <p:sp>
          <p:nvSpPr>
            <p:cNvPr id="9752" name="Google Shape;9752;p72"/>
            <p:cNvSpPr/>
            <p:nvPr/>
          </p:nvSpPr>
          <p:spPr>
            <a:xfrm>
              <a:off x="4661050" y="2792900"/>
              <a:ext cx="110775" cy="160625"/>
            </a:xfrm>
            <a:custGeom>
              <a:rect b="b" l="l" r="r" t="t"/>
              <a:pathLst>
                <a:path extrusionOk="0" h="6425" w="4431">
                  <a:moveTo>
                    <a:pt x="1573" y="0"/>
                  </a:moveTo>
                  <a:cubicBezTo>
                    <a:pt x="1406" y="0"/>
                    <a:pt x="1263" y="143"/>
                    <a:pt x="1263" y="310"/>
                  </a:cubicBezTo>
                  <a:lnTo>
                    <a:pt x="1263" y="3620"/>
                  </a:lnTo>
                  <a:lnTo>
                    <a:pt x="1" y="6001"/>
                  </a:lnTo>
                  <a:lnTo>
                    <a:pt x="215" y="6001"/>
                  </a:lnTo>
                  <a:cubicBezTo>
                    <a:pt x="477" y="6001"/>
                    <a:pt x="763" y="6097"/>
                    <a:pt x="1001" y="6263"/>
                  </a:cubicBezTo>
                  <a:cubicBezTo>
                    <a:pt x="1180" y="6370"/>
                    <a:pt x="1382" y="6424"/>
                    <a:pt x="1584" y="6424"/>
                  </a:cubicBezTo>
                  <a:cubicBezTo>
                    <a:pt x="1787" y="6424"/>
                    <a:pt x="1989" y="6370"/>
                    <a:pt x="2168" y="6263"/>
                  </a:cubicBezTo>
                  <a:cubicBezTo>
                    <a:pt x="2406" y="6097"/>
                    <a:pt x="2668" y="6001"/>
                    <a:pt x="2954" y="6001"/>
                  </a:cubicBezTo>
                  <a:lnTo>
                    <a:pt x="3168" y="6001"/>
                  </a:lnTo>
                  <a:lnTo>
                    <a:pt x="1906" y="3620"/>
                  </a:lnTo>
                  <a:lnTo>
                    <a:pt x="1906" y="2310"/>
                  </a:lnTo>
                  <a:lnTo>
                    <a:pt x="4097" y="2310"/>
                  </a:lnTo>
                  <a:cubicBezTo>
                    <a:pt x="4216" y="2310"/>
                    <a:pt x="4335" y="2239"/>
                    <a:pt x="4383" y="2120"/>
                  </a:cubicBezTo>
                  <a:cubicBezTo>
                    <a:pt x="4430" y="2024"/>
                    <a:pt x="4406" y="1881"/>
                    <a:pt x="4335" y="1786"/>
                  </a:cubicBezTo>
                  <a:lnTo>
                    <a:pt x="3859" y="1143"/>
                  </a:lnTo>
                  <a:lnTo>
                    <a:pt x="4335" y="500"/>
                  </a:lnTo>
                  <a:cubicBezTo>
                    <a:pt x="4406" y="405"/>
                    <a:pt x="4430" y="286"/>
                    <a:pt x="4383" y="167"/>
                  </a:cubicBezTo>
                  <a:cubicBezTo>
                    <a:pt x="4335" y="72"/>
                    <a:pt x="4216" y="0"/>
                    <a:pt x="4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2"/>
            <p:cNvSpPr/>
            <p:nvPr/>
          </p:nvSpPr>
          <p:spPr>
            <a:xfrm>
              <a:off x="4575925" y="2919700"/>
              <a:ext cx="57775" cy="57175"/>
            </a:xfrm>
            <a:custGeom>
              <a:rect b="b" l="l" r="r" t="t"/>
              <a:pathLst>
                <a:path extrusionOk="0" h="2287" w="2311">
                  <a:moveTo>
                    <a:pt x="1191" y="1"/>
                  </a:moveTo>
                  <a:cubicBezTo>
                    <a:pt x="1072" y="1"/>
                    <a:pt x="953" y="48"/>
                    <a:pt x="905" y="167"/>
                  </a:cubicBezTo>
                  <a:lnTo>
                    <a:pt x="0" y="1858"/>
                  </a:lnTo>
                  <a:lnTo>
                    <a:pt x="215" y="1906"/>
                  </a:lnTo>
                  <a:cubicBezTo>
                    <a:pt x="405" y="1930"/>
                    <a:pt x="596" y="2025"/>
                    <a:pt x="762" y="2144"/>
                  </a:cubicBezTo>
                  <a:cubicBezTo>
                    <a:pt x="881" y="2239"/>
                    <a:pt x="1024" y="2287"/>
                    <a:pt x="1191" y="2287"/>
                  </a:cubicBezTo>
                  <a:cubicBezTo>
                    <a:pt x="1334" y="2287"/>
                    <a:pt x="1501" y="2239"/>
                    <a:pt x="1620" y="2144"/>
                  </a:cubicBezTo>
                  <a:cubicBezTo>
                    <a:pt x="1786" y="2001"/>
                    <a:pt x="1953" y="1930"/>
                    <a:pt x="2167" y="1882"/>
                  </a:cubicBezTo>
                  <a:lnTo>
                    <a:pt x="2191" y="1882"/>
                  </a:lnTo>
                  <a:lnTo>
                    <a:pt x="2310" y="1715"/>
                  </a:lnTo>
                  <a:lnTo>
                    <a:pt x="1453" y="167"/>
                  </a:lnTo>
                  <a:cubicBezTo>
                    <a:pt x="1405" y="48"/>
                    <a:pt x="1310" y="1"/>
                    <a:pt x="1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2"/>
            <p:cNvSpPr/>
            <p:nvPr/>
          </p:nvSpPr>
          <p:spPr>
            <a:xfrm>
              <a:off x="4529475" y="2980425"/>
              <a:ext cx="88750" cy="79800"/>
            </a:xfrm>
            <a:custGeom>
              <a:rect b="b" l="l" r="r" t="t"/>
              <a:pathLst>
                <a:path extrusionOk="0" h="3192" w="3550">
                  <a:moveTo>
                    <a:pt x="1525" y="1"/>
                  </a:moveTo>
                  <a:lnTo>
                    <a:pt x="48" y="2739"/>
                  </a:lnTo>
                  <a:cubicBezTo>
                    <a:pt x="1" y="2835"/>
                    <a:pt x="1" y="2954"/>
                    <a:pt x="48" y="3049"/>
                  </a:cubicBezTo>
                  <a:cubicBezTo>
                    <a:pt x="96" y="3144"/>
                    <a:pt x="191" y="3192"/>
                    <a:pt x="310" y="3192"/>
                  </a:cubicBezTo>
                  <a:lnTo>
                    <a:pt x="2049" y="3192"/>
                  </a:lnTo>
                  <a:lnTo>
                    <a:pt x="3549" y="358"/>
                  </a:lnTo>
                  <a:lnTo>
                    <a:pt x="3549" y="358"/>
                  </a:lnTo>
                  <a:cubicBezTo>
                    <a:pt x="3382" y="453"/>
                    <a:pt x="3216" y="477"/>
                    <a:pt x="3049" y="501"/>
                  </a:cubicBezTo>
                  <a:cubicBezTo>
                    <a:pt x="2763" y="501"/>
                    <a:pt x="2478" y="406"/>
                    <a:pt x="2263" y="215"/>
                  </a:cubicBezTo>
                  <a:cubicBezTo>
                    <a:pt x="2168" y="144"/>
                    <a:pt x="2073" y="96"/>
                    <a:pt x="1954" y="72"/>
                  </a:cubicBezTo>
                  <a:lnTo>
                    <a:pt x="1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2"/>
            <p:cNvSpPr/>
            <p:nvPr/>
          </p:nvSpPr>
          <p:spPr>
            <a:xfrm>
              <a:off x="4599150" y="2958400"/>
              <a:ext cx="198875" cy="102425"/>
            </a:xfrm>
            <a:custGeom>
              <a:rect b="b" l="l" r="r" t="t"/>
              <a:pathLst>
                <a:path extrusionOk="0" h="4097" w="7955">
                  <a:moveTo>
                    <a:pt x="2167" y="1"/>
                  </a:moveTo>
                  <a:lnTo>
                    <a:pt x="0" y="4097"/>
                  </a:lnTo>
                  <a:lnTo>
                    <a:pt x="7645" y="4097"/>
                  </a:lnTo>
                  <a:cubicBezTo>
                    <a:pt x="7740" y="4097"/>
                    <a:pt x="7859" y="4025"/>
                    <a:pt x="7907" y="3930"/>
                  </a:cubicBezTo>
                  <a:cubicBezTo>
                    <a:pt x="7954" y="3858"/>
                    <a:pt x="7954" y="3739"/>
                    <a:pt x="7907" y="3644"/>
                  </a:cubicBezTo>
                  <a:lnTo>
                    <a:pt x="5978" y="1"/>
                  </a:lnTo>
                  <a:lnTo>
                    <a:pt x="5477" y="24"/>
                  </a:lnTo>
                  <a:cubicBezTo>
                    <a:pt x="5287" y="24"/>
                    <a:pt x="5096" y="96"/>
                    <a:pt x="4954" y="191"/>
                  </a:cubicBezTo>
                  <a:cubicBezTo>
                    <a:pt x="4718" y="341"/>
                    <a:pt x="4445" y="433"/>
                    <a:pt x="4167" y="433"/>
                  </a:cubicBezTo>
                  <a:cubicBezTo>
                    <a:pt x="4136" y="433"/>
                    <a:pt x="4104" y="432"/>
                    <a:pt x="4072" y="429"/>
                  </a:cubicBezTo>
                  <a:cubicBezTo>
                    <a:pt x="4038" y="432"/>
                    <a:pt x="4005" y="433"/>
                    <a:pt x="3971" y="433"/>
                  </a:cubicBezTo>
                  <a:cubicBezTo>
                    <a:pt x="3676" y="433"/>
                    <a:pt x="3403" y="341"/>
                    <a:pt x="3167" y="191"/>
                  </a:cubicBezTo>
                  <a:cubicBezTo>
                    <a:pt x="3025" y="96"/>
                    <a:pt x="2834" y="24"/>
                    <a:pt x="2644" y="24"/>
                  </a:cubicBezTo>
                  <a:lnTo>
                    <a:pt x="2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2"/>
          <p:cNvGrpSpPr/>
          <p:nvPr/>
        </p:nvGrpSpPr>
        <p:grpSpPr>
          <a:xfrm>
            <a:off x="4788679" y="2327322"/>
            <a:ext cx="356200" cy="349740"/>
            <a:chOff x="3949000" y="2792825"/>
            <a:chExt cx="272950" cy="268000"/>
          </a:xfrm>
        </p:grpSpPr>
        <p:sp>
          <p:nvSpPr>
            <p:cNvPr id="9757" name="Google Shape;9757;p72"/>
            <p:cNvSpPr/>
            <p:nvPr/>
          </p:nvSpPr>
          <p:spPr>
            <a:xfrm>
              <a:off x="4168450" y="2792825"/>
              <a:ext cx="53500" cy="15625"/>
            </a:xfrm>
            <a:custGeom>
              <a:rect b="b" l="l" r="r" t="t"/>
              <a:pathLst>
                <a:path extrusionOk="0" h="625" w="2140">
                  <a:moveTo>
                    <a:pt x="396" y="1"/>
                  </a:moveTo>
                  <a:cubicBezTo>
                    <a:pt x="1" y="1"/>
                    <a:pt x="1" y="625"/>
                    <a:pt x="396" y="625"/>
                  </a:cubicBezTo>
                  <a:cubicBezTo>
                    <a:pt x="410" y="625"/>
                    <a:pt x="424" y="624"/>
                    <a:pt x="439" y="622"/>
                  </a:cubicBezTo>
                  <a:lnTo>
                    <a:pt x="1701" y="622"/>
                  </a:lnTo>
                  <a:cubicBezTo>
                    <a:pt x="1716" y="624"/>
                    <a:pt x="1730" y="625"/>
                    <a:pt x="1743" y="625"/>
                  </a:cubicBezTo>
                  <a:cubicBezTo>
                    <a:pt x="2139" y="625"/>
                    <a:pt x="2139" y="1"/>
                    <a:pt x="1743" y="1"/>
                  </a:cubicBezTo>
                  <a:cubicBezTo>
                    <a:pt x="1730" y="1"/>
                    <a:pt x="1716" y="2"/>
                    <a:pt x="1701" y="3"/>
                  </a:cubicBezTo>
                  <a:lnTo>
                    <a:pt x="439" y="3"/>
                  </a:lnTo>
                  <a:cubicBezTo>
                    <a:pt x="424" y="2"/>
                    <a:pt x="410" y="1"/>
                    <a:pt x="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2"/>
            <p:cNvSpPr/>
            <p:nvPr/>
          </p:nvSpPr>
          <p:spPr>
            <a:xfrm>
              <a:off x="3949000" y="3013775"/>
              <a:ext cx="39925" cy="15500"/>
            </a:xfrm>
            <a:custGeom>
              <a:rect b="b" l="l" r="r" t="t"/>
              <a:pathLst>
                <a:path extrusionOk="0" h="620" w="1597">
                  <a:moveTo>
                    <a:pt x="382" y="0"/>
                  </a:moveTo>
                  <a:cubicBezTo>
                    <a:pt x="1" y="24"/>
                    <a:pt x="1" y="572"/>
                    <a:pt x="382" y="619"/>
                  </a:cubicBezTo>
                  <a:lnTo>
                    <a:pt x="1239" y="619"/>
                  </a:lnTo>
                  <a:cubicBezTo>
                    <a:pt x="1596" y="572"/>
                    <a:pt x="1596" y="24"/>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2"/>
            <p:cNvSpPr/>
            <p:nvPr/>
          </p:nvSpPr>
          <p:spPr>
            <a:xfrm>
              <a:off x="3951375" y="2876825"/>
              <a:ext cx="110150" cy="26300"/>
            </a:xfrm>
            <a:custGeom>
              <a:rect b="b" l="l" r="r" t="t"/>
              <a:pathLst>
                <a:path extrusionOk="0" h="1052" w="4406">
                  <a:moveTo>
                    <a:pt x="72" y="1"/>
                  </a:moveTo>
                  <a:cubicBezTo>
                    <a:pt x="25" y="239"/>
                    <a:pt x="1" y="501"/>
                    <a:pt x="1" y="739"/>
                  </a:cubicBezTo>
                  <a:cubicBezTo>
                    <a:pt x="1" y="906"/>
                    <a:pt x="144" y="1049"/>
                    <a:pt x="311" y="1049"/>
                  </a:cubicBezTo>
                  <a:lnTo>
                    <a:pt x="4073" y="1049"/>
                  </a:lnTo>
                  <a:cubicBezTo>
                    <a:pt x="4086" y="1050"/>
                    <a:pt x="4098" y="1051"/>
                    <a:pt x="4110" y="1051"/>
                  </a:cubicBezTo>
                  <a:cubicBezTo>
                    <a:pt x="4282" y="1051"/>
                    <a:pt x="4405" y="895"/>
                    <a:pt x="4383" y="739"/>
                  </a:cubicBezTo>
                  <a:lnTo>
                    <a:pt x="43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2"/>
            <p:cNvSpPr/>
            <p:nvPr/>
          </p:nvSpPr>
          <p:spPr>
            <a:xfrm>
              <a:off x="3957350" y="2834575"/>
              <a:ext cx="104200" cy="26800"/>
            </a:xfrm>
            <a:custGeom>
              <a:rect b="b" l="l" r="r" t="t"/>
              <a:pathLst>
                <a:path extrusionOk="0" h="1072" w="4168">
                  <a:moveTo>
                    <a:pt x="572" y="0"/>
                  </a:moveTo>
                  <a:cubicBezTo>
                    <a:pt x="333" y="334"/>
                    <a:pt x="143" y="691"/>
                    <a:pt x="0" y="1072"/>
                  </a:cubicBezTo>
                  <a:lnTo>
                    <a:pt x="4168" y="1072"/>
                  </a:lnTo>
                  <a:lnTo>
                    <a:pt x="4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2"/>
            <p:cNvSpPr/>
            <p:nvPr/>
          </p:nvSpPr>
          <p:spPr>
            <a:xfrm>
              <a:off x="3985925" y="2793425"/>
              <a:ext cx="75625" cy="25675"/>
            </a:xfrm>
            <a:custGeom>
              <a:rect b="b" l="l" r="r" t="t"/>
              <a:pathLst>
                <a:path extrusionOk="0" h="1027" w="3025">
                  <a:moveTo>
                    <a:pt x="2732" y="0"/>
                  </a:moveTo>
                  <a:cubicBezTo>
                    <a:pt x="2719" y="0"/>
                    <a:pt x="2705" y="1"/>
                    <a:pt x="2691" y="3"/>
                  </a:cubicBezTo>
                  <a:cubicBezTo>
                    <a:pt x="1691" y="3"/>
                    <a:pt x="738" y="360"/>
                    <a:pt x="0" y="1027"/>
                  </a:cubicBezTo>
                  <a:lnTo>
                    <a:pt x="3025" y="1027"/>
                  </a:lnTo>
                  <a:lnTo>
                    <a:pt x="3025" y="313"/>
                  </a:lnTo>
                  <a:cubicBezTo>
                    <a:pt x="3025" y="136"/>
                    <a:pt x="2902" y="0"/>
                    <a:pt x="27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2"/>
            <p:cNvSpPr/>
            <p:nvPr/>
          </p:nvSpPr>
          <p:spPr>
            <a:xfrm>
              <a:off x="3949000" y="2824275"/>
              <a:ext cx="272950" cy="236550"/>
            </a:xfrm>
            <a:custGeom>
              <a:rect b="b" l="l" r="r" t="t"/>
              <a:pathLst>
                <a:path extrusionOk="0" h="9462" w="10918">
                  <a:moveTo>
                    <a:pt x="9176" y="1"/>
                  </a:moveTo>
                  <a:cubicBezTo>
                    <a:pt x="9112" y="1"/>
                    <a:pt x="9041" y="40"/>
                    <a:pt x="9003" y="79"/>
                  </a:cubicBezTo>
                  <a:lnTo>
                    <a:pt x="8074" y="1008"/>
                  </a:lnTo>
                  <a:cubicBezTo>
                    <a:pt x="7359" y="365"/>
                    <a:pt x="6407" y="7"/>
                    <a:pt x="5430" y="7"/>
                  </a:cubicBezTo>
                  <a:cubicBezTo>
                    <a:pt x="5264" y="7"/>
                    <a:pt x="5121" y="150"/>
                    <a:pt x="5121" y="317"/>
                  </a:cubicBezTo>
                  <a:lnTo>
                    <a:pt x="5121" y="3770"/>
                  </a:lnTo>
                  <a:lnTo>
                    <a:pt x="1668" y="3770"/>
                  </a:lnTo>
                  <a:cubicBezTo>
                    <a:pt x="1501" y="3770"/>
                    <a:pt x="1358" y="3913"/>
                    <a:pt x="1358" y="4080"/>
                  </a:cubicBezTo>
                  <a:cubicBezTo>
                    <a:pt x="1358" y="5366"/>
                    <a:pt x="1953" y="6580"/>
                    <a:pt x="2978" y="7366"/>
                  </a:cubicBezTo>
                  <a:lnTo>
                    <a:pt x="1525" y="8819"/>
                  </a:lnTo>
                  <a:lnTo>
                    <a:pt x="382" y="8819"/>
                  </a:lnTo>
                  <a:cubicBezTo>
                    <a:pt x="1" y="8866"/>
                    <a:pt x="1" y="9414"/>
                    <a:pt x="382" y="9462"/>
                  </a:cubicBezTo>
                  <a:lnTo>
                    <a:pt x="1644" y="9462"/>
                  </a:lnTo>
                  <a:cubicBezTo>
                    <a:pt x="1739" y="9462"/>
                    <a:pt x="1811" y="9414"/>
                    <a:pt x="1858" y="9366"/>
                  </a:cubicBezTo>
                  <a:lnTo>
                    <a:pt x="3525" y="7699"/>
                  </a:lnTo>
                  <a:cubicBezTo>
                    <a:pt x="4127" y="8012"/>
                    <a:pt x="4774" y="8163"/>
                    <a:pt x="5413" y="8163"/>
                  </a:cubicBezTo>
                  <a:cubicBezTo>
                    <a:pt x="6622" y="8163"/>
                    <a:pt x="7803" y="7625"/>
                    <a:pt x="8598" y="6628"/>
                  </a:cubicBezTo>
                  <a:cubicBezTo>
                    <a:pt x="9812" y="5104"/>
                    <a:pt x="9788" y="2936"/>
                    <a:pt x="8526" y="1460"/>
                  </a:cubicBezTo>
                  <a:lnTo>
                    <a:pt x="9360" y="626"/>
                  </a:lnTo>
                  <a:lnTo>
                    <a:pt x="10479" y="626"/>
                  </a:lnTo>
                  <a:cubicBezTo>
                    <a:pt x="10494" y="628"/>
                    <a:pt x="10508" y="629"/>
                    <a:pt x="10521" y="629"/>
                  </a:cubicBezTo>
                  <a:cubicBezTo>
                    <a:pt x="10917" y="629"/>
                    <a:pt x="10917" y="5"/>
                    <a:pt x="10521" y="5"/>
                  </a:cubicBezTo>
                  <a:cubicBezTo>
                    <a:pt x="10508" y="5"/>
                    <a:pt x="10494" y="6"/>
                    <a:pt x="10479" y="7"/>
                  </a:cubicBezTo>
                  <a:lnTo>
                    <a:pt x="9217" y="7"/>
                  </a:lnTo>
                  <a:cubicBezTo>
                    <a:pt x="9204" y="3"/>
                    <a:pt x="9190" y="1"/>
                    <a:pt x="9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2"/>
          <p:cNvGrpSpPr/>
          <p:nvPr/>
        </p:nvGrpSpPr>
        <p:grpSpPr>
          <a:xfrm>
            <a:off x="4035041" y="2326637"/>
            <a:ext cx="351991" cy="350490"/>
            <a:chOff x="3371500" y="2792300"/>
            <a:chExt cx="269725" cy="268575"/>
          </a:xfrm>
        </p:grpSpPr>
        <p:sp>
          <p:nvSpPr>
            <p:cNvPr id="9764" name="Google Shape;9764;p72"/>
            <p:cNvSpPr/>
            <p:nvPr/>
          </p:nvSpPr>
          <p:spPr>
            <a:xfrm>
              <a:off x="3372100" y="2792300"/>
              <a:ext cx="69675" cy="68475"/>
            </a:xfrm>
            <a:custGeom>
              <a:rect b="b" l="l" r="r" t="t"/>
              <a:pathLst>
                <a:path extrusionOk="0" h="2739" w="2787">
                  <a:moveTo>
                    <a:pt x="334" y="0"/>
                  </a:moveTo>
                  <a:cubicBezTo>
                    <a:pt x="143" y="0"/>
                    <a:pt x="0" y="143"/>
                    <a:pt x="24" y="334"/>
                  </a:cubicBezTo>
                  <a:lnTo>
                    <a:pt x="24" y="2406"/>
                  </a:lnTo>
                  <a:cubicBezTo>
                    <a:pt x="0" y="2572"/>
                    <a:pt x="143" y="2739"/>
                    <a:pt x="310" y="2739"/>
                  </a:cubicBezTo>
                  <a:cubicBezTo>
                    <a:pt x="477" y="2739"/>
                    <a:pt x="620" y="2596"/>
                    <a:pt x="620" y="2429"/>
                  </a:cubicBezTo>
                  <a:lnTo>
                    <a:pt x="620" y="643"/>
                  </a:lnTo>
                  <a:lnTo>
                    <a:pt x="2406" y="643"/>
                  </a:lnTo>
                  <a:cubicBezTo>
                    <a:pt x="2787" y="596"/>
                    <a:pt x="2787" y="48"/>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2"/>
            <p:cNvSpPr/>
            <p:nvPr/>
          </p:nvSpPr>
          <p:spPr>
            <a:xfrm>
              <a:off x="3568925" y="2792825"/>
              <a:ext cx="72300" cy="69150"/>
            </a:xfrm>
            <a:custGeom>
              <a:rect b="b" l="l" r="r" t="t"/>
              <a:pathLst>
                <a:path extrusionOk="0" h="2766" w="2892">
                  <a:moveTo>
                    <a:pt x="396" y="1"/>
                  </a:moveTo>
                  <a:cubicBezTo>
                    <a:pt x="0" y="1"/>
                    <a:pt x="0" y="625"/>
                    <a:pt x="396" y="625"/>
                  </a:cubicBezTo>
                  <a:cubicBezTo>
                    <a:pt x="410" y="625"/>
                    <a:pt x="424" y="624"/>
                    <a:pt x="439" y="622"/>
                  </a:cubicBezTo>
                  <a:lnTo>
                    <a:pt x="2225" y="622"/>
                  </a:lnTo>
                  <a:lnTo>
                    <a:pt x="2225" y="2408"/>
                  </a:lnTo>
                  <a:cubicBezTo>
                    <a:pt x="2201" y="2647"/>
                    <a:pt x="2374" y="2766"/>
                    <a:pt x="2546" y="2766"/>
                  </a:cubicBezTo>
                  <a:cubicBezTo>
                    <a:pt x="2719" y="2766"/>
                    <a:pt x="2892" y="2647"/>
                    <a:pt x="2868" y="2408"/>
                  </a:cubicBezTo>
                  <a:lnTo>
                    <a:pt x="2868" y="337"/>
                  </a:lnTo>
                  <a:cubicBezTo>
                    <a:pt x="2890" y="158"/>
                    <a:pt x="2746" y="1"/>
                    <a:pt x="2571" y="1"/>
                  </a:cubicBezTo>
                  <a:cubicBezTo>
                    <a:pt x="2559" y="1"/>
                    <a:pt x="2547" y="2"/>
                    <a:pt x="2534" y="3"/>
                  </a:cubicBezTo>
                  <a:lnTo>
                    <a:pt x="439" y="3"/>
                  </a:lnTo>
                  <a:cubicBezTo>
                    <a:pt x="424" y="2"/>
                    <a:pt x="410" y="1"/>
                    <a:pt x="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2"/>
            <p:cNvSpPr/>
            <p:nvPr/>
          </p:nvSpPr>
          <p:spPr>
            <a:xfrm>
              <a:off x="3372100" y="2992925"/>
              <a:ext cx="69075" cy="67300"/>
            </a:xfrm>
            <a:custGeom>
              <a:rect b="b" l="l" r="r" t="t"/>
              <a:pathLst>
                <a:path extrusionOk="0" h="2692" w="2763">
                  <a:moveTo>
                    <a:pt x="301" y="1"/>
                  </a:moveTo>
                  <a:cubicBezTo>
                    <a:pt x="155" y="1"/>
                    <a:pt x="12" y="96"/>
                    <a:pt x="0" y="287"/>
                  </a:cubicBezTo>
                  <a:lnTo>
                    <a:pt x="0" y="2382"/>
                  </a:lnTo>
                  <a:cubicBezTo>
                    <a:pt x="0" y="2549"/>
                    <a:pt x="143" y="2692"/>
                    <a:pt x="310" y="2692"/>
                  </a:cubicBezTo>
                  <a:lnTo>
                    <a:pt x="2382" y="2692"/>
                  </a:lnTo>
                  <a:cubicBezTo>
                    <a:pt x="2763" y="2668"/>
                    <a:pt x="2763" y="2096"/>
                    <a:pt x="2382" y="2073"/>
                  </a:cubicBezTo>
                  <a:lnTo>
                    <a:pt x="620" y="2073"/>
                  </a:lnTo>
                  <a:lnTo>
                    <a:pt x="620" y="287"/>
                  </a:lnTo>
                  <a:cubicBezTo>
                    <a:pt x="596" y="96"/>
                    <a:pt x="447"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2"/>
            <p:cNvSpPr/>
            <p:nvPr/>
          </p:nvSpPr>
          <p:spPr>
            <a:xfrm>
              <a:off x="3568350" y="2992875"/>
              <a:ext cx="71675" cy="68000"/>
            </a:xfrm>
            <a:custGeom>
              <a:rect b="b" l="l" r="r" t="t"/>
              <a:pathLst>
                <a:path extrusionOk="0" h="2720" w="2867">
                  <a:moveTo>
                    <a:pt x="2516" y="0"/>
                  </a:moveTo>
                  <a:cubicBezTo>
                    <a:pt x="2347" y="0"/>
                    <a:pt x="2226" y="136"/>
                    <a:pt x="2248" y="312"/>
                  </a:cubicBezTo>
                  <a:lnTo>
                    <a:pt x="2248" y="2098"/>
                  </a:lnTo>
                  <a:lnTo>
                    <a:pt x="462" y="2098"/>
                  </a:lnTo>
                  <a:cubicBezTo>
                    <a:pt x="446" y="2097"/>
                    <a:pt x="431" y="2096"/>
                    <a:pt x="417" y="2096"/>
                  </a:cubicBezTo>
                  <a:cubicBezTo>
                    <a:pt x="0" y="2096"/>
                    <a:pt x="0" y="2720"/>
                    <a:pt x="417" y="2720"/>
                  </a:cubicBezTo>
                  <a:cubicBezTo>
                    <a:pt x="431" y="2720"/>
                    <a:pt x="446" y="2719"/>
                    <a:pt x="462" y="2718"/>
                  </a:cubicBezTo>
                  <a:lnTo>
                    <a:pt x="2534" y="2718"/>
                  </a:lnTo>
                  <a:cubicBezTo>
                    <a:pt x="2700" y="2718"/>
                    <a:pt x="2843" y="2575"/>
                    <a:pt x="2843" y="2408"/>
                  </a:cubicBezTo>
                  <a:lnTo>
                    <a:pt x="2843" y="312"/>
                  </a:lnTo>
                  <a:cubicBezTo>
                    <a:pt x="2867" y="146"/>
                    <a:pt x="2724" y="3"/>
                    <a:pt x="2557" y="3"/>
                  </a:cubicBezTo>
                  <a:cubicBezTo>
                    <a:pt x="2543" y="1"/>
                    <a:pt x="2530" y="0"/>
                    <a:pt x="2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2"/>
            <p:cNvSpPr/>
            <p:nvPr/>
          </p:nvSpPr>
          <p:spPr>
            <a:xfrm>
              <a:off x="3418525" y="2861200"/>
              <a:ext cx="153050" cy="131150"/>
            </a:xfrm>
            <a:custGeom>
              <a:rect b="b" l="l" r="r" t="t"/>
              <a:pathLst>
                <a:path extrusionOk="0" h="5246" w="6122">
                  <a:moveTo>
                    <a:pt x="3473" y="1252"/>
                  </a:moveTo>
                  <a:cubicBezTo>
                    <a:pt x="4179" y="1252"/>
                    <a:pt x="4859" y="1802"/>
                    <a:pt x="4859" y="2626"/>
                  </a:cubicBezTo>
                  <a:cubicBezTo>
                    <a:pt x="4859" y="3365"/>
                    <a:pt x="4240" y="3984"/>
                    <a:pt x="3502" y="3984"/>
                  </a:cubicBezTo>
                  <a:cubicBezTo>
                    <a:pt x="2287" y="3984"/>
                    <a:pt x="1668" y="2507"/>
                    <a:pt x="2525" y="1650"/>
                  </a:cubicBezTo>
                  <a:cubicBezTo>
                    <a:pt x="2801" y="1375"/>
                    <a:pt x="3140" y="1252"/>
                    <a:pt x="3473" y="1252"/>
                  </a:cubicBezTo>
                  <a:close/>
                  <a:moveTo>
                    <a:pt x="3473" y="1"/>
                  </a:moveTo>
                  <a:cubicBezTo>
                    <a:pt x="2829" y="1"/>
                    <a:pt x="2175" y="238"/>
                    <a:pt x="1644" y="769"/>
                  </a:cubicBezTo>
                  <a:cubicBezTo>
                    <a:pt x="1" y="2412"/>
                    <a:pt x="1168" y="5246"/>
                    <a:pt x="3502" y="5246"/>
                  </a:cubicBezTo>
                  <a:cubicBezTo>
                    <a:pt x="4954" y="5246"/>
                    <a:pt x="6121" y="4055"/>
                    <a:pt x="6121" y="2626"/>
                  </a:cubicBezTo>
                  <a:cubicBezTo>
                    <a:pt x="6121" y="1046"/>
                    <a:pt x="4822"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2"/>
            <p:cNvSpPr/>
            <p:nvPr/>
          </p:nvSpPr>
          <p:spPr>
            <a:xfrm>
              <a:off x="3487600" y="2908400"/>
              <a:ext cx="36925" cy="36925"/>
            </a:xfrm>
            <a:custGeom>
              <a:rect b="b" l="l" r="r" t="t"/>
              <a:pathLst>
                <a:path extrusionOk="0" h="1477" w="1477">
                  <a:moveTo>
                    <a:pt x="739" y="0"/>
                  </a:moveTo>
                  <a:cubicBezTo>
                    <a:pt x="334" y="0"/>
                    <a:pt x="0" y="334"/>
                    <a:pt x="0" y="738"/>
                  </a:cubicBezTo>
                  <a:cubicBezTo>
                    <a:pt x="0" y="1143"/>
                    <a:pt x="334" y="1477"/>
                    <a:pt x="739" y="1477"/>
                  </a:cubicBezTo>
                  <a:cubicBezTo>
                    <a:pt x="1144" y="1477"/>
                    <a:pt x="1477" y="1143"/>
                    <a:pt x="1477" y="738"/>
                  </a:cubicBezTo>
                  <a:cubicBezTo>
                    <a:pt x="1477" y="334"/>
                    <a:pt x="1144"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2"/>
            <p:cNvSpPr/>
            <p:nvPr/>
          </p:nvSpPr>
          <p:spPr>
            <a:xfrm>
              <a:off x="3371500" y="2845875"/>
              <a:ext cx="132200" cy="161975"/>
            </a:xfrm>
            <a:custGeom>
              <a:rect b="b" l="l" r="r" t="t"/>
              <a:pathLst>
                <a:path extrusionOk="0" h="6479" w="5288">
                  <a:moveTo>
                    <a:pt x="5287" y="1"/>
                  </a:moveTo>
                  <a:lnTo>
                    <a:pt x="5287" y="1"/>
                  </a:lnTo>
                  <a:cubicBezTo>
                    <a:pt x="5250" y="2"/>
                    <a:pt x="5212" y="3"/>
                    <a:pt x="5175" y="6"/>
                  </a:cubicBezTo>
                  <a:lnTo>
                    <a:pt x="5175" y="6"/>
                  </a:lnTo>
                  <a:cubicBezTo>
                    <a:pt x="5212" y="4"/>
                    <a:pt x="5250" y="2"/>
                    <a:pt x="5287" y="1"/>
                  </a:cubicBezTo>
                  <a:close/>
                  <a:moveTo>
                    <a:pt x="5175" y="6"/>
                  </a:moveTo>
                  <a:cubicBezTo>
                    <a:pt x="4522" y="40"/>
                    <a:pt x="3873" y="184"/>
                    <a:pt x="3287" y="477"/>
                  </a:cubicBezTo>
                  <a:cubicBezTo>
                    <a:pt x="2692" y="763"/>
                    <a:pt x="2120" y="1096"/>
                    <a:pt x="1620" y="1525"/>
                  </a:cubicBezTo>
                  <a:cubicBezTo>
                    <a:pt x="1048" y="1977"/>
                    <a:pt x="548" y="2477"/>
                    <a:pt x="96" y="3049"/>
                  </a:cubicBezTo>
                  <a:cubicBezTo>
                    <a:pt x="1" y="3144"/>
                    <a:pt x="1" y="3311"/>
                    <a:pt x="96" y="3430"/>
                  </a:cubicBezTo>
                  <a:cubicBezTo>
                    <a:pt x="548" y="3978"/>
                    <a:pt x="1048" y="4502"/>
                    <a:pt x="1620" y="4954"/>
                  </a:cubicBezTo>
                  <a:cubicBezTo>
                    <a:pt x="2120" y="5359"/>
                    <a:pt x="2692" y="5716"/>
                    <a:pt x="3287" y="6002"/>
                  </a:cubicBezTo>
                  <a:cubicBezTo>
                    <a:pt x="3864" y="6268"/>
                    <a:pt x="4504" y="6431"/>
                    <a:pt x="5147" y="6471"/>
                  </a:cubicBezTo>
                  <a:lnTo>
                    <a:pt x="5147" y="6471"/>
                  </a:lnTo>
                  <a:cubicBezTo>
                    <a:pt x="3452" y="6353"/>
                    <a:pt x="2144" y="4931"/>
                    <a:pt x="2144" y="3239"/>
                  </a:cubicBezTo>
                  <a:cubicBezTo>
                    <a:pt x="2144" y="1515"/>
                    <a:pt x="3467" y="110"/>
                    <a:pt x="5175" y="6"/>
                  </a:cubicBezTo>
                  <a:close/>
                  <a:moveTo>
                    <a:pt x="5147" y="6471"/>
                  </a:moveTo>
                  <a:cubicBezTo>
                    <a:pt x="5194" y="6475"/>
                    <a:pt x="5240" y="6477"/>
                    <a:pt x="5287" y="6478"/>
                  </a:cubicBezTo>
                  <a:cubicBezTo>
                    <a:pt x="5241" y="6477"/>
                    <a:pt x="5194" y="6474"/>
                    <a:pt x="5147" y="64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2"/>
            <p:cNvSpPr/>
            <p:nvPr/>
          </p:nvSpPr>
          <p:spPr>
            <a:xfrm>
              <a:off x="3508425" y="2845875"/>
              <a:ext cx="132200" cy="161975"/>
            </a:xfrm>
            <a:custGeom>
              <a:rect b="b" l="l" r="r" t="t"/>
              <a:pathLst>
                <a:path extrusionOk="0" h="6479" w="5288">
                  <a:moveTo>
                    <a:pt x="1" y="1"/>
                  </a:moveTo>
                  <a:lnTo>
                    <a:pt x="1" y="1"/>
                  </a:lnTo>
                  <a:cubicBezTo>
                    <a:pt x="35" y="2"/>
                    <a:pt x="69" y="3"/>
                    <a:pt x="103" y="5"/>
                  </a:cubicBezTo>
                  <a:lnTo>
                    <a:pt x="103" y="5"/>
                  </a:lnTo>
                  <a:cubicBezTo>
                    <a:pt x="69" y="3"/>
                    <a:pt x="35" y="2"/>
                    <a:pt x="1" y="1"/>
                  </a:cubicBezTo>
                  <a:close/>
                  <a:moveTo>
                    <a:pt x="103" y="5"/>
                  </a:moveTo>
                  <a:cubicBezTo>
                    <a:pt x="1794" y="105"/>
                    <a:pt x="3144" y="1512"/>
                    <a:pt x="3144" y="3239"/>
                  </a:cubicBezTo>
                  <a:cubicBezTo>
                    <a:pt x="3144" y="4935"/>
                    <a:pt x="1807" y="6360"/>
                    <a:pt x="128" y="6472"/>
                  </a:cubicBezTo>
                  <a:lnTo>
                    <a:pt x="127" y="6472"/>
                  </a:lnTo>
                  <a:cubicBezTo>
                    <a:pt x="773" y="6433"/>
                    <a:pt x="1398" y="6270"/>
                    <a:pt x="2001" y="6002"/>
                  </a:cubicBezTo>
                  <a:cubicBezTo>
                    <a:pt x="2597" y="5716"/>
                    <a:pt x="3144" y="5359"/>
                    <a:pt x="3668" y="4954"/>
                  </a:cubicBezTo>
                  <a:cubicBezTo>
                    <a:pt x="4216" y="4502"/>
                    <a:pt x="4740" y="3978"/>
                    <a:pt x="5193" y="3430"/>
                  </a:cubicBezTo>
                  <a:cubicBezTo>
                    <a:pt x="5288" y="3311"/>
                    <a:pt x="5288" y="3144"/>
                    <a:pt x="5193" y="3049"/>
                  </a:cubicBezTo>
                  <a:cubicBezTo>
                    <a:pt x="4740" y="2477"/>
                    <a:pt x="4216" y="1977"/>
                    <a:pt x="3668" y="1525"/>
                  </a:cubicBezTo>
                  <a:cubicBezTo>
                    <a:pt x="3144" y="1096"/>
                    <a:pt x="2597" y="763"/>
                    <a:pt x="2001" y="477"/>
                  </a:cubicBezTo>
                  <a:cubicBezTo>
                    <a:pt x="1390" y="183"/>
                    <a:pt x="758" y="39"/>
                    <a:pt x="103" y="5"/>
                  </a:cubicBezTo>
                  <a:close/>
                  <a:moveTo>
                    <a:pt x="127" y="6472"/>
                  </a:moveTo>
                  <a:cubicBezTo>
                    <a:pt x="85" y="6475"/>
                    <a:pt x="43" y="6477"/>
                    <a:pt x="1" y="6478"/>
                  </a:cubicBezTo>
                  <a:cubicBezTo>
                    <a:pt x="43" y="6477"/>
                    <a:pt x="86" y="6475"/>
                    <a:pt x="128" y="64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2"/>
          <p:cNvGrpSpPr/>
          <p:nvPr/>
        </p:nvGrpSpPr>
        <p:grpSpPr>
          <a:xfrm>
            <a:off x="3307830" y="2327420"/>
            <a:ext cx="295224" cy="349642"/>
            <a:chOff x="2814250" y="2792900"/>
            <a:chExt cx="226225" cy="267925"/>
          </a:xfrm>
        </p:grpSpPr>
        <p:sp>
          <p:nvSpPr>
            <p:cNvPr id="9773" name="Google Shape;9773;p72"/>
            <p:cNvSpPr/>
            <p:nvPr/>
          </p:nvSpPr>
          <p:spPr>
            <a:xfrm>
              <a:off x="2927375" y="2792900"/>
              <a:ext cx="67300" cy="80625"/>
            </a:xfrm>
            <a:custGeom>
              <a:rect b="b" l="l" r="r" t="t"/>
              <a:pathLst>
                <a:path extrusionOk="0" h="3225" w="2692">
                  <a:moveTo>
                    <a:pt x="2096" y="0"/>
                  </a:moveTo>
                  <a:lnTo>
                    <a:pt x="0" y="2501"/>
                  </a:lnTo>
                  <a:lnTo>
                    <a:pt x="1191" y="3191"/>
                  </a:lnTo>
                  <a:cubicBezTo>
                    <a:pt x="1242" y="3213"/>
                    <a:pt x="1296" y="3224"/>
                    <a:pt x="1348" y="3224"/>
                  </a:cubicBezTo>
                  <a:cubicBezTo>
                    <a:pt x="1464" y="3224"/>
                    <a:pt x="1570" y="3171"/>
                    <a:pt x="1619" y="3072"/>
                  </a:cubicBezTo>
                  <a:lnTo>
                    <a:pt x="2643" y="1405"/>
                  </a:lnTo>
                  <a:cubicBezTo>
                    <a:pt x="2691" y="1310"/>
                    <a:pt x="2691" y="1191"/>
                    <a:pt x="2643" y="1096"/>
                  </a:cubicBez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2"/>
            <p:cNvSpPr/>
            <p:nvPr/>
          </p:nvSpPr>
          <p:spPr>
            <a:xfrm>
              <a:off x="2860075" y="2792900"/>
              <a:ext cx="67325" cy="80625"/>
            </a:xfrm>
            <a:custGeom>
              <a:rect b="b" l="l" r="r" t="t"/>
              <a:pathLst>
                <a:path extrusionOk="0" h="3225" w="2693">
                  <a:moveTo>
                    <a:pt x="596" y="0"/>
                  </a:moveTo>
                  <a:lnTo>
                    <a:pt x="49" y="1096"/>
                  </a:lnTo>
                  <a:cubicBezTo>
                    <a:pt x="1" y="1191"/>
                    <a:pt x="1" y="1310"/>
                    <a:pt x="49" y="1405"/>
                  </a:cubicBezTo>
                  <a:lnTo>
                    <a:pt x="1073" y="3072"/>
                  </a:lnTo>
                  <a:cubicBezTo>
                    <a:pt x="1122" y="3171"/>
                    <a:pt x="1228" y="3224"/>
                    <a:pt x="1344" y="3224"/>
                  </a:cubicBezTo>
                  <a:cubicBezTo>
                    <a:pt x="1396" y="3224"/>
                    <a:pt x="1450" y="3213"/>
                    <a:pt x="1501" y="3191"/>
                  </a:cubicBezTo>
                  <a:lnTo>
                    <a:pt x="2692" y="2501"/>
                  </a:lnTo>
                  <a:lnTo>
                    <a:pt x="5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2"/>
            <p:cNvSpPr/>
            <p:nvPr/>
          </p:nvSpPr>
          <p:spPr>
            <a:xfrm>
              <a:off x="2895225" y="2792900"/>
              <a:ext cx="64325" cy="38125"/>
            </a:xfrm>
            <a:custGeom>
              <a:rect b="b" l="l" r="r" t="t"/>
              <a:pathLst>
                <a:path extrusionOk="0" h="1525" w="2573">
                  <a:moveTo>
                    <a:pt x="0" y="0"/>
                  </a:moveTo>
                  <a:lnTo>
                    <a:pt x="1286" y="1524"/>
                  </a:lnTo>
                  <a:lnTo>
                    <a:pt x="2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2"/>
            <p:cNvSpPr/>
            <p:nvPr/>
          </p:nvSpPr>
          <p:spPr>
            <a:xfrm>
              <a:off x="2916050" y="2873275"/>
              <a:ext cx="22650" cy="13700"/>
            </a:xfrm>
            <a:custGeom>
              <a:rect b="b" l="l" r="r" t="t"/>
              <a:pathLst>
                <a:path extrusionOk="0" h="548" w="906">
                  <a:moveTo>
                    <a:pt x="453" y="0"/>
                  </a:moveTo>
                  <a:lnTo>
                    <a:pt x="1" y="262"/>
                  </a:lnTo>
                  <a:lnTo>
                    <a:pt x="120" y="548"/>
                  </a:lnTo>
                  <a:lnTo>
                    <a:pt x="786" y="548"/>
                  </a:lnTo>
                  <a:lnTo>
                    <a:pt x="906" y="262"/>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2"/>
            <p:cNvSpPr/>
            <p:nvPr/>
          </p:nvSpPr>
          <p:spPr>
            <a:xfrm>
              <a:off x="2904150" y="2903025"/>
              <a:ext cx="46450" cy="137550"/>
            </a:xfrm>
            <a:custGeom>
              <a:rect b="b" l="l" r="r" t="t"/>
              <a:pathLst>
                <a:path extrusionOk="0" h="5502" w="1858">
                  <a:moveTo>
                    <a:pt x="667" y="1"/>
                  </a:moveTo>
                  <a:lnTo>
                    <a:pt x="0" y="4406"/>
                  </a:lnTo>
                  <a:lnTo>
                    <a:pt x="929" y="5502"/>
                  </a:lnTo>
                  <a:lnTo>
                    <a:pt x="1858" y="4406"/>
                  </a:lnTo>
                  <a:lnTo>
                    <a:pt x="1596" y="2716"/>
                  </a:lnTo>
                  <a:lnTo>
                    <a:pt x="1358" y="2716"/>
                  </a:lnTo>
                  <a:cubicBezTo>
                    <a:pt x="977" y="2668"/>
                    <a:pt x="977" y="2120"/>
                    <a:pt x="1358" y="2096"/>
                  </a:cubicBezTo>
                  <a:lnTo>
                    <a:pt x="1358" y="2073"/>
                  </a:lnTo>
                  <a:lnTo>
                    <a:pt x="1501" y="2073"/>
                  </a:lnTo>
                  <a:lnTo>
                    <a:pt x="1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2"/>
            <p:cNvSpPr/>
            <p:nvPr/>
          </p:nvSpPr>
          <p:spPr>
            <a:xfrm>
              <a:off x="2814250" y="2824375"/>
              <a:ext cx="113150" cy="235850"/>
            </a:xfrm>
            <a:custGeom>
              <a:rect b="b" l="l" r="r" t="t"/>
              <a:pathLst>
                <a:path extrusionOk="0" h="9434" w="4526">
                  <a:moveTo>
                    <a:pt x="292" y="1"/>
                  </a:moveTo>
                  <a:cubicBezTo>
                    <a:pt x="123" y="1"/>
                    <a:pt x="2" y="135"/>
                    <a:pt x="24" y="289"/>
                  </a:cubicBezTo>
                  <a:lnTo>
                    <a:pt x="24" y="9124"/>
                  </a:lnTo>
                  <a:cubicBezTo>
                    <a:pt x="0" y="9291"/>
                    <a:pt x="143" y="9434"/>
                    <a:pt x="334" y="9434"/>
                  </a:cubicBezTo>
                  <a:lnTo>
                    <a:pt x="4525" y="9434"/>
                  </a:lnTo>
                  <a:cubicBezTo>
                    <a:pt x="4438" y="9434"/>
                    <a:pt x="4351" y="9394"/>
                    <a:pt x="4282" y="9332"/>
                  </a:cubicBezTo>
                  <a:lnTo>
                    <a:pt x="4282" y="9332"/>
                  </a:lnTo>
                  <a:lnTo>
                    <a:pt x="3025" y="7838"/>
                  </a:lnTo>
                  <a:cubicBezTo>
                    <a:pt x="2977" y="7767"/>
                    <a:pt x="2953" y="7672"/>
                    <a:pt x="2953" y="7576"/>
                  </a:cubicBezTo>
                  <a:lnTo>
                    <a:pt x="3668" y="2861"/>
                  </a:lnTo>
                  <a:lnTo>
                    <a:pt x="3525" y="2528"/>
                  </a:lnTo>
                  <a:cubicBezTo>
                    <a:pt x="3406" y="2575"/>
                    <a:pt x="3287" y="2599"/>
                    <a:pt x="3168" y="2599"/>
                  </a:cubicBezTo>
                  <a:cubicBezTo>
                    <a:pt x="2834" y="2599"/>
                    <a:pt x="2525" y="2432"/>
                    <a:pt x="2358" y="2147"/>
                  </a:cubicBezTo>
                  <a:lnTo>
                    <a:pt x="1358" y="456"/>
                  </a:lnTo>
                  <a:cubicBezTo>
                    <a:pt x="1262" y="313"/>
                    <a:pt x="1215" y="146"/>
                    <a:pt x="1215" y="3"/>
                  </a:cubicBezTo>
                  <a:lnTo>
                    <a:pt x="334" y="3"/>
                  </a:lnTo>
                  <a:cubicBezTo>
                    <a:pt x="320" y="2"/>
                    <a:pt x="306"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2"/>
            <p:cNvSpPr/>
            <p:nvPr/>
          </p:nvSpPr>
          <p:spPr>
            <a:xfrm>
              <a:off x="2927375" y="2824375"/>
              <a:ext cx="113100" cy="236450"/>
            </a:xfrm>
            <a:custGeom>
              <a:rect b="b" l="l" r="r" t="t"/>
              <a:pathLst>
                <a:path extrusionOk="0" h="9458" w="4524">
                  <a:moveTo>
                    <a:pt x="4228" y="1"/>
                  </a:moveTo>
                  <a:cubicBezTo>
                    <a:pt x="4216" y="1"/>
                    <a:pt x="4204" y="2"/>
                    <a:pt x="4191" y="3"/>
                  </a:cubicBezTo>
                  <a:lnTo>
                    <a:pt x="3286" y="3"/>
                  </a:lnTo>
                  <a:cubicBezTo>
                    <a:pt x="3286" y="146"/>
                    <a:pt x="3239" y="313"/>
                    <a:pt x="3167" y="456"/>
                  </a:cubicBezTo>
                  <a:lnTo>
                    <a:pt x="2167" y="2170"/>
                  </a:lnTo>
                  <a:cubicBezTo>
                    <a:pt x="2000" y="2432"/>
                    <a:pt x="1691" y="2623"/>
                    <a:pt x="1357" y="2623"/>
                  </a:cubicBezTo>
                  <a:cubicBezTo>
                    <a:pt x="1238" y="2623"/>
                    <a:pt x="1119" y="2599"/>
                    <a:pt x="1000" y="2551"/>
                  </a:cubicBezTo>
                  <a:lnTo>
                    <a:pt x="857" y="2885"/>
                  </a:lnTo>
                  <a:lnTo>
                    <a:pt x="1215" y="5242"/>
                  </a:lnTo>
                  <a:lnTo>
                    <a:pt x="1691" y="5242"/>
                  </a:lnTo>
                  <a:cubicBezTo>
                    <a:pt x="1705" y="5241"/>
                    <a:pt x="1720" y="5240"/>
                    <a:pt x="1733" y="5240"/>
                  </a:cubicBezTo>
                  <a:cubicBezTo>
                    <a:pt x="2129" y="5240"/>
                    <a:pt x="2129" y="5864"/>
                    <a:pt x="1733" y="5864"/>
                  </a:cubicBezTo>
                  <a:cubicBezTo>
                    <a:pt x="1720" y="5864"/>
                    <a:pt x="1705" y="5863"/>
                    <a:pt x="1691" y="5862"/>
                  </a:cubicBezTo>
                  <a:lnTo>
                    <a:pt x="1310" y="5862"/>
                  </a:lnTo>
                  <a:lnTo>
                    <a:pt x="1572" y="7600"/>
                  </a:lnTo>
                  <a:cubicBezTo>
                    <a:pt x="1596" y="7695"/>
                    <a:pt x="1548" y="7767"/>
                    <a:pt x="1500" y="7838"/>
                  </a:cubicBezTo>
                  <a:lnTo>
                    <a:pt x="238" y="9362"/>
                  </a:lnTo>
                  <a:cubicBezTo>
                    <a:pt x="191" y="9434"/>
                    <a:pt x="95" y="9458"/>
                    <a:pt x="0" y="9458"/>
                  </a:cubicBezTo>
                  <a:lnTo>
                    <a:pt x="4191" y="9458"/>
                  </a:lnTo>
                  <a:cubicBezTo>
                    <a:pt x="4358" y="9458"/>
                    <a:pt x="4501" y="9315"/>
                    <a:pt x="4501" y="9148"/>
                  </a:cubicBezTo>
                  <a:lnTo>
                    <a:pt x="4501" y="313"/>
                  </a:lnTo>
                  <a:cubicBezTo>
                    <a:pt x="4523" y="136"/>
                    <a:pt x="4382"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72"/>
          <p:cNvGrpSpPr/>
          <p:nvPr/>
        </p:nvGrpSpPr>
        <p:grpSpPr>
          <a:xfrm>
            <a:off x="2524667" y="2327225"/>
            <a:ext cx="349642" cy="349838"/>
            <a:chOff x="2214125" y="2792750"/>
            <a:chExt cx="267925" cy="268075"/>
          </a:xfrm>
        </p:grpSpPr>
        <p:sp>
          <p:nvSpPr>
            <p:cNvPr id="9781" name="Google Shape;9781;p72"/>
            <p:cNvSpPr/>
            <p:nvPr/>
          </p:nvSpPr>
          <p:spPr>
            <a:xfrm>
              <a:off x="2214125" y="2792750"/>
              <a:ext cx="267925" cy="268075"/>
            </a:xfrm>
            <a:custGeom>
              <a:rect b="b" l="l" r="r" t="t"/>
              <a:pathLst>
                <a:path extrusionOk="0" h="10723" w="10717">
                  <a:moveTo>
                    <a:pt x="5370" y="0"/>
                  </a:moveTo>
                  <a:cubicBezTo>
                    <a:pt x="5275" y="0"/>
                    <a:pt x="5180" y="42"/>
                    <a:pt x="5120" y="125"/>
                  </a:cubicBezTo>
                  <a:lnTo>
                    <a:pt x="3858" y="1816"/>
                  </a:lnTo>
                  <a:cubicBezTo>
                    <a:pt x="3692" y="2007"/>
                    <a:pt x="3858" y="2316"/>
                    <a:pt x="4120" y="2316"/>
                  </a:cubicBezTo>
                  <a:lnTo>
                    <a:pt x="4430" y="2316"/>
                  </a:lnTo>
                  <a:lnTo>
                    <a:pt x="4430" y="3054"/>
                  </a:lnTo>
                  <a:cubicBezTo>
                    <a:pt x="3811" y="2626"/>
                    <a:pt x="3096" y="2388"/>
                    <a:pt x="2334" y="2316"/>
                  </a:cubicBezTo>
                  <a:lnTo>
                    <a:pt x="2334" y="2007"/>
                  </a:lnTo>
                  <a:cubicBezTo>
                    <a:pt x="2351" y="1817"/>
                    <a:pt x="2194" y="1678"/>
                    <a:pt x="2025" y="1678"/>
                  </a:cubicBezTo>
                  <a:cubicBezTo>
                    <a:pt x="1960" y="1678"/>
                    <a:pt x="1893" y="1698"/>
                    <a:pt x="1834" y="1745"/>
                  </a:cubicBezTo>
                  <a:lnTo>
                    <a:pt x="167" y="3007"/>
                  </a:lnTo>
                  <a:cubicBezTo>
                    <a:pt x="0" y="3126"/>
                    <a:pt x="0" y="3388"/>
                    <a:pt x="167" y="3507"/>
                  </a:cubicBezTo>
                  <a:lnTo>
                    <a:pt x="1834" y="4769"/>
                  </a:lnTo>
                  <a:cubicBezTo>
                    <a:pt x="1886" y="4808"/>
                    <a:pt x="1953" y="4826"/>
                    <a:pt x="2019" y="4826"/>
                  </a:cubicBezTo>
                  <a:cubicBezTo>
                    <a:pt x="2072" y="4826"/>
                    <a:pt x="2125" y="4814"/>
                    <a:pt x="2167" y="4793"/>
                  </a:cubicBezTo>
                  <a:cubicBezTo>
                    <a:pt x="2286" y="4745"/>
                    <a:pt x="2334" y="4626"/>
                    <a:pt x="2334" y="4507"/>
                  </a:cubicBezTo>
                  <a:lnTo>
                    <a:pt x="2334" y="4221"/>
                  </a:lnTo>
                  <a:cubicBezTo>
                    <a:pt x="3525" y="4364"/>
                    <a:pt x="4430" y="5388"/>
                    <a:pt x="4430" y="6603"/>
                  </a:cubicBezTo>
                  <a:lnTo>
                    <a:pt x="4430" y="10413"/>
                  </a:lnTo>
                  <a:cubicBezTo>
                    <a:pt x="4430" y="10580"/>
                    <a:pt x="4573" y="10723"/>
                    <a:pt x="4739" y="10723"/>
                  </a:cubicBezTo>
                  <a:lnTo>
                    <a:pt x="6002" y="10723"/>
                  </a:lnTo>
                  <a:cubicBezTo>
                    <a:pt x="6168" y="10723"/>
                    <a:pt x="6335" y="10580"/>
                    <a:pt x="6335" y="10413"/>
                  </a:cubicBezTo>
                  <a:lnTo>
                    <a:pt x="6335" y="8698"/>
                  </a:lnTo>
                  <a:cubicBezTo>
                    <a:pt x="6335" y="7484"/>
                    <a:pt x="7216" y="6460"/>
                    <a:pt x="8407" y="6317"/>
                  </a:cubicBezTo>
                  <a:lnTo>
                    <a:pt x="8407" y="6603"/>
                  </a:lnTo>
                  <a:cubicBezTo>
                    <a:pt x="8407" y="6794"/>
                    <a:pt x="8571" y="6921"/>
                    <a:pt x="8734" y="6921"/>
                  </a:cubicBezTo>
                  <a:cubicBezTo>
                    <a:pt x="8795" y="6921"/>
                    <a:pt x="8855" y="6903"/>
                    <a:pt x="8907" y="6865"/>
                  </a:cubicBezTo>
                  <a:lnTo>
                    <a:pt x="10598" y="5603"/>
                  </a:lnTo>
                  <a:cubicBezTo>
                    <a:pt x="10669" y="5531"/>
                    <a:pt x="10717" y="5460"/>
                    <a:pt x="10717" y="5341"/>
                  </a:cubicBezTo>
                  <a:cubicBezTo>
                    <a:pt x="10717" y="5245"/>
                    <a:pt x="10669" y="5150"/>
                    <a:pt x="10598" y="5102"/>
                  </a:cubicBezTo>
                  <a:lnTo>
                    <a:pt x="8907" y="3840"/>
                  </a:lnTo>
                  <a:cubicBezTo>
                    <a:pt x="8854" y="3801"/>
                    <a:pt x="8795" y="3783"/>
                    <a:pt x="8732" y="3783"/>
                  </a:cubicBezTo>
                  <a:cubicBezTo>
                    <a:pt x="8681" y="3783"/>
                    <a:pt x="8627" y="3795"/>
                    <a:pt x="8573" y="3816"/>
                  </a:cubicBezTo>
                  <a:cubicBezTo>
                    <a:pt x="8478" y="3864"/>
                    <a:pt x="8407" y="3983"/>
                    <a:pt x="8407" y="4102"/>
                  </a:cubicBezTo>
                  <a:lnTo>
                    <a:pt x="8407" y="4412"/>
                  </a:lnTo>
                  <a:cubicBezTo>
                    <a:pt x="7669" y="4483"/>
                    <a:pt x="6954" y="4721"/>
                    <a:pt x="6335" y="5150"/>
                  </a:cubicBezTo>
                  <a:lnTo>
                    <a:pt x="6335" y="2316"/>
                  </a:lnTo>
                  <a:lnTo>
                    <a:pt x="6621" y="2316"/>
                  </a:lnTo>
                  <a:cubicBezTo>
                    <a:pt x="6883" y="2316"/>
                    <a:pt x="7026" y="2007"/>
                    <a:pt x="6883" y="1816"/>
                  </a:cubicBezTo>
                  <a:lnTo>
                    <a:pt x="5620" y="125"/>
                  </a:lnTo>
                  <a:cubicBezTo>
                    <a:pt x="5561" y="42"/>
                    <a:pt x="5466" y="0"/>
                    <a:pt x="5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2"/>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2"/>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2"/>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2"/>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2"/>
            <p:cNvSpPr/>
            <p:nvPr/>
          </p:nvSpPr>
          <p:spPr>
            <a:xfrm>
              <a:off x="2249850" y="2942925"/>
              <a:ext cx="60750" cy="15500"/>
            </a:xfrm>
            <a:custGeom>
              <a:rect b="b" l="l" r="r" t="t"/>
              <a:pathLst>
                <a:path extrusionOk="0" h="620" w="2430">
                  <a:moveTo>
                    <a:pt x="381" y="0"/>
                  </a:moveTo>
                  <a:cubicBezTo>
                    <a:pt x="0" y="48"/>
                    <a:pt x="0" y="596"/>
                    <a:pt x="381" y="620"/>
                  </a:cubicBezTo>
                  <a:lnTo>
                    <a:pt x="2048" y="620"/>
                  </a:lnTo>
                  <a:cubicBezTo>
                    <a:pt x="2429" y="596"/>
                    <a:pt x="2429" y="48"/>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2"/>
            <p:cNvSpPr/>
            <p:nvPr/>
          </p:nvSpPr>
          <p:spPr>
            <a:xfrm>
              <a:off x="2223050" y="2942925"/>
              <a:ext cx="15500" cy="15500"/>
            </a:xfrm>
            <a:custGeom>
              <a:rect b="b" l="l" r="r" t="t"/>
              <a:pathLst>
                <a:path extrusionOk="0" h="620" w="620">
                  <a:moveTo>
                    <a:pt x="310" y="0"/>
                  </a:moveTo>
                  <a:cubicBezTo>
                    <a:pt x="143" y="0"/>
                    <a:pt x="0" y="143"/>
                    <a:pt x="0" y="310"/>
                  </a:cubicBezTo>
                  <a:cubicBezTo>
                    <a:pt x="0" y="477"/>
                    <a:pt x="143" y="620"/>
                    <a:pt x="310" y="620"/>
                  </a:cubicBezTo>
                  <a:cubicBezTo>
                    <a:pt x="477" y="620"/>
                    <a:pt x="620" y="477"/>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2"/>
            <p:cNvSpPr/>
            <p:nvPr/>
          </p:nvSpPr>
          <p:spPr>
            <a:xfrm>
              <a:off x="2249850" y="3005425"/>
              <a:ext cx="60750" cy="16100"/>
            </a:xfrm>
            <a:custGeom>
              <a:rect b="b" l="l" r="r" t="t"/>
              <a:pathLst>
                <a:path extrusionOk="0" h="644" w="2430">
                  <a:moveTo>
                    <a:pt x="381" y="1"/>
                  </a:moveTo>
                  <a:cubicBezTo>
                    <a:pt x="0" y="49"/>
                    <a:pt x="0" y="596"/>
                    <a:pt x="381" y="644"/>
                  </a:cubicBezTo>
                  <a:lnTo>
                    <a:pt x="2048" y="644"/>
                  </a:lnTo>
                  <a:cubicBezTo>
                    <a:pt x="2429" y="596"/>
                    <a:pt x="2429" y="49"/>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2"/>
            <p:cNvSpPr/>
            <p:nvPr/>
          </p:nvSpPr>
          <p:spPr>
            <a:xfrm>
              <a:off x="2223050" y="3006025"/>
              <a:ext cx="15500" cy="15500"/>
            </a:xfrm>
            <a:custGeom>
              <a:rect b="b" l="l" r="r" t="t"/>
              <a:pathLst>
                <a:path extrusionOk="0" h="620" w="620">
                  <a:moveTo>
                    <a:pt x="310" y="1"/>
                  </a:moveTo>
                  <a:cubicBezTo>
                    <a:pt x="143" y="1"/>
                    <a:pt x="0" y="120"/>
                    <a:pt x="0" y="310"/>
                  </a:cubicBezTo>
                  <a:cubicBezTo>
                    <a:pt x="0" y="477"/>
                    <a:pt x="143" y="620"/>
                    <a:pt x="310" y="620"/>
                  </a:cubicBezTo>
                  <a:cubicBezTo>
                    <a:pt x="477" y="620"/>
                    <a:pt x="620" y="477"/>
                    <a:pt x="620" y="310"/>
                  </a:cubicBezTo>
                  <a:cubicBezTo>
                    <a:pt x="620" y="120"/>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2"/>
            <p:cNvSpPr/>
            <p:nvPr/>
          </p:nvSpPr>
          <p:spPr>
            <a:xfrm>
              <a:off x="2249850" y="3037000"/>
              <a:ext cx="60750" cy="16100"/>
            </a:xfrm>
            <a:custGeom>
              <a:rect b="b" l="l" r="r" t="t"/>
              <a:pathLst>
                <a:path extrusionOk="0" h="644" w="2430">
                  <a:moveTo>
                    <a:pt x="381" y="0"/>
                  </a:moveTo>
                  <a:cubicBezTo>
                    <a:pt x="0" y="48"/>
                    <a:pt x="0" y="595"/>
                    <a:pt x="381" y="643"/>
                  </a:cubicBezTo>
                  <a:lnTo>
                    <a:pt x="2048" y="643"/>
                  </a:lnTo>
                  <a:cubicBezTo>
                    <a:pt x="2429" y="595"/>
                    <a:pt x="2429" y="48"/>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2"/>
            <p:cNvSpPr/>
            <p:nvPr/>
          </p:nvSpPr>
          <p:spPr>
            <a:xfrm>
              <a:off x="2223050" y="3037000"/>
              <a:ext cx="15500" cy="16100"/>
            </a:xfrm>
            <a:custGeom>
              <a:rect b="b" l="l" r="r" t="t"/>
              <a:pathLst>
                <a:path extrusionOk="0" h="644" w="620">
                  <a:moveTo>
                    <a:pt x="310" y="0"/>
                  </a:moveTo>
                  <a:cubicBezTo>
                    <a:pt x="143" y="0"/>
                    <a:pt x="0" y="143"/>
                    <a:pt x="0" y="310"/>
                  </a:cubicBezTo>
                  <a:cubicBezTo>
                    <a:pt x="0" y="500"/>
                    <a:pt x="143" y="643"/>
                    <a:pt x="310" y="643"/>
                  </a:cubicBezTo>
                  <a:cubicBezTo>
                    <a:pt x="477" y="643"/>
                    <a:pt x="620" y="500"/>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2"/>
          <p:cNvGrpSpPr/>
          <p:nvPr/>
        </p:nvGrpSpPr>
        <p:grpSpPr>
          <a:xfrm>
            <a:off x="1766364" y="2327420"/>
            <a:ext cx="352774" cy="349642"/>
            <a:chOff x="1633050" y="2792900"/>
            <a:chExt cx="270325" cy="267925"/>
          </a:xfrm>
        </p:grpSpPr>
        <p:sp>
          <p:nvSpPr>
            <p:cNvPr id="9793" name="Google Shape;9793;p72"/>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2"/>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2"/>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2"/>
          <p:cNvGrpSpPr/>
          <p:nvPr/>
        </p:nvGrpSpPr>
        <p:grpSpPr>
          <a:xfrm>
            <a:off x="997165" y="2327355"/>
            <a:ext cx="366770" cy="349512"/>
            <a:chOff x="1043625" y="2792850"/>
            <a:chExt cx="281050" cy="267825"/>
          </a:xfrm>
        </p:grpSpPr>
        <p:sp>
          <p:nvSpPr>
            <p:cNvPr id="9797" name="Google Shape;9797;p7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2"/>
          <p:cNvGrpSpPr/>
          <p:nvPr/>
        </p:nvGrpSpPr>
        <p:grpSpPr>
          <a:xfrm>
            <a:off x="980232" y="2886026"/>
            <a:ext cx="372839" cy="351045"/>
            <a:chOff x="1030650" y="3220950"/>
            <a:chExt cx="285700" cy="269000"/>
          </a:xfrm>
        </p:grpSpPr>
        <p:sp>
          <p:nvSpPr>
            <p:cNvPr id="9802" name="Google Shape;9802;p72"/>
            <p:cNvSpPr/>
            <p:nvPr/>
          </p:nvSpPr>
          <p:spPr>
            <a:xfrm>
              <a:off x="1268100" y="3440050"/>
              <a:ext cx="6575" cy="16100"/>
            </a:xfrm>
            <a:custGeom>
              <a:rect b="b" l="l" r="r" t="t"/>
              <a:pathLst>
                <a:path extrusionOk="0" h="644" w="263">
                  <a:moveTo>
                    <a:pt x="0" y="0"/>
                  </a:moveTo>
                  <a:lnTo>
                    <a:pt x="0" y="643"/>
                  </a:lnTo>
                  <a:cubicBezTo>
                    <a:pt x="119" y="596"/>
                    <a:pt x="214" y="477"/>
                    <a:pt x="238" y="358"/>
                  </a:cubicBezTo>
                  <a:cubicBezTo>
                    <a:pt x="262" y="191"/>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2"/>
            <p:cNvSpPr/>
            <p:nvPr/>
          </p:nvSpPr>
          <p:spPr>
            <a:xfrm>
              <a:off x="1194850" y="3384675"/>
              <a:ext cx="121500" cy="104050"/>
            </a:xfrm>
            <a:custGeom>
              <a:rect b="b" l="l" r="r" t="t"/>
              <a:pathLst>
                <a:path extrusionOk="0" h="4162" w="4860">
                  <a:moveTo>
                    <a:pt x="2763" y="667"/>
                  </a:moveTo>
                  <a:cubicBezTo>
                    <a:pt x="2859" y="667"/>
                    <a:pt x="2930" y="739"/>
                    <a:pt x="2930" y="834"/>
                  </a:cubicBezTo>
                  <a:lnTo>
                    <a:pt x="2930" y="929"/>
                  </a:lnTo>
                  <a:cubicBezTo>
                    <a:pt x="3073" y="953"/>
                    <a:pt x="3192" y="1025"/>
                    <a:pt x="3287" y="1120"/>
                  </a:cubicBezTo>
                  <a:cubicBezTo>
                    <a:pt x="3359" y="1191"/>
                    <a:pt x="3335" y="1287"/>
                    <a:pt x="3287" y="1334"/>
                  </a:cubicBezTo>
                  <a:cubicBezTo>
                    <a:pt x="3252" y="1370"/>
                    <a:pt x="3210" y="1388"/>
                    <a:pt x="3168" y="1388"/>
                  </a:cubicBezTo>
                  <a:cubicBezTo>
                    <a:pt x="3127" y="1388"/>
                    <a:pt x="3085" y="1370"/>
                    <a:pt x="3049" y="1334"/>
                  </a:cubicBezTo>
                  <a:cubicBezTo>
                    <a:pt x="3025" y="1310"/>
                    <a:pt x="2978" y="1287"/>
                    <a:pt x="2930" y="1263"/>
                  </a:cubicBezTo>
                  <a:lnTo>
                    <a:pt x="2930" y="1906"/>
                  </a:lnTo>
                  <a:lnTo>
                    <a:pt x="3049" y="1930"/>
                  </a:lnTo>
                  <a:cubicBezTo>
                    <a:pt x="3335" y="2025"/>
                    <a:pt x="3502" y="2311"/>
                    <a:pt x="3454" y="2620"/>
                  </a:cubicBezTo>
                  <a:cubicBezTo>
                    <a:pt x="3406" y="2906"/>
                    <a:pt x="3216" y="3120"/>
                    <a:pt x="2930" y="3192"/>
                  </a:cubicBezTo>
                  <a:lnTo>
                    <a:pt x="2930" y="3335"/>
                  </a:lnTo>
                  <a:cubicBezTo>
                    <a:pt x="2930" y="3442"/>
                    <a:pt x="2853" y="3495"/>
                    <a:pt x="2775" y="3495"/>
                  </a:cubicBezTo>
                  <a:cubicBezTo>
                    <a:pt x="2698" y="3495"/>
                    <a:pt x="2620" y="3442"/>
                    <a:pt x="2620" y="3335"/>
                  </a:cubicBezTo>
                  <a:lnTo>
                    <a:pt x="2620" y="3216"/>
                  </a:lnTo>
                  <a:cubicBezTo>
                    <a:pt x="2454" y="3192"/>
                    <a:pt x="2311" y="3144"/>
                    <a:pt x="2168" y="3049"/>
                  </a:cubicBezTo>
                  <a:cubicBezTo>
                    <a:pt x="1997" y="2954"/>
                    <a:pt x="2098" y="2739"/>
                    <a:pt x="2231" y="2739"/>
                  </a:cubicBezTo>
                  <a:cubicBezTo>
                    <a:pt x="2265" y="2739"/>
                    <a:pt x="2301" y="2753"/>
                    <a:pt x="2335" y="2787"/>
                  </a:cubicBezTo>
                  <a:cubicBezTo>
                    <a:pt x="2430" y="2835"/>
                    <a:pt x="2525" y="2882"/>
                    <a:pt x="2620" y="2882"/>
                  </a:cubicBezTo>
                  <a:lnTo>
                    <a:pt x="2620" y="2096"/>
                  </a:lnTo>
                  <a:cubicBezTo>
                    <a:pt x="2525" y="2049"/>
                    <a:pt x="2430" y="2001"/>
                    <a:pt x="2335" y="1930"/>
                  </a:cubicBezTo>
                  <a:cubicBezTo>
                    <a:pt x="2192" y="1811"/>
                    <a:pt x="2120" y="1620"/>
                    <a:pt x="2168" y="1429"/>
                  </a:cubicBezTo>
                  <a:cubicBezTo>
                    <a:pt x="2216" y="1215"/>
                    <a:pt x="2359" y="1025"/>
                    <a:pt x="2573" y="977"/>
                  </a:cubicBezTo>
                  <a:lnTo>
                    <a:pt x="2620" y="953"/>
                  </a:lnTo>
                  <a:lnTo>
                    <a:pt x="2620" y="834"/>
                  </a:lnTo>
                  <a:cubicBezTo>
                    <a:pt x="2620" y="739"/>
                    <a:pt x="2692" y="667"/>
                    <a:pt x="2763" y="667"/>
                  </a:cubicBezTo>
                  <a:close/>
                  <a:moveTo>
                    <a:pt x="2787" y="1"/>
                  </a:moveTo>
                  <a:cubicBezTo>
                    <a:pt x="930" y="1"/>
                    <a:pt x="1" y="2239"/>
                    <a:pt x="1311" y="3549"/>
                  </a:cubicBezTo>
                  <a:cubicBezTo>
                    <a:pt x="1734" y="3972"/>
                    <a:pt x="2254" y="4162"/>
                    <a:pt x="2764" y="4162"/>
                  </a:cubicBezTo>
                  <a:cubicBezTo>
                    <a:pt x="3833" y="4162"/>
                    <a:pt x="4859" y="3330"/>
                    <a:pt x="4859" y="2072"/>
                  </a:cubicBezTo>
                  <a:cubicBezTo>
                    <a:pt x="4859"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2"/>
            <p:cNvSpPr/>
            <p:nvPr/>
          </p:nvSpPr>
          <p:spPr>
            <a:xfrm>
              <a:off x="1256175" y="3416825"/>
              <a:ext cx="4200" cy="11350"/>
            </a:xfrm>
            <a:custGeom>
              <a:rect b="b" l="l" r="r" t="t"/>
              <a:pathLst>
                <a:path extrusionOk="0" h="454" w="168">
                  <a:moveTo>
                    <a:pt x="167" y="1"/>
                  </a:moveTo>
                  <a:cubicBezTo>
                    <a:pt x="96" y="24"/>
                    <a:pt x="48" y="120"/>
                    <a:pt x="25" y="191"/>
                  </a:cubicBezTo>
                  <a:cubicBezTo>
                    <a:pt x="1" y="263"/>
                    <a:pt x="25" y="334"/>
                    <a:pt x="72" y="382"/>
                  </a:cubicBezTo>
                  <a:cubicBezTo>
                    <a:pt x="96" y="405"/>
                    <a:pt x="144" y="429"/>
                    <a:pt x="167" y="453"/>
                  </a:cubicBezTo>
                  <a:lnTo>
                    <a:pt x="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2"/>
            <p:cNvSpPr/>
            <p:nvPr/>
          </p:nvSpPr>
          <p:spPr>
            <a:xfrm>
              <a:off x="1030650" y="3220950"/>
              <a:ext cx="243425" cy="269000"/>
            </a:xfrm>
            <a:custGeom>
              <a:rect b="b" l="l" r="r" t="t"/>
              <a:pathLst>
                <a:path extrusionOk="0" h="10760" w="9737">
                  <a:moveTo>
                    <a:pt x="5500" y="641"/>
                  </a:moveTo>
                  <a:cubicBezTo>
                    <a:pt x="5515" y="641"/>
                    <a:pt x="5529" y="642"/>
                    <a:pt x="5545" y="644"/>
                  </a:cubicBezTo>
                  <a:cubicBezTo>
                    <a:pt x="5926" y="667"/>
                    <a:pt x="5926" y="1215"/>
                    <a:pt x="5545" y="1263"/>
                  </a:cubicBezTo>
                  <a:cubicBezTo>
                    <a:pt x="5529" y="1264"/>
                    <a:pt x="5515" y="1265"/>
                    <a:pt x="5500" y="1265"/>
                  </a:cubicBezTo>
                  <a:cubicBezTo>
                    <a:pt x="5083" y="1265"/>
                    <a:pt x="5083" y="641"/>
                    <a:pt x="5500" y="641"/>
                  </a:cubicBezTo>
                  <a:close/>
                  <a:moveTo>
                    <a:pt x="5500" y="3190"/>
                  </a:moveTo>
                  <a:cubicBezTo>
                    <a:pt x="5515" y="3190"/>
                    <a:pt x="5529" y="3190"/>
                    <a:pt x="5545" y="3192"/>
                  </a:cubicBezTo>
                  <a:cubicBezTo>
                    <a:pt x="5926" y="3216"/>
                    <a:pt x="5926" y="3787"/>
                    <a:pt x="5545" y="3811"/>
                  </a:cubicBezTo>
                  <a:cubicBezTo>
                    <a:pt x="5529" y="3813"/>
                    <a:pt x="5515" y="3813"/>
                    <a:pt x="5500" y="3813"/>
                  </a:cubicBezTo>
                  <a:cubicBezTo>
                    <a:pt x="5083" y="3813"/>
                    <a:pt x="5083" y="3190"/>
                    <a:pt x="5500" y="3190"/>
                  </a:cubicBezTo>
                  <a:close/>
                  <a:moveTo>
                    <a:pt x="3957" y="3601"/>
                  </a:moveTo>
                  <a:cubicBezTo>
                    <a:pt x="4148" y="3601"/>
                    <a:pt x="4315" y="3794"/>
                    <a:pt x="4259" y="4001"/>
                  </a:cubicBezTo>
                  <a:cubicBezTo>
                    <a:pt x="4219" y="4148"/>
                    <a:pt x="4090" y="4227"/>
                    <a:pt x="3959" y="4227"/>
                  </a:cubicBezTo>
                  <a:cubicBezTo>
                    <a:pt x="3855" y="4227"/>
                    <a:pt x="3750" y="4178"/>
                    <a:pt x="3687" y="4073"/>
                  </a:cubicBezTo>
                  <a:cubicBezTo>
                    <a:pt x="3616" y="3930"/>
                    <a:pt x="3664" y="3740"/>
                    <a:pt x="3806" y="3644"/>
                  </a:cubicBezTo>
                  <a:cubicBezTo>
                    <a:pt x="3856" y="3615"/>
                    <a:pt x="3907" y="3601"/>
                    <a:pt x="3957" y="3601"/>
                  </a:cubicBezTo>
                  <a:close/>
                  <a:moveTo>
                    <a:pt x="7102" y="3609"/>
                  </a:moveTo>
                  <a:cubicBezTo>
                    <a:pt x="7233" y="3609"/>
                    <a:pt x="7362" y="3688"/>
                    <a:pt x="7402" y="3835"/>
                  </a:cubicBezTo>
                  <a:cubicBezTo>
                    <a:pt x="7458" y="4058"/>
                    <a:pt x="7296" y="4237"/>
                    <a:pt x="7109" y="4237"/>
                  </a:cubicBezTo>
                  <a:cubicBezTo>
                    <a:pt x="7057" y="4237"/>
                    <a:pt x="7002" y="4223"/>
                    <a:pt x="6950" y="4192"/>
                  </a:cubicBezTo>
                  <a:cubicBezTo>
                    <a:pt x="6783" y="4121"/>
                    <a:pt x="6736" y="3906"/>
                    <a:pt x="6831" y="3763"/>
                  </a:cubicBezTo>
                  <a:cubicBezTo>
                    <a:pt x="6894" y="3658"/>
                    <a:pt x="6999" y="3609"/>
                    <a:pt x="7102" y="3609"/>
                  </a:cubicBezTo>
                  <a:close/>
                  <a:moveTo>
                    <a:pt x="2812" y="4765"/>
                  </a:moveTo>
                  <a:cubicBezTo>
                    <a:pt x="2865" y="4765"/>
                    <a:pt x="2920" y="4780"/>
                    <a:pt x="2973" y="4811"/>
                  </a:cubicBezTo>
                  <a:cubicBezTo>
                    <a:pt x="3116" y="4883"/>
                    <a:pt x="3187" y="5073"/>
                    <a:pt x="3092" y="5240"/>
                  </a:cubicBezTo>
                  <a:cubicBezTo>
                    <a:pt x="3030" y="5343"/>
                    <a:pt x="2928" y="5392"/>
                    <a:pt x="2827" y="5392"/>
                  </a:cubicBezTo>
                  <a:cubicBezTo>
                    <a:pt x="2694" y="5392"/>
                    <a:pt x="2561" y="5307"/>
                    <a:pt x="2520" y="5145"/>
                  </a:cubicBezTo>
                  <a:cubicBezTo>
                    <a:pt x="2465" y="4941"/>
                    <a:pt x="2626" y="4765"/>
                    <a:pt x="2812" y="4765"/>
                  </a:cubicBezTo>
                  <a:close/>
                  <a:moveTo>
                    <a:pt x="8264" y="4756"/>
                  </a:moveTo>
                  <a:cubicBezTo>
                    <a:pt x="8454" y="4756"/>
                    <a:pt x="8624" y="4943"/>
                    <a:pt x="8569" y="5145"/>
                  </a:cubicBezTo>
                  <a:cubicBezTo>
                    <a:pt x="8529" y="5307"/>
                    <a:pt x="8388" y="5392"/>
                    <a:pt x="8253" y="5392"/>
                  </a:cubicBezTo>
                  <a:cubicBezTo>
                    <a:pt x="8150" y="5392"/>
                    <a:pt x="8049" y="5343"/>
                    <a:pt x="7998" y="5240"/>
                  </a:cubicBezTo>
                  <a:cubicBezTo>
                    <a:pt x="7879" y="5073"/>
                    <a:pt x="7950" y="4883"/>
                    <a:pt x="8093" y="4811"/>
                  </a:cubicBezTo>
                  <a:cubicBezTo>
                    <a:pt x="8148" y="4773"/>
                    <a:pt x="8207" y="4756"/>
                    <a:pt x="8264" y="4756"/>
                  </a:cubicBezTo>
                  <a:close/>
                  <a:moveTo>
                    <a:pt x="2401" y="6288"/>
                  </a:moveTo>
                  <a:cubicBezTo>
                    <a:pt x="2568" y="6288"/>
                    <a:pt x="2735" y="6407"/>
                    <a:pt x="2711" y="6645"/>
                  </a:cubicBezTo>
                  <a:cubicBezTo>
                    <a:pt x="2687" y="6835"/>
                    <a:pt x="2538" y="6931"/>
                    <a:pt x="2392" y="6931"/>
                  </a:cubicBezTo>
                  <a:cubicBezTo>
                    <a:pt x="2247" y="6931"/>
                    <a:pt x="2104" y="6835"/>
                    <a:pt x="2092" y="6645"/>
                  </a:cubicBezTo>
                  <a:cubicBezTo>
                    <a:pt x="2068" y="6407"/>
                    <a:pt x="2235" y="6288"/>
                    <a:pt x="2401" y="6288"/>
                  </a:cubicBezTo>
                  <a:close/>
                  <a:moveTo>
                    <a:pt x="2809" y="7887"/>
                  </a:moveTo>
                  <a:cubicBezTo>
                    <a:pt x="3054" y="7887"/>
                    <a:pt x="3259" y="8376"/>
                    <a:pt x="2973" y="8479"/>
                  </a:cubicBezTo>
                  <a:cubicBezTo>
                    <a:pt x="2931" y="8510"/>
                    <a:pt x="2889" y="8523"/>
                    <a:pt x="2848" y="8523"/>
                  </a:cubicBezTo>
                  <a:cubicBezTo>
                    <a:pt x="2604" y="8523"/>
                    <a:pt x="2402" y="8053"/>
                    <a:pt x="2687" y="7931"/>
                  </a:cubicBezTo>
                  <a:cubicBezTo>
                    <a:pt x="2727" y="7901"/>
                    <a:pt x="2769" y="7887"/>
                    <a:pt x="2809" y="7887"/>
                  </a:cubicBezTo>
                  <a:close/>
                  <a:moveTo>
                    <a:pt x="4505" y="4524"/>
                  </a:moveTo>
                  <a:cubicBezTo>
                    <a:pt x="4614" y="4524"/>
                    <a:pt x="4712" y="4583"/>
                    <a:pt x="4759" y="4692"/>
                  </a:cubicBezTo>
                  <a:lnTo>
                    <a:pt x="5354" y="5740"/>
                  </a:lnTo>
                  <a:cubicBezTo>
                    <a:pt x="5426" y="5716"/>
                    <a:pt x="5473" y="5716"/>
                    <a:pt x="5545" y="5716"/>
                  </a:cubicBezTo>
                  <a:cubicBezTo>
                    <a:pt x="6712" y="5788"/>
                    <a:pt x="6712" y="7526"/>
                    <a:pt x="5545" y="7597"/>
                  </a:cubicBezTo>
                  <a:cubicBezTo>
                    <a:pt x="5473" y="7597"/>
                    <a:pt x="5426" y="7597"/>
                    <a:pt x="5378" y="7574"/>
                  </a:cubicBezTo>
                  <a:lnTo>
                    <a:pt x="4878" y="8455"/>
                  </a:lnTo>
                  <a:cubicBezTo>
                    <a:pt x="4807" y="8550"/>
                    <a:pt x="4711" y="8598"/>
                    <a:pt x="4592" y="8598"/>
                  </a:cubicBezTo>
                  <a:cubicBezTo>
                    <a:pt x="4545" y="8598"/>
                    <a:pt x="4497" y="8598"/>
                    <a:pt x="4449" y="8550"/>
                  </a:cubicBezTo>
                  <a:cubicBezTo>
                    <a:pt x="4283" y="8479"/>
                    <a:pt x="4235" y="8288"/>
                    <a:pt x="4330" y="8121"/>
                  </a:cubicBezTo>
                  <a:lnTo>
                    <a:pt x="4830" y="7264"/>
                  </a:lnTo>
                  <a:cubicBezTo>
                    <a:pt x="4521" y="6907"/>
                    <a:pt x="4521" y="6407"/>
                    <a:pt x="4830" y="6050"/>
                  </a:cubicBezTo>
                  <a:lnTo>
                    <a:pt x="4235" y="5002"/>
                  </a:lnTo>
                  <a:cubicBezTo>
                    <a:pt x="4140" y="4859"/>
                    <a:pt x="4187" y="4668"/>
                    <a:pt x="4330" y="4573"/>
                  </a:cubicBezTo>
                  <a:cubicBezTo>
                    <a:pt x="4388" y="4540"/>
                    <a:pt x="4448" y="4524"/>
                    <a:pt x="4505" y="4524"/>
                  </a:cubicBezTo>
                  <a:close/>
                  <a:moveTo>
                    <a:pt x="3955" y="9052"/>
                  </a:moveTo>
                  <a:cubicBezTo>
                    <a:pt x="4008" y="9052"/>
                    <a:pt x="4063" y="9066"/>
                    <a:pt x="4116" y="9098"/>
                  </a:cubicBezTo>
                  <a:cubicBezTo>
                    <a:pt x="4283" y="9169"/>
                    <a:pt x="4330" y="9360"/>
                    <a:pt x="4235" y="9526"/>
                  </a:cubicBezTo>
                  <a:cubicBezTo>
                    <a:pt x="4173" y="9629"/>
                    <a:pt x="4071" y="9679"/>
                    <a:pt x="3970" y="9679"/>
                  </a:cubicBezTo>
                  <a:cubicBezTo>
                    <a:pt x="3837" y="9679"/>
                    <a:pt x="3704" y="9593"/>
                    <a:pt x="3664" y="9431"/>
                  </a:cubicBezTo>
                  <a:cubicBezTo>
                    <a:pt x="3608" y="9227"/>
                    <a:pt x="3769" y="9052"/>
                    <a:pt x="3955" y="9052"/>
                  </a:cubicBezTo>
                  <a:close/>
                  <a:moveTo>
                    <a:pt x="5544" y="9481"/>
                  </a:moveTo>
                  <a:cubicBezTo>
                    <a:pt x="5706" y="9481"/>
                    <a:pt x="5854" y="9598"/>
                    <a:pt x="5854" y="9788"/>
                  </a:cubicBezTo>
                  <a:cubicBezTo>
                    <a:pt x="5854" y="9979"/>
                    <a:pt x="5712" y="10122"/>
                    <a:pt x="5545" y="10122"/>
                  </a:cubicBezTo>
                  <a:cubicBezTo>
                    <a:pt x="5259" y="10122"/>
                    <a:pt x="5116" y="9765"/>
                    <a:pt x="5307" y="9574"/>
                  </a:cubicBezTo>
                  <a:cubicBezTo>
                    <a:pt x="5378" y="9511"/>
                    <a:pt x="5463" y="9481"/>
                    <a:pt x="5544" y="9481"/>
                  </a:cubicBezTo>
                  <a:close/>
                  <a:moveTo>
                    <a:pt x="5545" y="1"/>
                  </a:moveTo>
                  <a:cubicBezTo>
                    <a:pt x="4473" y="1"/>
                    <a:pt x="4211" y="1477"/>
                    <a:pt x="5211" y="1834"/>
                  </a:cubicBezTo>
                  <a:lnTo>
                    <a:pt x="5211" y="2573"/>
                  </a:lnTo>
                  <a:cubicBezTo>
                    <a:pt x="4354" y="2644"/>
                    <a:pt x="3544" y="2977"/>
                    <a:pt x="2878" y="3549"/>
                  </a:cubicBezTo>
                  <a:lnTo>
                    <a:pt x="2425" y="3097"/>
                  </a:lnTo>
                  <a:lnTo>
                    <a:pt x="2520" y="3001"/>
                  </a:lnTo>
                  <a:cubicBezTo>
                    <a:pt x="2776" y="2783"/>
                    <a:pt x="2556" y="2438"/>
                    <a:pt x="2301" y="2438"/>
                  </a:cubicBezTo>
                  <a:cubicBezTo>
                    <a:pt x="2222" y="2438"/>
                    <a:pt x="2141" y="2471"/>
                    <a:pt x="2068" y="2549"/>
                  </a:cubicBezTo>
                  <a:lnTo>
                    <a:pt x="1449" y="3192"/>
                  </a:lnTo>
                  <a:cubicBezTo>
                    <a:pt x="1330" y="3311"/>
                    <a:pt x="1330" y="3501"/>
                    <a:pt x="1449" y="3620"/>
                  </a:cubicBezTo>
                  <a:cubicBezTo>
                    <a:pt x="1508" y="3680"/>
                    <a:pt x="1586" y="3710"/>
                    <a:pt x="1666" y="3710"/>
                  </a:cubicBezTo>
                  <a:cubicBezTo>
                    <a:pt x="1746" y="3710"/>
                    <a:pt x="1830" y="3680"/>
                    <a:pt x="1901" y="3620"/>
                  </a:cubicBezTo>
                  <a:lnTo>
                    <a:pt x="1973" y="3525"/>
                  </a:lnTo>
                  <a:lnTo>
                    <a:pt x="2449" y="3978"/>
                  </a:lnTo>
                  <a:cubicBezTo>
                    <a:pt x="1" y="6810"/>
                    <a:pt x="2297" y="10760"/>
                    <a:pt x="5481" y="10760"/>
                  </a:cubicBezTo>
                  <a:cubicBezTo>
                    <a:pt x="6045" y="10760"/>
                    <a:pt x="6637" y="10636"/>
                    <a:pt x="7236" y="10360"/>
                  </a:cubicBezTo>
                  <a:cubicBezTo>
                    <a:pt x="5783" y="8574"/>
                    <a:pt x="7045" y="5907"/>
                    <a:pt x="9355" y="5907"/>
                  </a:cubicBezTo>
                  <a:lnTo>
                    <a:pt x="9546" y="5907"/>
                  </a:lnTo>
                  <a:cubicBezTo>
                    <a:pt x="9427" y="5192"/>
                    <a:pt x="9117" y="4525"/>
                    <a:pt x="8641" y="3978"/>
                  </a:cubicBezTo>
                  <a:lnTo>
                    <a:pt x="9093" y="3525"/>
                  </a:lnTo>
                  <a:lnTo>
                    <a:pt x="9188" y="3620"/>
                  </a:lnTo>
                  <a:cubicBezTo>
                    <a:pt x="9236" y="3668"/>
                    <a:pt x="9308" y="3716"/>
                    <a:pt x="9403" y="3716"/>
                  </a:cubicBezTo>
                  <a:cubicBezTo>
                    <a:pt x="9474" y="3716"/>
                    <a:pt x="9570" y="3668"/>
                    <a:pt x="9617" y="3620"/>
                  </a:cubicBezTo>
                  <a:cubicBezTo>
                    <a:pt x="9736" y="3501"/>
                    <a:pt x="9736" y="3287"/>
                    <a:pt x="9617" y="3168"/>
                  </a:cubicBezTo>
                  <a:lnTo>
                    <a:pt x="8998" y="2549"/>
                  </a:lnTo>
                  <a:cubicBezTo>
                    <a:pt x="8938" y="2489"/>
                    <a:pt x="8855" y="2460"/>
                    <a:pt x="8772" y="2460"/>
                  </a:cubicBezTo>
                  <a:cubicBezTo>
                    <a:pt x="8688" y="2460"/>
                    <a:pt x="8605" y="2489"/>
                    <a:pt x="8545" y="2549"/>
                  </a:cubicBezTo>
                  <a:cubicBezTo>
                    <a:pt x="8426" y="2668"/>
                    <a:pt x="8426" y="2858"/>
                    <a:pt x="8545" y="3001"/>
                  </a:cubicBezTo>
                  <a:lnTo>
                    <a:pt x="8641" y="3097"/>
                  </a:lnTo>
                  <a:lnTo>
                    <a:pt x="8188" y="3549"/>
                  </a:lnTo>
                  <a:cubicBezTo>
                    <a:pt x="7521" y="2977"/>
                    <a:pt x="6712" y="2644"/>
                    <a:pt x="5854" y="2573"/>
                  </a:cubicBezTo>
                  <a:lnTo>
                    <a:pt x="5854" y="1834"/>
                  </a:lnTo>
                  <a:cubicBezTo>
                    <a:pt x="6855" y="1477"/>
                    <a:pt x="6593" y="1"/>
                    <a:pt x="5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2"/>
            <p:cNvSpPr/>
            <p:nvPr/>
          </p:nvSpPr>
          <p:spPr>
            <a:xfrm>
              <a:off x="1161525" y="3379325"/>
              <a:ext cx="15500" cy="15500"/>
            </a:xfrm>
            <a:custGeom>
              <a:rect b="b" l="l" r="r" t="t"/>
              <a:pathLst>
                <a:path extrusionOk="0" h="620" w="620">
                  <a:moveTo>
                    <a:pt x="310" y="0"/>
                  </a:moveTo>
                  <a:cubicBezTo>
                    <a:pt x="143" y="0"/>
                    <a:pt x="0" y="143"/>
                    <a:pt x="0" y="310"/>
                  </a:cubicBezTo>
                  <a:cubicBezTo>
                    <a:pt x="0" y="477"/>
                    <a:pt x="143" y="619"/>
                    <a:pt x="310" y="619"/>
                  </a:cubicBezTo>
                  <a:cubicBezTo>
                    <a:pt x="477" y="619"/>
                    <a:pt x="619" y="477"/>
                    <a:pt x="619" y="310"/>
                  </a:cubicBezTo>
                  <a:cubicBezTo>
                    <a:pt x="619"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2"/>
          <p:cNvGrpSpPr/>
          <p:nvPr/>
        </p:nvGrpSpPr>
        <p:grpSpPr>
          <a:xfrm>
            <a:off x="1769464" y="2886026"/>
            <a:ext cx="349675" cy="349675"/>
            <a:chOff x="1635425" y="3220950"/>
            <a:chExt cx="267950" cy="267950"/>
          </a:xfrm>
        </p:grpSpPr>
        <p:sp>
          <p:nvSpPr>
            <p:cNvPr id="9808" name="Google Shape;9808;p72"/>
            <p:cNvSpPr/>
            <p:nvPr/>
          </p:nvSpPr>
          <p:spPr>
            <a:xfrm>
              <a:off x="1734850" y="3387050"/>
              <a:ext cx="16100" cy="31600"/>
            </a:xfrm>
            <a:custGeom>
              <a:rect b="b" l="l" r="r" t="t"/>
              <a:pathLst>
                <a:path extrusionOk="0" h="1264" w="644">
                  <a:moveTo>
                    <a:pt x="1" y="1"/>
                  </a:moveTo>
                  <a:lnTo>
                    <a:pt x="1" y="1263"/>
                  </a:lnTo>
                  <a:lnTo>
                    <a:pt x="310" y="1263"/>
                  </a:lnTo>
                  <a:cubicBezTo>
                    <a:pt x="501" y="1263"/>
                    <a:pt x="644" y="1120"/>
                    <a:pt x="644" y="930"/>
                  </a:cubicBezTo>
                  <a:lnTo>
                    <a:pt x="644" y="310"/>
                  </a:lnTo>
                  <a:cubicBezTo>
                    <a:pt x="644" y="144"/>
                    <a:pt x="501"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2"/>
            <p:cNvSpPr/>
            <p:nvPr/>
          </p:nvSpPr>
          <p:spPr>
            <a:xfrm>
              <a:off x="1680075" y="3379325"/>
              <a:ext cx="39325" cy="109575"/>
            </a:xfrm>
            <a:custGeom>
              <a:rect b="b" l="l" r="r" t="t"/>
              <a:pathLst>
                <a:path extrusionOk="0" h="4383" w="1573">
                  <a:moveTo>
                    <a:pt x="1" y="0"/>
                  </a:moveTo>
                  <a:lnTo>
                    <a:pt x="1" y="4073"/>
                  </a:lnTo>
                  <a:cubicBezTo>
                    <a:pt x="1" y="4239"/>
                    <a:pt x="144" y="4382"/>
                    <a:pt x="310" y="4382"/>
                  </a:cubicBezTo>
                  <a:lnTo>
                    <a:pt x="1263" y="4382"/>
                  </a:lnTo>
                  <a:cubicBezTo>
                    <a:pt x="1430" y="4382"/>
                    <a:pt x="1572" y="4239"/>
                    <a:pt x="1572" y="4073"/>
                  </a:cubicBezTo>
                  <a:lnTo>
                    <a:pt x="1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2"/>
            <p:cNvSpPr/>
            <p:nvPr/>
          </p:nvSpPr>
          <p:spPr>
            <a:xfrm>
              <a:off x="1635425" y="3274525"/>
              <a:ext cx="83975" cy="89350"/>
            </a:xfrm>
            <a:custGeom>
              <a:rect b="b" l="l" r="r" t="t"/>
              <a:pathLst>
                <a:path extrusionOk="0" h="3574" w="3359">
                  <a:moveTo>
                    <a:pt x="1787" y="1"/>
                  </a:moveTo>
                  <a:cubicBezTo>
                    <a:pt x="786" y="1"/>
                    <a:pt x="1" y="811"/>
                    <a:pt x="1" y="1787"/>
                  </a:cubicBezTo>
                  <a:cubicBezTo>
                    <a:pt x="1" y="2763"/>
                    <a:pt x="810" y="3573"/>
                    <a:pt x="1787" y="3573"/>
                  </a:cubicBezTo>
                  <a:lnTo>
                    <a:pt x="3358" y="3573"/>
                  </a:lnTo>
                  <a:lnTo>
                    <a:pt x="3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2"/>
            <p:cNvSpPr/>
            <p:nvPr/>
          </p:nvSpPr>
          <p:spPr>
            <a:xfrm>
              <a:off x="1886675" y="3285250"/>
              <a:ext cx="16700" cy="67900"/>
            </a:xfrm>
            <a:custGeom>
              <a:rect b="b" l="l" r="r" t="t"/>
              <a:pathLst>
                <a:path extrusionOk="0" h="2716" w="668">
                  <a:moveTo>
                    <a:pt x="0" y="1"/>
                  </a:moveTo>
                  <a:lnTo>
                    <a:pt x="0" y="2715"/>
                  </a:lnTo>
                  <a:lnTo>
                    <a:pt x="500" y="2477"/>
                  </a:lnTo>
                  <a:cubicBezTo>
                    <a:pt x="619" y="2406"/>
                    <a:pt x="667" y="2287"/>
                    <a:pt x="667" y="2168"/>
                  </a:cubicBezTo>
                  <a:lnTo>
                    <a:pt x="667" y="501"/>
                  </a:lnTo>
                  <a:cubicBezTo>
                    <a:pt x="667" y="382"/>
                    <a:pt x="596" y="263"/>
                    <a:pt x="500" y="215"/>
                  </a:cubicBezTo>
                  <a:lnTo>
                    <a:pt x="500" y="23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2"/>
            <p:cNvSpPr/>
            <p:nvPr/>
          </p:nvSpPr>
          <p:spPr>
            <a:xfrm>
              <a:off x="1734850" y="3220950"/>
              <a:ext cx="136950" cy="196650"/>
            </a:xfrm>
            <a:custGeom>
              <a:rect b="b" l="l" r="r" t="t"/>
              <a:pathLst>
                <a:path extrusionOk="0" h="7866" w="5478">
                  <a:moveTo>
                    <a:pt x="5145" y="1"/>
                  </a:moveTo>
                  <a:cubicBezTo>
                    <a:pt x="4954" y="1"/>
                    <a:pt x="4811" y="144"/>
                    <a:pt x="4811" y="310"/>
                  </a:cubicBezTo>
                  <a:lnTo>
                    <a:pt x="4811" y="620"/>
                  </a:lnTo>
                  <a:cubicBezTo>
                    <a:pt x="3406" y="1596"/>
                    <a:pt x="1739" y="2144"/>
                    <a:pt x="1" y="2144"/>
                  </a:cubicBezTo>
                  <a:lnTo>
                    <a:pt x="1" y="5692"/>
                  </a:lnTo>
                  <a:cubicBezTo>
                    <a:pt x="1739" y="5692"/>
                    <a:pt x="3406" y="6240"/>
                    <a:pt x="4811" y="7216"/>
                  </a:cubicBezTo>
                  <a:lnTo>
                    <a:pt x="4811" y="7526"/>
                  </a:lnTo>
                  <a:cubicBezTo>
                    <a:pt x="4787" y="7752"/>
                    <a:pt x="4960" y="7865"/>
                    <a:pt x="5133" y="7865"/>
                  </a:cubicBezTo>
                  <a:cubicBezTo>
                    <a:pt x="5305" y="7865"/>
                    <a:pt x="5478" y="7752"/>
                    <a:pt x="5454" y="7526"/>
                  </a:cubicBezTo>
                  <a:lnTo>
                    <a:pt x="5454" y="310"/>
                  </a:lnTo>
                  <a:cubicBezTo>
                    <a:pt x="5454" y="144"/>
                    <a:pt x="5311" y="1"/>
                    <a:pt x="5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2"/>
          <p:cNvGrpSpPr/>
          <p:nvPr/>
        </p:nvGrpSpPr>
        <p:grpSpPr>
          <a:xfrm>
            <a:off x="2544079" y="2886026"/>
            <a:ext cx="310818" cy="349446"/>
            <a:chOff x="2229000" y="3220950"/>
            <a:chExt cx="238175" cy="267775"/>
          </a:xfrm>
        </p:grpSpPr>
        <p:sp>
          <p:nvSpPr>
            <p:cNvPr id="9814" name="Google Shape;9814;p72"/>
            <p:cNvSpPr/>
            <p:nvPr/>
          </p:nvSpPr>
          <p:spPr>
            <a:xfrm>
              <a:off x="2418925" y="3440050"/>
              <a:ext cx="5975" cy="16100"/>
            </a:xfrm>
            <a:custGeom>
              <a:rect b="b" l="l" r="r" t="t"/>
              <a:pathLst>
                <a:path extrusionOk="0" h="644" w="239">
                  <a:moveTo>
                    <a:pt x="0" y="0"/>
                  </a:moveTo>
                  <a:lnTo>
                    <a:pt x="0" y="643"/>
                  </a:lnTo>
                  <a:cubicBezTo>
                    <a:pt x="96" y="596"/>
                    <a:pt x="191" y="477"/>
                    <a:pt x="215" y="358"/>
                  </a:cubicBezTo>
                  <a:cubicBezTo>
                    <a:pt x="239" y="191"/>
                    <a:pt x="143"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2"/>
            <p:cNvSpPr/>
            <p:nvPr/>
          </p:nvSpPr>
          <p:spPr>
            <a:xfrm>
              <a:off x="2407025" y="3416825"/>
              <a:ext cx="3600" cy="11350"/>
            </a:xfrm>
            <a:custGeom>
              <a:rect b="b" l="l" r="r" t="t"/>
              <a:pathLst>
                <a:path extrusionOk="0" h="454" w="144">
                  <a:moveTo>
                    <a:pt x="143" y="1"/>
                  </a:moveTo>
                  <a:cubicBezTo>
                    <a:pt x="72" y="24"/>
                    <a:pt x="24" y="96"/>
                    <a:pt x="24" y="191"/>
                  </a:cubicBezTo>
                  <a:cubicBezTo>
                    <a:pt x="0" y="263"/>
                    <a:pt x="24" y="334"/>
                    <a:pt x="72" y="382"/>
                  </a:cubicBezTo>
                  <a:cubicBezTo>
                    <a:pt x="95" y="405"/>
                    <a:pt x="119" y="429"/>
                    <a:pt x="143" y="453"/>
                  </a:cubicBez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2"/>
            <p:cNvSpPr/>
            <p:nvPr/>
          </p:nvSpPr>
          <p:spPr>
            <a:xfrm>
              <a:off x="2345700" y="3384675"/>
              <a:ext cx="121475" cy="104050"/>
            </a:xfrm>
            <a:custGeom>
              <a:rect b="b" l="l" r="r" t="t"/>
              <a:pathLst>
                <a:path extrusionOk="0" h="4162" w="4859">
                  <a:moveTo>
                    <a:pt x="2763" y="673"/>
                  </a:moveTo>
                  <a:cubicBezTo>
                    <a:pt x="2846" y="673"/>
                    <a:pt x="2929" y="727"/>
                    <a:pt x="2929" y="834"/>
                  </a:cubicBezTo>
                  <a:lnTo>
                    <a:pt x="2929" y="929"/>
                  </a:lnTo>
                  <a:cubicBezTo>
                    <a:pt x="3049" y="953"/>
                    <a:pt x="3191" y="1025"/>
                    <a:pt x="3287" y="1120"/>
                  </a:cubicBezTo>
                  <a:cubicBezTo>
                    <a:pt x="3378" y="1230"/>
                    <a:pt x="3273" y="1381"/>
                    <a:pt x="3155" y="1381"/>
                  </a:cubicBezTo>
                  <a:cubicBezTo>
                    <a:pt x="3119" y="1381"/>
                    <a:pt x="3082" y="1367"/>
                    <a:pt x="3049" y="1334"/>
                  </a:cubicBezTo>
                  <a:cubicBezTo>
                    <a:pt x="3001" y="1287"/>
                    <a:pt x="2977" y="1263"/>
                    <a:pt x="2929" y="1263"/>
                  </a:cubicBezTo>
                  <a:lnTo>
                    <a:pt x="2929" y="1882"/>
                  </a:lnTo>
                  <a:lnTo>
                    <a:pt x="3025" y="1930"/>
                  </a:lnTo>
                  <a:cubicBezTo>
                    <a:pt x="3334" y="2025"/>
                    <a:pt x="3501" y="2311"/>
                    <a:pt x="3453" y="2620"/>
                  </a:cubicBezTo>
                  <a:cubicBezTo>
                    <a:pt x="3406" y="2906"/>
                    <a:pt x="3191" y="3120"/>
                    <a:pt x="2929" y="3192"/>
                  </a:cubicBezTo>
                  <a:lnTo>
                    <a:pt x="2929" y="3335"/>
                  </a:lnTo>
                  <a:cubicBezTo>
                    <a:pt x="2929" y="3442"/>
                    <a:pt x="2846" y="3495"/>
                    <a:pt x="2763" y="3495"/>
                  </a:cubicBezTo>
                  <a:cubicBezTo>
                    <a:pt x="2679" y="3495"/>
                    <a:pt x="2596" y="3442"/>
                    <a:pt x="2596" y="3335"/>
                  </a:cubicBezTo>
                  <a:lnTo>
                    <a:pt x="2596" y="3216"/>
                  </a:lnTo>
                  <a:cubicBezTo>
                    <a:pt x="2453" y="3192"/>
                    <a:pt x="2286" y="3144"/>
                    <a:pt x="2167" y="3049"/>
                  </a:cubicBezTo>
                  <a:cubicBezTo>
                    <a:pt x="2096" y="3001"/>
                    <a:pt x="2072" y="2906"/>
                    <a:pt x="2120" y="2835"/>
                  </a:cubicBezTo>
                  <a:cubicBezTo>
                    <a:pt x="2151" y="2788"/>
                    <a:pt x="2201" y="2762"/>
                    <a:pt x="2252" y="2762"/>
                  </a:cubicBezTo>
                  <a:cubicBezTo>
                    <a:pt x="2280" y="2762"/>
                    <a:pt x="2309" y="2770"/>
                    <a:pt x="2334" y="2787"/>
                  </a:cubicBezTo>
                  <a:cubicBezTo>
                    <a:pt x="2406" y="2835"/>
                    <a:pt x="2501" y="2882"/>
                    <a:pt x="2596" y="2882"/>
                  </a:cubicBezTo>
                  <a:lnTo>
                    <a:pt x="2596" y="2096"/>
                  </a:lnTo>
                  <a:cubicBezTo>
                    <a:pt x="2501" y="2049"/>
                    <a:pt x="2406" y="2001"/>
                    <a:pt x="2334" y="1930"/>
                  </a:cubicBezTo>
                  <a:cubicBezTo>
                    <a:pt x="2167" y="1811"/>
                    <a:pt x="2120" y="1620"/>
                    <a:pt x="2167" y="1429"/>
                  </a:cubicBezTo>
                  <a:cubicBezTo>
                    <a:pt x="2191" y="1215"/>
                    <a:pt x="2358" y="1025"/>
                    <a:pt x="2548" y="977"/>
                  </a:cubicBezTo>
                  <a:lnTo>
                    <a:pt x="2596" y="953"/>
                  </a:lnTo>
                  <a:lnTo>
                    <a:pt x="2596" y="834"/>
                  </a:lnTo>
                  <a:cubicBezTo>
                    <a:pt x="2596" y="727"/>
                    <a:pt x="2679" y="673"/>
                    <a:pt x="2763" y="673"/>
                  </a:cubicBezTo>
                  <a:close/>
                  <a:moveTo>
                    <a:pt x="2787" y="1"/>
                  </a:moveTo>
                  <a:cubicBezTo>
                    <a:pt x="929" y="1"/>
                    <a:pt x="0" y="2239"/>
                    <a:pt x="1310" y="3549"/>
                  </a:cubicBezTo>
                  <a:cubicBezTo>
                    <a:pt x="1733" y="3972"/>
                    <a:pt x="2253" y="4162"/>
                    <a:pt x="2764" y="4162"/>
                  </a:cubicBezTo>
                  <a:cubicBezTo>
                    <a:pt x="3833" y="4162"/>
                    <a:pt x="4858" y="3330"/>
                    <a:pt x="4858" y="2072"/>
                  </a:cubicBezTo>
                  <a:cubicBezTo>
                    <a:pt x="4858"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2"/>
            <p:cNvSpPr/>
            <p:nvPr/>
          </p:nvSpPr>
          <p:spPr>
            <a:xfrm>
              <a:off x="2302825" y="3367425"/>
              <a:ext cx="15500" cy="16075"/>
            </a:xfrm>
            <a:custGeom>
              <a:rect b="b" l="l" r="r" t="t"/>
              <a:pathLst>
                <a:path extrusionOk="0" h="643" w="620">
                  <a:moveTo>
                    <a:pt x="310" y="0"/>
                  </a:moveTo>
                  <a:cubicBezTo>
                    <a:pt x="144" y="0"/>
                    <a:pt x="1" y="143"/>
                    <a:pt x="1" y="310"/>
                  </a:cubicBezTo>
                  <a:cubicBezTo>
                    <a:pt x="1" y="500"/>
                    <a:pt x="144" y="643"/>
                    <a:pt x="310" y="643"/>
                  </a:cubicBezTo>
                  <a:cubicBezTo>
                    <a:pt x="477" y="643"/>
                    <a:pt x="620" y="500"/>
                    <a:pt x="620" y="310"/>
                  </a:cubicBezTo>
                  <a:cubicBezTo>
                    <a:pt x="620" y="143"/>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2"/>
            <p:cNvSpPr/>
            <p:nvPr/>
          </p:nvSpPr>
          <p:spPr>
            <a:xfrm>
              <a:off x="2229000" y="3220950"/>
              <a:ext cx="162550" cy="235800"/>
            </a:xfrm>
            <a:custGeom>
              <a:rect b="b" l="l" r="r" t="t"/>
              <a:pathLst>
                <a:path extrusionOk="0" h="9432" w="6502">
                  <a:moveTo>
                    <a:pt x="3263" y="644"/>
                  </a:moveTo>
                  <a:cubicBezTo>
                    <a:pt x="4359" y="644"/>
                    <a:pt x="5240" y="1525"/>
                    <a:pt x="5240" y="2620"/>
                  </a:cubicBezTo>
                  <a:lnTo>
                    <a:pt x="5240" y="3763"/>
                  </a:lnTo>
                  <a:lnTo>
                    <a:pt x="1263" y="3763"/>
                  </a:lnTo>
                  <a:lnTo>
                    <a:pt x="1263" y="2620"/>
                  </a:lnTo>
                  <a:cubicBezTo>
                    <a:pt x="1263" y="1525"/>
                    <a:pt x="2168" y="644"/>
                    <a:pt x="3263" y="644"/>
                  </a:cubicBezTo>
                  <a:close/>
                  <a:moveTo>
                    <a:pt x="3263" y="5240"/>
                  </a:moveTo>
                  <a:cubicBezTo>
                    <a:pt x="4311" y="5240"/>
                    <a:pt x="4573" y="6716"/>
                    <a:pt x="3573" y="7074"/>
                  </a:cubicBezTo>
                  <a:lnTo>
                    <a:pt x="3573" y="7859"/>
                  </a:lnTo>
                  <a:cubicBezTo>
                    <a:pt x="3549" y="8050"/>
                    <a:pt x="3400" y="8145"/>
                    <a:pt x="3254" y="8145"/>
                  </a:cubicBezTo>
                  <a:cubicBezTo>
                    <a:pt x="3108" y="8145"/>
                    <a:pt x="2966" y="8050"/>
                    <a:pt x="2954" y="7859"/>
                  </a:cubicBezTo>
                  <a:lnTo>
                    <a:pt x="2954" y="7074"/>
                  </a:lnTo>
                  <a:cubicBezTo>
                    <a:pt x="1930" y="6716"/>
                    <a:pt x="2192" y="5240"/>
                    <a:pt x="3263" y="5240"/>
                  </a:cubicBezTo>
                  <a:close/>
                  <a:moveTo>
                    <a:pt x="3263" y="1"/>
                  </a:moveTo>
                  <a:cubicBezTo>
                    <a:pt x="1811" y="1"/>
                    <a:pt x="644" y="1168"/>
                    <a:pt x="644" y="2620"/>
                  </a:cubicBezTo>
                  <a:lnTo>
                    <a:pt x="644" y="3763"/>
                  </a:lnTo>
                  <a:lnTo>
                    <a:pt x="334" y="3763"/>
                  </a:lnTo>
                  <a:cubicBezTo>
                    <a:pt x="144" y="3763"/>
                    <a:pt x="1" y="3906"/>
                    <a:pt x="24" y="4097"/>
                  </a:cubicBezTo>
                  <a:lnTo>
                    <a:pt x="24" y="9122"/>
                  </a:lnTo>
                  <a:cubicBezTo>
                    <a:pt x="1" y="9288"/>
                    <a:pt x="144" y="9431"/>
                    <a:pt x="334" y="9431"/>
                  </a:cubicBezTo>
                  <a:lnTo>
                    <a:pt x="4835" y="9431"/>
                  </a:lnTo>
                  <a:cubicBezTo>
                    <a:pt x="4430" y="8050"/>
                    <a:pt x="5145" y="6573"/>
                    <a:pt x="6502" y="6073"/>
                  </a:cubicBezTo>
                  <a:lnTo>
                    <a:pt x="6502" y="4097"/>
                  </a:lnTo>
                  <a:cubicBezTo>
                    <a:pt x="6502" y="3906"/>
                    <a:pt x="6359" y="3763"/>
                    <a:pt x="6192" y="3763"/>
                  </a:cubicBezTo>
                  <a:lnTo>
                    <a:pt x="5883" y="3763"/>
                  </a:lnTo>
                  <a:lnTo>
                    <a:pt x="5883" y="2620"/>
                  </a:lnTo>
                  <a:cubicBezTo>
                    <a:pt x="5883" y="1168"/>
                    <a:pt x="4692" y="1"/>
                    <a:pt x="3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72"/>
          <p:cNvGrpSpPr/>
          <p:nvPr/>
        </p:nvGrpSpPr>
        <p:grpSpPr>
          <a:xfrm>
            <a:off x="4035824" y="2886026"/>
            <a:ext cx="349642" cy="351795"/>
            <a:chOff x="3372100" y="3220950"/>
            <a:chExt cx="267925" cy="269575"/>
          </a:xfrm>
        </p:grpSpPr>
        <p:sp>
          <p:nvSpPr>
            <p:cNvPr id="9820" name="Google Shape;9820;p72"/>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2"/>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2"/>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2"/>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2"/>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2"/>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2"/>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2"/>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2"/>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2"/>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2"/>
          <p:cNvGrpSpPr/>
          <p:nvPr/>
        </p:nvGrpSpPr>
        <p:grpSpPr>
          <a:xfrm>
            <a:off x="4791778" y="2886026"/>
            <a:ext cx="348892" cy="349675"/>
            <a:chOff x="3951375" y="3220950"/>
            <a:chExt cx="267350" cy="267950"/>
          </a:xfrm>
        </p:grpSpPr>
        <p:sp>
          <p:nvSpPr>
            <p:cNvPr id="9831" name="Google Shape;9831;p72"/>
            <p:cNvSpPr/>
            <p:nvPr/>
          </p:nvSpPr>
          <p:spPr>
            <a:xfrm>
              <a:off x="4131775"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2"/>
            <p:cNvSpPr/>
            <p:nvPr/>
          </p:nvSpPr>
          <p:spPr>
            <a:xfrm>
              <a:off x="3974600"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2"/>
            <p:cNvSpPr/>
            <p:nvPr/>
          </p:nvSpPr>
          <p:spPr>
            <a:xfrm>
              <a:off x="3951375" y="3421000"/>
              <a:ext cx="267350" cy="67900"/>
            </a:xfrm>
            <a:custGeom>
              <a:rect b="b" l="l" r="r" t="t"/>
              <a:pathLst>
                <a:path extrusionOk="0" h="2716" w="10694">
                  <a:moveTo>
                    <a:pt x="3764" y="0"/>
                  </a:moveTo>
                  <a:cubicBezTo>
                    <a:pt x="3404" y="553"/>
                    <a:pt x="2804" y="841"/>
                    <a:pt x="2201" y="841"/>
                  </a:cubicBezTo>
                  <a:cubicBezTo>
                    <a:pt x="1765" y="841"/>
                    <a:pt x="1327" y="691"/>
                    <a:pt x="977" y="381"/>
                  </a:cubicBezTo>
                  <a:cubicBezTo>
                    <a:pt x="358" y="786"/>
                    <a:pt x="1" y="1477"/>
                    <a:pt x="25" y="2191"/>
                  </a:cubicBezTo>
                  <a:lnTo>
                    <a:pt x="25" y="2406"/>
                  </a:lnTo>
                  <a:cubicBezTo>
                    <a:pt x="1" y="2572"/>
                    <a:pt x="144" y="2715"/>
                    <a:pt x="334" y="2715"/>
                  </a:cubicBezTo>
                  <a:lnTo>
                    <a:pt x="4097" y="2715"/>
                  </a:lnTo>
                  <a:cubicBezTo>
                    <a:pt x="4264" y="2715"/>
                    <a:pt x="4407" y="2572"/>
                    <a:pt x="4407" y="2406"/>
                  </a:cubicBezTo>
                  <a:lnTo>
                    <a:pt x="4407" y="2191"/>
                  </a:lnTo>
                  <a:cubicBezTo>
                    <a:pt x="4407" y="1882"/>
                    <a:pt x="4335" y="1548"/>
                    <a:pt x="4192" y="1262"/>
                  </a:cubicBezTo>
                  <a:lnTo>
                    <a:pt x="6502" y="1262"/>
                  </a:lnTo>
                  <a:cubicBezTo>
                    <a:pt x="6359" y="1548"/>
                    <a:pt x="6288" y="1882"/>
                    <a:pt x="6288" y="2191"/>
                  </a:cubicBezTo>
                  <a:lnTo>
                    <a:pt x="6288" y="2406"/>
                  </a:lnTo>
                  <a:cubicBezTo>
                    <a:pt x="6288" y="2572"/>
                    <a:pt x="6431" y="2715"/>
                    <a:pt x="6598" y="2715"/>
                  </a:cubicBezTo>
                  <a:lnTo>
                    <a:pt x="10360" y="2715"/>
                  </a:lnTo>
                  <a:cubicBezTo>
                    <a:pt x="10551" y="2715"/>
                    <a:pt x="10694" y="2572"/>
                    <a:pt x="10694" y="2406"/>
                  </a:cubicBezTo>
                  <a:lnTo>
                    <a:pt x="10694" y="2191"/>
                  </a:lnTo>
                  <a:cubicBezTo>
                    <a:pt x="10694" y="1477"/>
                    <a:pt x="10313" y="786"/>
                    <a:pt x="9717" y="381"/>
                  </a:cubicBezTo>
                  <a:cubicBezTo>
                    <a:pt x="9358" y="691"/>
                    <a:pt x="8918" y="841"/>
                    <a:pt x="8482" y="841"/>
                  </a:cubicBezTo>
                  <a:cubicBezTo>
                    <a:pt x="7878" y="841"/>
                    <a:pt x="7280" y="553"/>
                    <a:pt x="6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2"/>
            <p:cNvSpPr/>
            <p:nvPr/>
          </p:nvSpPr>
          <p:spPr>
            <a:xfrm>
              <a:off x="3972225" y="3220950"/>
              <a:ext cx="225075" cy="131000"/>
            </a:xfrm>
            <a:custGeom>
              <a:rect b="b" l="l" r="r" t="t"/>
              <a:pathLst>
                <a:path extrusionOk="0" h="5240" w="9003">
                  <a:moveTo>
                    <a:pt x="3647" y="1261"/>
                  </a:moveTo>
                  <a:cubicBezTo>
                    <a:pt x="3661" y="1261"/>
                    <a:pt x="3676" y="1261"/>
                    <a:pt x="3692" y="1263"/>
                  </a:cubicBezTo>
                  <a:cubicBezTo>
                    <a:pt x="4049" y="1310"/>
                    <a:pt x="4049" y="1858"/>
                    <a:pt x="3692" y="1882"/>
                  </a:cubicBezTo>
                  <a:cubicBezTo>
                    <a:pt x="3676" y="1884"/>
                    <a:pt x="3661" y="1884"/>
                    <a:pt x="3647" y="1884"/>
                  </a:cubicBezTo>
                  <a:cubicBezTo>
                    <a:pt x="3230" y="1884"/>
                    <a:pt x="3230" y="1261"/>
                    <a:pt x="3647" y="1261"/>
                  </a:cubicBezTo>
                  <a:close/>
                  <a:moveTo>
                    <a:pt x="5335" y="1263"/>
                  </a:moveTo>
                  <a:cubicBezTo>
                    <a:pt x="5621" y="1263"/>
                    <a:pt x="5764" y="1596"/>
                    <a:pt x="5573" y="1811"/>
                  </a:cubicBezTo>
                  <a:cubicBezTo>
                    <a:pt x="5506" y="1870"/>
                    <a:pt x="5427" y="1897"/>
                    <a:pt x="5350" y="1897"/>
                  </a:cubicBezTo>
                  <a:cubicBezTo>
                    <a:pt x="5182" y="1897"/>
                    <a:pt x="5025" y="1768"/>
                    <a:pt x="5025" y="1572"/>
                  </a:cubicBezTo>
                  <a:cubicBezTo>
                    <a:pt x="5025" y="1406"/>
                    <a:pt x="5168" y="1263"/>
                    <a:pt x="5335" y="1263"/>
                  </a:cubicBezTo>
                  <a:close/>
                  <a:moveTo>
                    <a:pt x="5364" y="2302"/>
                  </a:moveTo>
                  <a:cubicBezTo>
                    <a:pt x="5602" y="2302"/>
                    <a:pt x="5809" y="2617"/>
                    <a:pt x="5573" y="2835"/>
                  </a:cubicBezTo>
                  <a:cubicBezTo>
                    <a:pt x="5287" y="3132"/>
                    <a:pt x="4906" y="3281"/>
                    <a:pt x="4522" y="3281"/>
                  </a:cubicBezTo>
                  <a:cubicBezTo>
                    <a:pt x="4138" y="3281"/>
                    <a:pt x="3751" y="3132"/>
                    <a:pt x="3454" y="2835"/>
                  </a:cubicBezTo>
                  <a:cubicBezTo>
                    <a:pt x="3236" y="2617"/>
                    <a:pt x="3433" y="2302"/>
                    <a:pt x="3676" y="2302"/>
                  </a:cubicBezTo>
                  <a:cubicBezTo>
                    <a:pt x="3752" y="2302"/>
                    <a:pt x="3833" y="2332"/>
                    <a:pt x="3906" y="2406"/>
                  </a:cubicBezTo>
                  <a:cubicBezTo>
                    <a:pt x="4073" y="2573"/>
                    <a:pt x="4293" y="2656"/>
                    <a:pt x="4516" y="2656"/>
                  </a:cubicBezTo>
                  <a:cubicBezTo>
                    <a:pt x="4740" y="2656"/>
                    <a:pt x="4966" y="2573"/>
                    <a:pt x="5144" y="2406"/>
                  </a:cubicBezTo>
                  <a:cubicBezTo>
                    <a:pt x="5212" y="2332"/>
                    <a:pt x="5290" y="2302"/>
                    <a:pt x="5364" y="2302"/>
                  </a:cubicBezTo>
                  <a:close/>
                  <a:moveTo>
                    <a:pt x="929" y="1"/>
                  </a:moveTo>
                  <a:cubicBezTo>
                    <a:pt x="405" y="1"/>
                    <a:pt x="0" y="429"/>
                    <a:pt x="0" y="953"/>
                  </a:cubicBezTo>
                  <a:lnTo>
                    <a:pt x="0" y="3454"/>
                  </a:lnTo>
                  <a:cubicBezTo>
                    <a:pt x="0" y="3978"/>
                    <a:pt x="429" y="4406"/>
                    <a:pt x="953" y="4406"/>
                  </a:cubicBezTo>
                  <a:lnTo>
                    <a:pt x="1048" y="4406"/>
                  </a:lnTo>
                  <a:lnTo>
                    <a:pt x="1048" y="4930"/>
                  </a:lnTo>
                  <a:cubicBezTo>
                    <a:pt x="1048" y="5115"/>
                    <a:pt x="1202" y="5240"/>
                    <a:pt x="1367" y="5240"/>
                  </a:cubicBezTo>
                  <a:cubicBezTo>
                    <a:pt x="1437" y="5240"/>
                    <a:pt x="1509" y="5218"/>
                    <a:pt x="1572" y="5168"/>
                  </a:cubicBezTo>
                  <a:lnTo>
                    <a:pt x="2525" y="4406"/>
                  </a:lnTo>
                  <a:lnTo>
                    <a:pt x="6478" y="4406"/>
                  </a:lnTo>
                  <a:lnTo>
                    <a:pt x="7454" y="5168"/>
                  </a:lnTo>
                  <a:cubicBezTo>
                    <a:pt x="7502" y="5216"/>
                    <a:pt x="7573" y="5240"/>
                    <a:pt x="7645" y="5240"/>
                  </a:cubicBezTo>
                  <a:cubicBezTo>
                    <a:pt x="7812" y="5240"/>
                    <a:pt x="7931" y="5097"/>
                    <a:pt x="7954" y="4930"/>
                  </a:cubicBezTo>
                  <a:lnTo>
                    <a:pt x="7954" y="4406"/>
                  </a:lnTo>
                  <a:lnTo>
                    <a:pt x="8050" y="4406"/>
                  </a:lnTo>
                  <a:cubicBezTo>
                    <a:pt x="8574" y="4406"/>
                    <a:pt x="8979" y="3978"/>
                    <a:pt x="9002" y="3454"/>
                  </a:cubicBezTo>
                  <a:lnTo>
                    <a:pt x="9002" y="953"/>
                  </a:lnTo>
                  <a:cubicBezTo>
                    <a:pt x="8979" y="429"/>
                    <a:pt x="8574" y="1"/>
                    <a:pt x="8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72"/>
          <p:cNvGrpSpPr/>
          <p:nvPr/>
        </p:nvGrpSpPr>
        <p:grpSpPr>
          <a:xfrm>
            <a:off x="5546199" y="2886026"/>
            <a:ext cx="356656" cy="349675"/>
            <a:chOff x="4529475" y="3220950"/>
            <a:chExt cx="273300" cy="267950"/>
          </a:xfrm>
        </p:grpSpPr>
        <p:sp>
          <p:nvSpPr>
            <p:cNvPr id="9836" name="Google Shape;9836;p72"/>
            <p:cNvSpPr/>
            <p:nvPr/>
          </p:nvSpPr>
          <p:spPr>
            <a:xfrm>
              <a:off x="4693200" y="3220950"/>
              <a:ext cx="73250" cy="120300"/>
            </a:xfrm>
            <a:custGeom>
              <a:rect b="b" l="l" r="r" t="t"/>
              <a:pathLst>
                <a:path extrusionOk="0" h="4812" w="2930">
                  <a:moveTo>
                    <a:pt x="2608" y="1"/>
                  </a:moveTo>
                  <a:cubicBezTo>
                    <a:pt x="2530" y="1"/>
                    <a:pt x="2446" y="32"/>
                    <a:pt x="2382" y="96"/>
                  </a:cubicBezTo>
                  <a:lnTo>
                    <a:pt x="2311" y="167"/>
                  </a:lnTo>
                  <a:cubicBezTo>
                    <a:pt x="1692" y="787"/>
                    <a:pt x="858" y="1168"/>
                    <a:pt x="1" y="1239"/>
                  </a:cubicBezTo>
                  <a:lnTo>
                    <a:pt x="1" y="3573"/>
                  </a:lnTo>
                  <a:cubicBezTo>
                    <a:pt x="858" y="3644"/>
                    <a:pt x="1692" y="4025"/>
                    <a:pt x="2311" y="4668"/>
                  </a:cubicBezTo>
                  <a:lnTo>
                    <a:pt x="2382" y="4740"/>
                  </a:lnTo>
                  <a:cubicBezTo>
                    <a:pt x="2454" y="4787"/>
                    <a:pt x="2525" y="4811"/>
                    <a:pt x="2597" y="4811"/>
                  </a:cubicBezTo>
                  <a:cubicBezTo>
                    <a:pt x="2644" y="4811"/>
                    <a:pt x="2692" y="4811"/>
                    <a:pt x="2716" y="4787"/>
                  </a:cubicBezTo>
                  <a:cubicBezTo>
                    <a:pt x="2859" y="4740"/>
                    <a:pt x="2930" y="4621"/>
                    <a:pt x="2930" y="4502"/>
                  </a:cubicBezTo>
                  <a:lnTo>
                    <a:pt x="2930" y="310"/>
                  </a:lnTo>
                  <a:cubicBezTo>
                    <a:pt x="2930" y="191"/>
                    <a:pt x="2859" y="72"/>
                    <a:pt x="2716" y="24"/>
                  </a:cubicBezTo>
                  <a:cubicBezTo>
                    <a:pt x="2684" y="9"/>
                    <a:pt x="2647" y="1"/>
                    <a:pt x="2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2"/>
            <p:cNvSpPr/>
            <p:nvPr/>
          </p:nvSpPr>
          <p:spPr>
            <a:xfrm>
              <a:off x="4555675" y="3326925"/>
              <a:ext cx="68500" cy="67900"/>
            </a:xfrm>
            <a:custGeom>
              <a:rect b="b" l="l" r="r" t="t"/>
              <a:pathLst>
                <a:path extrusionOk="0" h="2716" w="2740">
                  <a:moveTo>
                    <a:pt x="1358" y="1"/>
                  </a:moveTo>
                  <a:cubicBezTo>
                    <a:pt x="620" y="1"/>
                    <a:pt x="1" y="596"/>
                    <a:pt x="1" y="1358"/>
                  </a:cubicBezTo>
                  <a:cubicBezTo>
                    <a:pt x="1" y="2096"/>
                    <a:pt x="620" y="2715"/>
                    <a:pt x="1358" y="2715"/>
                  </a:cubicBezTo>
                  <a:cubicBezTo>
                    <a:pt x="2120" y="2715"/>
                    <a:pt x="2739" y="2096"/>
                    <a:pt x="2739" y="1358"/>
                  </a:cubicBezTo>
                  <a:cubicBezTo>
                    <a:pt x="2739" y="596"/>
                    <a:pt x="2120" y="1"/>
                    <a:pt x="1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2"/>
            <p:cNvSpPr/>
            <p:nvPr/>
          </p:nvSpPr>
          <p:spPr>
            <a:xfrm>
              <a:off x="4781925" y="3256675"/>
              <a:ext cx="20850" cy="49450"/>
            </a:xfrm>
            <a:custGeom>
              <a:rect b="b" l="l" r="r" t="t"/>
              <a:pathLst>
                <a:path extrusionOk="0" h="1978" w="834">
                  <a:moveTo>
                    <a:pt x="0" y="1"/>
                  </a:moveTo>
                  <a:lnTo>
                    <a:pt x="0" y="1977"/>
                  </a:lnTo>
                  <a:cubicBezTo>
                    <a:pt x="834" y="1572"/>
                    <a:pt x="834" y="38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2"/>
            <p:cNvSpPr/>
            <p:nvPr/>
          </p:nvSpPr>
          <p:spPr>
            <a:xfrm>
              <a:off x="4529475" y="3252500"/>
              <a:ext cx="155425" cy="236400"/>
            </a:xfrm>
            <a:custGeom>
              <a:rect b="b" l="l" r="r" t="t"/>
              <a:pathLst>
                <a:path extrusionOk="0" h="9456" w="6217">
                  <a:moveTo>
                    <a:pt x="5359" y="1"/>
                  </a:moveTo>
                  <a:cubicBezTo>
                    <a:pt x="3883" y="25"/>
                    <a:pt x="3811" y="2192"/>
                    <a:pt x="5288" y="2311"/>
                  </a:cubicBezTo>
                  <a:lnTo>
                    <a:pt x="5288" y="3049"/>
                  </a:lnTo>
                  <a:cubicBezTo>
                    <a:pt x="5097" y="3168"/>
                    <a:pt x="4978" y="3382"/>
                    <a:pt x="4978" y="3597"/>
                  </a:cubicBezTo>
                  <a:lnTo>
                    <a:pt x="4978" y="5478"/>
                  </a:lnTo>
                  <a:lnTo>
                    <a:pt x="4049" y="5478"/>
                  </a:lnTo>
                  <a:cubicBezTo>
                    <a:pt x="3648" y="6031"/>
                    <a:pt x="3031" y="6319"/>
                    <a:pt x="2411" y="6319"/>
                  </a:cubicBezTo>
                  <a:cubicBezTo>
                    <a:pt x="1963" y="6319"/>
                    <a:pt x="1514" y="6169"/>
                    <a:pt x="1144" y="5859"/>
                  </a:cubicBezTo>
                  <a:cubicBezTo>
                    <a:pt x="429" y="6288"/>
                    <a:pt x="1" y="7074"/>
                    <a:pt x="1" y="7883"/>
                  </a:cubicBezTo>
                  <a:lnTo>
                    <a:pt x="1" y="9146"/>
                  </a:lnTo>
                  <a:cubicBezTo>
                    <a:pt x="1" y="9312"/>
                    <a:pt x="144" y="9455"/>
                    <a:pt x="334" y="9455"/>
                  </a:cubicBezTo>
                  <a:lnTo>
                    <a:pt x="4502" y="9455"/>
                  </a:lnTo>
                  <a:cubicBezTo>
                    <a:pt x="4692" y="9455"/>
                    <a:pt x="4835" y="9312"/>
                    <a:pt x="4811" y="9146"/>
                  </a:cubicBezTo>
                  <a:lnTo>
                    <a:pt x="4811" y="7883"/>
                  </a:lnTo>
                  <a:cubicBezTo>
                    <a:pt x="4811" y="7479"/>
                    <a:pt x="4716" y="7098"/>
                    <a:pt x="4526" y="6740"/>
                  </a:cubicBezTo>
                  <a:lnTo>
                    <a:pt x="5288" y="6740"/>
                  </a:lnTo>
                  <a:cubicBezTo>
                    <a:pt x="5812" y="6740"/>
                    <a:pt x="6216" y="6312"/>
                    <a:pt x="6216" y="5788"/>
                  </a:cubicBezTo>
                  <a:lnTo>
                    <a:pt x="6216" y="3597"/>
                  </a:lnTo>
                  <a:cubicBezTo>
                    <a:pt x="6216" y="3382"/>
                    <a:pt x="6097" y="3168"/>
                    <a:pt x="5907" y="3049"/>
                  </a:cubicBezTo>
                  <a:lnTo>
                    <a:pt x="5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2"/>
          <p:cNvGrpSpPr/>
          <p:nvPr/>
        </p:nvGrpSpPr>
        <p:grpSpPr>
          <a:xfrm>
            <a:off x="6302185" y="2886026"/>
            <a:ext cx="348109" cy="349675"/>
            <a:chOff x="5108775" y="3220950"/>
            <a:chExt cx="266750" cy="267950"/>
          </a:xfrm>
        </p:grpSpPr>
        <p:sp>
          <p:nvSpPr>
            <p:cNvPr id="9841" name="Google Shape;9841;p72"/>
            <p:cNvSpPr/>
            <p:nvPr/>
          </p:nvSpPr>
          <p:spPr>
            <a:xfrm>
              <a:off x="5200450" y="3347600"/>
              <a:ext cx="73250" cy="62700"/>
            </a:xfrm>
            <a:custGeom>
              <a:rect b="b" l="l" r="r" t="t"/>
              <a:pathLst>
                <a:path extrusionOk="0" h="2508" w="2930">
                  <a:moveTo>
                    <a:pt x="1653" y="0"/>
                  </a:moveTo>
                  <a:cubicBezTo>
                    <a:pt x="1348" y="0"/>
                    <a:pt x="1038" y="113"/>
                    <a:pt x="787" y="364"/>
                  </a:cubicBezTo>
                  <a:cubicBezTo>
                    <a:pt x="1" y="1174"/>
                    <a:pt x="572" y="2508"/>
                    <a:pt x="1692" y="2508"/>
                  </a:cubicBezTo>
                  <a:cubicBezTo>
                    <a:pt x="2382" y="2508"/>
                    <a:pt x="2930" y="1960"/>
                    <a:pt x="2930" y="1269"/>
                  </a:cubicBezTo>
                  <a:cubicBezTo>
                    <a:pt x="2930" y="508"/>
                    <a:pt x="2302" y="0"/>
                    <a:pt x="1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5182000" y="3417425"/>
              <a:ext cx="120275" cy="71475"/>
            </a:xfrm>
            <a:custGeom>
              <a:rect b="b" l="l" r="r" t="t"/>
              <a:pathLst>
                <a:path extrusionOk="0" h="2859" w="4811">
                  <a:moveTo>
                    <a:pt x="1310" y="0"/>
                  </a:moveTo>
                  <a:cubicBezTo>
                    <a:pt x="524" y="405"/>
                    <a:pt x="24" y="1239"/>
                    <a:pt x="24" y="2144"/>
                  </a:cubicBezTo>
                  <a:lnTo>
                    <a:pt x="24" y="2549"/>
                  </a:lnTo>
                  <a:cubicBezTo>
                    <a:pt x="0" y="2715"/>
                    <a:pt x="143" y="2858"/>
                    <a:pt x="310" y="2858"/>
                  </a:cubicBezTo>
                  <a:lnTo>
                    <a:pt x="4501" y="2858"/>
                  </a:lnTo>
                  <a:cubicBezTo>
                    <a:pt x="4668" y="2858"/>
                    <a:pt x="4787" y="2715"/>
                    <a:pt x="4787" y="2549"/>
                  </a:cubicBezTo>
                  <a:lnTo>
                    <a:pt x="4787" y="2144"/>
                  </a:lnTo>
                  <a:cubicBezTo>
                    <a:pt x="4811" y="1239"/>
                    <a:pt x="4311" y="405"/>
                    <a:pt x="3525" y="0"/>
                  </a:cubicBezTo>
                  <a:cubicBezTo>
                    <a:pt x="3192" y="239"/>
                    <a:pt x="2805" y="358"/>
                    <a:pt x="2418" y="358"/>
                  </a:cubicBezTo>
                  <a:cubicBezTo>
                    <a:pt x="2031" y="358"/>
                    <a:pt x="1644" y="239"/>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2"/>
            <p:cNvSpPr/>
            <p:nvPr/>
          </p:nvSpPr>
          <p:spPr>
            <a:xfrm>
              <a:off x="5121875" y="3220950"/>
              <a:ext cx="52400" cy="52425"/>
            </a:xfrm>
            <a:custGeom>
              <a:rect b="b" l="l" r="r" t="t"/>
              <a:pathLst>
                <a:path extrusionOk="0" h="2097" w="2096">
                  <a:moveTo>
                    <a:pt x="1048" y="1"/>
                  </a:moveTo>
                  <a:cubicBezTo>
                    <a:pt x="477" y="1"/>
                    <a:pt x="0" y="477"/>
                    <a:pt x="0" y="1049"/>
                  </a:cubicBezTo>
                  <a:cubicBezTo>
                    <a:pt x="0" y="1620"/>
                    <a:pt x="477" y="2096"/>
                    <a:pt x="1048" y="2096"/>
                  </a:cubicBezTo>
                  <a:cubicBezTo>
                    <a:pt x="1643" y="2096"/>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2"/>
            <p:cNvSpPr/>
            <p:nvPr/>
          </p:nvSpPr>
          <p:spPr>
            <a:xfrm>
              <a:off x="5108775" y="3279300"/>
              <a:ext cx="78600" cy="51825"/>
            </a:xfrm>
            <a:custGeom>
              <a:rect b="b" l="l" r="r" t="t"/>
              <a:pathLst>
                <a:path extrusionOk="0" h="2073" w="3144">
                  <a:moveTo>
                    <a:pt x="500" y="0"/>
                  </a:moveTo>
                  <a:cubicBezTo>
                    <a:pt x="191" y="286"/>
                    <a:pt x="0" y="691"/>
                    <a:pt x="0" y="1120"/>
                  </a:cubicBezTo>
                  <a:lnTo>
                    <a:pt x="0" y="1763"/>
                  </a:lnTo>
                  <a:cubicBezTo>
                    <a:pt x="0" y="1929"/>
                    <a:pt x="143" y="2072"/>
                    <a:pt x="334" y="2072"/>
                  </a:cubicBezTo>
                  <a:lnTo>
                    <a:pt x="2834" y="2072"/>
                  </a:lnTo>
                  <a:cubicBezTo>
                    <a:pt x="3001" y="2072"/>
                    <a:pt x="3144" y="1929"/>
                    <a:pt x="3144" y="1763"/>
                  </a:cubicBezTo>
                  <a:lnTo>
                    <a:pt x="3144" y="1120"/>
                  </a:lnTo>
                  <a:cubicBezTo>
                    <a:pt x="3144" y="691"/>
                    <a:pt x="2953" y="286"/>
                    <a:pt x="2644" y="0"/>
                  </a:cubicBezTo>
                  <a:cubicBezTo>
                    <a:pt x="2358" y="239"/>
                    <a:pt x="1977" y="382"/>
                    <a:pt x="1572" y="405"/>
                  </a:cubicBezTo>
                  <a:cubicBezTo>
                    <a:pt x="1191" y="405"/>
                    <a:pt x="786" y="26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2"/>
            <p:cNvSpPr/>
            <p:nvPr/>
          </p:nvSpPr>
          <p:spPr>
            <a:xfrm>
              <a:off x="5310600" y="3220950"/>
              <a:ext cx="52425" cy="52425"/>
            </a:xfrm>
            <a:custGeom>
              <a:rect b="b" l="l" r="r" t="t"/>
              <a:pathLst>
                <a:path extrusionOk="0" h="2097" w="2097">
                  <a:moveTo>
                    <a:pt x="1048" y="1"/>
                  </a:moveTo>
                  <a:cubicBezTo>
                    <a:pt x="453" y="1"/>
                    <a:pt x="0" y="477"/>
                    <a:pt x="0" y="1049"/>
                  </a:cubicBezTo>
                  <a:cubicBezTo>
                    <a:pt x="0" y="1620"/>
                    <a:pt x="453" y="2096"/>
                    <a:pt x="1048" y="2096"/>
                  </a:cubicBezTo>
                  <a:cubicBezTo>
                    <a:pt x="1620" y="2096"/>
                    <a:pt x="2096" y="1620"/>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2"/>
            <p:cNvSpPr/>
            <p:nvPr/>
          </p:nvSpPr>
          <p:spPr>
            <a:xfrm>
              <a:off x="5297500" y="3279300"/>
              <a:ext cx="78025" cy="51825"/>
            </a:xfrm>
            <a:custGeom>
              <a:rect b="b" l="l" r="r" t="t"/>
              <a:pathLst>
                <a:path extrusionOk="0" h="2073" w="3121">
                  <a:moveTo>
                    <a:pt x="477" y="0"/>
                  </a:moveTo>
                  <a:cubicBezTo>
                    <a:pt x="167" y="286"/>
                    <a:pt x="0" y="691"/>
                    <a:pt x="0" y="1120"/>
                  </a:cubicBezTo>
                  <a:lnTo>
                    <a:pt x="0" y="1763"/>
                  </a:lnTo>
                  <a:cubicBezTo>
                    <a:pt x="0" y="1929"/>
                    <a:pt x="120" y="2072"/>
                    <a:pt x="286" y="2072"/>
                  </a:cubicBezTo>
                  <a:lnTo>
                    <a:pt x="2811" y="2072"/>
                  </a:lnTo>
                  <a:cubicBezTo>
                    <a:pt x="2977" y="2072"/>
                    <a:pt x="3120" y="1929"/>
                    <a:pt x="3096" y="1763"/>
                  </a:cubicBezTo>
                  <a:lnTo>
                    <a:pt x="3096" y="1120"/>
                  </a:lnTo>
                  <a:cubicBezTo>
                    <a:pt x="3120" y="691"/>
                    <a:pt x="2953" y="286"/>
                    <a:pt x="2644" y="0"/>
                  </a:cubicBezTo>
                  <a:cubicBezTo>
                    <a:pt x="2334" y="262"/>
                    <a:pt x="1947" y="393"/>
                    <a:pt x="1560" y="393"/>
                  </a:cubicBezTo>
                  <a:cubicBezTo>
                    <a:pt x="1173" y="393"/>
                    <a:pt x="786" y="262"/>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2"/>
            <p:cNvSpPr/>
            <p:nvPr/>
          </p:nvSpPr>
          <p:spPr>
            <a:xfrm>
              <a:off x="5216525" y="3220950"/>
              <a:ext cx="52425" cy="52425"/>
            </a:xfrm>
            <a:custGeom>
              <a:rect b="b" l="l" r="r" t="t"/>
              <a:pathLst>
                <a:path extrusionOk="0" h="2097" w="2097">
                  <a:moveTo>
                    <a:pt x="1049" y="1"/>
                  </a:moveTo>
                  <a:cubicBezTo>
                    <a:pt x="453" y="1"/>
                    <a:pt x="1" y="477"/>
                    <a:pt x="1" y="1049"/>
                  </a:cubicBezTo>
                  <a:cubicBezTo>
                    <a:pt x="1" y="1620"/>
                    <a:pt x="453" y="2096"/>
                    <a:pt x="1049" y="2096"/>
                  </a:cubicBezTo>
                  <a:cubicBezTo>
                    <a:pt x="1620" y="2096"/>
                    <a:pt x="2096" y="1620"/>
                    <a:pt x="2096" y="1049"/>
                  </a:cubicBezTo>
                  <a:cubicBezTo>
                    <a:pt x="2096"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2"/>
            <p:cNvSpPr/>
            <p:nvPr/>
          </p:nvSpPr>
          <p:spPr>
            <a:xfrm>
              <a:off x="5203425" y="3279300"/>
              <a:ext cx="78625" cy="51825"/>
            </a:xfrm>
            <a:custGeom>
              <a:rect b="b" l="l" r="r" t="t"/>
              <a:pathLst>
                <a:path extrusionOk="0" h="2073" w="3145">
                  <a:moveTo>
                    <a:pt x="477" y="0"/>
                  </a:moveTo>
                  <a:cubicBezTo>
                    <a:pt x="168" y="286"/>
                    <a:pt x="1" y="691"/>
                    <a:pt x="1" y="1120"/>
                  </a:cubicBezTo>
                  <a:lnTo>
                    <a:pt x="1" y="1763"/>
                  </a:lnTo>
                  <a:cubicBezTo>
                    <a:pt x="1" y="1929"/>
                    <a:pt x="144" y="2072"/>
                    <a:pt x="310" y="2072"/>
                  </a:cubicBezTo>
                  <a:lnTo>
                    <a:pt x="2811" y="2072"/>
                  </a:lnTo>
                  <a:cubicBezTo>
                    <a:pt x="3001" y="2072"/>
                    <a:pt x="3144" y="1929"/>
                    <a:pt x="3121" y="1763"/>
                  </a:cubicBezTo>
                  <a:lnTo>
                    <a:pt x="3121" y="1120"/>
                  </a:lnTo>
                  <a:cubicBezTo>
                    <a:pt x="3121" y="691"/>
                    <a:pt x="2954" y="286"/>
                    <a:pt x="2644" y="0"/>
                  </a:cubicBezTo>
                  <a:cubicBezTo>
                    <a:pt x="2335" y="262"/>
                    <a:pt x="1954" y="405"/>
                    <a:pt x="1573" y="405"/>
                  </a:cubicBezTo>
                  <a:cubicBezTo>
                    <a:pt x="1168" y="405"/>
                    <a:pt x="787" y="262"/>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2"/>
          <p:cNvGrpSpPr/>
          <p:nvPr/>
        </p:nvGrpSpPr>
        <p:grpSpPr>
          <a:xfrm>
            <a:off x="7058139" y="2886026"/>
            <a:ext cx="348109" cy="349675"/>
            <a:chOff x="5688050" y="3220950"/>
            <a:chExt cx="266750" cy="267950"/>
          </a:xfrm>
        </p:grpSpPr>
        <p:sp>
          <p:nvSpPr>
            <p:cNvPr id="9850" name="Google Shape;9850;p72"/>
            <p:cNvSpPr/>
            <p:nvPr/>
          </p:nvSpPr>
          <p:spPr>
            <a:xfrm>
              <a:off x="5688050" y="3338825"/>
              <a:ext cx="266750" cy="150075"/>
            </a:xfrm>
            <a:custGeom>
              <a:rect b="b" l="l" r="r" t="t"/>
              <a:pathLst>
                <a:path extrusionOk="0" h="6003" w="10670">
                  <a:moveTo>
                    <a:pt x="7431" y="1"/>
                  </a:moveTo>
                  <a:cubicBezTo>
                    <a:pt x="7240" y="1"/>
                    <a:pt x="7121" y="144"/>
                    <a:pt x="7121" y="311"/>
                  </a:cubicBezTo>
                  <a:lnTo>
                    <a:pt x="7121" y="1668"/>
                  </a:lnTo>
                  <a:lnTo>
                    <a:pt x="3859" y="1668"/>
                  </a:lnTo>
                  <a:cubicBezTo>
                    <a:pt x="3692" y="1692"/>
                    <a:pt x="3573" y="1811"/>
                    <a:pt x="3573" y="2001"/>
                  </a:cubicBezTo>
                  <a:lnTo>
                    <a:pt x="3573" y="3359"/>
                  </a:lnTo>
                  <a:lnTo>
                    <a:pt x="334" y="3359"/>
                  </a:lnTo>
                  <a:cubicBezTo>
                    <a:pt x="144" y="3359"/>
                    <a:pt x="1" y="3478"/>
                    <a:pt x="1" y="3668"/>
                  </a:cubicBezTo>
                  <a:lnTo>
                    <a:pt x="1" y="5693"/>
                  </a:lnTo>
                  <a:cubicBezTo>
                    <a:pt x="1" y="5859"/>
                    <a:pt x="144" y="6002"/>
                    <a:pt x="334" y="6002"/>
                  </a:cubicBezTo>
                  <a:lnTo>
                    <a:pt x="10360" y="6002"/>
                  </a:lnTo>
                  <a:cubicBezTo>
                    <a:pt x="10527" y="6002"/>
                    <a:pt x="10646" y="5859"/>
                    <a:pt x="10646" y="5693"/>
                  </a:cubicBezTo>
                  <a:lnTo>
                    <a:pt x="10646" y="311"/>
                  </a:lnTo>
                  <a:cubicBezTo>
                    <a:pt x="10670" y="144"/>
                    <a:pt x="10527" y="1"/>
                    <a:pt x="103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2"/>
            <p:cNvSpPr/>
            <p:nvPr/>
          </p:nvSpPr>
          <p:spPr>
            <a:xfrm>
              <a:off x="5701150" y="3304900"/>
              <a:ext cx="47075" cy="47050"/>
            </a:xfrm>
            <a:custGeom>
              <a:rect b="b" l="l" r="r" t="t"/>
              <a:pathLst>
                <a:path extrusionOk="0" h="1882" w="1883">
                  <a:moveTo>
                    <a:pt x="929" y="0"/>
                  </a:moveTo>
                  <a:cubicBezTo>
                    <a:pt x="406" y="0"/>
                    <a:pt x="1" y="429"/>
                    <a:pt x="1" y="929"/>
                  </a:cubicBezTo>
                  <a:cubicBezTo>
                    <a:pt x="1" y="1453"/>
                    <a:pt x="406" y="1882"/>
                    <a:pt x="929" y="1882"/>
                  </a:cubicBezTo>
                  <a:cubicBezTo>
                    <a:pt x="1453" y="1882"/>
                    <a:pt x="1882" y="1453"/>
                    <a:pt x="1882" y="929"/>
                  </a:cubicBezTo>
                  <a:cubicBezTo>
                    <a:pt x="1882" y="429"/>
                    <a:pt x="1453"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5789875" y="3263225"/>
              <a:ext cx="47050" cy="47050"/>
            </a:xfrm>
            <a:custGeom>
              <a:rect b="b" l="l" r="r" t="t"/>
              <a:pathLst>
                <a:path extrusionOk="0" h="1882" w="1882">
                  <a:moveTo>
                    <a:pt x="953" y="0"/>
                  </a:moveTo>
                  <a:cubicBezTo>
                    <a:pt x="429" y="0"/>
                    <a:pt x="0" y="405"/>
                    <a:pt x="0" y="929"/>
                  </a:cubicBezTo>
                  <a:cubicBezTo>
                    <a:pt x="0" y="1453"/>
                    <a:pt x="429" y="1882"/>
                    <a:pt x="953" y="1882"/>
                  </a:cubicBezTo>
                  <a:cubicBezTo>
                    <a:pt x="1453" y="1882"/>
                    <a:pt x="1881" y="1453"/>
                    <a:pt x="1881" y="929"/>
                  </a:cubicBezTo>
                  <a:cubicBezTo>
                    <a:pt x="1881" y="405"/>
                    <a:pt x="1453" y="0"/>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2"/>
            <p:cNvSpPr/>
            <p:nvPr/>
          </p:nvSpPr>
          <p:spPr>
            <a:xfrm>
              <a:off x="5865475" y="3276325"/>
              <a:ext cx="73850" cy="47050"/>
            </a:xfrm>
            <a:custGeom>
              <a:rect b="b" l="l" r="r" t="t"/>
              <a:pathLst>
                <a:path extrusionOk="0" h="1882" w="2954">
                  <a:moveTo>
                    <a:pt x="548" y="0"/>
                  </a:moveTo>
                  <a:cubicBezTo>
                    <a:pt x="215" y="286"/>
                    <a:pt x="1" y="691"/>
                    <a:pt x="1" y="1143"/>
                  </a:cubicBezTo>
                  <a:lnTo>
                    <a:pt x="1" y="1596"/>
                  </a:lnTo>
                  <a:cubicBezTo>
                    <a:pt x="1" y="1739"/>
                    <a:pt x="143" y="1882"/>
                    <a:pt x="286" y="1882"/>
                  </a:cubicBezTo>
                  <a:lnTo>
                    <a:pt x="2668" y="1882"/>
                  </a:lnTo>
                  <a:cubicBezTo>
                    <a:pt x="2811" y="1882"/>
                    <a:pt x="2954" y="1739"/>
                    <a:pt x="2954" y="1596"/>
                  </a:cubicBezTo>
                  <a:lnTo>
                    <a:pt x="2954" y="1143"/>
                  </a:lnTo>
                  <a:cubicBezTo>
                    <a:pt x="2954" y="691"/>
                    <a:pt x="2739" y="286"/>
                    <a:pt x="2406" y="0"/>
                  </a:cubicBezTo>
                  <a:cubicBezTo>
                    <a:pt x="2132" y="203"/>
                    <a:pt x="1804" y="304"/>
                    <a:pt x="1477" y="304"/>
                  </a:cubicBezTo>
                  <a:cubicBezTo>
                    <a:pt x="1150" y="304"/>
                    <a:pt x="822" y="203"/>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2"/>
            <p:cNvSpPr/>
            <p:nvPr/>
          </p:nvSpPr>
          <p:spPr>
            <a:xfrm>
              <a:off x="5688050" y="3360275"/>
              <a:ext cx="73250" cy="46450"/>
            </a:xfrm>
            <a:custGeom>
              <a:rect b="b" l="l" r="r" t="t"/>
              <a:pathLst>
                <a:path extrusionOk="0" h="1858" w="2930">
                  <a:moveTo>
                    <a:pt x="549" y="0"/>
                  </a:moveTo>
                  <a:cubicBezTo>
                    <a:pt x="191" y="262"/>
                    <a:pt x="1" y="691"/>
                    <a:pt x="1" y="1120"/>
                  </a:cubicBezTo>
                  <a:lnTo>
                    <a:pt x="1" y="1596"/>
                  </a:lnTo>
                  <a:cubicBezTo>
                    <a:pt x="1" y="1739"/>
                    <a:pt x="120" y="1858"/>
                    <a:pt x="263" y="1858"/>
                  </a:cubicBezTo>
                  <a:lnTo>
                    <a:pt x="2644" y="1858"/>
                  </a:lnTo>
                  <a:cubicBezTo>
                    <a:pt x="2811" y="1858"/>
                    <a:pt x="2930" y="1739"/>
                    <a:pt x="2930" y="1596"/>
                  </a:cubicBezTo>
                  <a:lnTo>
                    <a:pt x="2930" y="1120"/>
                  </a:lnTo>
                  <a:cubicBezTo>
                    <a:pt x="2930" y="691"/>
                    <a:pt x="2716" y="262"/>
                    <a:pt x="2382" y="0"/>
                  </a:cubicBezTo>
                  <a:cubicBezTo>
                    <a:pt x="2108" y="191"/>
                    <a:pt x="1787" y="286"/>
                    <a:pt x="1465" y="286"/>
                  </a:cubicBezTo>
                  <a:cubicBezTo>
                    <a:pt x="1144" y="286"/>
                    <a:pt x="822" y="191"/>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2"/>
            <p:cNvSpPr/>
            <p:nvPr/>
          </p:nvSpPr>
          <p:spPr>
            <a:xfrm>
              <a:off x="5776775" y="3318000"/>
              <a:ext cx="73250" cy="47050"/>
            </a:xfrm>
            <a:custGeom>
              <a:rect b="b" l="l" r="r" t="t"/>
              <a:pathLst>
                <a:path extrusionOk="0" h="1882" w="2930">
                  <a:moveTo>
                    <a:pt x="548" y="0"/>
                  </a:moveTo>
                  <a:cubicBezTo>
                    <a:pt x="191" y="286"/>
                    <a:pt x="0" y="715"/>
                    <a:pt x="0" y="1144"/>
                  </a:cubicBezTo>
                  <a:lnTo>
                    <a:pt x="0" y="1596"/>
                  </a:lnTo>
                  <a:cubicBezTo>
                    <a:pt x="0" y="1763"/>
                    <a:pt x="119" y="1882"/>
                    <a:pt x="286" y="1882"/>
                  </a:cubicBezTo>
                  <a:lnTo>
                    <a:pt x="2667" y="1882"/>
                  </a:lnTo>
                  <a:cubicBezTo>
                    <a:pt x="2810" y="1882"/>
                    <a:pt x="2929" y="1763"/>
                    <a:pt x="2929" y="1596"/>
                  </a:cubicBezTo>
                  <a:lnTo>
                    <a:pt x="2929" y="1144"/>
                  </a:lnTo>
                  <a:cubicBezTo>
                    <a:pt x="2929" y="715"/>
                    <a:pt x="2739" y="286"/>
                    <a:pt x="2382" y="0"/>
                  </a:cubicBezTo>
                  <a:cubicBezTo>
                    <a:pt x="2108" y="203"/>
                    <a:pt x="1786" y="304"/>
                    <a:pt x="1465" y="304"/>
                  </a:cubicBezTo>
                  <a:cubicBezTo>
                    <a:pt x="1143" y="304"/>
                    <a:pt x="822" y="203"/>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2"/>
            <p:cNvSpPr/>
            <p:nvPr/>
          </p:nvSpPr>
          <p:spPr>
            <a:xfrm>
              <a:off x="5878575" y="3220950"/>
              <a:ext cx="47050" cy="47050"/>
            </a:xfrm>
            <a:custGeom>
              <a:rect b="b" l="l" r="r" t="t"/>
              <a:pathLst>
                <a:path extrusionOk="0" h="1882" w="1882">
                  <a:moveTo>
                    <a:pt x="953" y="1"/>
                  </a:moveTo>
                  <a:cubicBezTo>
                    <a:pt x="429" y="1"/>
                    <a:pt x="0" y="429"/>
                    <a:pt x="0" y="953"/>
                  </a:cubicBezTo>
                  <a:cubicBezTo>
                    <a:pt x="0" y="1477"/>
                    <a:pt x="429" y="1882"/>
                    <a:pt x="953" y="1882"/>
                  </a:cubicBezTo>
                  <a:cubicBezTo>
                    <a:pt x="1477" y="1882"/>
                    <a:pt x="1882" y="1477"/>
                    <a:pt x="1882" y="953"/>
                  </a:cubicBezTo>
                  <a:cubicBezTo>
                    <a:pt x="1882" y="429"/>
                    <a:pt x="1477"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72"/>
          <p:cNvGrpSpPr/>
          <p:nvPr/>
        </p:nvGrpSpPr>
        <p:grpSpPr>
          <a:xfrm>
            <a:off x="7811026" y="2886026"/>
            <a:ext cx="350425" cy="349675"/>
            <a:chOff x="6264975" y="3220950"/>
            <a:chExt cx="268525" cy="267950"/>
          </a:xfrm>
        </p:grpSpPr>
        <p:sp>
          <p:nvSpPr>
            <p:cNvPr id="9858" name="Google Shape;9858;p72"/>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2"/>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2"/>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2"/>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2"/>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2"/>
          <p:cNvGrpSpPr/>
          <p:nvPr/>
        </p:nvGrpSpPr>
        <p:grpSpPr>
          <a:xfrm>
            <a:off x="7812560" y="3443880"/>
            <a:ext cx="350425" cy="350425"/>
            <a:chOff x="6266150" y="3648425"/>
            <a:chExt cx="268525" cy="268525"/>
          </a:xfrm>
        </p:grpSpPr>
        <p:sp>
          <p:nvSpPr>
            <p:cNvPr id="9866" name="Google Shape;9866;p72"/>
            <p:cNvSpPr/>
            <p:nvPr/>
          </p:nvSpPr>
          <p:spPr>
            <a:xfrm>
              <a:off x="6362000" y="3648425"/>
              <a:ext cx="172675" cy="151850"/>
            </a:xfrm>
            <a:custGeom>
              <a:rect b="b" l="l" r="r" t="t"/>
              <a:pathLst>
                <a:path extrusionOk="0" h="6074" w="6907">
                  <a:moveTo>
                    <a:pt x="2811" y="1263"/>
                  </a:moveTo>
                  <a:cubicBezTo>
                    <a:pt x="3192" y="1310"/>
                    <a:pt x="3192" y="1858"/>
                    <a:pt x="2811" y="1882"/>
                  </a:cubicBezTo>
                  <a:lnTo>
                    <a:pt x="1549" y="1882"/>
                  </a:lnTo>
                  <a:cubicBezTo>
                    <a:pt x="1168" y="1858"/>
                    <a:pt x="1168" y="1310"/>
                    <a:pt x="1549" y="1263"/>
                  </a:cubicBezTo>
                  <a:close/>
                  <a:moveTo>
                    <a:pt x="2799" y="2549"/>
                  </a:moveTo>
                  <a:cubicBezTo>
                    <a:pt x="2948" y="2549"/>
                    <a:pt x="3097" y="2644"/>
                    <a:pt x="3120" y="2834"/>
                  </a:cubicBezTo>
                  <a:lnTo>
                    <a:pt x="3120" y="4501"/>
                  </a:lnTo>
                  <a:cubicBezTo>
                    <a:pt x="3097" y="4692"/>
                    <a:pt x="2948" y="4787"/>
                    <a:pt x="2799" y="4787"/>
                  </a:cubicBezTo>
                  <a:cubicBezTo>
                    <a:pt x="2650" y="4787"/>
                    <a:pt x="2501" y="4692"/>
                    <a:pt x="2478" y="4501"/>
                  </a:cubicBezTo>
                  <a:lnTo>
                    <a:pt x="2478" y="2834"/>
                  </a:lnTo>
                  <a:cubicBezTo>
                    <a:pt x="2501" y="2644"/>
                    <a:pt x="2650" y="2549"/>
                    <a:pt x="2799" y="2549"/>
                  </a:cubicBezTo>
                  <a:close/>
                  <a:moveTo>
                    <a:pt x="4061" y="1929"/>
                  </a:moveTo>
                  <a:cubicBezTo>
                    <a:pt x="4210" y="1929"/>
                    <a:pt x="4359" y="2025"/>
                    <a:pt x="4383" y="2215"/>
                  </a:cubicBezTo>
                  <a:lnTo>
                    <a:pt x="4383" y="4501"/>
                  </a:lnTo>
                  <a:cubicBezTo>
                    <a:pt x="4359" y="4692"/>
                    <a:pt x="4210" y="4787"/>
                    <a:pt x="4061" y="4787"/>
                  </a:cubicBezTo>
                  <a:cubicBezTo>
                    <a:pt x="3912" y="4787"/>
                    <a:pt x="3763" y="4692"/>
                    <a:pt x="3740" y="4501"/>
                  </a:cubicBezTo>
                  <a:lnTo>
                    <a:pt x="3740" y="2215"/>
                  </a:lnTo>
                  <a:cubicBezTo>
                    <a:pt x="3763" y="2025"/>
                    <a:pt x="3912" y="1929"/>
                    <a:pt x="4061" y="1929"/>
                  </a:cubicBezTo>
                  <a:close/>
                  <a:moveTo>
                    <a:pt x="5311" y="1286"/>
                  </a:moveTo>
                  <a:cubicBezTo>
                    <a:pt x="5460" y="1286"/>
                    <a:pt x="5609" y="1382"/>
                    <a:pt x="5621" y="1572"/>
                  </a:cubicBezTo>
                  <a:lnTo>
                    <a:pt x="5621" y="4501"/>
                  </a:lnTo>
                  <a:cubicBezTo>
                    <a:pt x="5609" y="4692"/>
                    <a:pt x="5460" y="4787"/>
                    <a:pt x="5311" y="4787"/>
                  </a:cubicBezTo>
                  <a:cubicBezTo>
                    <a:pt x="5163" y="4787"/>
                    <a:pt x="5014" y="4692"/>
                    <a:pt x="5002" y="4501"/>
                  </a:cubicBezTo>
                  <a:lnTo>
                    <a:pt x="5002" y="1572"/>
                  </a:lnTo>
                  <a:cubicBezTo>
                    <a:pt x="5014" y="1382"/>
                    <a:pt x="5163" y="1286"/>
                    <a:pt x="5311" y="1286"/>
                  </a:cubicBezTo>
                  <a:close/>
                  <a:moveTo>
                    <a:pt x="1549" y="3150"/>
                  </a:moveTo>
                  <a:cubicBezTo>
                    <a:pt x="1704" y="3150"/>
                    <a:pt x="1858" y="3251"/>
                    <a:pt x="1858" y="3453"/>
                  </a:cubicBezTo>
                  <a:lnTo>
                    <a:pt x="1858" y="4501"/>
                  </a:lnTo>
                  <a:cubicBezTo>
                    <a:pt x="1858" y="4716"/>
                    <a:pt x="1704" y="4823"/>
                    <a:pt x="1549" y="4823"/>
                  </a:cubicBezTo>
                  <a:cubicBezTo>
                    <a:pt x="1394" y="4823"/>
                    <a:pt x="1239" y="4716"/>
                    <a:pt x="1239" y="4501"/>
                  </a:cubicBezTo>
                  <a:lnTo>
                    <a:pt x="1239" y="3453"/>
                  </a:lnTo>
                  <a:cubicBezTo>
                    <a:pt x="1239" y="3251"/>
                    <a:pt x="1394" y="3150"/>
                    <a:pt x="1549" y="3150"/>
                  </a:cubicBezTo>
                  <a:close/>
                  <a:moveTo>
                    <a:pt x="930" y="0"/>
                  </a:moveTo>
                  <a:cubicBezTo>
                    <a:pt x="406" y="0"/>
                    <a:pt x="1" y="429"/>
                    <a:pt x="1" y="953"/>
                  </a:cubicBezTo>
                  <a:lnTo>
                    <a:pt x="1" y="5144"/>
                  </a:lnTo>
                  <a:cubicBezTo>
                    <a:pt x="1" y="5644"/>
                    <a:pt x="406" y="6073"/>
                    <a:pt x="930" y="6073"/>
                  </a:cubicBezTo>
                  <a:lnTo>
                    <a:pt x="2620" y="6073"/>
                  </a:lnTo>
                  <a:lnTo>
                    <a:pt x="3120" y="5216"/>
                  </a:lnTo>
                  <a:cubicBezTo>
                    <a:pt x="3182" y="5123"/>
                    <a:pt x="3283" y="5071"/>
                    <a:pt x="3392" y="5071"/>
                  </a:cubicBezTo>
                  <a:cubicBezTo>
                    <a:pt x="3452" y="5071"/>
                    <a:pt x="3514" y="5087"/>
                    <a:pt x="3573" y="5120"/>
                  </a:cubicBezTo>
                  <a:cubicBezTo>
                    <a:pt x="3716" y="5192"/>
                    <a:pt x="3763" y="5406"/>
                    <a:pt x="3668" y="5549"/>
                  </a:cubicBezTo>
                  <a:lnTo>
                    <a:pt x="3359" y="6073"/>
                  </a:lnTo>
                  <a:lnTo>
                    <a:pt x="5954" y="6073"/>
                  </a:lnTo>
                  <a:cubicBezTo>
                    <a:pt x="6478" y="6073"/>
                    <a:pt x="6883" y="5644"/>
                    <a:pt x="6907" y="5144"/>
                  </a:cubicBezTo>
                  <a:lnTo>
                    <a:pt x="6907" y="953"/>
                  </a:lnTo>
                  <a:cubicBezTo>
                    <a:pt x="6883" y="429"/>
                    <a:pt x="6478" y="0"/>
                    <a:pt x="5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2"/>
            <p:cNvSpPr/>
            <p:nvPr/>
          </p:nvSpPr>
          <p:spPr>
            <a:xfrm>
              <a:off x="6289975" y="3780600"/>
              <a:ext cx="62525" cy="62525"/>
            </a:xfrm>
            <a:custGeom>
              <a:rect b="b" l="l" r="r" t="t"/>
              <a:pathLst>
                <a:path extrusionOk="0" h="2501" w="2501">
                  <a:moveTo>
                    <a:pt x="1239" y="0"/>
                  </a:moveTo>
                  <a:cubicBezTo>
                    <a:pt x="548" y="0"/>
                    <a:pt x="0" y="548"/>
                    <a:pt x="0" y="1262"/>
                  </a:cubicBezTo>
                  <a:cubicBezTo>
                    <a:pt x="0" y="1953"/>
                    <a:pt x="548" y="2501"/>
                    <a:pt x="1239" y="2501"/>
                  </a:cubicBezTo>
                  <a:cubicBezTo>
                    <a:pt x="1929" y="2501"/>
                    <a:pt x="2501" y="1953"/>
                    <a:pt x="2501" y="1262"/>
                  </a:cubicBezTo>
                  <a:cubicBezTo>
                    <a:pt x="2501" y="548"/>
                    <a:pt x="1929"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2"/>
            <p:cNvSpPr/>
            <p:nvPr/>
          </p:nvSpPr>
          <p:spPr>
            <a:xfrm>
              <a:off x="6266150" y="3800825"/>
              <a:ext cx="179225" cy="116125"/>
            </a:xfrm>
            <a:custGeom>
              <a:rect b="b" l="l" r="r" t="t"/>
              <a:pathLst>
                <a:path extrusionOk="0" h="4645" w="7169">
                  <a:moveTo>
                    <a:pt x="6431" y="1"/>
                  </a:moveTo>
                  <a:lnTo>
                    <a:pt x="5526" y="1501"/>
                  </a:lnTo>
                  <a:lnTo>
                    <a:pt x="3763" y="1501"/>
                  </a:lnTo>
                  <a:cubicBezTo>
                    <a:pt x="3404" y="2054"/>
                    <a:pt x="2812" y="2342"/>
                    <a:pt x="2210" y="2342"/>
                  </a:cubicBezTo>
                  <a:cubicBezTo>
                    <a:pt x="1776" y="2342"/>
                    <a:pt x="1337" y="2192"/>
                    <a:pt x="977" y="1882"/>
                  </a:cubicBezTo>
                  <a:cubicBezTo>
                    <a:pt x="358" y="2287"/>
                    <a:pt x="1" y="2978"/>
                    <a:pt x="1" y="3692"/>
                  </a:cubicBezTo>
                  <a:lnTo>
                    <a:pt x="1" y="4335"/>
                  </a:lnTo>
                  <a:cubicBezTo>
                    <a:pt x="1" y="4502"/>
                    <a:pt x="120" y="4645"/>
                    <a:pt x="310" y="4645"/>
                  </a:cubicBezTo>
                  <a:lnTo>
                    <a:pt x="4073" y="4645"/>
                  </a:lnTo>
                  <a:cubicBezTo>
                    <a:pt x="4240" y="4645"/>
                    <a:pt x="4383" y="4502"/>
                    <a:pt x="4383" y="4335"/>
                  </a:cubicBezTo>
                  <a:lnTo>
                    <a:pt x="4383" y="3692"/>
                  </a:lnTo>
                  <a:cubicBezTo>
                    <a:pt x="4383" y="3382"/>
                    <a:pt x="4311" y="3049"/>
                    <a:pt x="4168" y="2763"/>
                  </a:cubicBezTo>
                  <a:lnTo>
                    <a:pt x="5430" y="2763"/>
                  </a:lnTo>
                  <a:cubicBezTo>
                    <a:pt x="5764" y="2763"/>
                    <a:pt x="6050" y="2478"/>
                    <a:pt x="6050" y="2120"/>
                  </a:cubicBezTo>
                  <a:cubicBezTo>
                    <a:pt x="6050" y="2049"/>
                    <a:pt x="6050" y="1977"/>
                    <a:pt x="6026" y="1906"/>
                  </a:cubicBezTo>
                  <a:lnTo>
                    <a:pt x="7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2"/>
          <p:cNvGrpSpPr/>
          <p:nvPr/>
        </p:nvGrpSpPr>
        <p:grpSpPr>
          <a:xfrm>
            <a:off x="7069819" y="3443880"/>
            <a:ext cx="323999" cy="349740"/>
            <a:chOff x="5697000" y="3648425"/>
            <a:chExt cx="248275" cy="268000"/>
          </a:xfrm>
        </p:grpSpPr>
        <p:sp>
          <p:nvSpPr>
            <p:cNvPr id="9870" name="Google Shape;9870;p72"/>
            <p:cNvSpPr/>
            <p:nvPr/>
          </p:nvSpPr>
          <p:spPr>
            <a:xfrm>
              <a:off x="5723175" y="3754400"/>
              <a:ext cx="67900" cy="67900"/>
            </a:xfrm>
            <a:custGeom>
              <a:rect b="b" l="l" r="r" t="t"/>
              <a:pathLst>
                <a:path extrusionOk="0" h="2716" w="2716">
                  <a:moveTo>
                    <a:pt x="1358" y="0"/>
                  </a:moveTo>
                  <a:cubicBezTo>
                    <a:pt x="620" y="0"/>
                    <a:pt x="1" y="596"/>
                    <a:pt x="1" y="1358"/>
                  </a:cubicBezTo>
                  <a:cubicBezTo>
                    <a:pt x="1" y="2096"/>
                    <a:pt x="620" y="2715"/>
                    <a:pt x="1358" y="2715"/>
                  </a:cubicBezTo>
                  <a:cubicBezTo>
                    <a:pt x="2120" y="2715"/>
                    <a:pt x="2716" y="2096"/>
                    <a:pt x="2716" y="1358"/>
                  </a:cubicBezTo>
                  <a:cubicBezTo>
                    <a:pt x="2716" y="596"/>
                    <a:pt x="2120"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2"/>
            <p:cNvSpPr/>
            <p:nvPr/>
          </p:nvSpPr>
          <p:spPr>
            <a:xfrm>
              <a:off x="5697000" y="3754400"/>
              <a:ext cx="164925" cy="162025"/>
            </a:xfrm>
            <a:custGeom>
              <a:rect b="b" l="l" r="r" t="t"/>
              <a:pathLst>
                <a:path extrusionOk="0" h="6481" w="6597">
                  <a:moveTo>
                    <a:pt x="5977" y="0"/>
                  </a:moveTo>
                  <a:cubicBezTo>
                    <a:pt x="5620" y="0"/>
                    <a:pt x="5334" y="286"/>
                    <a:pt x="5334" y="620"/>
                  </a:cubicBezTo>
                  <a:lnTo>
                    <a:pt x="5334" y="2501"/>
                  </a:lnTo>
                  <a:lnTo>
                    <a:pt x="4025" y="2501"/>
                  </a:lnTo>
                  <a:cubicBezTo>
                    <a:pt x="3638" y="3054"/>
                    <a:pt x="3026" y="3342"/>
                    <a:pt x="2404" y="3342"/>
                  </a:cubicBezTo>
                  <a:cubicBezTo>
                    <a:pt x="1954" y="3342"/>
                    <a:pt x="1499" y="3192"/>
                    <a:pt x="1119" y="2882"/>
                  </a:cubicBezTo>
                  <a:cubicBezTo>
                    <a:pt x="429" y="3311"/>
                    <a:pt x="0" y="4096"/>
                    <a:pt x="0" y="4906"/>
                  </a:cubicBezTo>
                  <a:lnTo>
                    <a:pt x="0" y="6168"/>
                  </a:lnTo>
                  <a:cubicBezTo>
                    <a:pt x="0" y="6335"/>
                    <a:pt x="143" y="6478"/>
                    <a:pt x="310" y="6478"/>
                  </a:cubicBezTo>
                  <a:lnTo>
                    <a:pt x="4501" y="6478"/>
                  </a:lnTo>
                  <a:cubicBezTo>
                    <a:pt x="4513" y="6480"/>
                    <a:pt x="4525" y="6480"/>
                    <a:pt x="4538" y="6480"/>
                  </a:cubicBezTo>
                  <a:cubicBezTo>
                    <a:pt x="4691" y="6480"/>
                    <a:pt x="4833" y="6345"/>
                    <a:pt x="4811" y="6168"/>
                  </a:cubicBezTo>
                  <a:lnTo>
                    <a:pt x="4811" y="4906"/>
                  </a:lnTo>
                  <a:cubicBezTo>
                    <a:pt x="4811" y="4501"/>
                    <a:pt x="4715" y="4120"/>
                    <a:pt x="4525" y="3763"/>
                  </a:cubicBezTo>
                  <a:lnTo>
                    <a:pt x="5644" y="3763"/>
                  </a:lnTo>
                  <a:cubicBezTo>
                    <a:pt x="6168" y="3763"/>
                    <a:pt x="6597" y="3334"/>
                    <a:pt x="6597" y="2834"/>
                  </a:cubicBezTo>
                  <a:lnTo>
                    <a:pt x="6597" y="620"/>
                  </a:lnTo>
                  <a:cubicBezTo>
                    <a:pt x="6597" y="286"/>
                    <a:pt x="6311" y="0"/>
                    <a:pt x="5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2"/>
            <p:cNvSpPr/>
            <p:nvPr/>
          </p:nvSpPr>
          <p:spPr>
            <a:xfrm>
              <a:off x="5897025" y="3704375"/>
              <a:ext cx="6575" cy="16100"/>
            </a:xfrm>
            <a:custGeom>
              <a:rect b="b" l="l" r="r" t="t"/>
              <a:pathLst>
                <a:path extrusionOk="0" h="644" w="263">
                  <a:moveTo>
                    <a:pt x="1" y="1"/>
                  </a:moveTo>
                  <a:lnTo>
                    <a:pt x="1" y="644"/>
                  </a:lnTo>
                  <a:cubicBezTo>
                    <a:pt x="120" y="596"/>
                    <a:pt x="191" y="477"/>
                    <a:pt x="215" y="358"/>
                  </a:cubicBezTo>
                  <a:cubicBezTo>
                    <a:pt x="263" y="191"/>
                    <a:pt x="167" y="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2"/>
            <p:cNvSpPr/>
            <p:nvPr/>
          </p:nvSpPr>
          <p:spPr>
            <a:xfrm>
              <a:off x="5885125" y="3681175"/>
              <a:ext cx="4200" cy="11325"/>
            </a:xfrm>
            <a:custGeom>
              <a:rect b="b" l="l" r="r" t="t"/>
              <a:pathLst>
                <a:path extrusionOk="0" h="453" w="168">
                  <a:moveTo>
                    <a:pt x="167" y="0"/>
                  </a:moveTo>
                  <a:cubicBezTo>
                    <a:pt x="72" y="24"/>
                    <a:pt x="24" y="119"/>
                    <a:pt x="24" y="191"/>
                  </a:cubicBezTo>
                  <a:cubicBezTo>
                    <a:pt x="0" y="262"/>
                    <a:pt x="24" y="334"/>
                    <a:pt x="72" y="405"/>
                  </a:cubicBezTo>
                  <a:lnTo>
                    <a:pt x="167" y="453"/>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2"/>
            <p:cNvSpPr/>
            <p:nvPr/>
          </p:nvSpPr>
          <p:spPr>
            <a:xfrm>
              <a:off x="5823800" y="3648425"/>
              <a:ext cx="121475" cy="104650"/>
            </a:xfrm>
            <a:custGeom>
              <a:rect b="b" l="l" r="r" t="t"/>
              <a:pathLst>
                <a:path extrusionOk="0" h="4186" w="4859">
                  <a:moveTo>
                    <a:pt x="2775" y="697"/>
                  </a:moveTo>
                  <a:cubicBezTo>
                    <a:pt x="2852" y="697"/>
                    <a:pt x="2930" y="751"/>
                    <a:pt x="2930" y="858"/>
                  </a:cubicBezTo>
                  <a:lnTo>
                    <a:pt x="2930" y="977"/>
                  </a:lnTo>
                  <a:cubicBezTo>
                    <a:pt x="3073" y="977"/>
                    <a:pt x="3192" y="1048"/>
                    <a:pt x="3287" y="1143"/>
                  </a:cubicBezTo>
                  <a:cubicBezTo>
                    <a:pt x="3378" y="1271"/>
                    <a:pt x="3274" y="1398"/>
                    <a:pt x="3157" y="1398"/>
                  </a:cubicBezTo>
                  <a:cubicBezTo>
                    <a:pt x="3120" y="1398"/>
                    <a:pt x="3083" y="1386"/>
                    <a:pt x="3049" y="1358"/>
                  </a:cubicBezTo>
                  <a:cubicBezTo>
                    <a:pt x="3025" y="1334"/>
                    <a:pt x="2977" y="1310"/>
                    <a:pt x="2930" y="1286"/>
                  </a:cubicBezTo>
                  <a:lnTo>
                    <a:pt x="2930" y="1906"/>
                  </a:lnTo>
                  <a:lnTo>
                    <a:pt x="3025" y="1953"/>
                  </a:lnTo>
                  <a:cubicBezTo>
                    <a:pt x="3335" y="2048"/>
                    <a:pt x="3501" y="2334"/>
                    <a:pt x="3454" y="2644"/>
                  </a:cubicBezTo>
                  <a:cubicBezTo>
                    <a:pt x="3406" y="2930"/>
                    <a:pt x="3192" y="3144"/>
                    <a:pt x="2930" y="3215"/>
                  </a:cubicBezTo>
                  <a:lnTo>
                    <a:pt x="2930" y="3358"/>
                  </a:lnTo>
                  <a:cubicBezTo>
                    <a:pt x="2930" y="3465"/>
                    <a:pt x="2846" y="3519"/>
                    <a:pt x="2766" y="3519"/>
                  </a:cubicBezTo>
                  <a:cubicBezTo>
                    <a:pt x="2686" y="3519"/>
                    <a:pt x="2608" y="3465"/>
                    <a:pt x="2620" y="3358"/>
                  </a:cubicBezTo>
                  <a:lnTo>
                    <a:pt x="2620" y="3215"/>
                  </a:lnTo>
                  <a:cubicBezTo>
                    <a:pt x="2453" y="3215"/>
                    <a:pt x="2287" y="3168"/>
                    <a:pt x="2168" y="3072"/>
                  </a:cubicBezTo>
                  <a:cubicBezTo>
                    <a:pt x="1995" y="2976"/>
                    <a:pt x="2085" y="2771"/>
                    <a:pt x="2227" y="2771"/>
                  </a:cubicBezTo>
                  <a:cubicBezTo>
                    <a:pt x="2261" y="2771"/>
                    <a:pt x="2298" y="2783"/>
                    <a:pt x="2334" y="2810"/>
                  </a:cubicBezTo>
                  <a:cubicBezTo>
                    <a:pt x="2406" y="2858"/>
                    <a:pt x="2501" y="2906"/>
                    <a:pt x="2620" y="2906"/>
                  </a:cubicBezTo>
                  <a:lnTo>
                    <a:pt x="2620" y="2120"/>
                  </a:lnTo>
                  <a:cubicBezTo>
                    <a:pt x="2501" y="2072"/>
                    <a:pt x="2406" y="2025"/>
                    <a:pt x="2334" y="1953"/>
                  </a:cubicBezTo>
                  <a:cubicBezTo>
                    <a:pt x="2191" y="1834"/>
                    <a:pt x="2120" y="1620"/>
                    <a:pt x="2168" y="1453"/>
                  </a:cubicBezTo>
                  <a:cubicBezTo>
                    <a:pt x="2191" y="1239"/>
                    <a:pt x="2358" y="1048"/>
                    <a:pt x="2572" y="977"/>
                  </a:cubicBezTo>
                  <a:lnTo>
                    <a:pt x="2620" y="977"/>
                  </a:lnTo>
                  <a:lnTo>
                    <a:pt x="2620" y="858"/>
                  </a:lnTo>
                  <a:cubicBezTo>
                    <a:pt x="2620" y="751"/>
                    <a:pt x="2697" y="697"/>
                    <a:pt x="2775" y="697"/>
                  </a:cubicBezTo>
                  <a:close/>
                  <a:moveTo>
                    <a:pt x="2787" y="0"/>
                  </a:moveTo>
                  <a:cubicBezTo>
                    <a:pt x="929" y="0"/>
                    <a:pt x="1" y="2239"/>
                    <a:pt x="1310" y="3573"/>
                  </a:cubicBezTo>
                  <a:cubicBezTo>
                    <a:pt x="1733" y="3996"/>
                    <a:pt x="2254" y="4185"/>
                    <a:pt x="2764" y="4185"/>
                  </a:cubicBezTo>
                  <a:cubicBezTo>
                    <a:pt x="3833" y="4185"/>
                    <a:pt x="4859" y="3353"/>
                    <a:pt x="4859" y="2096"/>
                  </a:cubicBezTo>
                  <a:cubicBezTo>
                    <a:pt x="4859" y="929"/>
                    <a:pt x="3930" y="0"/>
                    <a:pt x="2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2"/>
          <p:cNvGrpSpPr/>
          <p:nvPr/>
        </p:nvGrpSpPr>
        <p:grpSpPr>
          <a:xfrm>
            <a:off x="6312266" y="3443880"/>
            <a:ext cx="329480" cy="349642"/>
            <a:chOff x="5116500" y="3648425"/>
            <a:chExt cx="252475" cy="267925"/>
          </a:xfrm>
        </p:grpSpPr>
        <p:sp>
          <p:nvSpPr>
            <p:cNvPr id="9876" name="Google Shape;9876;p72"/>
            <p:cNvSpPr/>
            <p:nvPr/>
          </p:nvSpPr>
          <p:spPr>
            <a:xfrm>
              <a:off x="5139725" y="3754400"/>
              <a:ext cx="63125" cy="62525"/>
            </a:xfrm>
            <a:custGeom>
              <a:rect b="b" l="l" r="r" t="t"/>
              <a:pathLst>
                <a:path extrusionOk="0" h="2501" w="2525">
                  <a:moveTo>
                    <a:pt x="1263" y="0"/>
                  </a:moveTo>
                  <a:cubicBezTo>
                    <a:pt x="572" y="0"/>
                    <a:pt x="1" y="548"/>
                    <a:pt x="1" y="1263"/>
                  </a:cubicBezTo>
                  <a:cubicBezTo>
                    <a:pt x="1" y="1953"/>
                    <a:pt x="572" y="2501"/>
                    <a:pt x="1263" y="2501"/>
                  </a:cubicBezTo>
                  <a:cubicBezTo>
                    <a:pt x="1953" y="2501"/>
                    <a:pt x="2525" y="1953"/>
                    <a:pt x="2525" y="1263"/>
                  </a:cubicBezTo>
                  <a:cubicBezTo>
                    <a:pt x="2525" y="548"/>
                    <a:pt x="195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2"/>
            <p:cNvSpPr/>
            <p:nvPr/>
          </p:nvSpPr>
          <p:spPr>
            <a:xfrm>
              <a:off x="5116500" y="3648425"/>
              <a:ext cx="252475" cy="267925"/>
            </a:xfrm>
            <a:custGeom>
              <a:rect b="b" l="l" r="r" t="t"/>
              <a:pathLst>
                <a:path extrusionOk="0" h="10717" w="10099">
                  <a:moveTo>
                    <a:pt x="5812" y="0"/>
                  </a:moveTo>
                  <a:cubicBezTo>
                    <a:pt x="5621" y="0"/>
                    <a:pt x="5478" y="143"/>
                    <a:pt x="5478" y="310"/>
                  </a:cubicBezTo>
                  <a:lnTo>
                    <a:pt x="5478" y="6549"/>
                  </a:lnTo>
                  <a:lnTo>
                    <a:pt x="3764" y="6549"/>
                  </a:lnTo>
                  <a:cubicBezTo>
                    <a:pt x="3406" y="7086"/>
                    <a:pt x="2817" y="7368"/>
                    <a:pt x="2218" y="7368"/>
                  </a:cubicBezTo>
                  <a:cubicBezTo>
                    <a:pt x="1781" y="7368"/>
                    <a:pt x="1339" y="7218"/>
                    <a:pt x="977" y="6907"/>
                  </a:cubicBezTo>
                  <a:cubicBezTo>
                    <a:pt x="358" y="7311"/>
                    <a:pt x="1" y="8002"/>
                    <a:pt x="1" y="8740"/>
                  </a:cubicBezTo>
                  <a:lnTo>
                    <a:pt x="1" y="10407"/>
                  </a:lnTo>
                  <a:cubicBezTo>
                    <a:pt x="1" y="10574"/>
                    <a:pt x="120" y="10717"/>
                    <a:pt x="310" y="10717"/>
                  </a:cubicBezTo>
                  <a:lnTo>
                    <a:pt x="4073" y="10717"/>
                  </a:lnTo>
                  <a:cubicBezTo>
                    <a:pt x="4240" y="10717"/>
                    <a:pt x="4383" y="10574"/>
                    <a:pt x="4359" y="10407"/>
                  </a:cubicBezTo>
                  <a:lnTo>
                    <a:pt x="4359" y="8740"/>
                  </a:lnTo>
                  <a:cubicBezTo>
                    <a:pt x="4359" y="8407"/>
                    <a:pt x="4288" y="8097"/>
                    <a:pt x="4145" y="7788"/>
                  </a:cubicBezTo>
                  <a:lnTo>
                    <a:pt x="6097" y="7788"/>
                  </a:lnTo>
                  <a:cubicBezTo>
                    <a:pt x="6931" y="7788"/>
                    <a:pt x="6931" y="6526"/>
                    <a:pt x="6097" y="6526"/>
                  </a:cubicBezTo>
                  <a:lnTo>
                    <a:pt x="6097" y="3144"/>
                  </a:lnTo>
                  <a:lnTo>
                    <a:pt x="9765" y="3144"/>
                  </a:lnTo>
                  <a:cubicBezTo>
                    <a:pt x="9884" y="3144"/>
                    <a:pt x="9979" y="3072"/>
                    <a:pt x="10027" y="2977"/>
                  </a:cubicBezTo>
                  <a:cubicBezTo>
                    <a:pt x="10098" y="2882"/>
                    <a:pt x="10098" y="2763"/>
                    <a:pt x="10027" y="2668"/>
                  </a:cubicBezTo>
                  <a:lnTo>
                    <a:pt x="9312" y="1572"/>
                  </a:lnTo>
                  <a:lnTo>
                    <a:pt x="10027" y="500"/>
                  </a:lnTo>
                  <a:cubicBezTo>
                    <a:pt x="10098" y="405"/>
                    <a:pt x="10098" y="262"/>
                    <a:pt x="10027" y="167"/>
                  </a:cubicBezTo>
                  <a:cubicBezTo>
                    <a:pt x="9979" y="72"/>
                    <a:pt x="9860" y="0"/>
                    <a:pt x="9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2"/>
          <p:cNvGrpSpPr/>
          <p:nvPr/>
        </p:nvGrpSpPr>
        <p:grpSpPr>
          <a:xfrm>
            <a:off x="5544665" y="3444272"/>
            <a:ext cx="352742" cy="349642"/>
            <a:chOff x="4528300" y="3648725"/>
            <a:chExt cx="270300" cy="267925"/>
          </a:xfrm>
        </p:grpSpPr>
        <p:sp>
          <p:nvSpPr>
            <p:cNvPr id="9879" name="Google Shape;9879;p72"/>
            <p:cNvSpPr/>
            <p:nvPr/>
          </p:nvSpPr>
          <p:spPr>
            <a:xfrm>
              <a:off x="4574725" y="3655575"/>
              <a:ext cx="60750" cy="64325"/>
            </a:xfrm>
            <a:custGeom>
              <a:rect b="b" l="l" r="r" t="t"/>
              <a:pathLst>
                <a:path extrusionOk="0" h="2573" w="2430">
                  <a:moveTo>
                    <a:pt x="1882" y="0"/>
                  </a:moveTo>
                  <a:cubicBezTo>
                    <a:pt x="1168" y="214"/>
                    <a:pt x="548" y="596"/>
                    <a:pt x="1" y="1072"/>
                  </a:cubicBezTo>
                  <a:lnTo>
                    <a:pt x="1501" y="2572"/>
                  </a:lnTo>
                  <a:cubicBezTo>
                    <a:pt x="1763" y="2358"/>
                    <a:pt x="2073" y="2167"/>
                    <a:pt x="2430" y="2048"/>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2"/>
            <p:cNvSpPr/>
            <p:nvPr/>
          </p:nvSpPr>
          <p:spPr>
            <a:xfrm>
              <a:off x="4583650" y="3716900"/>
              <a:ext cx="147675" cy="105400"/>
            </a:xfrm>
            <a:custGeom>
              <a:rect b="b" l="l" r="r" t="t"/>
              <a:pathLst>
                <a:path extrusionOk="0" h="4216" w="5907">
                  <a:moveTo>
                    <a:pt x="3192" y="0"/>
                  </a:moveTo>
                  <a:cubicBezTo>
                    <a:pt x="2978" y="0"/>
                    <a:pt x="2740" y="48"/>
                    <a:pt x="2525" y="95"/>
                  </a:cubicBezTo>
                  <a:cubicBezTo>
                    <a:pt x="715" y="572"/>
                    <a:pt x="1" y="2739"/>
                    <a:pt x="1120" y="4215"/>
                  </a:cubicBezTo>
                  <a:cubicBezTo>
                    <a:pt x="1311" y="3667"/>
                    <a:pt x="1716" y="3215"/>
                    <a:pt x="2239" y="2953"/>
                  </a:cubicBezTo>
                  <a:cubicBezTo>
                    <a:pt x="1978" y="2691"/>
                    <a:pt x="1835" y="2358"/>
                    <a:pt x="1835" y="2000"/>
                  </a:cubicBezTo>
                  <a:cubicBezTo>
                    <a:pt x="1835" y="1215"/>
                    <a:pt x="2467" y="629"/>
                    <a:pt x="3186" y="629"/>
                  </a:cubicBezTo>
                  <a:cubicBezTo>
                    <a:pt x="3360" y="629"/>
                    <a:pt x="3539" y="664"/>
                    <a:pt x="3716" y="738"/>
                  </a:cubicBezTo>
                  <a:cubicBezTo>
                    <a:pt x="4621" y="1095"/>
                    <a:pt x="4859" y="2262"/>
                    <a:pt x="4168" y="2953"/>
                  </a:cubicBezTo>
                  <a:cubicBezTo>
                    <a:pt x="4383" y="3048"/>
                    <a:pt x="4573" y="3191"/>
                    <a:pt x="4740" y="3358"/>
                  </a:cubicBezTo>
                  <a:cubicBezTo>
                    <a:pt x="4978" y="3596"/>
                    <a:pt x="5169" y="3882"/>
                    <a:pt x="5264" y="4215"/>
                  </a:cubicBezTo>
                  <a:cubicBezTo>
                    <a:pt x="5335" y="4120"/>
                    <a:pt x="5407" y="4025"/>
                    <a:pt x="5454" y="3929"/>
                  </a:cubicBezTo>
                  <a:cubicBezTo>
                    <a:pt x="5812" y="3334"/>
                    <a:pt x="5907" y="2620"/>
                    <a:pt x="5716" y="1953"/>
                  </a:cubicBezTo>
                  <a:cubicBezTo>
                    <a:pt x="5431" y="810"/>
                    <a:pt x="4383" y="0"/>
                    <a:pt x="3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2"/>
            <p:cNvSpPr/>
            <p:nvPr/>
          </p:nvSpPr>
          <p:spPr>
            <a:xfrm>
              <a:off x="4726550" y="3693675"/>
              <a:ext cx="64325" cy="60150"/>
            </a:xfrm>
            <a:custGeom>
              <a:rect b="b" l="l" r="r" t="t"/>
              <a:pathLst>
                <a:path extrusionOk="0" h="2406" w="2573">
                  <a:moveTo>
                    <a:pt x="1501" y="0"/>
                  </a:moveTo>
                  <a:lnTo>
                    <a:pt x="0" y="1477"/>
                  </a:lnTo>
                  <a:cubicBezTo>
                    <a:pt x="239" y="1763"/>
                    <a:pt x="405" y="2072"/>
                    <a:pt x="524" y="2406"/>
                  </a:cubicBezTo>
                  <a:lnTo>
                    <a:pt x="2572" y="1858"/>
                  </a:lnTo>
                  <a:cubicBezTo>
                    <a:pt x="2334" y="1167"/>
                    <a:pt x="1977" y="548"/>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2"/>
            <p:cNvSpPr/>
            <p:nvPr/>
          </p:nvSpPr>
          <p:spPr>
            <a:xfrm>
              <a:off x="4743825" y="3755575"/>
              <a:ext cx="54775" cy="54225"/>
            </a:xfrm>
            <a:custGeom>
              <a:rect b="b" l="l" r="r" t="t"/>
              <a:pathLst>
                <a:path extrusionOk="0" h="2169" w="2191">
                  <a:moveTo>
                    <a:pt x="2048" y="1"/>
                  </a:moveTo>
                  <a:lnTo>
                    <a:pt x="0" y="549"/>
                  </a:lnTo>
                  <a:cubicBezTo>
                    <a:pt x="48" y="906"/>
                    <a:pt x="48" y="1263"/>
                    <a:pt x="0" y="1620"/>
                  </a:cubicBezTo>
                  <a:lnTo>
                    <a:pt x="2048" y="2168"/>
                  </a:lnTo>
                  <a:cubicBezTo>
                    <a:pt x="2191" y="1454"/>
                    <a:pt x="2191" y="715"/>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2"/>
            <p:cNvSpPr/>
            <p:nvPr/>
          </p:nvSpPr>
          <p:spPr>
            <a:xfrm>
              <a:off x="4645575" y="3748450"/>
              <a:ext cx="36350" cy="36925"/>
            </a:xfrm>
            <a:custGeom>
              <a:rect b="b" l="l" r="r" t="t"/>
              <a:pathLst>
                <a:path extrusionOk="0" h="1477" w="1454">
                  <a:moveTo>
                    <a:pt x="715" y="0"/>
                  </a:moveTo>
                  <a:cubicBezTo>
                    <a:pt x="310" y="0"/>
                    <a:pt x="1" y="334"/>
                    <a:pt x="1" y="738"/>
                  </a:cubicBezTo>
                  <a:cubicBezTo>
                    <a:pt x="1" y="1143"/>
                    <a:pt x="310" y="1477"/>
                    <a:pt x="715" y="1477"/>
                  </a:cubicBezTo>
                  <a:cubicBezTo>
                    <a:pt x="1120" y="1477"/>
                    <a:pt x="1453" y="1143"/>
                    <a:pt x="1453" y="738"/>
                  </a:cubicBezTo>
                  <a:cubicBezTo>
                    <a:pt x="1453" y="334"/>
                    <a:pt x="1120" y="0"/>
                    <a:pt x="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2"/>
            <p:cNvSpPr/>
            <p:nvPr/>
          </p:nvSpPr>
          <p:spPr>
            <a:xfrm>
              <a:off x="4692025" y="3845475"/>
              <a:ext cx="60750" cy="64325"/>
            </a:xfrm>
            <a:custGeom>
              <a:rect b="b" l="l" r="r" t="t"/>
              <a:pathLst>
                <a:path extrusionOk="0" h="2573" w="2430">
                  <a:moveTo>
                    <a:pt x="929" y="1"/>
                  </a:moveTo>
                  <a:cubicBezTo>
                    <a:pt x="643" y="215"/>
                    <a:pt x="334" y="406"/>
                    <a:pt x="0" y="525"/>
                  </a:cubicBezTo>
                  <a:lnTo>
                    <a:pt x="548" y="2573"/>
                  </a:lnTo>
                  <a:cubicBezTo>
                    <a:pt x="1239" y="2335"/>
                    <a:pt x="1882" y="1978"/>
                    <a:pt x="2429" y="1477"/>
                  </a:cubicBezTo>
                  <a:lnTo>
                    <a:pt x="9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2"/>
            <p:cNvSpPr/>
            <p:nvPr/>
          </p:nvSpPr>
          <p:spPr>
            <a:xfrm>
              <a:off x="4624750" y="3800975"/>
              <a:ext cx="78000" cy="47150"/>
            </a:xfrm>
            <a:custGeom>
              <a:rect b="b" l="l" r="r" t="t"/>
              <a:pathLst>
                <a:path extrusionOk="0" h="1886" w="3120">
                  <a:moveTo>
                    <a:pt x="1560" y="1"/>
                  </a:moveTo>
                  <a:cubicBezTo>
                    <a:pt x="840" y="1"/>
                    <a:pt x="119" y="459"/>
                    <a:pt x="0" y="1376"/>
                  </a:cubicBezTo>
                  <a:cubicBezTo>
                    <a:pt x="72" y="1424"/>
                    <a:pt x="167" y="1471"/>
                    <a:pt x="238" y="1543"/>
                  </a:cubicBezTo>
                  <a:cubicBezTo>
                    <a:pt x="658" y="1769"/>
                    <a:pt x="1120" y="1885"/>
                    <a:pt x="1583" y="1885"/>
                  </a:cubicBezTo>
                  <a:cubicBezTo>
                    <a:pt x="1803" y="1885"/>
                    <a:pt x="2023" y="1859"/>
                    <a:pt x="2239" y="1805"/>
                  </a:cubicBezTo>
                  <a:cubicBezTo>
                    <a:pt x="2548" y="1709"/>
                    <a:pt x="2858" y="1567"/>
                    <a:pt x="3120" y="1376"/>
                  </a:cubicBezTo>
                  <a:cubicBezTo>
                    <a:pt x="3001" y="459"/>
                    <a:pt x="2280"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2"/>
            <p:cNvSpPr/>
            <p:nvPr/>
          </p:nvSpPr>
          <p:spPr>
            <a:xfrm>
              <a:off x="4536625" y="3810950"/>
              <a:ext cx="64325" cy="60750"/>
            </a:xfrm>
            <a:custGeom>
              <a:rect b="b" l="l" r="r" t="t"/>
              <a:pathLst>
                <a:path extrusionOk="0" h="2430" w="2573">
                  <a:moveTo>
                    <a:pt x="2025" y="1"/>
                  </a:moveTo>
                  <a:cubicBezTo>
                    <a:pt x="2026" y="3"/>
                    <a:pt x="2026" y="5"/>
                    <a:pt x="2027" y="6"/>
                  </a:cubicBezTo>
                  <a:lnTo>
                    <a:pt x="2027" y="6"/>
                  </a:lnTo>
                  <a:lnTo>
                    <a:pt x="2049" y="1"/>
                  </a:lnTo>
                  <a:close/>
                  <a:moveTo>
                    <a:pt x="2027" y="6"/>
                  </a:moveTo>
                  <a:lnTo>
                    <a:pt x="1" y="548"/>
                  </a:lnTo>
                  <a:cubicBezTo>
                    <a:pt x="215" y="1239"/>
                    <a:pt x="596" y="1882"/>
                    <a:pt x="1072" y="2430"/>
                  </a:cubicBezTo>
                  <a:lnTo>
                    <a:pt x="2573" y="929"/>
                  </a:lnTo>
                  <a:cubicBezTo>
                    <a:pt x="2336" y="669"/>
                    <a:pt x="2170" y="338"/>
                    <a:pt x="2027"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4636650" y="3862750"/>
              <a:ext cx="53600" cy="53900"/>
            </a:xfrm>
            <a:custGeom>
              <a:rect b="b" l="l" r="r" t="t"/>
              <a:pathLst>
                <a:path extrusionOk="0" h="2156" w="2144">
                  <a:moveTo>
                    <a:pt x="548" y="1"/>
                  </a:moveTo>
                  <a:lnTo>
                    <a:pt x="0" y="2049"/>
                  </a:lnTo>
                  <a:cubicBezTo>
                    <a:pt x="346" y="2120"/>
                    <a:pt x="703" y="2156"/>
                    <a:pt x="1063" y="2156"/>
                  </a:cubicBezTo>
                  <a:cubicBezTo>
                    <a:pt x="1423" y="2156"/>
                    <a:pt x="1787" y="2120"/>
                    <a:pt x="2144" y="2049"/>
                  </a:cubicBezTo>
                  <a:lnTo>
                    <a:pt x="1620" y="1"/>
                  </a:lnTo>
                  <a:cubicBezTo>
                    <a:pt x="1429" y="24"/>
                    <a:pt x="1263" y="24"/>
                    <a:pt x="1072" y="48"/>
                  </a:cubicBezTo>
                  <a:cubicBezTo>
                    <a:pt x="905" y="48"/>
                    <a:pt x="715" y="24"/>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2"/>
            <p:cNvSpPr/>
            <p:nvPr/>
          </p:nvSpPr>
          <p:spPr>
            <a:xfrm>
              <a:off x="4692025" y="3655575"/>
              <a:ext cx="60150" cy="64325"/>
            </a:xfrm>
            <a:custGeom>
              <a:rect b="b" l="l" r="r" t="t"/>
              <a:pathLst>
                <a:path extrusionOk="0" h="2573" w="2406">
                  <a:moveTo>
                    <a:pt x="548" y="0"/>
                  </a:moveTo>
                  <a:lnTo>
                    <a:pt x="0" y="2048"/>
                  </a:lnTo>
                  <a:cubicBezTo>
                    <a:pt x="167" y="2096"/>
                    <a:pt x="334" y="2191"/>
                    <a:pt x="476" y="2263"/>
                  </a:cubicBezTo>
                  <a:cubicBezTo>
                    <a:pt x="643" y="2358"/>
                    <a:pt x="786" y="2453"/>
                    <a:pt x="929" y="2572"/>
                  </a:cubicBezTo>
                  <a:lnTo>
                    <a:pt x="2405" y="1072"/>
                  </a:lnTo>
                  <a:cubicBezTo>
                    <a:pt x="1858" y="596"/>
                    <a:pt x="1239" y="238"/>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2"/>
            <p:cNvSpPr/>
            <p:nvPr/>
          </p:nvSpPr>
          <p:spPr>
            <a:xfrm>
              <a:off x="4726550" y="3810950"/>
              <a:ext cx="64325" cy="60150"/>
            </a:xfrm>
            <a:custGeom>
              <a:rect b="b" l="l" r="r" t="t"/>
              <a:pathLst>
                <a:path extrusionOk="0" h="2406" w="2573">
                  <a:moveTo>
                    <a:pt x="524" y="1"/>
                  </a:moveTo>
                  <a:cubicBezTo>
                    <a:pt x="453" y="167"/>
                    <a:pt x="381" y="334"/>
                    <a:pt x="286" y="477"/>
                  </a:cubicBezTo>
                  <a:cubicBezTo>
                    <a:pt x="215" y="644"/>
                    <a:pt x="96" y="787"/>
                    <a:pt x="0" y="929"/>
                  </a:cubicBezTo>
                  <a:lnTo>
                    <a:pt x="1477" y="2406"/>
                  </a:lnTo>
                  <a:cubicBezTo>
                    <a:pt x="1953" y="1858"/>
                    <a:pt x="2334" y="1239"/>
                    <a:pt x="2572" y="548"/>
                  </a:cubicBezTo>
                  <a:lnTo>
                    <a:pt x="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2"/>
            <p:cNvSpPr/>
            <p:nvPr/>
          </p:nvSpPr>
          <p:spPr>
            <a:xfrm>
              <a:off x="4574725" y="3845475"/>
              <a:ext cx="60750" cy="64325"/>
            </a:xfrm>
            <a:custGeom>
              <a:rect b="b" l="l" r="r" t="t"/>
              <a:pathLst>
                <a:path extrusionOk="0" h="2573" w="2430">
                  <a:moveTo>
                    <a:pt x="1501" y="1"/>
                  </a:moveTo>
                  <a:lnTo>
                    <a:pt x="1" y="1477"/>
                  </a:lnTo>
                  <a:cubicBezTo>
                    <a:pt x="286" y="1716"/>
                    <a:pt x="572" y="1930"/>
                    <a:pt x="906" y="2120"/>
                  </a:cubicBezTo>
                  <a:cubicBezTo>
                    <a:pt x="1215" y="2287"/>
                    <a:pt x="1549" y="2454"/>
                    <a:pt x="1882" y="2573"/>
                  </a:cubicBezTo>
                  <a:lnTo>
                    <a:pt x="2430" y="525"/>
                  </a:lnTo>
                  <a:cubicBezTo>
                    <a:pt x="2239" y="453"/>
                    <a:pt x="2096" y="382"/>
                    <a:pt x="1930" y="287"/>
                  </a:cubicBezTo>
                  <a:cubicBezTo>
                    <a:pt x="1787" y="191"/>
                    <a:pt x="1644" y="96"/>
                    <a:pt x="1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2"/>
            <p:cNvSpPr/>
            <p:nvPr/>
          </p:nvSpPr>
          <p:spPr>
            <a:xfrm>
              <a:off x="4636650" y="3648725"/>
              <a:ext cx="54200" cy="53900"/>
            </a:xfrm>
            <a:custGeom>
              <a:rect b="b" l="l" r="r" t="t"/>
              <a:pathLst>
                <a:path extrusionOk="0" h="2156" w="2168">
                  <a:moveTo>
                    <a:pt x="1084" y="0"/>
                  </a:moveTo>
                  <a:cubicBezTo>
                    <a:pt x="721" y="0"/>
                    <a:pt x="358" y="36"/>
                    <a:pt x="0" y="107"/>
                  </a:cubicBezTo>
                  <a:lnTo>
                    <a:pt x="548" y="2155"/>
                  </a:lnTo>
                  <a:cubicBezTo>
                    <a:pt x="727" y="2120"/>
                    <a:pt x="905" y="2102"/>
                    <a:pt x="1084" y="2102"/>
                  </a:cubicBezTo>
                  <a:cubicBezTo>
                    <a:pt x="1263" y="2102"/>
                    <a:pt x="1441" y="2120"/>
                    <a:pt x="1620" y="2155"/>
                  </a:cubicBezTo>
                  <a:lnTo>
                    <a:pt x="2168" y="107"/>
                  </a:lnTo>
                  <a:cubicBezTo>
                    <a:pt x="1810" y="36"/>
                    <a:pt x="1447"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2"/>
            <p:cNvSpPr/>
            <p:nvPr/>
          </p:nvSpPr>
          <p:spPr>
            <a:xfrm>
              <a:off x="4536625" y="3693675"/>
              <a:ext cx="64325" cy="60150"/>
            </a:xfrm>
            <a:custGeom>
              <a:rect b="b" l="l" r="r" t="t"/>
              <a:pathLst>
                <a:path extrusionOk="0" h="2406" w="2573">
                  <a:moveTo>
                    <a:pt x="1072" y="0"/>
                  </a:moveTo>
                  <a:cubicBezTo>
                    <a:pt x="834" y="286"/>
                    <a:pt x="620" y="572"/>
                    <a:pt x="453" y="905"/>
                  </a:cubicBezTo>
                  <a:cubicBezTo>
                    <a:pt x="263" y="1215"/>
                    <a:pt x="120" y="1548"/>
                    <a:pt x="1" y="1882"/>
                  </a:cubicBezTo>
                  <a:lnTo>
                    <a:pt x="2049" y="2406"/>
                  </a:lnTo>
                  <a:cubicBezTo>
                    <a:pt x="2096" y="2239"/>
                    <a:pt x="2192" y="2096"/>
                    <a:pt x="2263" y="1929"/>
                  </a:cubicBezTo>
                  <a:cubicBezTo>
                    <a:pt x="2358" y="1786"/>
                    <a:pt x="2453" y="1643"/>
                    <a:pt x="2573" y="1501"/>
                  </a:cubicBez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2"/>
            <p:cNvSpPr/>
            <p:nvPr/>
          </p:nvSpPr>
          <p:spPr>
            <a:xfrm>
              <a:off x="4528300" y="3755575"/>
              <a:ext cx="55375" cy="54225"/>
            </a:xfrm>
            <a:custGeom>
              <a:rect b="b" l="l" r="r" t="t"/>
              <a:pathLst>
                <a:path extrusionOk="0" h="2169" w="2215">
                  <a:moveTo>
                    <a:pt x="167" y="1"/>
                  </a:moveTo>
                  <a:cubicBezTo>
                    <a:pt x="0" y="715"/>
                    <a:pt x="0" y="1454"/>
                    <a:pt x="167" y="2168"/>
                  </a:cubicBezTo>
                  <a:lnTo>
                    <a:pt x="2215" y="1620"/>
                  </a:lnTo>
                  <a:cubicBezTo>
                    <a:pt x="2167" y="1263"/>
                    <a:pt x="2167" y="906"/>
                    <a:pt x="2215" y="549"/>
                  </a:cubicBezTo>
                  <a:lnTo>
                    <a:pt x="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2"/>
          <p:cNvGrpSpPr/>
          <p:nvPr/>
        </p:nvGrpSpPr>
        <p:grpSpPr>
          <a:xfrm>
            <a:off x="4836866" y="3443880"/>
            <a:ext cx="255649" cy="350490"/>
            <a:chOff x="3985925" y="3648425"/>
            <a:chExt cx="195900" cy="268575"/>
          </a:xfrm>
        </p:grpSpPr>
        <p:sp>
          <p:nvSpPr>
            <p:cNvPr id="9895" name="Google Shape;9895;p72"/>
            <p:cNvSpPr/>
            <p:nvPr/>
          </p:nvSpPr>
          <p:spPr>
            <a:xfrm>
              <a:off x="4056175" y="3648425"/>
              <a:ext cx="57775" cy="57775"/>
            </a:xfrm>
            <a:custGeom>
              <a:rect b="b" l="l" r="r" t="t"/>
              <a:pathLst>
                <a:path extrusionOk="0" h="2311" w="2311">
                  <a:moveTo>
                    <a:pt x="1143" y="0"/>
                  </a:moveTo>
                  <a:cubicBezTo>
                    <a:pt x="500" y="0"/>
                    <a:pt x="0" y="524"/>
                    <a:pt x="0" y="1167"/>
                  </a:cubicBezTo>
                  <a:cubicBezTo>
                    <a:pt x="0" y="1786"/>
                    <a:pt x="500" y="2310"/>
                    <a:pt x="1143" y="2310"/>
                  </a:cubicBezTo>
                  <a:cubicBezTo>
                    <a:pt x="1786" y="2310"/>
                    <a:pt x="2310" y="1786"/>
                    <a:pt x="2310" y="1167"/>
                  </a:cubicBezTo>
                  <a:cubicBezTo>
                    <a:pt x="2310" y="524"/>
                    <a:pt x="1786" y="0"/>
                    <a:pt x="1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2"/>
            <p:cNvSpPr/>
            <p:nvPr/>
          </p:nvSpPr>
          <p:spPr>
            <a:xfrm>
              <a:off x="3985925" y="3703575"/>
              <a:ext cx="195900" cy="88950"/>
            </a:xfrm>
            <a:custGeom>
              <a:rect b="b" l="l" r="r" t="t"/>
              <a:pathLst>
                <a:path extrusionOk="0" h="3558" w="7836">
                  <a:moveTo>
                    <a:pt x="1637" y="1"/>
                  </a:moveTo>
                  <a:cubicBezTo>
                    <a:pt x="1594" y="1"/>
                    <a:pt x="1548" y="11"/>
                    <a:pt x="1501" y="33"/>
                  </a:cubicBezTo>
                  <a:lnTo>
                    <a:pt x="667" y="462"/>
                  </a:lnTo>
                  <a:cubicBezTo>
                    <a:pt x="572" y="509"/>
                    <a:pt x="500" y="604"/>
                    <a:pt x="500" y="724"/>
                  </a:cubicBezTo>
                  <a:lnTo>
                    <a:pt x="500" y="2295"/>
                  </a:lnTo>
                  <a:lnTo>
                    <a:pt x="405" y="2295"/>
                  </a:lnTo>
                  <a:cubicBezTo>
                    <a:pt x="143" y="2295"/>
                    <a:pt x="0" y="2581"/>
                    <a:pt x="143" y="2795"/>
                  </a:cubicBezTo>
                  <a:lnTo>
                    <a:pt x="548" y="3415"/>
                  </a:lnTo>
                  <a:cubicBezTo>
                    <a:pt x="596" y="3510"/>
                    <a:pt x="715" y="3557"/>
                    <a:pt x="810" y="3557"/>
                  </a:cubicBezTo>
                  <a:lnTo>
                    <a:pt x="7097" y="3557"/>
                  </a:lnTo>
                  <a:cubicBezTo>
                    <a:pt x="7192" y="3557"/>
                    <a:pt x="7287" y="3510"/>
                    <a:pt x="7359" y="3415"/>
                  </a:cubicBezTo>
                  <a:lnTo>
                    <a:pt x="7764" y="2795"/>
                  </a:lnTo>
                  <a:cubicBezTo>
                    <a:pt x="7835" y="2700"/>
                    <a:pt x="7835" y="2557"/>
                    <a:pt x="7764" y="2462"/>
                  </a:cubicBezTo>
                  <a:lnTo>
                    <a:pt x="7788" y="2462"/>
                  </a:lnTo>
                  <a:cubicBezTo>
                    <a:pt x="7740" y="2367"/>
                    <a:pt x="7621" y="2295"/>
                    <a:pt x="7526" y="2295"/>
                  </a:cubicBezTo>
                  <a:lnTo>
                    <a:pt x="7406" y="2295"/>
                  </a:lnTo>
                  <a:lnTo>
                    <a:pt x="7406" y="724"/>
                  </a:lnTo>
                  <a:cubicBezTo>
                    <a:pt x="7406" y="604"/>
                    <a:pt x="7335" y="509"/>
                    <a:pt x="7240" y="462"/>
                  </a:cubicBezTo>
                  <a:lnTo>
                    <a:pt x="6406" y="33"/>
                  </a:lnTo>
                  <a:cubicBezTo>
                    <a:pt x="6363" y="16"/>
                    <a:pt x="6321" y="8"/>
                    <a:pt x="6281" y="8"/>
                  </a:cubicBezTo>
                  <a:cubicBezTo>
                    <a:pt x="5994" y="8"/>
                    <a:pt x="5828" y="416"/>
                    <a:pt x="6121" y="604"/>
                  </a:cubicBezTo>
                  <a:lnTo>
                    <a:pt x="6787" y="938"/>
                  </a:lnTo>
                  <a:lnTo>
                    <a:pt x="6787" y="2295"/>
                  </a:lnTo>
                  <a:lnTo>
                    <a:pt x="1119" y="2295"/>
                  </a:lnTo>
                  <a:lnTo>
                    <a:pt x="1119" y="938"/>
                  </a:lnTo>
                  <a:lnTo>
                    <a:pt x="1786" y="604"/>
                  </a:lnTo>
                  <a:cubicBezTo>
                    <a:pt x="2075" y="419"/>
                    <a:pt x="1917" y="1"/>
                    <a:pt x="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4066875" y="3839525"/>
              <a:ext cx="35750" cy="37550"/>
            </a:xfrm>
            <a:custGeom>
              <a:rect b="b" l="l" r="r" t="t"/>
              <a:pathLst>
                <a:path extrusionOk="0" h="1502" w="1430">
                  <a:moveTo>
                    <a:pt x="1" y="1"/>
                  </a:moveTo>
                  <a:lnTo>
                    <a:pt x="215" y="1501"/>
                  </a:lnTo>
                  <a:lnTo>
                    <a:pt x="1239" y="1501"/>
                  </a:lnTo>
                  <a:lnTo>
                    <a:pt x="1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2"/>
            <p:cNvSpPr/>
            <p:nvPr/>
          </p:nvSpPr>
          <p:spPr>
            <a:xfrm>
              <a:off x="3989850" y="3808575"/>
              <a:ext cx="188400" cy="108425"/>
            </a:xfrm>
            <a:custGeom>
              <a:rect b="b" l="l" r="r" t="t"/>
              <a:pathLst>
                <a:path extrusionOk="0" h="4337" w="7536">
                  <a:moveTo>
                    <a:pt x="4868" y="620"/>
                  </a:moveTo>
                  <a:cubicBezTo>
                    <a:pt x="4939" y="620"/>
                    <a:pt x="5035" y="643"/>
                    <a:pt x="5106" y="715"/>
                  </a:cubicBezTo>
                  <a:cubicBezTo>
                    <a:pt x="5154" y="786"/>
                    <a:pt x="5178" y="882"/>
                    <a:pt x="5178" y="977"/>
                  </a:cubicBezTo>
                  <a:lnTo>
                    <a:pt x="4892" y="3096"/>
                  </a:lnTo>
                  <a:cubicBezTo>
                    <a:pt x="4868" y="3263"/>
                    <a:pt x="4725" y="3382"/>
                    <a:pt x="4582" y="3382"/>
                  </a:cubicBezTo>
                  <a:lnTo>
                    <a:pt x="3011" y="3382"/>
                  </a:lnTo>
                  <a:cubicBezTo>
                    <a:pt x="2844" y="3358"/>
                    <a:pt x="2725" y="3263"/>
                    <a:pt x="2701" y="3096"/>
                  </a:cubicBezTo>
                  <a:lnTo>
                    <a:pt x="2415" y="977"/>
                  </a:lnTo>
                  <a:cubicBezTo>
                    <a:pt x="2391" y="882"/>
                    <a:pt x="2415" y="786"/>
                    <a:pt x="2487" y="715"/>
                  </a:cubicBezTo>
                  <a:cubicBezTo>
                    <a:pt x="2534" y="643"/>
                    <a:pt x="2629" y="620"/>
                    <a:pt x="2725" y="620"/>
                  </a:cubicBezTo>
                  <a:close/>
                  <a:moveTo>
                    <a:pt x="1058" y="0"/>
                  </a:moveTo>
                  <a:lnTo>
                    <a:pt x="1558" y="3715"/>
                  </a:lnTo>
                  <a:lnTo>
                    <a:pt x="462" y="3715"/>
                  </a:lnTo>
                  <a:cubicBezTo>
                    <a:pt x="447" y="3714"/>
                    <a:pt x="432" y="3713"/>
                    <a:pt x="418" y="3713"/>
                  </a:cubicBezTo>
                  <a:cubicBezTo>
                    <a:pt x="1" y="3713"/>
                    <a:pt x="1" y="4337"/>
                    <a:pt x="418" y="4337"/>
                  </a:cubicBezTo>
                  <a:cubicBezTo>
                    <a:pt x="432" y="4337"/>
                    <a:pt x="447" y="4336"/>
                    <a:pt x="462" y="4335"/>
                  </a:cubicBezTo>
                  <a:lnTo>
                    <a:pt x="7154" y="4335"/>
                  </a:lnTo>
                  <a:cubicBezTo>
                    <a:pt x="7535" y="4287"/>
                    <a:pt x="7535" y="3739"/>
                    <a:pt x="7154" y="3715"/>
                  </a:cubicBezTo>
                  <a:lnTo>
                    <a:pt x="7154" y="3692"/>
                  </a:lnTo>
                  <a:lnTo>
                    <a:pt x="6035" y="3692"/>
                  </a:lnTo>
                  <a:lnTo>
                    <a:pt x="65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2"/>
            <p:cNvSpPr/>
            <p:nvPr/>
          </p:nvSpPr>
          <p:spPr>
            <a:xfrm>
              <a:off x="4030575" y="3709750"/>
              <a:ext cx="108375" cy="35750"/>
            </a:xfrm>
            <a:custGeom>
              <a:rect b="b" l="l" r="r" t="t"/>
              <a:pathLst>
                <a:path extrusionOk="0" h="1430" w="4335">
                  <a:moveTo>
                    <a:pt x="953" y="0"/>
                  </a:moveTo>
                  <a:cubicBezTo>
                    <a:pt x="477" y="334"/>
                    <a:pt x="119" y="834"/>
                    <a:pt x="0" y="1429"/>
                  </a:cubicBezTo>
                  <a:lnTo>
                    <a:pt x="4335" y="1429"/>
                  </a:lnTo>
                  <a:cubicBezTo>
                    <a:pt x="4215" y="858"/>
                    <a:pt x="3882" y="334"/>
                    <a:pt x="3382" y="0"/>
                  </a:cubicBezTo>
                  <a:cubicBezTo>
                    <a:pt x="3037" y="322"/>
                    <a:pt x="2602" y="483"/>
                    <a:pt x="2167" y="483"/>
                  </a:cubicBezTo>
                  <a:cubicBezTo>
                    <a:pt x="1733" y="483"/>
                    <a:pt x="1298" y="322"/>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2"/>
          <p:cNvGrpSpPr/>
          <p:nvPr/>
        </p:nvGrpSpPr>
        <p:grpSpPr>
          <a:xfrm>
            <a:off x="4036607" y="3443880"/>
            <a:ext cx="348826" cy="349740"/>
            <a:chOff x="3372700" y="3648425"/>
            <a:chExt cx="267300" cy="268000"/>
          </a:xfrm>
        </p:grpSpPr>
        <p:sp>
          <p:nvSpPr>
            <p:cNvPr id="9901" name="Google Shape;9901;p72"/>
            <p:cNvSpPr/>
            <p:nvPr/>
          </p:nvSpPr>
          <p:spPr>
            <a:xfrm>
              <a:off x="3479850" y="3648425"/>
              <a:ext cx="52425" cy="52425"/>
            </a:xfrm>
            <a:custGeom>
              <a:rect b="b" l="l" r="r" t="t"/>
              <a:pathLst>
                <a:path extrusionOk="0" h="2097" w="2097">
                  <a:moveTo>
                    <a:pt x="1049" y="0"/>
                  </a:moveTo>
                  <a:cubicBezTo>
                    <a:pt x="477" y="0"/>
                    <a:pt x="1" y="477"/>
                    <a:pt x="1" y="1048"/>
                  </a:cubicBezTo>
                  <a:cubicBezTo>
                    <a:pt x="1" y="1644"/>
                    <a:pt x="477" y="2096"/>
                    <a:pt x="1049" y="2096"/>
                  </a:cubicBezTo>
                  <a:cubicBezTo>
                    <a:pt x="1620" y="2096"/>
                    <a:pt x="2097" y="1644"/>
                    <a:pt x="2097" y="1048"/>
                  </a:cubicBezTo>
                  <a:cubicBezTo>
                    <a:pt x="2097" y="477"/>
                    <a:pt x="1620" y="0"/>
                    <a:pt x="1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2"/>
            <p:cNvSpPr/>
            <p:nvPr/>
          </p:nvSpPr>
          <p:spPr>
            <a:xfrm>
              <a:off x="3456650" y="3704975"/>
              <a:ext cx="98250" cy="32775"/>
            </a:xfrm>
            <a:custGeom>
              <a:rect b="b" l="l" r="r" t="t"/>
              <a:pathLst>
                <a:path extrusionOk="0" h="1311" w="3930">
                  <a:moveTo>
                    <a:pt x="810" y="1"/>
                  </a:moveTo>
                  <a:cubicBezTo>
                    <a:pt x="381" y="310"/>
                    <a:pt x="95" y="787"/>
                    <a:pt x="0" y="1311"/>
                  </a:cubicBezTo>
                  <a:lnTo>
                    <a:pt x="3930" y="1311"/>
                  </a:lnTo>
                  <a:cubicBezTo>
                    <a:pt x="3858" y="787"/>
                    <a:pt x="3572" y="310"/>
                    <a:pt x="3144" y="1"/>
                  </a:cubicBezTo>
                  <a:cubicBezTo>
                    <a:pt x="2810" y="310"/>
                    <a:pt x="2393" y="465"/>
                    <a:pt x="1977" y="465"/>
                  </a:cubicBezTo>
                  <a:cubicBezTo>
                    <a:pt x="1560" y="465"/>
                    <a:pt x="1143" y="310"/>
                    <a:pt x="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2"/>
            <p:cNvSpPr/>
            <p:nvPr/>
          </p:nvSpPr>
          <p:spPr>
            <a:xfrm>
              <a:off x="3428650" y="3753150"/>
              <a:ext cx="156825" cy="41825"/>
            </a:xfrm>
            <a:custGeom>
              <a:rect b="b" l="l" r="r" t="t"/>
              <a:pathLst>
                <a:path extrusionOk="0" h="1673" w="6273">
                  <a:moveTo>
                    <a:pt x="5856" y="0"/>
                  </a:moveTo>
                  <a:cubicBezTo>
                    <a:pt x="5842" y="0"/>
                    <a:pt x="5827" y="1"/>
                    <a:pt x="5812" y="3"/>
                  </a:cubicBezTo>
                  <a:lnTo>
                    <a:pt x="382" y="3"/>
                  </a:lnTo>
                  <a:cubicBezTo>
                    <a:pt x="1" y="50"/>
                    <a:pt x="1" y="598"/>
                    <a:pt x="382" y="622"/>
                  </a:cubicBezTo>
                  <a:lnTo>
                    <a:pt x="691" y="622"/>
                  </a:lnTo>
                  <a:lnTo>
                    <a:pt x="691" y="1360"/>
                  </a:lnTo>
                  <a:cubicBezTo>
                    <a:pt x="668" y="1527"/>
                    <a:pt x="811" y="1670"/>
                    <a:pt x="1001" y="1670"/>
                  </a:cubicBezTo>
                  <a:lnTo>
                    <a:pt x="5169" y="1670"/>
                  </a:lnTo>
                  <a:cubicBezTo>
                    <a:pt x="5183" y="1671"/>
                    <a:pt x="5196" y="1672"/>
                    <a:pt x="5210" y="1672"/>
                  </a:cubicBezTo>
                  <a:cubicBezTo>
                    <a:pt x="5379" y="1672"/>
                    <a:pt x="5502" y="1537"/>
                    <a:pt x="5502" y="1360"/>
                  </a:cubicBezTo>
                  <a:lnTo>
                    <a:pt x="5502" y="622"/>
                  </a:lnTo>
                  <a:lnTo>
                    <a:pt x="5812" y="622"/>
                  </a:lnTo>
                  <a:cubicBezTo>
                    <a:pt x="5827" y="623"/>
                    <a:pt x="5842" y="624"/>
                    <a:pt x="5856" y="624"/>
                  </a:cubicBezTo>
                  <a:cubicBezTo>
                    <a:pt x="6273" y="624"/>
                    <a:pt x="6273" y="0"/>
                    <a:pt x="5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3385800" y="3811550"/>
              <a:ext cx="52400" cy="52425"/>
            </a:xfrm>
            <a:custGeom>
              <a:rect b="b" l="l" r="r" t="t"/>
              <a:pathLst>
                <a:path extrusionOk="0" h="2097" w="2096">
                  <a:moveTo>
                    <a:pt x="1048" y="1"/>
                  </a:moveTo>
                  <a:cubicBezTo>
                    <a:pt x="453" y="1"/>
                    <a:pt x="0" y="477"/>
                    <a:pt x="0" y="1048"/>
                  </a:cubicBezTo>
                  <a:cubicBezTo>
                    <a:pt x="0" y="1644"/>
                    <a:pt x="453" y="2096"/>
                    <a:pt x="1048" y="2096"/>
                  </a:cubicBezTo>
                  <a:cubicBezTo>
                    <a:pt x="1620" y="2096"/>
                    <a:pt x="2096" y="1644"/>
                    <a:pt x="2096" y="1048"/>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2"/>
            <p:cNvSpPr/>
            <p:nvPr/>
          </p:nvSpPr>
          <p:spPr>
            <a:xfrm>
              <a:off x="3372700" y="3869300"/>
              <a:ext cx="78600" cy="47050"/>
            </a:xfrm>
            <a:custGeom>
              <a:rect b="b" l="l" r="r" t="t"/>
              <a:pathLst>
                <a:path extrusionOk="0" h="1882" w="3144">
                  <a:moveTo>
                    <a:pt x="2644" y="1"/>
                  </a:moveTo>
                  <a:cubicBezTo>
                    <a:pt x="2358" y="262"/>
                    <a:pt x="1953" y="429"/>
                    <a:pt x="1572" y="429"/>
                  </a:cubicBezTo>
                  <a:cubicBezTo>
                    <a:pt x="1167" y="429"/>
                    <a:pt x="786" y="286"/>
                    <a:pt x="477" y="24"/>
                  </a:cubicBezTo>
                  <a:cubicBezTo>
                    <a:pt x="167" y="310"/>
                    <a:pt x="0" y="739"/>
                    <a:pt x="0" y="1167"/>
                  </a:cubicBezTo>
                  <a:lnTo>
                    <a:pt x="0" y="1572"/>
                  </a:lnTo>
                  <a:cubicBezTo>
                    <a:pt x="0" y="1739"/>
                    <a:pt x="143" y="1882"/>
                    <a:pt x="310" y="1882"/>
                  </a:cubicBezTo>
                  <a:lnTo>
                    <a:pt x="2810" y="1882"/>
                  </a:lnTo>
                  <a:cubicBezTo>
                    <a:pt x="3001" y="1882"/>
                    <a:pt x="3144" y="1739"/>
                    <a:pt x="3144" y="1572"/>
                  </a:cubicBezTo>
                  <a:lnTo>
                    <a:pt x="3144" y="1144"/>
                  </a:lnTo>
                  <a:cubicBezTo>
                    <a:pt x="3144" y="715"/>
                    <a:pt x="2953" y="310"/>
                    <a:pt x="2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2"/>
            <p:cNvSpPr/>
            <p:nvPr/>
          </p:nvSpPr>
          <p:spPr>
            <a:xfrm>
              <a:off x="3573925" y="3811550"/>
              <a:ext cx="52425" cy="52425"/>
            </a:xfrm>
            <a:custGeom>
              <a:rect b="b" l="l" r="r" t="t"/>
              <a:pathLst>
                <a:path extrusionOk="0" h="2097" w="2097">
                  <a:moveTo>
                    <a:pt x="1048" y="1"/>
                  </a:moveTo>
                  <a:cubicBezTo>
                    <a:pt x="477" y="1"/>
                    <a:pt x="1" y="477"/>
                    <a:pt x="1" y="1048"/>
                  </a:cubicBezTo>
                  <a:cubicBezTo>
                    <a:pt x="1" y="1644"/>
                    <a:pt x="477" y="2096"/>
                    <a:pt x="1048" y="2096"/>
                  </a:cubicBezTo>
                  <a:cubicBezTo>
                    <a:pt x="1620" y="2096"/>
                    <a:pt x="2096" y="1644"/>
                    <a:pt x="2096" y="1048"/>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2"/>
            <p:cNvSpPr/>
            <p:nvPr/>
          </p:nvSpPr>
          <p:spPr>
            <a:xfrm>
              <a:off x="3560825" y="3869900"/>
              <a:ext cx="79175" cy="46525"/>
            </a:xfrm>
            <a:custGeom>
              <a:rect b="b" l="l" r="r" t="t"/>
              <a:pathLst>
                <a:path extrusionOk="0" h="1861" w="3167">
                  <a:moveTo>
                    <a:pt x="501" y="0"/>
                  </a:moveTo>
                  <a:cubicBezTo>
                    <a:pt x="167" y="286"/>
                    <a:pt x="1" y="715"/>
                    <a:pt x="1" y="1143"/>
                  </a:cubicBezTo>
                  <a:lnTo>
                    <a:pt x="1" y="1548"/>
                  </a:lnTo>
                  <a:cubicBezTo>
                    <a:pt x="1" y="1715"/>
                    <a:pt x="144" y="1858"/>
                    <a:pt x="310" y="1858"/>
                  </a:cubicBezTo>
                  <a:lnTo>
                    <a:pt x="2835" y="1858"/>
                  </a:lnTo>
                  <a:cubicBezTo>
                    <a:pt x="2847" y="1860"/>
                    <a:pt x="2859" y="1860"/>
                    <a:pt x="2871" y="1860"/>
                  </a:cubicBezTo>
                  <a:cubicBezTo>
                    <a:pt x="3025" y="1860"/>
                    <a:pt x="3166" y="1725"/>
                    <a:pt x="3144" y="1548"/>
                  </a:cubicBezTo>
                  <a:lnTo>
                    <a:pt x="3144" y="1120"/>
                  </a:lnTo>
                  <a:cubicBezTo>
                    <a:pt x="3144" y="691"/>
                    <a:pt x="2977" y="286"/>
                    <a:pt x="2668" y="0"/>
                  </a:cubicBezTo>
                  <a:cubicBezTo>
                    <a:pt x="2346" y="262"/>
                    <a:pt x="1959" y="393"/>
                    <a:pt x="1575" y="393"/>
                  </a:cubicBezTo>
                  <a:cubicBezTo>
                    <a:pt x="1191" y="393"/>
                    <a:pt x="810" y="262"/>
                    <a:pt x="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2"/>
            <p:cNvSpPr/>
            <p:nvPr/>
          </p:nvSpPr>
          <p:spPr>
            <a:xfrm>
              <a:off x="3479850" y="3811550"/>
              <a:ext cx="52425" cy="52425"/>
            </a:xfrm>
            <a:custGeom>
              <a:rect b="b" l="l" r="r" t="t"/>
              <a:pathLst>
                <a:path extrusionOk="0" h="2097" w="2097">
                  <a:moveTo>
                    <a:pt x="1049" y="1"/>
                  </a:moveTo>
                  <a:cubicBezTo>
                    <a:pt x="477" y="1"/>
                    <a:pt x="1" y="477"/>
                    <a:pt x="1" y="1048"/>
                  </a:cubicBezTo>
                  <a:cubicBezTo>
                    <a:pt x="1" y="1644"/>
                    <a:pt x="477" y="2096"/>
                    <a:pt x="1049" y="2096"/>
                  </a:cubicBezTo>
                  <a:cubicBezTo>
                    <a:pt x="1620" y="2096"/>
                    <a:pt x="2097" y="1644"/>
                    <a:pt x="2097" y="1048"/>
                  </a:cubicBezTo>
                  <a:cubicBezTo>
                    <a:pt x="2097"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2"/>
            <p:cNvSpPr/>
            <p:nvPr/>
          </p:nvSpPr>
          <p:spPr>
            <a:xfrm>
              <a:off x="3466750" y="3869300"/>
              <a:ext cx="78625" cy="47125"/>
            </a:xfrm>
            <a:custGeom>
              <a:rect b="b" l="l" r="r" t="t"/>
              <a:pathLst>
                <a:path extrusionOk="0" h="1885" w="3145">
                  <a:moveTo>
                    <a:pt x="2668" y="1"/>
                  </a:moveTo>
                  <a:cubicBezTo>
                    <a:pt x="2359" y="262"/>
                    <a:pt x="1978" y="405"/>
                    <a:pt x="1573" y="405"/>
                  </a:cubicBezTo>
                  <a:lnTo>
                    <a:pt x="1573" y="429"/>
                  </a:lnTo>
                  <a:cubicBezTo>
                    <a:pt x="1168" y="429"/>
                    <a:pt x="787" y="286"/>
                    <a:pt x="477" y="24"/>
                  </a:cubicBezTo>
                  <a:cubicBezTo>
                    <a:pt x="168" y="310"/>
                    <a:pt x="1" y="739"/>
                    <a:pt x="1" y="1167"/>
                  </a:cubicBezTo>
                  <a:lnTo>
                    <a:pt x="1" y="1572"/>
                  </a:lnTo>
                  <a:cubicBezTo>
                    <a:pt x="1" y="1749"/>
                    <a:pt x="124" y="1884"/>
                    <a:pt x="274" y="1884"/>
                  </a:cubicBezTo>
                  <a:cubicBezTo>
                    <a:pt x="286" y="1884"/>
                    <a:pt x="298" y="1884"/>
                    <a:pt x="311" y="1882"/>
                  </a:cubicBezTo>
                  <a:lnTo>
                    <a:pt x="2835" y="1882"/>
                  </a:lnTo>
                  <a:cubicBezTo>
                    <a:pt x="2847" y="1884"/>
                    <a:pt x="2859" y="1884"/>
                    <a:pt x="2871" y="1884"/>
                  </a:cubicBezTo>
                  <a:cubicBezTo>
                    <a:pt x="3022" y="1884"/>
                    <a:pt x="3144" y="1749"/>
                    <a:pt x="3144" y="1572"/>
                  </a:cubicBezTo>
                  <a:lnTo>
                    <a:pt x="3144" y="1144"/>
                  </a:lnTo>
                  <a:cubicBezTo>
                    <a:pt x="3144" y="715"/>
                    <a:pt x="2954" y="310"/>
                    <a:pt x="2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72"/>
          <p:cNvGrpSpPr/>
          <p:nvPr/>
        </p:nvGrpSpPr>
        <p:grpSpPr>
          <a:xfrm>
            <a:off x="3270931" y="3443880"/>
            <a:ext cx="359364" cy="349609"/>
            <a:chOff x="2785975" y="3648425"/>
            <a:chExt cx="275375" cy="267900"/>
          </a:xfrm>
        </p:grpSpPr>
        <p:sp>
          <p:nvSpPr>
            <p:cNvPr id="9911" name="Google Shape;9911;p72"/>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2"/>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2"/>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2"/>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2"/>
          <p:cNvGrpSpPr/>
          <p:nvPr/>
        </p:nvGrpSpPr>
        <p:grpSpPr>
          <a:xfrm>
            <a:off x="2524667" y="3444207"/>
            <a:ext cx="351991" cy="350099"/>
            <a:chOff x="2214125" y="3648675"/>
            <a:chExt cx="269725" cy="268275"/>
          </a:xfrm>
        </p:grpSpPr>
        <p:sp>
          <p:nvSpPr>
            <p:cNvPr id="9916" name="Google Shape;9916;p72"/>
            <p:cNvSpPr/>
            <p:nvPr/>
          </p:nvSpPr>
          <p:spPr>
            <a:xfrm>
              <a:off x="2361175" y="3732975"/>
              <a:ext cx="36350" cy="36925"/>
            </a:xfrm>
            <a:custGeom>
              <a:rect b="b" l="l" r="r" t="t"/>
              <a:pathLst>
                <a:path extrusionOk="0" h="1477" w="1454">
                  <a:moveTo>
                    <a:pt x="739" y="0"/>
                  </a:moveTo>
                  <a:cubicBezTo>
                    <a:pt x="334" y="0"/>
                    <a:pt x="0" y="333"/>
                    <a:pt x="0" y="738"/>
                  </a:cubicBezTo>
                  <a:cubicBezTo>
                    <a:pt x="0" y="1143"/>
                    <a:pt x="334" y="1477"/>
                    <a:pt x="739" y="1477"/>
                  </a:cubicBezTo>
                  <a:cubicBezTo>
                    <a:pt x="1144" y="1477"/>
                    <a:pt x="1453" y="1143"/>
                    <a:pt x="1453" y="738"/>
                  </a:cubicBezTo>
                  <a:cubicBezTo>
                    <a:pt x="1453" y="333"/>
                    <a:pt x="1144"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2406425" y="3648675"/>
              <a:ext cx="77425" cy="75975"/>
            </a:xfrm>
            <a:custGeom>
              <a:rect b="b" l="l" r="r" t="t"/>
              <a:pathLst>
                <a:path extrusionOk="0" h="3039" w="3097">
                  <a:moveTo>
                    <a:pt x="1501" y="0"/>
                  </a:moveTo>
                  <a:cubicBezTo>
                    <a:pt x="999" y="0"/>
                    <a:pt x="496" y="60"/>
                    <a:pt x="0" y="181"/>
                  </a:cubicBezTo>
                  <a:lnTo>
                    <a:pt x="0" y="562"/>
                  </a:lnTo>
                  <a:cubicBezTo>
                    <a:pt x="72" y="1896"/>
                    <a:pt x="1143" y="2943"/>
                    <a:pt x="2477" y="3015"/>
                  </a:cubicBezTo>
                  <a:lnTo>
                    <a:pt x="2858" y="3039"/>
                  </a:lnTo>
                  <a:cubicBezTo>
                    <a:pt x="3072" y="2157"/>
                    <a:pt x="3096" y="1253"/>
                    <a:pt x="2930" y="371"/>
                  </a:cubicBezTo>
                  <a:cubicBezTo>
                    <a:pt x="2906" y="229"/>
                    <a:pt x="2810" y="133"/>
                    <a:pt x="2668" y="109"/>
                  </a:cubicBezTo>
                  <a:cubicBezTo>
                    <a:pt x="2282" y="37"/>
                    <a:pt x="1892" y="0"/>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2"/>
            <p:cNvSpPr/>
            <p:nvPr/>
          </p:nvSpPr>
          <p:spPr>
            <a:xfrm>
              <a:off x="2363550" y="3824650"/>
              <a:ext cx="71475" cy="78825"/>
            </a:xfrm>
            <a:custGeom>
              <a:rect b="b" l="l" r="r" t="t"/>
              <a:pathLst>
                <a:path extrusionOk="0" h="3153" w="2859">
                  <a:moveTo>
                    <a:pt x="2858" y="0"/>
                  </a:moveTo>
                  <a:cubicBezTo>
                    <a:pt x="2857" y="10"/>
                    <a:pt x="2856" y="19"/>
                    <a:pt x="2854" y="28"/>
                  </a:cubicBezTo>
                  <a:lnTo>
                    <a:pt x="2854" y="28"/>
                  </a:lnTo>
                  <a:cubicBezTo>
                    <a:pt x="2856" y="27"/>
                    <a:pt x="2857" y="26"/>
                    <a:pt x="2858" y="24"/>
                  </a:cubicBezTo>
                  <a:lnTo>
                    <a:pt x="2858" y="0"/>
                  </a:lnTo>
                  <a:close/>
                  <a:moveTo>
                    <a:pt x="2854" y="28"/>
                  </a:moveTo>
                  <a:lnTo>
                    <a:pt x="2854" y="28"/>
                  </a:lnTo>
                  <a:cubicBezTo>
                    <a:pt x="1998" y="812"/>
                    <a:pt x="1047" y="1478"/>
                    <a:pt x="1" y="2001"/>
                  </a:cubicBezTo>
                  <a:lnTo>
                    <a:pt x="501" y="2977"/>
                  </a:lnTo>
                  <a:cubicBezTo>
                    <a:pt x="548" y="3072"/>
                    <a:pt x="644" y="3144"/>
                    <a:pt x="739" y="3144"/>
                  </a:cubicBezTo>
                  <a:cubicBezTo>
                    <a:pt x="763" y="3150"/>
                    <a:pt x="787" y="3153"/>
                    <a:pt x="810" y="3153"/>
                  </a:cubicBezTo>
                  <a:cubicBezTo>
                    <a:pt x="880" y="3153"/>
                    <a:pt x="947" y="3126"/>
                    <a:pt x="1001" y="3072"/>
                  </a:cubicBezTo>
                  <a:lnTo>
                    <a:pt x="1596" y="2477"/>
                  </a:lnTo>
                  <a:cubicBezTo>
                    <a:pt x="2257" y="1817"/>
                    <a:pt x="2707" y="970"/>
                    <a:pt x="2854"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2"/>
            <p:cNvSpPr/>
            <p:nvPr/>
          </p:nvSpPr>
          <p:spPr>
            <a:xfrm>
              <a:off x="2226625" y="3696050"/>
              <a:ext cx="79200" cy="71475"/>
            </a:xfrm>
            <a:custGeom>
              <a:rect b="b" l="l" r="r" t="t"/>
              <a:pathLst>
                <a:path extrusionOk="0" h="2859" w="3168">
                  <a:moveTo>
                    <a:pt x="3168" y="1"/>
                  </a:moveTo>
                  <a:lnTo>
                    <a:pt x="3168" y="1"/>
                  </a:lnTo>
                  <a:cubicBezTo>
                    <a:pt x="2239" y="143"/>
                    <a:pt x="1382" y="596"/>
                    <a:pt x="715" y="1263"/>
                  </a:cubicBezTo>
                  <a:lnTo>
                    <a:pt x="119" y="1858"/>
                  </a:lnTo>
                  <a:cubicBezTo>
                    <a:pt x="48" y="1929"/>
                    <a:pt x="0" y="2025"/>
                    <a:pt x="24" y="2120"/>
                  </a:cubicBezTo>
                  <a:cubicBezTo>
                    <a:pt x="48" y="2191"/>
                    <a:pt x="72" y="2239"/>
                    <a:pt x="119" y="2287"/>
                  </a:cubicBezTo>
                  <a:cubicBezTo>
                    <a:pt x="143" y="2311"/>
                    <a:pt x="167" y="2334"/>
                    <a:pt x="191" y="2358"/>
                  </a:cubicBezTo>
                  <a:lnTo>
                    <a:pt x="1191" y="2858"/>
                  </a:lnTo>
                  <a:cubicBezTo>
                    <a:pt x="1715" y="1810"/>
                    <a:pt x="2382" y="858"/>
                    <a:pt x="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2"/>
            <p:cNvSpPr/>
            <p:nvPr/>
          </p:nvSpPr>
          <p:spPr>
            <a:xfrm>
              <a:off x="2214125" y="3822275"/>
              <a:ext cx="94075" cy="94675"/>
            </a:xfrm>
            <a:custGeom>
              <a:rect b="b" l="l" r="r" t="t"/>
              <a:pathLst>
                <a:path extrusionOk="0" h="3787" w="3763">
                  <a:moveTo>
                    <a:pt x="1310" y="0"/>
                  </a:moveTo>
                  <a:cubicBezTo>
                    <a:pt x="477" y="857"/>
                    <a:pt x="0" y="1977"/>
                    <a:pt x="24" y="3167"/>
                  </a:cubicBezTo>
                  <a:lnTo>
                    <a:pt x="24" y="3477"/>
                  </a:lnTo>
                  <a:cubicBezTo>
                    <a:pt x="0" y="3549"/>
                    <a:pt x="48" y="3620"/>
                    <a:pt x="96" y="3691"/>
                  </a:cubicBezTo>
                  <a:cubicBezTo>
                    <a:pt x="167" y="3739"/>
                    <a:pt x="238" y="3787"/>
                    <a:pt x="334" y="3787"/>
                  </a:cubicBezTo>
                  <a:lnTo>
                    <a:pt x="619" y="3787"/>
                  </a:lnTo>
                  <a:cubicBezTo>
                    <a:pt x="1786" y="3787"/>
                    <a:pt x="2929" y="3310"/>
                    <a:pt x="3763" y="2477"/>
                  </a:cubicBezTo>
                  <a:lnTo>
                    <a:pt x="2763" y="1477"/>
                  </a:lnTo>
                  <a:lnTo>
                    <a:pt x="2548" y="1691"/>
                  </a:lnTo>
                  <a:cubicBezTo>
                    <a:pt x="2489" y="1751"/>
                    <a:pt x="2406" y="1780"/>
                    <a:pt x="2322" y="1780"/>
                  </a:cubicBezTo>
                  <a:cubicBezTo>
                    <a:pt x="2239" y="1780"/>
                    <a:pt x="2155" y="1751"/>
                    <a:pt x="2096" y="1691"/>
                  </a:cubicBezTo>
                  <a:cubicBezTo>
                    <a:pt x="1977" y="1548"/>
                    <a:pt x="1977" y="1358"/>
                    <a:pt x="2096" y="1239"/>
                  </a:cubicBezTo>
                  <a:lnTo>
                    <a:pt x="2310" y="1024"/>
                  </a:lnTo>
                  <a:lnTo>
                    <a:pt x="1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2"/>
            <p:cNvSpPr/>
            <p:nvPr/>
          </p:nvSpPr>
          <p:spPr>
            <a:xfrm>
              <a:off x="2256400" y="3657350"/>
              <a:ext cx="217325" cy="216950"/>
            </a:xfrm>
            <a:custGeom>
              <a:rect b="b" l="l" r="r" t="t"/>
              <a:pathLst>
                <a:path extrusionOk="0" h="8678" w="8693">
                  <a:moveTo>
                    <a:pt x="4930" y="2406"/>
                  </a:moveTo>
                  <a:cubicBezTo>
                    <a:pt x="6144" y="2406"/>
                    <a:pt x="6740" y="3882"/>
                    <a:pt x="5882" y="4740"/>
                  </a:cubicBezTo>
                  <a:cubicBezTo>
                    <a:pt x="5620" y="5002"/>
                    <a:pt x="5275" y="5133"/>
                    <a:pt x="4927" y="5133"/>
                  </a:cubicBezTo>
                  <a:cubicBezTo>
                    <a:pt x="4578" y="5133"/>
                    <a:pt x="4227" y="5002"/>
                    <a:pt x="3953" y="4740"/>
                  </a:cubicBezTo>
                  <a:cubicBezTo>
                    <a:pt x="3096" y="3882"/>
                    <a:pt x="3715" y="2406"/>
                    <a:pt x="4930" y="2406"/>
                  </a:cubicBezTo>
                  <a:close/>
                  <a:moveTo>
                    <a:pt x="5382" y="1"/>
                  </a:moveTo>
                  <a:cubicBezTo>
                    <a:pt x="4406" y="334"/>
                    <a:pt x="3525" y="882"/>
                    <a:pt x="2810" y="1596"/>
                  </a:cubicBezTo>
                  <a:lnTo>
                    <a:pt x="2786" y="1620"/>
                  </a:lnTo>
                  <a:cubicBezTo>
                    <a:pt x="1572" y="2835"/>
                    <a:pt x="643" y="4287"/>
                    <a:pt x="48" y="5883"/>
                  </a:cubicBezTo>
                  <a:cubicBezTo>
                    <a:pt x="0" y="6002"/>
                    <a:pt x="24" y="6121"/>
                    <a:pt x="119" y="6216"/>
                  </a:cubicBezTo>
                  <a:lnTo>
                    <a:pt x="1072" y="7193"/>
                  </a:lnTo>
                  <a:lnTo>
                    <a:pt x="3072" y="5192"/>
                  </a:lnTo>
                  <a:cubicBezTo>
                    <a:pt x="3132" y="5133"/>
                    <a:pt x="3209" y="5103"/>
                    <a:pt x="3289" y="5103"/>
                  </a:cubicBezTo>
                  <a:cubicBezTo>
                    <a:pt x="3370" y="5103"/>
                    <a:pt x="3453" y="5133"/>
                    <a:pt x="3525" y="5192"/>
                  </a:cubicBezTo>
                  <a:cubicBezTo>
                    <a:pt x="3644" y="5311"/>
                    <a:pt x="3644" y="5502"/>
                    <a:pt x="3525" y="5621"/>
                  </a:cubicBezTo>
                  <a:lnTo>
                    <a:pt x="1524" y="7621"/>
                  </a:lnTo>
                  <a:lnTo>
                    <a:pt x="2477" y="8598"/>
                  </a:lnTo>
                  <a:cubicBezTo>
                    <a:pt x="2548" y="8651"/>
                    <a:pt x="2633" y="8678"/>
                    <a:pt x="2721" y="8678"/>
                  </a:cubicBezTo>
                  <a:cubicBezTo>
                    <a:pt x="2751" y="8678"/>
                    <a:pt x="2780" y="8675"/>
                    <a:pt x="2810" y="8669"/>
                  </a:cubicBezTo>
                  <a:cubicBezTo>
                    <a:pt x="4406" y="8050"/>
                    <a:pt x="5882" y="7121"/>
                    <a:pt x="7097" y="5907"/>
                  </a:cubicBezTo>
                  <a:lnTo>
                    <a:pt x="7097" y="5883"/>
                  </a:lnTo>
                  <a:cubicBezTo>
                    <a:pt x="7811" y="5168"/>
                    <a:pt x="8359" y="4287"/>
                    <a:pt x="8692" y="3311"/>
                  </a:cubicBezTo>
                  <a:lnTo>
                    <a:pt x="8454" y="3311"/>
                  </a:lnTo>
                  <a:cubicBezTo>
                    <a:pt x="6787" y="3216"/>
                    <a:pt x="5477" y="1906"/>
                    <a:pt x="5382" y="263"/>
                  </a:cubicBezTo>
                  <a:lnTo>
                    <a:pt x="5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72"/>
          <p:cNvGrpSpPr/>
          <p:nvPr/>
        </p:nvGrpSpPr>
        <p:grpSpPr>
          <a:xfrm>
            <a:off x="1769464" y="3443880"/>
            <a:ext cx="349675" cy="349642"/>
            <a:chOff x="1635425" y="3648425"/>
            <a:chExt cx="267950" cy="267925"/>
          </a:xfrm>
        </p:grpSpPr>
        <p:sp>
          <p:nvSpPr>
            <p:cNvPr id="9923" name="Google Shape;9923;p72"/>
            <p:cNvSpPr/>
            <p:nvPr/>
          </p:nvSpPr>
          <p:spPr>
            <a:xfrm>
              <a:off x="1683050" y="3863950"/>
              <a:ext cx="172675" cy="52400"/>
            </a:xfrm>
            <a:custGeom>
              <a:rect b="b" l="l" r="r" t="t"/>
              <a:pathLst>
                <a:path extrusionOk="0" h="2096" w="6907">
                  <a:moveTo>
                    <a:pt x="5550" y="738"/>
                  </a:moveTo>
                  <a:cubicBezTo>
                    <a:pt x="5931" y="786"/>
                    <a:pt x="5931" y="1334"/>
                    <a:pt x="5550" y="1381"/>
                  </a:cubicBezTo>
                  <a:lnTo>
                    <a:pt x="5145" y="1381"/>
                  </a:lnTo>
                  <a:cubicBezTo>
                    <a:pt x="4764" y="1334"/>
                    <a:pt x="4764" y="786"/>
                    <a:pt x="5145" y="738"/>
                  </a:cubicBezTo>
                  <a:close/>
                  <a:moveTo>
                    <a:pt x="1831" y="736"/>
                  </a:moveTo>
                  <a:cubicBezTo>
                    <a:pt x="2255" y="736"/>
                    <a:pt x="2248" y="1382"/>
                    <a:pt x="1810" y="1382"/>
                  </a:cubicBezTo>
                  <a:cubicBezTo>
                    <a:pt x="1802" y="1382"/>
                    <a:pt x="1795" y="1382"/>
                    <a:pt x="1787" y="1381"/>
                  </a:cubicBezTo>
                  <a:lnTo>
                    <a:pt x="1382" y="1381"/>
                  </a:lnTo>
                  <a:cubicBezTo>
                    <a:pt x="1374" y="1382"/>
                    <a:pt x="1367" y="1382"/>
                    <a:pt x="1359" y="1382"/>
                  </a:cubicBezTo>
                  <a:cubicBezTo>
                    <a:pt x="921" y="1382"/>
                    <a:pt x="914" y="736"/>
                    <a:pt x="1337" y="736"/>
                  </a:cubicBezTo>
                  <a:cubicBezTo>
                    <a:pt x="1352" y="736"/>
                    <a:pt x="1367" y="737"/>
                    <a:pt x="1382" y="738"/>
                  </a:cubicBezTo>
                  <a:lnTo>
                    <a:pt x="1787" y="738"/>
                  </a:lnTo>
                  <a:cubicBezTo>
                    <a:pt x="1802" y="737"/>
                    <a:pt x="1817" y="736"/>
                    <a:pt x="1831" y="736"/>
                  </a:cubicBezTo>
                  <a:close/>
                  <a:moveTo>
                    <a:pt x="3927" y="736"/>
                  </a:moveTo>
                  <a:cubicBezTo>
                    <a:pt x="4351" y="736"/>
                    <a:pt x="4344" y="1382"/>
                    <a:pt x="3906" y="1382"/>
                  </a:cubicBezTo>
                  <a:cubicBezTo>
                    <a:pt x="3898" y="1382"/>
                    <a:pt x="3890" y="1382"/>
                    <a:pt x="3883" y="1381"/>
                  </a:cubicBezTo>
                  <a:lnTo>
                    <a:pt x="3049" y="1381"/>
                  </a:lnTo>
                  <a:cubicBezTo>
                    <a:pt x="2668" y="1334"/>
                    <a:pt x="2668" y="786"/>
                    <a:pt x="3049" y="738"/>
                  </a:cubicBezTo>
                  <a:lnTo>
                    <a:pt x="3883" y="738"/>
                  </a:lnTo>
                  <a:cubicBezTo>
                    <a:pt x="3898" y="737"/>
                    <a:pt x="3913" y="736"/>
                    <a:pt x="3927" y="736"/>
                  </a:cubicBezTo>
                  <a:close/>
                  <a:moveTo>
                    <a:pt x="1" y="0"/>
                  </a:moveTo>
                  <a:lnTo>
                    <a:pt x="1" y="953"/>
                  </a:lnTo>
                  <a:cubicBezTo>
                    <a:pt x="1" y="1572"/>
                    <a:pt x="501" y="2096"/>
                    <a:pt x="1144" y="2096"/>
                  </a:cubicBezTo>
                  <a:lnTo>
                    <a:pt x="5740" y="2096"/>
                  </a:lnTo>
                  <a:cubicBezTo>
                    <a:pt x="6383" y="2096"/>
                    <a:pt x="6907" y="1596"/>
                    <a:pt x="6907" y="953"/>
                  </a:cubicBezTo>
                  <a:lnTo>
                    <a:pt x="69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2"/>
            <p:cNvSpPr/>
            <p:nvPr/>
          </p:nvSpPr>
          <p:spPr>
            <a:xfrm>
              <a:off x="1635425" y="3741825"/>
              <a:ext cx="108375" cy="75700"/>
            </a:xfrm>
            <a:custGeom>
              <a:rect b="b" l="l" r="r" t="t"/>
              <a:pathLst>
                <a:path extrusionOk="0" h="3028" w="4335">
                  <a:moveTo>
                    <a:pt x="2906" y="884"/>
                  </a:moveTo>
                  <a:cubicBezTo>
                    <a:pt x="3287" y="932"/>
                    <a:pt x="3287" y="1480"/>
                    <a:pt x="2906" y="1504"/>
                  </a:cubicBezTo>
                  <a:lnTo>
                    <a:pt x="1429" y="1504"/>
                  </a:lnTo>
                  <a:cubicBezTo>
                    <a:pt x="1415" y="1505"/>
                    <a:pt x="1402" y="1506"/>
                    <a:pt x="1388" y="1506"/>
                  </a:cubicBezTo>
                  <a:cubicBezTo>
                    <a:pt x="1219" y="1506"/>
                    <a:pt x="1096" y="1370"/>
                    <a:pt x="1096" y="1194"/>
                  </a:cubicBezTo>
                  <a:cubicBezTo>
                    <a:pt x="1096" y="1027"/>
                    <a:pt x="1239" y="884"/>
                    <a:pt x="1429" y="884"/>
                  </a:cubicBezTo>
                  <a:close/>
                  <a:moveTo>
                    <a:pt x="274" y="1"/>
                  </a:moveTo>
                  <a:cubicBezTo>
                    <a:pt x="123" y="1"/>
                    <a:pt x="1" y="136"/>
                    <a:pt x="1" y="313"/>
                  </a:cubicBezTo>
                  <a:lnTo>
                    <a:pt x="1" y="2099"/>
                  </a:lnTo>
                  <a:cubicBezTo>
                    <a:pt x="1" y="2266"/>
                    <a:pt x="143" y="2408"/>
                    <a:pt x="310" y="2408"/>
                  </a:cubicBezTo>
                  <a:lnTo>
                    <a:pt x="2882" y="2408"/>
                  </a:lnTo>
                  <a:lnTo>
                    <a:pt x="3835" y="2980"/>
                  </a:lnTo>
                  <a:cubicBezTo>
                    <a:pt x="3882" y="3004"/>
                    <a:pt x="3954" y="3028"/>
                    <a:pt x="4001" y="3028"/>
                  </a:cubicBezTo>
                  <a:cubicBezTo>
                    <a:pt x="4097" y="3028"/>
                    <a:pt x="4168" y="3004"/>
                    <a:pt x="4216" y="2932"/>
                  </a:cubicBezTo>
                  <a:cubicBezTo>
                    <a:pt x="4287" y="2885"/>
                    <a:pt x="4311" y="2790"/>
                    <a:pt x="4311" y="2694"/>
                  </a:cubicBezTo>
                  <a:lnTo>
                    <a:pt x="4311" y="313"/>
                  </a:lnTo>
                  <a:cubicBezTo>
                    <a:pt x="4335" y="146"/>
                    <a:pt x="4192" y="3"/>
                    <a:pt x="4025" y="3"/>
                  </a:cubicBezTo>
                  <a:lnTo>
                    <a:pt x="310" y="3"/>
                  </a:lnTo>
                  <a:cubicBezTo>
                    <a:pt x="298" y="1"/>
                    <a:pt x="286" y="1"/>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1683050" y="3648425"/>
              <a:ext cx="172675" cy="200050"/>
            </a:xfrm>
            <a:custGeom>
              <a:rect b="b" l="l" r="r" t="t"/>
              <a:pathLst>
                <a:path extrusionOk="0" h="8002" w="6907">
                  <a:moveTo>
                    <a:pt x="1144" y="0"/>
                  </a:moveTo>
                  <a:cubicBezTo>
                    <a:pt x="501" y="0"/>
                    <a:pt x="1" y="524"/>
                    <a:pt x="1" y="1167"/>
                  </a:cubicBezTo>
                  <a:lnTo>
                    <a:pt x="1" y="3096"/>
                  </a:lnTo>
                  <a:lnTo>
                    <a:pt x="2073" y="3096"/>
                  </a:lnTo>
                  <a:cubicBezTo>
                    <a:pt x="2597" y="3096"/>
                    <a:pt x="3025" y="3525"/>
                    <a:pt x="3025" y="4049"/>
                  </a:cubicBezTo>
                  <a:lnTo>
                    <a:pt x="3025" y="6454"/>
                  </a:lnTo>
                  <a:cubicBezTo>
                    <a:pt x="3025" y="6692"/>
                    <a:pt x="2906" y="6954"/>
                    <a:pt x="2716" y="7121"/>
                  </a:cubicBezTo>
                  <a:cubicBezTo>
                    <a:pt x="2549" y="7288"/>
                    <a:pt x="2311" y="7407"/>
                    <a:pt x="2073" y="7407"/>
                  </a:cubicBezTo>
                  <a:cubicBezTo>
                    <a:pt x="1882" y="7383"/>
                    <a:pt x="1715" y="7359"/>
                    <a:pt x="1573" y="7264"/>
                  </a:cubicBezTo>
                  <a:lnTo>
                    <a:pt x="858" y="6764"/>
                  </a:lnTo>
                  <a:lnTo>
                    <a:pt x="1" y="6764"/>
                  </a:lnTo>
                  <a:lnTo>
                    <a:pt x="1" y="8002"/>
                  </a:lnTo>
                  <a:lnTo>
                    <a:pt x="6907" y="8002"/>
                  </a:lnTo>
                  <a:lnTo>
                    <a:pt x="6907" y="4287"/>
                  </a:lnTo>
                  <a:lnTo>
                    <a:pt x="6121" y="4287"/>
                  </a:lnTo>
                  <a:lnTo>
                    <a:pt x="5311" y="4787"/>
                  </a:lnTo>
                  <a:cubicBezTo>
                    <a:pt x="5162" y="4876"/>
                    <a:pt x="4993" y="4920"/>
                    <a:pt x="4823" y="4920"/>
                  </a:cubicBezTo>
                  <a:cubicBezTo>
                    <a:pt x="4586" y="4920"/>
                    <a:pt x="4349" y="4835"/>
                    <a:pt x="4168" y="4668"/>
                  </a:cubicBezTo>
                  <a:cubicBezTo>
                    <a:pt x="3978" y="4477"/>
                    <a:pt x="3883" y="4239"/>
                    <a:pt x="3883" y="3977"/>
                  </a:cubicBezTo>
                  <a:lnTo>
                    <a:pt x="3883" y="1572"/>
                  </a:lnTo>
                  <a:cubicBezTo>
                    <a:pt x="3883" y="1048"/>
                    <a:pt x="4311" y="643"/>
                    <a:pt x="4835" y="643"/>
                  </a:cubicBezTo>
                  <a:lnTo>
                    <a:pt x="6812" y="643"/>
                  </a:lnTo>
                  <a:cubicBezTo>
                    <a:pt x="6597" y="239"/>
                    <a:pt x="6216" y="0"/>
                    <a:pt x="5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1795575" y="3679375"/>
              <a:ext cx="107800" cy="76225"/>
            </a:xfrm>
            <a:custGeom>
              <a:rect b="b" l="l" r="r" t="t"/>
              <a:pathLst>
                <a:path extrusionOk="0" h="3049" w="4312">
                  <a:moveTo>
                    <a:pt x="2947" y="903"/>
                  </a:moveTo>
                  <a:cubicBezTo>
                    <a:pt x="3345" y="903"/>
                    <a:pt x="3345" y="1551"/>
                    <a:pt x="2947" y="1551"/>
                  </a:cubicBezTo>
                  <a:cubicBezTo>
                    <a:pt x="2934" y="1551"/>
                    <a:pt x="2920" y="1550"/>
                    <a:pt x="2906" y="1549"/>
                  </a:cubicBezTo>
                  <a:lnTo>
                    <a:pt x="1406" y="1549"/>
                  </a:lnTo>
                  <a:cubicBezTo>
                    <a:pt x="1392" y="1550"/>
                    <a:pt x="1378" y="1551"/>
                    <a:pt x="1365" y="1551"/>
                  </a:cubicBezTo>
                  <a:cubicBezTo>
                    <a:pt x="967" y="1551"/>
                    <a:pt x="967" y="903"/>
                    <a:pt x="1365" y="903"/>
                  </a:cubicBezTo>
                  <a:cubicBezTo>
                    <a:pt x="1378" y="903"/>
                    <a:pt x="1392" y="904"/>
                    <a:pt x="1406" y="906"/>
                  </a:cubicBezTo>
                  <a:lnTo>
                    <a:pt x="2906" y="906"/>
                  </a:lnTo>
                  <a:cubicBezTo>
                    <a:pt x="2920" y="904"/>
                    <a:pt x="2934" y="903"/>
                    <a:pt x="2947" y="903"/>
                  </a:cubicBezTo>
                  <a:close/>
                  <a:moveTo>
                    <a:pt x="4002" y="1"/>
                  </a:moveTo>
                  <a:lnTo>
                    <a:pt x="4002" y="25"/>
                  </a:lnTo>
                  <a:lnTo>
                    <a:pt x="310" y="25"/>
                  </a:lnTo>
                  <a:cubicBezTo>
                    <a:pt x="144" y="25"/>
                    <a:pt x="25" y="144"/>
                    <a:pt x="1" y="334"/>
                  </a:cubicBezTo>
                  <a:lnTo>
                    <a:pt x="1" y="2716"/>
                  </a:lnTo>
                  <a:cubicBezTo>
                    <a:pt x="1" y="2811"/>
                    <a:pt x="48" y="2882"/>
                    <a:pt x="96" y="2954"/>
                  </a:cubicBezTo>
                  <a:cubicBezTo>
                    <a:pt x="167" y="3001"/>
                    <a:pt x="239" y="3049"/>
                    <a:pt x="310" y="3049"/>
                  </a:cubicBezTo>
                  <a:cubicBezTo>
                    <a:pt x="382" y="3049"/>
                    <a:pt x="429" y="3025"/>
                    <a:pt x="477" y="3001"/>
                  </a:cubicBezTo>
                  <a:lnTo>
                    <a:pt x="1453" y="2406"/>
                  </a:lnTo>
                  <a:lnTo>
                    <a:pt x="4002" y="2406"/>
                  </a:lnTo>
                  <a:cubicBezTo>
                    <a:pt x="4168" y="2406"/>
                    <a:pt x="4311" y="2263"/>
                    <a:pt x="4311" y="2096"/>
                  </a:cubicBezTo>
                  <a:lnTo>
                    <a:pt x="4311" y="310"/>
                  </a:lnTo>
                  <a:cubicBezTo>
                    <a:pt x="4311" y="144"/>
                    <a:pt x="4168" y="1"/>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2"/>
          <p:cNvGrpSpPr/>
          <p:nvPr/>
        </p:nvGrpSpPr>
        <p:grpSpPr>
          <a:xfrm>
            <a:off x="1009334" y="3444663"/>
            <a:ext cx="356918" cy="348859"/>
            <a:chOff x="1052950" y="3649025"/>
            <a:chExt cx="273500" cy="267325"/>
          </a:xfrm>
        </p:grpSpPr>
        <p:sp>
          <p:nvSpPr>
            <p:cNvPr id="9928" name="Google Shape;9928;p72"/>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2"/>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2"/>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2"/>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2"/>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2"/>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72"/>
          <p:cNvGrpSpPr/>
          <p:nvPr/>
        </p:nvGrpSpPr>
        <p:grpSpPr>
          <a:xfrm>
            <a:off x="1068960" y="4001136"/>
            <a:ext cx="282826" cy="349675"/>
            <a:chOff x="1081150" y="4076475"/>
            <a:chExt cx="216725" cy="267950"/>
          </a:xfrm>
        </p:grpSpPr>
        <p:sp>
          <p:nvSpPr>
            <p:cNvPr id="9935" name="Google Shape;9935;p72"/>
            <p:cNvSpPr/>
            <p:nvPr/>
          </p:nvSpPr>
          <p:spPr>
            <a:xfrm>
              <a:off x="1205575" y="4077075"/>
              <a:ext cx="92300" cy="164350"/>
            </a:xfrm>
            <a:custGeom>
              <a:rect b="b" l="l" r="r" t="t"/>
              <a:pathLst>
                <a:path extrusionOk="0" h="6574" w="3692">
                  <a:moveTo>
                    <a:pt x="1" y="1"/>
                  </a:moveTo>
                  <a:cubicBezTo>
                    <a:pt x="167" y="215"/>
                    <a:pt x="286" y="453"/>
                    <a:pt x="358" y="691"/>
                  </a:cubicBezTo>
                  <a:cubicBezTo>
                    <a:pt x="1930" y="1072"/>
                    <a:pt x="3049" y="2477"/>
                    <a:pt x="3049" y="4121"/>
                  </a:cubicBezTo>
                  <a:lnTo>
                    <a:pt x="3049" y="6573"/>
                  </a:lnTo>
                  <a:cubicBezTo>
                    <a:pt x="3454" y="6264"/>
                    <a:pt x="3692" y="5811"/>
                    <a:pt x="3692" y="5311"/>
                  </a:cubicBezTo>
                  <a:lnTo>
                    <a:pt x="3692" y="4121"/>
                  </a:lnTo>
                  <a:cubicBezTo>
                    <a:pt x="3692" y="2001"/>
                    <a:pt x="2096"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1083525" y="4312250"/>
              <a:ext cx="213750" cy="32175"/>
            </a:xfrm>
            <a:custGeom>
              <a:rect b="b" l="l" r="r" t="t"/>
              <a:pathLst>
                <a:path extrusionOk="0" h="1287" w="8550">
                  <a:moveTo>
                    <a:pt x="977" y="0"/>
                  </a:moveTo>
                  <a:cubicBezTo>
                    <a:pt x="429" y="0"/>
                    <a:pt x="1" y="429"/>
                    <a:pt x="1" y="977"/>
                  </a:cubicBezTo>
                  <a:cubicBezTo>
                    <a:pt x="1" y="1143"/>
                    <a:pt x="120" y="1286"/>
                    <a:pt x="286" y="1286"/>
                  </a:cubicBezTo>
                  <a:lnTo>
                    <a:pt x="8240" y="1286"/>
                  </a:lnTo>
                  <a:cubicBezTo>
                    <a:pt x="8431" y="1286"/>
                    <a:pt x="8550" y="1143"/>
                    <a:pt x="8550" y="977"/>
                  </a:cubicBezTo>
                  <a:cubicBezTo>
                    <a:pt x="8550" y="453"/>
                    <a:pt x="8121" y="0"/>
                    <a:pt x="7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2"/>
            <p:cNvSpPr/>
            <p:nvPr/>
          </p:nvSpPr>
          <p:spPr>
            <a:xfrm>
              <a:off x="1081150" y="4076475"/>
              <a:ext cx="185175" cy="219725"/>
            </a:xfrm>
            <a:custGeom>
              <a:rect b="b" l="l" r="r" t="t"/>
              <a:pathLst>
                <a:path extrusionOk="0" h="8789" w="7407">
                  <a:moveTo>
                    <a:pt x="3412" y="3047"/>
                  </a:moveTo>
                  <a:cubicBezTo>
                    <a:pt x="3426" y="3047"/>
                    <a:pt x="3439" y="3047"/>
                    <a:pt x="3453" y="3049"/>
                  </a:cubicBezTo>
                  <a:cubicBezTo>
                    <a:pt x="3739" y="3049"/>
                    <a:pt x="3858" y="3383"/>
                    <a:pt x="3668" y="3573"/>
                  </a:cubicBezTo>
                  <a:cubicBezTo>
                    <a:pt x="3607" y="3634"/>
                    <a:pt x="3532" y="3661"/>
                    <a:pt x="3458" y="3661"/>
                  </a:cubicBezTo>
                  <a:cubicBezTo>
                    <a:pt x="3299" y="3661"/>
                    <a:pt x="3144" y="3537"/>
                    <a:pt x="3144" y="3359"/>
                  </a:cubicBezTo>
                  <a:cubicBezTo>
                    <a:pt x="3122" y="3182"/>
                    <a:pt x="3243" y="3047"/>
                    <a:pt x="3412" y="3047"/>
                  </a:cubicBezTo>
                  <a:close/>
                  <a:moveTo>
                    <a:pt x="5847" y="6240"/>
                  </a:moveTo>
                  <a:cubicBezTo>
                    <a:pt x="6019" y="6240"/>
                    <a:pt x="6192" y="6359"/>
                    <a:pt x="6168" y="6597"/>
                  </a:cubicBezTo>
                  <a:lnTo>
                    <a:pt x="6168" y="7860"/>
                  </a:lnTo>
                  <a:cubicBezTo>
                    <a:pt x="6144" y="8050"/>
                    <a:pt x="5996" y="8145"/>
                    <a:pt x="5847" y="8145"/>
                  </a:cubicBezTo>
                  <a:cubicBezTo>
                    <a:pt x="5698" y="8145"/>
                    <a:pt x="5549" y="8050"/>
                    <a:pt x="5525" y="7860"/>
                  </a:cubicBezTo>
                  <a:lnTo>
                    <a:pt x="5525" y="6597"/>
                  </a:lnTo>
                  <a:cubicBezTo>
                    <a:pt x="5501" y="6359"/>
                    <a:pt x="5674" y="6240"/>
                    <a:pt x="5847" y="6240"/>
                  </a:cubicBezTo>
                  <a:close/>
                  <a:moveTo>
                    <a:pt x="3191" y="1"/>
                  </a:moveTo>
                  <a:cubicBezTo>
                    <a:pt x="3025" y="1"/>
                    <a:pt x="2882" y="144"/>
                    <a:pt x="2882" y="310"/>
                  </a:cubicBezTo>
                  <a:lnTo>
                    <a:pt x="2882" y="1787"/>
                  </a:lnTo>
                  <a:cubicBezTo>
                    <a:pt x="2668" y="1930"/>
                    <a:pt x="2477" y="2097"/>
                    <a:pt x="2310" y="2311"/>
                  </a:cubicBezTo>
                  <a:lnTo>
                    <a:pt x="310" y="4692"/>
                  </a:lnTo>
                  <a:cubicBezTo>
                    <a:pt x="0" y="5073"/>
                    <a:pt x="24" y="5621"/>
                    <a:pt x="381" y="5978"/>
                  </a:cubicBezTo>
                  <a:lnTo>
                    <a:pt x="691" y="6264"/>
                  </a:lnTo>
                  <a:cubicBezTo>
                    <a:pt x="865" y="6452"/>
                    <a:pt x="1109" y="6544"/>
                    <a:pt x="1354" y="6544"/>
                  </a:cubicBezTo>
                  <a:cubicBezTo>
                    <a:pt x="1512" y="6544"/>
                    <a:pt x="1670" y="6506"/>
                    <a:pt x="1810" y="6431"/>
                  </a:cubicBezTo>
                  <a:lnTo>
                    <a:pt x="2787" y="5859"/>
                  </a:lnTo>
                  <a:lnTo>
                    <a:pt x="3763" y="5859"/>
                  </a:lnTo>
                  <a:cubicBezTo>
                    <a:pt x="4168" y="5859"/>
                    <a:pt x="4477" y="5526"/>
                    <a:pt x="4477" y="5121"/>
                  </a:cubicBezTo>
                  <a:cubicBezTo>
                    <a:pt x="4454" y="4895"/>
                    <a:pt x="4626" y="4782"/>
                    <a:pt x="4799" y="4782"/>
                  </a:cubicBezTo>
                  <a:cubicBezTo>
                    <a:pt x="4972" y="4782"/>
                    <a:pt x="5144" y="4895"/>
                    <a:pt x="5120" y="5121"/>
                  </a:cubicBezTo>
                  <a:cubicBezTo>
                    <a:pt x="5120" y="5883"/>
                    <a:pt x="4501" y="6478"/>
                    <a:pt x="3763" y="6502"/>
                  </a:cubicBezTo>
                  <a:lnTo>
                    <a:pt x="2501" y="6502"/>
                  </a:lnTo>
                  <a:cubicBezTo>
                    <a:pt x="1858" y="7098"/>
                    <a:pt x="1429" y="7907"/>
                    <a:pt x="1358" y="8788"/>
                  </a:cubicBezTo>
                  <a:lnTo>
                    <a:pt x="7407" y="8788"/>
                  </a:lnTo>
                  <a:lnTo>
                    <a:pt x="7407" y="4145"/>
                  </a:lnTo>
                  <a:cubicBezTo>
                    <a:pt x="7407" y="2644"/>
                    <a:pt x="6264" y="1382"/>
                    <a:pt x="4763" y="1263"/>
                  </a:cubicBezTo>
                  <a:lnTo>
                    <a:pt x="4763" y="1144"/>
                  </a:lnTo>
                  <a:cubicBezTo>
                    <a:pt x="4763" y="525"/>
                    <a:pt x="4239" y="1"/>
                    <a:pt x="3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72"/>
          <p:cNvGrpSpPr/>
          <p:nvPr/>
        </p:nvGrpSpPr>
        <p:grpSpPr>
          <a:xfrm>
            <a:off x="1768681" y="4002486"/>
            <a:ext cx="353851" cy="349675"/>
            <a:chOff x="1634825" y="4076475"/>
            <a:chExt cx="271150" cy="267950"/>
          </a:xfrm>
        </p:grpSpPr>
        <p:sp>
          <p:nvSpPr>
            <p:cNvPr id="9939" name="Google Shape;9939;p72"/>
            <p:cNvSpPr/>
            <p:nvPr/>
          </p:nvSpPr>
          <p:spPr>
            <a:xfrm>
              <a:off x="1655075" y="4297300"/>
              <a:ext cx="250900" cy="47125"/>
            </a:xfrm>
            <a:custGeom>
              <a:rect b="b" l="l" r="r" t="t"/>
              <a:pathLst>
                <a:path extrusionOk="0" h="1885" w="10036">
                  <a:moveTo>
                    <a:pt x="9619" y="1"/>
                  </a:moveTo>
                  <a:cubicBezTo>
                    <a:pt x="9604" y="1"/>
                    <a:pt x="9589" y="1"/>
                    <a:pt x="9574" y="3"/>
                  </a:cubicBezTo>
                  <a:lnTo>
                    <a:pt x="382" y="3"/>
                  </a:lnTo>
                  <a:cubicBezTo>
                    <a:pt x="0" y="27"/>
                    <a:pt x="0" y="598"/>
                    <a:pt x="382" y="622"/>
                  </a:cubicBezTo>
                  <a:lnTo>
                    <a:pt x="1024" y="622"/>
                  </a:lnTo>
                  <a:cubicBezTo>
                    <a:pt x="620" y="1146"/>
                    <a:pt x="1001" y="1884"/>
                    <a:pt x="1644" y="1884"/>
                  </a:cubicBezTo>
                  <a:cubicBezTo>
                    <a:pt x="2287" y="1884"/>
                    <a:pt x="2668" y="1146"/>
                    <a:pt x="2287" y="622"/>
                  </a:cubicBezTo>
                  <a:lnTo>
                    <a:pt x="4359" y="622"/>
                  </a:lnTo>
                  <a:cubicBezTo>
                    <a:pt x="3977" y="1146"/>
                    <a:pt x="4335" y="1884"/>
                    <a:pt x="4978" y="1884"/>
                  </a:cubicBezTo>
                  <a:cubicBezTo>
                    <a:pt x="5645" y="1884"/>
                    <a:pt x="6002" y="1146"/>
                    <a:pt x="5621" y="622"/>
                  </a:cubicBezTo>
                  <a:lnTo>
                    <a:pt x="7693" y="622"/>
                  </a:lnTo>
                  <a:cubicBezTo>
                    <a:pt x="7312" y="1146"/>
                    <a:pt x="7669" y="1884"/>
                    <a:pt x="8336" y="1884"/>
                  </a:cubicBezTo>
                  <a:cubicBezTo>
                    <a:pt x="8979" y="1884"/>
                    <a:pt x="9336" y="1146"/>
                    <a:pt x="8955" y="622"/>
                  </a:cubicBezTo>
                  <a:lnTo>
                    <a:pt x="9574" y="622"/>
                  </a:lnTo>
                  <a:cubicBezTo>
                    <a:pt x="9589" y="624"/>
                    <a:pt x="9604" y="624"/>
                    <a:pt x="9619" y="624"/>
                  </a:cubicBezTo>
                  <a:cubicBezTo>
                    <a:pt x="10035" y="624"/>
                    <a:pt x="10035" y="1"/>
                    <a:pt x="9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1634825" y="4076475"/>
              <a:ext cx="269125" cy="204850"/>
            </a:xfrm>
            <a:custGeom>
              <a:rect b="b" l="l" r="r" t="t"/>
              <a:pathLst>
                <a:path extrusionOk="0" h="8194" w="10765">
                  <a:moveTo>
                    <a:pt x="2641" y="2237"/>
                  </a:moveTo>
                  <a:cubicBezTo>
                    <a:pt x="3058" y="2237"/>
                    <a:pt x="3058" y="2861"/>
                    <a:pt x="2641" y="2861"/>
                  </a:cubicBezTo>
                  <a:cubicBezTo>
                    <a:pt x="2627" y="2861"/>
                    <a:pt x="2612" y="2860"/>
                    <a:pt x="2597" y="2859"/>
                  </a:cubicBezTo>
                  <a:cubicBezTo>
                    <a:pt x="2216" y="2835"/>
                    <a:pt x="2216" y="2287"/>
                    <a:pt x="2597" y="2239"/>
                  </a:cubicBezTo>
                  <a:cubicBezTo>
                    <a:pt x="2612" y="2238"/>
                    <a:pt x="2627" y="2237"/>
                    <a:pt x="2641" y="2237"/>
                  </a:cubicBezTo>
                  <a:close/>
                  <a:moveTo>
                    <a:pt x="2073" y="1"/>
                  </a:moveTo>
                  <a:cubicBezTo>
                    <a:pt x="1882" y="1"/>
                    <a:pt x="1739" y="144"/>
                    <a:pt x="1739" y="310"/>
                  </a:cubicBezTo>
                  <a:lnTo>
                    <a:pt x="1739" y="1430"/>
                  </a:lnTo>
                  <a:cubicBezTo>
                    <a:pt x="1692" y="1477"/>
                    <a:pt x="1620" y="1549"/>
                    <a:pt x="1573" y="1596"/>
                  </a:cubicBezTo>
                  <a:lnTo>
                    <a:pt x="215" y="3287"/>
                  </a:lnTo>
                  <a:cubicBezTo>
                    <a:pt x="25" y="3525"/>
                    <a:pt x="1" y="3883"/>
                    <a:pt x="167" y="4145"/>
                  </a:cubicBezTo>
                  <a:lnTo>
                    <a:pt x="477" y="4597"/>
                  </a:lnTo>
                  <a:cubicBezTo>
                    <a:pt x="614" y="4810"/>
                    <a:pt x="848" y="4926"/>
                    <a:pt x="1086" y="4926"/>
                  </a:cubicBezTo>
                  <a:cubicBezTo>
                    <a:pt x="1221" y="4926"/>
                    <a:pt x="1357" y="4889"/>
                    <a:pt x="1477" y="4811"/>
                  </a:cubicBezTo>
                  <a:lnTo>
                    <a:pt x="1477" y="4788"/>
                  </a:lnTo>
                  <a:lnTo>
                    <a:pt x="1930" y="4502"/>
                  </a:lnTo>
                  <a:lnTo>
                    <a:pt x="1930" y="8193"/>
                  </a:lnTo>
                  <a:lnTo>
                    <a:pt x="3216" y="8193"/>
                  </a:lnTo>
                  <a:lnTo>
                    <a:pt x="3502" y="6859"/>
                  </a:lnTo>
                  <a:cubicBezTo>
                    <a:pt x="4164" y="7102"/>
                    <a:pt x="4868" y="7243"/>
                    <a:pt x="5575" y="7243"/>
                  </a:cubicBezTo>
                  <a:cubicBezTo>
                    <a:pt x="5630" y="7243"/>
                    <a:pt x="5685" y="7242"/>
                    <a:pt x="5740" y="7240"/>
                  </a:cubicBezTo>
                  <a:cubicBezTo>
                    <a:pt x="6526" y="7240"/>
                    <a:pt x="7336" y="7098"/>
                    <a:pt x="8074" y="6836"/>
                  </a:cubicBezTo>
                  <a:lnTo>
                    <a:pt x="8407" y="8193"/>
                  </a:lnTo>
                  <a:lnTo>
                    <a:pt x="9669" y="8193"/>
                  </a:lnTo>
                  <a:lnTo>
                    <a:pt x="9669" y="5383"/>
                  </a:lnTo>
                  <a:cubicBezTo>
                    <a:pt x="9669" y="5026"/>
                    <a:pt x="9574" y="4692"/>
                    <a:pt x="9408" y="4407"/>
                  </a:cubicBezTo>
                  <a:lnTo>
                    <a:pt x="9408" y="4407"/>
                  </a:lnTo>
                  <a:cubicBezTo>
                    <a:pt x="9884" y="4716"/>
                    <a:pt x="10146" y="5240"/>
                    <a:pt x="10098" y="5788"/>
                  </a:cubicBezTo>
                  <a:cubicBezTo>
                    <a:pt x="10110" y="5978"/>
                    <a:pt x="10253" y="6074"/>
                    <a:pt x="10399" y="6074"/>
                  </a:cubicBezTo>
                  <a:cubicBezTo>
                    <a:pt x="10545" y="6074"/>
                    <a:pt x="10693" y="5978"/>
                    <a:pt x="10717" y="5788"/>
                  </a:cubicBezTo>
                  <a:cubicBezTo>
                    <a:pt x="10765" y="5073"/>
                    <a:pt x="10432" y="4383"/>
                    <a:pt x="9860" y="3954"/>
                  </a:cubicBezTo>
                  <a:cubicBezTo>
                    <a:pt x="9255" y="3587"/>
                    <a:pt x="8590" y="3376"/>
                    <a:pt x="7903" y="3376"/>
                  </a:cubicBezTo>
                  <a:cubicBezTo>
                    <a:pt x="7833" y="3376"/>
                    <a:pt x="7763" y="3378"/>
                    <a:pt x="7693" y="3383"/>
                  </a:cubicBezTo>
                  <a:lnTo>
                    <a:pt x="5026" y="3383"/>
                  </a:lnTo>
                  <a:lnTo>
                    <a:pt x="5026" y="3121"/>
                  </a:lnTo>
                  <a:cubicBezTo>
                    <a:pt x="5026" y="2620"/>
                    <a:pt x="4859" y="2120"/>
                    <a:pt x="4549" y="1716"/>
                  </a:cubicBezTo>
                  <a:cubicBezTo>
                    <a:pt x="4287" y="1382"/>
                    <a:pt x="3930" y="1120"/>
                    <a:pt x="3525" y="953"/>
                  </a:cubicBezTo>
                  <a:cubicBezTo>
                    <a:pt x="3430" y="406"/>
                    <a:pt x="2930" y="1"/>
                    <a:pt x="2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2"/>
          <p:cNvGrpSpPr/>
          <p:nvPr/>
        </p:nvGrpSpPr>
        <p:grpSpPr>
          <a:xfrm>
            <a:off x="2539414" y="4002486"/>
            <a:ext cx="320932" cy="350458"/>
            <a:chOff x="2225425" y="4076475"/>
            <a:chExt cx="245925" cy="268550"/>
          </a:xfrm>
        </p:grpSpPr>
        <p:sp>
          <p:nvSpPr>
            <p:cNvPr id="9942" name="Google Shape;9942;p72"/>
            <p:cNvSpPr/>
            <p:nvPr/>
          </p:nvSpPr>
          <p:spPr>
            <a:xfrm>
              <a:off x="2323675" y="4134225"/>
              <a:ext cx="49425" cy="47675"/>
            </a:xfrm>
            <a:custGeom>
              <a:rect b="b" l="l" r="r" t="t"/>
              <a:pathLst>
                <a:path extrusionOk="0" h="1907" w="1977">
                  <a:moveTo>
                    <a:pt x="1000" y="1"/>
                  </a:moveTo>
                  <a:lnTo>
                    <a:pt x="762" y="501"/>
                  </a:lnTo>
                  <a:cubicBezTo>
                    <a:pt x="715" y="572"/>
                    <a:pt x="619" y="644"/>
                    <a:pt x="524" y="668"/>
                  </a:cubicBezTo>
                  <a:lnTo>
                    <a:pt x="0" y="739"/>
                  </a:lnTo>
                  <a:lnTo>
                    <a:pt x="357" y="1120"/>
                  </a:lnTo>
                  <a:cubicBezTo>
                    <a:pt x="453" y="1192"/>
                    <a:pt x="476" y="1287"/>
                    <a:pt x="453" y="1382"/>
                  </a:cubicBezTo>
                  <a:lnTo>
                    <a:pt x="357" y="1906"/>
                  </a:lnTo>
                  <a:lnTo>
                    <a:pt x="834" y="1668"/>
                  </a:lnTo>
                  <a:cubicBezTo>
                    <a:pt x="881" y="1644"/>
                    <a:pt x="935" y="1632"/>
                    <a:pt x="988" y="1632"/>
                  </a:cubicBezTo>
                  <a:cubicBezTo>
                    <a:pt x="1042" y="1632"/>
                    <a:pt x="1096" y="1644"/>
                    <a:pt x="1143" y="1668"/>
                  </a:cubicBezTo>
                  <a:lnTo>
                    <a:pt x="1596" y="1906"/>
                  </a:lnTo>
                  <a:lnTo>
                    <a:pt x="1524" y="1382"/>
                  </a:lnTo>
                  <a:cubicBezTo>
                    <a:pt x="1500" y="1287"/>
                    <a:pt x="1524" y="1192"/>
                    <a:pt x="1596" y="1120"/>
                  </a:cubicBezTo>
                  <a:lnTo>
                    <a:pt x="1977" y="739"/>
                  </a:lnTo>
                  <a:lnTo>
                    <a:pt x="1453" y="668"/>
                  </a:lnTo>
                  <a:cubicBezTo>
                    <a:pt x="1358" y="644"/>
                    <a:pt x="1262" y="572"/>
                    <a:pt x="1215" y="501"/>
                  </a:cubicBezTo>
                  <a:lnTo>
                    <a:pt x="1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2"/>
            <p:cNvSpPr/>
            <p:nvPr/>
          </p:nvSpPr>
          <p:spPr>
            <a:xfrm>
              <a:off x="2225425" y="4076475"/>
              <a:ext cx="245925" cy="268550"/>
            </a:xfrm>
            <a:custGeom>
              <a:rect b="b" l="l" r="r" t="t"/>
              <a:pathLst>
                <a:path extrusionOk="0" h="10742" w="9837">
                  <a:moveTo>
                    <a:pt x="1668" y="1525"/>
                  </a:moveTo>
                  <a:lnTo>
                    <a:pt x="1668" y="3716"/>
                  </a:lnTo>
                  <a:cubicBezTo>
                    <a:pt x="1668" y="4145"/>
                    <a:pt x="1763" y="4549"/>
                    <a:pt x="1906" y="4954"/>
                  </a:cubicBezTo>
                  <a:cubicBezTo>
                    <a:pt x="1144" y="4669"/>
                    <a:pt x="620" y="3906"/>
                    <a:pt x="620" y="3073"/>
                  </a:cubicBezTo>
                  <a:lnTo>
                    <a:pt x="620" y="2049"/>
                  </a:lnTo>
                  <a:cubicBezTo>
                    <a:pt x="620" y="1763"/>
                    <a:pt x="858" y="1525"/>
                    <a:pt x="1144" y="1525"/>
                  </a:cubicBezTo>
                  <a:close/>
                  <a:moveTo>
                    <a:pt x="8693" y="1525"/>
                  </a:moveTo>
                  <a:cubicBezTo>
                    <a:pt x="8979" y="1525"/>
                    <a:pt x="9217" y="1763"/>
                    <a:pt x="9217" y="2049"/>
                  </a:cubicBezTo>
                  <a:lnTo>
                    <a:pt x="9217" y="3097"/>
                  </a:lnTo>
                  <a:cubicBezTo>
                    <a:pt x="9217" y="3930"/>
                    <a:pt x="8693" y="4669"/>
                    <a:pt x="7931" y="4954"/>
                  </a:cubicBezTo>
                  <a:cubicBezTo>
                    <a:pt x="8074" y="4549"/>
                    <a:pt x="8169" y="4145"/>
                    <a:pt x="8169" y="3716"/>
                  </a:cubicBezTo>
                  <a:lnTo>
                    <a:pt x="8169" y="1525"/>
                  </a:lnTo>
                  <a:close/>
                  <a:moveTo>
                    <a:pt x="4907" y="1323"/>
                  </a:moveTo>
                  <a:cubicBezTo>
                    <a:pt x="5020" y="1323"/>
                    <a:pt x="5133" y="1382"/>
                    <a:pt x="5192" y="1501"/>
                  </a:cubicBezTo>
                  <a:lnTo>
                    <a:pt x="5621" y="2382"/>
                  </a:lnTo>
                  <a:lnTo>
                    <a:pt x="6621" y="2525"/>
                  </a:lnTo>
                  <a:cubicBezTo>
                    <a:pt x="6740" y="2549"/>
                    <a:pt x="6836" y="2620"/>
                    <a:pt x="6883" y="2740"/>
                  </a:cubicBezTo>
                  <a:cubicBezTo>
                    <a:pt x="6907" y="2859"/>
                    <a:pt x="6883" y="2978"/>
                    <a:pt x="6812" y="3073"/>
                  </a:cubicBezTo>
                  <a:lnTo>
                    <a:pt x="6097" y="3764"/>
                  </a:lnTo>
                  <a:lnTo>
                    <a:pt x="6264" y="4764"/>
                  </a:lnTo>
                  <a:cubicBezTo>
                    <a:pt x="6288" y="4883"/>
                    <a:pt x="6240" y="5002"/>
                    <a:pt x="6145" y="5050"/>
                  </a:cubicBezTo>
                  <a:cubicBezTo>
                    <a:pt x="6090" y="5091"/>
                    <a:pt x="6018" y="5117"/>
                    <a:pt x="5949" y="5117"/>
                  </a:cubicBezTo>
                  <a:cubicBezTo>
                    <a:pt x="5900" y="5117"/>
                    <a:pt x="5851" y="5103"/>
                    <a:pt x="5811" y="5073"/>
                  </a:cubicBezTo>
                  <a:lnTo>
                    <a:pt x="4907" y="4621"/>
                  </a:lnTo>
                  <a:lnTo>
                    <a:pt x="4025" y="5073"/>
                  </a:lnTo>
                  <a:cubicBezTo>
                    <a:pt x="3978" y="5097"/>
                    <a:pt x="3930" y="5121"/>
                    <a:pt x="3883" y="5121"/>
                  </a:cubicBezTo>
                  <a:cubicBezTo>
                    <a:pt x="3811" y="5121"/>
                    <a:pt x="3740" y="5097"/>
                    <a:pt x="3692" y="5050"/>
                  </a:cubicBezTo>
                  <a:cubicBezTo>
                    <a:pt x="3597" y="5002"/>
                    <a:pt x="3549" y="4883"/>
                    <a:pt x="3573" y="4764"/>
                  </a:cubicBezTo>
                  <a:lnTo>
                    <a:pt x="3740" y="3764"/>
                  </a:lnTo>
                  <a:lnTo>
                    <a:pt x="3001" y="3073"/>
                  </a:lnTo>
                  <a:cubicBezTo>
                    <a:pt x="2930" y="2978"/>
                    <a:pt x="2906" y="2859"/>
                    <a:pt x="2930" y="2740"/>
                  </a:cubicBezTo>
                  <a:cubicBezTo>
                    <a:pt x="2978" y="2620"/>
                    <a:pt x="3073" y="2549"/>
                    <a:pt x="3192" y="2525"/>
                  </a:cubicBezTo>
                  <a:lnTo>
                    <a:pt x="4192" y="2382"/>
                  </a:lnTo>
                  <a:lnTo>
                    <a:pt x="4621" y="1501"/>
                  </a:lnTo>
                  <a:cubicBezTo>
                    <a:pt x="4680" y="1382"/>
                    <a:pt x="4793" y="1323"/>
                    <a:pt x="4907" y="1323"/>
                  </a:cubicBezTo>
                  <a:close/>
                  <a:moveTo>
                    <a:pt x="1977" y="1"/>
                  </a:moveTo>
                  <a:cubicBezTo>
                    <a:pt x="1811" y="1"/>
                    <a:pt x="1692" y="144"/>
                    <a:pt x="1692" y="310"/>
                  </a:cubicBezTo>
                  <a:lnTo>
                    <a:pt x="1692" y="906"/>
                  </a:lnTo>
                  <a:lnTo>
                    <a:pt x="1144" y="906"/>
                  </a:lnTo>
                  <a:cubicBezTo>
                    <a:pt x="525" y="906"/>
                    <a:pt x="1" y="1406"/>
                    <a:pt x="1" y="2049"/>
                  </a:cubicBezTo>
                  <a:lnTo>
                    <a:pt x="1" y="3097"/>
                  </a:lnTo>
                  <a:cubicBezTo>
                    <a:pt x="1" y="4430"/>
                    <a:pt x="1001" y="5550"/>
                    <a:pt x="2335" y="5693"/>
                  </a:cubicBezTo>
                  <a:cubicBezTo>
                    <a:pt x="2787" y="6264"/>
                    <a:pt x="3382" y="6669"/>
                    <a:pt x="4073" y="6859"/>
                  </a:cubicBezTo>
                  <a:lnTo>
                    <a:pt x="4073" y="8860"/>
                  </a:lnTo>
                  <a:lnTo>
                    <a:pt x="3430" y="8860"/>
                  </a:lnTo>
                  <a:cubicBezTo>
                    <a:pt x="3413" y="8859"/>
                    <a:pt x="3396" y="8859"/>
                    <a:pt x="3380" y="8859"/>
                  </a:cubicBezTo>
                  <a:cubicBezTo>
                    <a:pt x="2901" y="8859"/>
                    <a:pt x="2496" y="9185"/>
                    <a:pt x="2335" y="9646"/>
                  </a:cubicBezTo>
                  <a:lnTo>
                    <a:pt x="2096" y="10313"/>
                  </a:lnTo>
                  <a:cubicBezTo>
                    <a:pt x="2073" y="10408"/>
                    <a:pt x="2096" y="10527"/>
                    <a:pt x="2144" y="10598"/>
                  </a:cubicBezTo>
                  <a:cubicBezTo>
                    <a:pt x="2216" y="10694"/>
                    <a:pt x="2311" y="10741"/>
                    <a:pt x="2406" y="10741"/>
                  </a:cubicBezTo>
                  <a:lnTo>
                    <a:pt x="7431" y="10741"/>
                  </a:lnTo>
                  <a:cubicBezTo>
                    <a:pt x="7526" y="10741"/>
                    <a:pt x="7621" y="10694"/>
                    <a:pt x="7693" y="10598"/>
                  </a:cubicBezTo>
                  <a:cubicBezTo>
                    <a:pt x="7740" y="10527"/>
                    <a:pt x="7764" y="10408"/>
                    <a:pt x="7740" y="10313"/>
                  </a:cubicBezTo>
                  <a:lnTo>
                    <a:pt x="7502" y="9646"/>
                  </a:lnTo>
                  <a:cubicBezTo>
                    <a:pt x="7341" y="9185"/>
                    <a:pt x="6936" y="8859"/>
                    <a:pt x="6457" y="8859"/>
                  </a:cubicBezTo>
                  <a:cubicBezTo>
                    <a:pt x="6440" y="8859"/>
                    <a:pt x="6424" y="8859"/>
                    <a:pt x="6407" y="8860"/>
                  </a:cubicBezTo>
                  <a:lnTo>
                    <a:pt x="5764" y="8860"/>
                  </a:lnTo>
                  <a:lnTo>
                    <a:pt x="5764" y="6859"/>
                  </a:lnTo>
                  <a:cubicBezTo>
                    <a:pt x="6454" y="6669"/>
                    <a:pt x="7050" y="6264"/>
                    <a:pt x="7502" y="5693"/>
                  </a:cubicBezTo>
                  <a:cubicBezTo>
                    <a:pt x="8836" y="5550"/>
                    <a:pt x="9836" y="4430"/>
                    <a:pt x="9836" y="3073"/>
                  </a:cubicBezTo>
                  <a:lnTo>
                    <a:pt x="9836" y="2049"/>
                  </a:lnTo>
                  <a:cubicBezTo>
                    <a:pt x="9836" y="1420"/>
                    <a:pt x="9335" y="905"/>
                    <a:pt x="8734" y="905"/>
                  </a:cubicBezTo>
                  <a:cubicBezTo>
                    <a:pt x="8720" y="905"/>
                    <a:pt x="8707" y="905"/>
                    <a:pt x="8693" y="906"/>
                  </a:cubicBezTo>
                  <a:lnTo>
                    <a:pt x="8169" y="906"/>
                  </a:lnTo>
                  <a:lnTo>
                    <a:pt x="8169" y="334"/>
                  </a:lnTo>
                  <a:cubicBezTo>
                    <a:pt x="8169" y="144"/>
                    <a:pt x="8026" y="1"/>
                    <a:pt x="7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2"/>
          <p:cNvGrpSpPr/>
          <p:nvPr/>
        </p:nvGrpSpPr>
        <p:grpSpPr>
          <a:xfrm>
            <a:off x="3300816" y="4001637"/>
            <a:ext cx="308502" cy="350523"/>
            <a:chOff x="2808875" y="4075825"/>
            <a:chExt cx="236400" cy="268600"/>
          </a:xfrm>
        </p:grpSpPr>
        <p:sp>
          <p:nvSpPr>
            <p:cNvPr id="9945" name="Google Shape;9945;p72"/>
            <p:cNvSpPr/>
            <p:nvPr/>
          </p:nvSpPr>
          <p:spPr>
            <a:xfrm>
              <a:off x="2904150" y="4152100"/>
              <a:ext cx="63125" cy="63125"/>
            </a:xfrm>
            <a:custGeom>
              <a:rect b="b" l="l" r="r" t="t"/>
              <a:pathLst>
                <a:path extrusionOk="0" h="2525" w="2525">
                  <a:moveTo>
                    <a:pt x="1262" y="0"/>
                  </a:moveTo>
                  <a:cubicBezTo>
                    <a:pt x="572" y="0"/>
                    <a:pt x="0" y="572"/>
                    <a:pt x="0" y="1262"/>
                  </a:cubicBezTo>
                  <a:cubicBezTo>
                    <a:pt x="0" y="1953"/>
                    <a:pt x="572" y="2525"/>
                    <a:pt x="1262" y="2525"/>
                  </a:cubicBezTo>
                  <a:cubicBezTo>
                    <a:pt x="1953" y="2525"/>
                    <a:pt x="2525" y="1953"/>
                    <a:pt x="2525" y="1262"/>
                  </a:cubicBezTo>
                  <a:cubicBezTo>
                    <a:pt x="2525" y="572"/>
                    <a:pt x="1953"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2"/>
            <p:cNvSpPr/>
            <p:nvPr/>
          </p:nvSpPr>
          <p:spPr>
            <a:xfrm>
              <a:off x="2808875" y="4075825"/>
              <a:ext cx="236400" cy="268600"/>
            </a:xfrm>
            <a:custGeom>
              <a:rect b="b" l="l" r="r" t="t"/>
              <a:pathLst>
                <a:path extrusionOk="0" h="10744" w="9456">
                  <a:moveTo>
                    <a:pt x="5085" y="1605"/>
                  </a:moveTo>
                  <a:cubicBezTo>
                    <a:pt x="5246" y="1605"/>
                    <a:pt x="5407" y="1706"/>
                    <a:pt x="5407" y="1908"/>
                  </a:cubicBezTo>
                  <a:lnTo>
                    <a:pt x="5407" y="2456"/>
                  </a:lnTo>
                  <a:cubicBezTo>
                    <a:pt x="5835" y="2527"/>
                    <a:pt x="6240" y="2766"/>
                    <a:pt x="6526" y="3123"/>
                  </a:cubicBezTo>
                  <a:lnTo>
                    <a:pt x="7026" y="2837"/>
                  </a:lnTo>
                  <a:cubicBezTo>
                    <a:pt x="7063" y="2807"/>
                    <a:pt x="7102" y="2794"/>
                    <a:pt x="7141" y="2794"/>
                  </a:cubicBezTo>
                  <a:cubicBezTo>
                    <a:pt x="7375" y="2794"/>
                    <a:pt x="7598" y="3282"/>
                    <a:pt x="7312" y="3385"/>
                  </a:cubicBezTo>
                  <a:lnTo>
                    <a:pt x="6836" y="3671"/>
                  </a:lnTo>
                  <a:cubicBezTo>
                    <a:pt x="6907" y="3861"/>
                    <a:pt x="6955" y="4099"/>
                    <a:pt x="6955" y="4313"/>
                  </a:cubicBezTo>
                  <a:lnTo>
                    <a:pt x="6979" y="4313"/>
                  </a:lnTo>
                  <a:cubicBezTo>
                    <a:pt x="6979" y="4552"/>
                    <a:pt x="6931" y="4766"/>
                    <a:pt x="6860" y="4980"/>
                  </a:cubicBezTo>
                  <a:lnTo>
                    <a:pt x="7336" y="5242"/>
                  </a:lnTo>
                  <a:cubicBezTo>
                    <a:pt x="7631" y="5379"/>
                    <a:pt x="7536" y="5841"/>
                    <a:pt x="7216" y="5841"/>
                  </a:cubicBezTo>
                  <a:cubicBezTo>
                    <a:pt x="7201" y="5841"/>
                    <a:pt x="7185" y="5840"/>
                    <a:pt x="7169" y="5838"/>
                  </a:cubicBezTo>
                  <a:cubicBezTo>
                    <a:pt x="7121" y="5838"/>
                    <a:pt x="7050" y="5838"/>
                    <a:pt x="7026" y="5814"/>
                  </a:cubicBezTo>
                  <a:lnTo>
                    <a:pt x="6526" y="5528"/>
                  </a:lnTo>
                  <a:cubicBezTo>
                    <a:pt x="6240" y="5885"/>
                    <a:pt x="5835" y="6100"/>
                    <a:pt x="5407" y="6171"/>
                  </a:cubicBezTo>
                  <a:lnTo>
                    <a:pt x="5407" y="6743"/>
                  </a:lnTo>
                  <a:cubicBezTo>
                    <a:pt x="5407" y="6945"/>
                    <a:pt x="5246" y="7046"/>
                    <a:pt x="5085" y="7046"/>
                  </a:cubicBezTo>
                  <a:cubicBezTo>
                    <a:pt x="4925" y="7046"/>
                    <a:pt x="4764" y="6945"/>
                    <a:pt x="4764" y="6743"/>
                  </a:cubicBezTo>
                  <a:lnTo>
                    <a:pt x="4764" y="6171"/>
                  </a:lnTo>
                  <a:cubicBezTo>
                    <a:pt x="4335" y="6100"/>
                    <a:pt x="3930" y="5885"/>
                    <a:pt x="3645" y="5528"/>
                  </a:cubicBezTo>
                  <a:lnTo>
                    <a:pt x="3168" y="5814"/>
                  </a:lnTo>
                  <a:cubicBezTo>
                    <a:pt x="3121" y="5838"/>
                    <a:pt x="3049" y="5838"/>
                    <a:pt x="3002" y="5838"/>
                  </a:cubicBezTo>
                  <a:cubicBezTo>
                    <a:pt x="2985" y="5840"/>
                    <a:pt x="2970" y="5841"/>
                    <a:pt x="2955" y="5841"/>
                  </a:cubicBezTo>
                  <a:cubicBezTo>
                    <a:pt x="2634" y="5841"/>
                    <a:pt x="2539" y="5379"/>
                    <a:pt x="2835" y="5242"/>
                  </a:cubicBezTo>
                  <a:lnTo>
                    <a:pt x="3311" y="4980"/>
                  </a:lnTo>
                  <a:cubicBezTo>
                    <a:pt x="3168" y="4552"/>
                    <a:pt x="3168" y="4075"/>
                    <a:pt x="3311" y="3671"/>
                  </a:cubicBezTo>
                  <a:lnTo>
                    <a:pt x="2835" y="3385"/>
                  </a:lnTo>
                  <a:cubicBezTo>
                    <a:pt x="2531" y="3202"/>
                    <a:pt x="2710" y="2796"/>
                    <a:pt x="3004" y="2796"/>
                  </a:cubicBezTo>
                  <a:cubicBezTo>
                    <a:pt x="3056" y="2796"/>
                    <a:pt x="3111" y="2809"/>
                    <a:pt x="3168" y="2837"/>
                  </a:cubicBezTo>
                  <a:lnTo>
                    <a:pt x="3645" y="3123"/>
                  </a:lnTo>
                  <a:cubicBezTo>
                    <a:pt x="3930" y="2766"/>
                    <a:pt x="4335" y="2527"/>
                    <a:pt x="4764" y="2456"/>
                  </a:cubicBezTo>
                  <a:lnTo>
                    <a:pt x="4764" y="1908"/>
                  </a:lnTo>
                  <a:cubicBezTo>
                    <a:pt x="4764" y="1706"/>
                    <a:pt x="4925" y="1605"/>
                    <a:pt x="5085" y="1605"/>
                  </a:cubicBezTo>
                  <a:close/>
                  <a:moveTo>
                    <a:pt x="5046" y="1"/>
                  </a:moveTo>
                  <a:cubicBezTo>
                    <a:pt x="5000" y="1"/>
                    <a:pt x="4953" y="2"/>
                    <a:pt x="4907" y="3"/>
                  </a:cubicBezTo>
                  <a:cubicBezTo>
                    <a:pt x="2621" y="98"/>
                    <a:pt x="811"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1" y="10743"/>
                  </a:cubicBezTo>
                  <a:lnTo>
                    <a:pt x="7788" y="10743"/>
                  </a:lnTo>
                  <a:cubicBezTo>
                    <a:pt x="7979" y="10743"/>
                    <a:pt x="8122" y="10600"/>
                    <a:pt x="8122" y="10434"/>
                  </a:cubicBezTo>
                  <a:lnTo>
                    <a:pt x="8122" y="7338"/>
                  </a:lnTo>
                  <a:cubicBezTo>
                    <a:pt x="9003" y="6457"/>
                    <a:pt x="9455" y="5195"/>
                    <a:pt x="9360" y="3932"/>
                  </a:cubicBezTo>
                  <a:cubicBezTo>
                    <a:pt x="9173" y="1692"/>
                    <a:pt x="7295" y="1"/>
                    <a:pt x="50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2"/>
          <p:cNvGrpSpPr/>
          <p:nvPr/>
        </p:nvGrpSpPr>
        <p:grpSpPr>
          <a:xfrm>
            <a:off x="4056019" y="4001637"/>
            <a:ext cx="308469" cy="350523"/>
            <a:chOff x="3387575" y="4075825"/>
            <a:chExt cx="236375" cy="268600"/>
          </a:xfrm>
        </p:grpSpPr>
        <p:sp>
          <p:nvSpPr>
            <p:cNvPr id="9948" name="Google Shape;9948;p72"/>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2"/>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2"/>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72"/>
          <p:cNvGrpSpPr/>
          <p:nvPr/>
        </p:nvGrpSpPr>
        <p:grpSpPr>
          <a:xfrm>
            <a:off x="4813539" y="4001637"/>
            <a:ext cx="306153" cy="350523"/>
            <a:chOff x="3968050" y="4075825"/>
            <a:chExt cx="234600" cy="268600"/>
          </a:xfrm>
        </p:grpSpPr>
        <p:sp>
          <p:nvSpPr>
            <p:cNvPr id="9952" name="Google Shape;9952;p72"/>
            <p:cNvSpPr/>
            <p:nvPr/>
          </p:nvSpPr>
          <p:spPr>
            <a:xfrm>
              <a:off x="4085350" y="42128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3968050" y="4075825"/>
              <a:ext cx="234600" cy="268600"/>
            </a:xfrm>
            <a:custGeom>
              <a:rect b="b" l="l" r="r" t="t"/>
              <a:pathLst>
                <a:path extrusionOk="0" h="10744" w="9384">
                  <a:moveTo>
                    <a:pt x="5002" y="1384"/>
                  </a:moveTo>
                  <a:cubicBezTo>
                    <a:pt x="6645" y="1384"/>
                    <a:pt x="8002" y="2694"/>
                    <a:pt x="8050" y="4337"/>
                  </a:cubicBezTo>
                  <a:cubicBezTo>
                    <a:pt x="8050" y="4504"/>
                    <a:pt x="7907" y="4647"/>
                    <a:pt x="7740" y="4647"/>
                  </a:cubicBezTo>
                  <a:lnTo>
                    <a:pt x="7097" y="4647"/>
                  </a:lnTo>
                  <a:cubicBezTo>
                    <a:pt x="6716" y="4599"/>
                    <a:pt x="6716" y="4052"/>
                    <a:pt x="7097" y="4004"/>
                  </a:cubicBezTo>
                  <a:lnTo>
                    <a:pt x="7383" y="4004"/>
                  </a:lnTo>
                  <a:cubicBezTo>
                    <a:pt x="7336" y="3599"/>
                    <a:pt x="7169" y="3194"/>
                    <a:pt x="6907" y="2861"/>
                  </a:cubicBezTo>
                  <a:lnTo>
                    <a:pt x="6716" y="3075"/>
                  </a:lnTo>
                  <a:cubicBezTo>
                    <a:pt x="6645" y="3123"/>
                    <a:pt x="6574" y="3170"/>
                    <a:pt x="6478" y="3170"/>
                  </a:cubicBezTo>
                  <a:cubicBezTo>
                    <a:pt x="6216" y="3147"/>
                    <a:pt x="6073" y="2813"/>
                    <a:pt x="6264" y="2623"/>
                  </a:cubicBezTo>
                  <a:lnTo>
                    <a:pt x="6478" y="2408"/>
                  </a:lnTo>
                  <a:cubicBezTo>
                    <a:pt x="6145" y="2170"/>
                    <a:pt x="5740" y="2004"/>
                    <a:pt x="5311" y="1932"/>
                  </a:cubicBezTo>
                  <a:lnTo>
                    <a:pt x="5311" y="2242"/>
                  </a:lnTo>
                  <a:cubicBezTo>
                    <a:pt x="5335" y="2468"/>
                    <a:pt x="5168" y="2581"/>
                    <a:pt x="5002" y="2581"/>
                  </a:cubicBezTo>
                  <a:cubicBezTo>
                    <a:pt x="4835" y="2581"/>
                    <a:pt x="4668" y="2468"/>
                    <a:pt x="4692" y="2242"/>
                  </a:cubicBezTo>
                  <a:lnTo>
                    <a:pt x="4692" y="1932"/>
                  </a:lnTo>
                  <a:cubicBezTo>
                    <a:pt x="4264" y="2004"/>
                    <a:pt x="3883" y="2170"/>
                    <a:pt x="3549" y="2408"/>
                  </a:cubicBezTo>
                  <a:lnTo>
                    <a:pt x="3740" y="2623"/>
                  </a:lnTo>
                  <a:cubicBezTo>
                    <a:pt x="3859" y="2742"/>
                    <a:pt x="3859" y="2956"/>
                    <a:pt x="3740" y="3075"/>
                  </a:cubicBezTo>
                  <a:cubicBezTo>
                    <a:pt x="3692" y="3123"/>
                    <a:pt x="3621" y="3170"/>
                    <a:pt x="3525" y="3170"/>
                  </a:cubicBezTo>
                  <a:cubicBezTo>
                    <a:pt x="3454" y="3170"/>
                    <a:pt x="3359" y="3123"/>
                    <a:pt x="3311" y="3075"/>
                  </a:cubicBezTo>
                  <a:lnTo>
                    <a:pt x="3097" y="2861"/>
                  </a:lnTo>
                  <a:cubicBezTo>
                    <a:pt x="2835" y="3194"/>
                    <a:pt x="2668" y="3599"/>
                    <a:pt x="2620" y="4004"/>
                  </a:cubicBezTo>
                  <a:lnTo>
                    <a:pt x="2906" y="4004"/>
                  </a:lnTo>
                  <a:cubicBezTo>
                    <a:pt x="2921" y="4002"/>
                    <a:pt x="2935" y="4002"/>
                    <a:pt x="2949" y="4002"/>
                  </a:cubicBezTo>
                  <a:cubicBezTo>
                    <a:pt x="3368" y="4002"/>
                    <a:pt x="3368" y="4649"/>
                    <a:pt x="2949" y="4649"/>
                  </a:cubicBezTo>
                  <a:cubicBezTo>
                    <a:pt x="2935" y="4649"/>
                    <a:pt x="2921" y="4648"/>
                    <a:pt x="2906" y="4647"/>
                  </a:cubicBezTo>
                  <a:lnTo>
                    <a:pt x="2287" y="4647"/>
                  </a:lnTo>
                  <a:cubicBezTo>
                    <a:pt x="2120" y="4647"/>
                    <a:pt x="1977" y="4504"/>
                    <a:pt x="1977" y="4337"/>
                  </a:cubicBezTo>
                  <a:cubicBezTo>
                    <a:pt x="2025" y="2694"/>
                    <a:pt x="3382" y="1384"/>
                    <a:pt x="5002" y="1384"/>
                  </a:cubicBezTo>
                  <a:close/>
                  <a:moveTo>
                    <a:pt x="5017" y="3194"/>
                  </a:moveTo>
                  <a:cubicBezTo>
                    <a:pt x="5163" y="3194"/>
                    <a:pt x="5311" y="3289"/>
                    <a:pt x="5335" y="3480"/>
                  </a:cubicBezTo>
                  <a:lnTo>
                    <a:pt x="5335" y="4885"/>
                  </a:lnTo>
                  <a:cubicBezTo>
                    <a:pt x="6327" y="5263"/>
                    <a:pt x="6078" y="6719"/>
                    <a:pt x="5027" y="6719"/>
                  </a:cubicBezTo>
                  <a:cubicBezTo>
                    <a:pt x="5019" y="6719"/>
                    <a:pt x="5010" y="6719"/>
                    <a:pt x="5002" y="6719"/>
                  </a:cubicBezTo>
                  <a:cubicBezTo>
                    <a:pt x="3954" y="6695"/>
                    <a:pt x="3716" y="5242"/>
                    <a:pt x="4716" y="4885"/>
                  </a:cubicBezTo>
                  <a:lnTo>
                    <a:pt x="4716" y="3480"/>
                  </a:lnTo>
                  <a:cubicBezTo>
                    <a:pt x="4728" y="3289"/>
                    <a:pt x="4871" y="3194"/>
                    <a:pt x="5017" y="3194"/>
                  </a:cubicBezTo>
                  <a:close/>
                  <a:moveTo>
                    <a:pt x="4974" y="1"/>
                  </a:moveTo>
                  <a:cubicBezTo>
                    <a:pt x="4928" y="1"/>
                    <a:pt x="4882" y="2"/>
                    <a:pt x="4835" y="3"/>
                  </a:cubicBezTo>
                  <a:cubicBezTo>
                    <a:pt x="2549" y="98"/>
                    <a:pt x="739" y="1980"/>
                    <a:pt x="715" y="4266"/>
                  </a:cubicBezTo>
                  <a:lnTo>
                    <a:pt x="72" y="6171"/>
                  </a:lnTo>
                  <a:cubicBezTo>
                    <a:pt x="1" y="6409"/>
                    <a:pt x="48" y="6647"/>
                    <a:pt x="191" y="6838"/>
                  </a:cubicBezTo>
                  <a:cubicBezTo>
                    <a:pt x="300" y="7012"/>
                    <a:pt x="509" y="7127"/>
                    <a:pt x="726" y="7127"/>
                  </a:cubicBezTo>
                  <a:cubicBezTo>
                    <a:pt x="746" y="7127"/>
                    <a:pt x="766" y="7126"/>
                    <a:pt x="787" y="7124"/>
                  </a:cubicBezTo>
                  <a:lnTo>
                    <a:pt x="1358" y="7124"/>
                  </a:lnTo>
                  <a:lnTo>
                    <a:pt x="1358" y="8076"/>
                  </a:lnTo>
                  <a:cubicBezTo>
                    <a:pt x="1358" y="8719"/>
                    <a:pt x="1858" y="9219"/>
                    <a:pt x="2501" y="9219"/>
                  </a:cubicBezTo>
                  <a:lnTo>
                    <a:pt x="3240" y="9219"/>
                  </a:lnTo>
                  <a:lnTo>
                    <a:pt x="3240" y="10410"/>
                  </a:lnTo>
                  <a:cubicBezTo>
                    <a:pt x="3216" y="10600"/>
                    <a:pt x="3359" y="10743"/>
                    <a:pt x="3549" y="10743"/>
                  </a:cubicBezTo>
                  <a:lnTo>
                    <a:pt x="7740" y="10743"/>
                  </a:lnTo>
                  <a:cubicBezTo>
                    <a:pt x="7907" y="10743"/>
                    <a:pt x="8050" y="10600"/>
                    <a:pt x="8050" y="10434"/>
                  </a:cubicBezTo>
                  <a:lnTo>
                    <a:pt x="8050" y="7338"/>
                  </a:lnTo>
                  <a:cubicBezTo>
                    <a:pt x="8931" y="6457"/>
                    <a:pt x="9384" y="5195"/>
                    <a:pt x="9288" y="3932"/>
                  </a:cubicBezTo>
                  <a:cubicBezTo>
                    <a:pt x="9102" y="1692"/>
                    <a:pt x="7223" y="1"/>
                    <a:pt x="49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2"/>
          <p:cNvGrpSpPr/>
          <p:nvPr/>
        </p:nvGrpSpPr>
        <p:grpSpPr>
          <a:xfrm>
            <a:off x="5546982" y="4002942"/>
            <a:ext cx="369870" cy="350001"/>
            <a:chOff x="4530075" y="4076825"/>
            <a:chExt cx="283425" cy="268200"/>
          </a:xfrm>
        </p:grpSpPr>
        <p:sp>
          <p:nvSpPr>
            <p:cNvPr id="9955" name="Google Shape;9955;p72"/>
            <p:cNvSpPr/>
            <p:nvPr/>
          </p:nvSpPr>
          <p:spPr>
            <a:xfrm>
              <a:off x="4534250" y="4234475"/>
              <a:ext cx="61350" cy="52200"/>
            </a:xfrm>
            <a:custGeom>
              <a:rect b="b" l="l" r="r" t="t"/>
              <a:pathLst>
                <a:path extrusionOk="0" h="2088" w="2454">
                  <a:moveTo>
                    <a:pt x="1402" y="0"/>
                  </a:moveTo>
                  <a:cubicBezTo>
                    <a:pt x="1145" y="0"/>
                    <a:pt x="882" y="94"/>
                    <a:pt x="667" y="301"/>
                  </a:cubicBezTo>
                  <a:cubicBezTo>
                    <a:pt x="0" y="968"/>
                    <a:pt x="477" y="2087"/>
                    <a:pt x="1405" y="2087"/>
                  </a:cubicBezTo>
                  <a:cubicBezTo>
                    <a:pt x="1977" y="2087"/>
                    <a:pt x="2453" y="1635"/>
                    <a:pt x="2453" y="1040"/>
                  </a:cubicBezTo>
                  <a:cubicBezTo>
                    <a:pt x="2453" y="411"/>
                    <a:pt x="1940" y="0"/>
                    <a:pt x="1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4530075" y="4292600"/>
              <a:ext cx="78025" cy="52425"/>
            </a:xfrm>
            <a:custGeom>
              <a:rect b="b" l="l" r="r" t="t"/>
              <a:pathLst>
                <a:path extrusionOk="0" h="2097" w="3121">
                  <a:moveTo>
                    <a:pt x="501" y="1"/>
                  </a:moveTo>
                  <a:cubicBezTo>
                    <a:pt x="191" y="286"/>
                    <a:pt x="1" y="691"/>
                    <a:pt x="1" y="1120"/>
                  </a:cubicBezTo>
                  <a:lnTo>
                    <a:pt x="1" y="1787"/>
                  </a:lnTo>
                  <a:cubicBezTo>
                    <a:pt x="1" y="1953"/>
                    <a:pt x="144" y="2096"/>
                    <a:pt x="310" y="2096"/>
                  </a:cubicBezTo>
                  <a:lnTo>
                    <a:pt x="2811" y="2096"/>
                  </a:lnTo>
                  <a:cubicBezTo>
                    <a:pt x="2977" y="2096"/>
                    <a:pt x="3120" y="1953"/>
                    <a:pt x="3120" y="1787"/>
                  </a:cubicBezTo>
                  <a:lnTo>
                    <a:pt x="3120" y="1144"/>
                  </a:lnTo>
                  <a:cubicBezTo>
                    <a:pt x="3120" y="715"/>
                    <a:pt x="2977" y="286"/>
                    <a:pt x="2668" y="1"/>
                  </a:cubicBezTo>
                  <a:cubicBezTo>
                    <a:pt x="2346" y="262"/>
                    <a:pt x="1959" y="393"/>
                    <a:pt x="1575" y="393"/>
                  </a:cubicBezTo>
                  <a:cubicBezTo>
                    <a:pt x="1191" y="393"/>
                    <a:pt x="810" y="262"/>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2"/>
            <p:cNvSpPr/>
            <p:nvPr/>
          </p:nvSpPr>
          <p:spPr>
            <a:xfrm>
              <a:off x="4722975" y="4234475"/>
              <a:ext cx="61350" cy="52200"/>
            </a:xfrm>
            <a:custGeom>
              <a:rect b="b" l="l" r="r" t="t"/>
              <a:pathLst>
                <a:path extrusionOk="0" h="2088" w="2454">
                  <a:moveTo>
                    <a:pt x="1384" y="0"/>
                  </a:moveTo>
                  <a:cubicBezTo>
                    <a:pt x="1124" y="0"/>
                    <a:pt x="859" y="94"/>
                    <a:pt x="644" y="301"/>
                  </a:cubicBezTo>
                  <a:cubicBezTo>
                    <a:pt x="1" y="968"/>
                    <a:pt x="453" y="2087"/>
                    <a:pt x="1406" y="2087"/>
                  </a:cubicBezTo>
                  <a:cubicBezTo>
                    <a:pt x="1977" y="2087"/>
                    <a:pt x="2453" y="1635"/>
                    <a:pt x="2453" y="1040"/>
                  </a:cubicBezTo>
                  <a:cubicBezTo>
                    <a:pt x="2453" y="411"/>
                    <a:pt x="1929" y="0"/>
                    <a:pt x="1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2"/>
            <p:cNvSpPr/>
            <p:nvPr/>
          </p:nvSpPr>
          <p:spPr>
            <a:xfrm>
              <a:off x="4718800" y="4292600"/>
              <a:ext cx="78625" cy="51825"/>
            </a:xfrm>
            <a:custGeom>
              <a:rect b="b" l="l" r="r" t="t"/>
              <a:pathLst>
                <a:path extrusionOk="0" h="2073" w="3145">
                  <a:moveTo>
                    <a:pt x="477" y="1"/>
                  </a:moveTo>
                  <a:cubicBezTo>
                    <a:pt x="168" y="286"/>
                    <a:pt x="1" y="691"/>
                    <a:pt x="1" y="1120"/>
                  </a:cubicBezTo>
                  <a:lnTo>
                    <a:pt x="1" y="1787"/>
                  </a:lnTo>
                  <a:cubicBezTo>
                    <a:pt x="1" y="1953"/>
                    <a:pt x="144" y="2072"/>
                    <a:pt x="310" y="2072"/>
                  </a:cubicBezTo>
                  <a:lnTo>
                    <a:pt x="2811" y="2072"/>
                  </a:lnTo>
                  <a:cubicBezTo>
                    <a:pt x="2978" y="2072"/>
                    <a:pt x="3121" y="1953"/>
                    <a:pt x="3144" y="1787"/>
                  </a:cubicBezTo>
                  <a:lnTo>
                    <a:pt x="3144" y="1144"/>
                  </a:lnTo>
                  <a:cubicBezTo>
                    <a:pt x="3144" y="715"/>
                    <a:pt x="2978" y="286"/>
                    <a:pt x="2668" y="1"/>
                  </a:cubicBezTo>
                  <a:cubicBezTo>
                    <a:pt x="2347" y="262"/>
                    <a:pt x="1960" y="393"/>
                    <a:pt x="1573" y="393"/>
                  </a:cubicBezTo>
                  <a:cubicBezTo>
                    <a:pt x="1186" y="393"/>
                    <a:pt x="799" y="262"/>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2"/>
            <p:cNvSpPr/>
            <p:nvPr/>
          </p:nvSpPr>
          <p:spPr>
            <a:xfrm>
              <a:off x="4628325" y="4234475"/>
              <a:ext cx="61325" cy="52200"/>
            </a:xfrm>
            <a:custGeom>
              <a:rect b="b" l="l" r="r" t="t"/>
              <a:pathLst>
                <a:path extrusionOk="0" h="2088" w="2453">
                  <a:moveTo>
                    <a:pt x="1402" y="0"/>
                  </a:moveTo>
                  <a:cubicBezTo>
                    <a:pt x="1145" y="0"/>
                    <a:pt x="882" y="94"/>
                    <a:pt x="667" y="301"/>
                  </a:cubicBezTo>
                  <a:cubicBezTo>
                    <a:pt x="0" y="968"/>
                    <a:pt x="476" y="2087"/>
                    <a:pt x="1405" y="2087"/>
                  </a:cubicBezTo>
                  <a:cubicBezTo>
                    <a:pt x="2000" y="2087"/>
                    <a:pt x="2453" y="1635"/>
                    <a:pt x="2453" y="1040"/>
                  </a:cubicBezTo>
                  <a:cubicBezTo>
                    <a:pt x="2453" y="411"/>
                    <a:pt x="1940" y="0"/>
                    <a:pt x="1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2"/>
            <p:cNvSpPr/>
            <p:nvPr/>
          </p:nvSpPr>
          <p:spPr>
            <a:xfrm>
              <a:off x="4624150" y="4292600"/>
              <a:ext cx="79200" cy="52425"/>
            </a:xfrm>
            <a:custGeom>
              <a:rect b="b" l="l" r="r" t="t"/>
              <a:pathLst>
                <a:path extrusionOk="0" h="2097" w="3168">
                  <a:moveTo>
                    <a:pt x="500" y="1"/>
                  </a:moveTo>
                  <a:cubicBezTo>
                    <a:pt x="191" y="286"/>
                    <a:pt x="0" y="691"/>
                    <a:pt x="0" y="1120"/>
                  </a:cubicBezTo>
                  <a:lnTo>
                    <a:pt x="0" y="1787"/>
                  </a:lnTo>
                  <a:cubicBezTo>
                    <a:pt x="0" y="1953"/>
                    <a:pt x="143" y="2096"/>
                    <a:pt x="334" y="2096"/>
                  </a:cubicBezTo>
                  <a:lnTo>
                    <a:pt x="2834" y="2096"/>
                  </a:lnTo>
                  <a:cubicBezTo>
                    <a:pt x="3025" y="2096"/>
                    <a:pt x="3168" y="1953"/>
                    <a:pt x="3144" y="1787"/>
                  </a:cubicBezTo>
                  <a:lnTo>
                    <a:pt x="3144" y="1144"/>
                  </a:lnTo>
                  <a:cubicBezTo>
                    <a:pt x="3168" y="715"/>
                    <a:pt x="2977" y="286"/>
                    <a:pt x="2668" y="1"/>
                  </a:cubicBezTo>
                  <a:cubicBezTo>
                    <a:pt x="2358" y="262"/>
                    <a:pt x="1971" y="393"/>
                    <a:pt x="1584" y="393"/>
                  </a:cubicBezTo>
                  <a:cubicBezTo>
                    <a:pt x="1197" y="393"/>
                    <a:pt x="810" y="262"/>
                    <a:pt x="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4530075" y="4076825"/>
              <a:ext cx="283425" cy="141375"/>
            </a:xfrm>
            <a:custGeom>
              <a:rect b="b" l="l" r="r" t="t"/>
              <a:pathLst>
                <a:path extrusionOk="0" h="5655" w="11337">
                  <a:moveTo>
                    <a:pt x="5364" y="1"/>
                  </a:moveTo>
                  <a:cubicBezTo>
                    <a:pt x="4697" y="1"/>
                    <a:pt x="4037" y="368"/>
                    <a:pt x="3740" y="1059"/>
                  </a:cubicBezTo>
                  <a:cubicBezTo>
                    <a:pt x="3644" y="1035"/>
                    <a:pt x="3549" y="1035"/>
                    <a:pt x="3478" y="1035"/>
                  </a:cubicBezTo>
                  <a:cubicBezTo>
                    <a:pt x="2763" y="1035"/>
                    <a:pt x="2144" y="1440"/>
                    <a:pt x="1834" y="2083"/>
                  </a:cubicBezTo>
                  <a:lnTo>
                    <a:pt x="1787" y="2083"/>
                  </a:lnTo>
                  <a:cubicBezTo>
                    <a:pt x="787" y="2083"/>
                    <a:pt x="1" y="2892"/>
                    <a:pt x="1" y="3869"/>
                  </a:cubicBezTo>
                  <a:cubicBezTo>
                    <a:pt x="24" y="4845"/>
                    <a:pt x="810" y="5655"/>
                    <a:pt x="1811" y="5655"/>
                  </a:cubicBezTo>
                  <a:lnTo>
                    <a:pt x="4859" y="5655"/>
                  </a:lnTo>
                  <a:lnTo>
                    <a:pt x="5478" y="4393"/>
                  </a:lnTo>
                  <a:lnTo>
                    <a:pt x="4740" y="4393"/>
                  </a:lnTo>
                  <a:cubicBezTo>
                    <a:pt x="4502" y="4393"/>
                    <a:pt x="4335" y="4154"/>
                    <a:pt x="4430" y="3940"/>
                  </a:cubicBezTo>
                  <a:lnTo>
                    <a:pt x="5073" y="2678"/>
                  </a:lnTo>
                  <a:cubicBezTo>
                    <a:pt x="5123" y="2561"/>
                    <a:pt x="5231" y="2503"/>
                    <a:pt x="5341" y="2503"/>
                  </a:cubicBezTo>
                  <a:cubicBezTo>
                    <a:pt x="5388" y="2503"/>
                    <a:pt x="5435" y="2514"/>
                    <a:pt x="5478" y="2535"/>
                  </a:cubicBezTo>
                  <a:cubicBezTo>
                    <a:pt x="5645" y="2606"/>
                    <a:pt x="5716" y="2797"/>
                    <a:pt x="5621" y="2964"/>
                  </a:cubicBezTo>
                  <a:lnTo>
                    <a:pt x="5216" y="3773"/>
                  </a:lnTo>
                  <a:lnTo>
                    <a:pt x="5978" y="3773"/>
                  </a:lnTo>
                  <a:cubicBezTo>
                    <a:pt x="5991" y="3769"/>
                    <a:pt x="6004" y="3767"/>
                    <a:pt x="6017" y="3767"/>
                  </a:cubicBezTo>
                  <a:cubicBezTo>
                    <a:pt x="6076" y="3767"/>
                    <a:pt x="6134" y="3806"/>
                    <a:pt x="6192" y="3845"/>
                  </a:cubicBezTo>
                  <a:cubicBezTo>
                    <a:pt x="6288" y="3940"/>
                    <a:pt x="6311" y="4083"/>
                    <a:pt x="6264" y="4226"/>
                  </a:cubicBezTo>
                  <a:lnTo>
                    <a:pt x="5549" y="5655"/>
                  </a:lnTo>
                  <a:lnTo>
                    <a:pt x="8883" y="5655"/>
                  </a:lnTo>
                  <a:cubicBezTo>
                    <a:pt x="10884" y="5607"/>
                    <a:pt x="11336" y="2821"/>
                    <a:pt x="9431" y="2178"/>
                  </a:cubicBezTo>
                  <a:lnTo>
                    <a:pt x="9431" y="2154"/>
                  </a:lnTo>
                  <a:cubicBezTo>
                    <a:pt x="9395" y="1129"/>
                    <a:pt x="8558" y="416"/>
                    <a:pt x="7637" y="416"/>
                  </a:cubicBezTo>
                  <a:cubicBezTo>
                    <a:pt x="7338" y="416"/>
                    <a:pt x="7031" y="491"/>
                    <a:pt x="6740" y="654"/>
                  </a:cubicBezTo>
                  <a:cubicBezTo>
                    <a:pt x="6381" y="212"/>
                    <a:pt x="5870" y="1"/>
                    <a:pt x="5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2"/>
          <p:cNvGrpSpPr/>
          <p:nvPr/>
        </p:nvGrpSpPr>
        <p:grpSpPr>
          <a:xfrm>
            <a:off x="6302185" y="4003269"/>
            <a:ext cx="348109" cy="349675"/>
            <a:chOff x="5108775" y="4077075"/>
            <a:chExt cx="266750" cy="267950"/>
          </a:xfrm>
        </p:grpSpPr>
        <p:sp>
          <p:nvSpPr>
            <p:cNvPr id="9963" name="Google Shape;9963;p72"/>
            <p:cNvSpPr/>
            <p:nvPr/>
          </p:nvSpPr>
          <p:spPr>
            <a:xfrm>
              <a:off x="5130200" y="4077075"/>
              <a:ext cx="225075" cy="88750"/>
            </a:xfrm>
            <a:custGeom>
              <a:rect b="b" l="l" r="r" t="t"/>
              <a:pathLst>
                <a:path extrusionOk="0" h="3550" w="9003">
                  <a:moveTo>
                    <a:pt x="7431" y="1477"/>
                  </a:moveTo>
                  <a:cubicBezTo>
                    <a:pt x="7812" y="1501"/>
                    <a:pt x="7812" y="2049"/>
                    <a:pt x="7431" y="2096"/>
                  </a:cubicBezTo>
                  <a:lnTo>
                    <a:pt x="1572" y="2096"/>
                  </a:lnTo>
                  <a:cubicBezTo>
                    <a:pt x="1191" y="2049"/>
                    <a:pt x="1191" y="1501"/>
                    <a:pt x="1572" y="1477"/>
                  </a:cubicBezTo>
                  <a:close/>
                  <a:moveTo>
                    <a:pt x="1144" y="1"/>
                  </a:moveTo>
                  <a:cubicBezTo>
                    <a:pt x="501" y="1"/>
                    <a:pt x="1" y="501"/>
                    <a:pt x="1" y="1144"/>
                  </a:cubicBezTo>
                  <a:lnTo>
                    <a:pt x="1" y="2406"/>
                  </a:lnTo>
                  <a:cubicBezTo>
                    <a:pt x="1" y="3025"/>
                    <a:pt x="501" y="3549"/>
                    <a:pt x="1144" y="3549"/>
                  </a:cubicBezTo>
                  <a:lnTo>
                    <a:pt x="7836" y="3549"/>
                  </a:lnTo>
                  <a:cubicBezTo>
                    <a:pt x="8479" y="3549"/>
                    <a:pt x="9003" y="3025"/>
                    <a:pt x="9003" y="2406"/>
                  </a:cubicBezTo>
                  <a:lnTo>
                    <a:pt x="9003" y="1144"/>
                  </a:lnTo>
                  <a:cubicBezTo>
                    <a:pt x="9003" y="501"/>
                    <a:pt x="8479" y="1"/>
                    <a:pt x="7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2"/>
            <p:cNvSpPr/>
            <p:nvPr/>
          </p:nvSpPr>
          <p:spPr>
            <a:xfrm>
              <a:off x="5303525" y="4183150"/>
              <a:ext cx="23775" cy="35650"/>
            </a:xfrm>
            <a:custGeom>
              <a:rect b="b" l="l" r="r" t="t"/>
              <a:pathLst>
                <a:path extrusionOk="0" h="1426" w="951">
                  <a:moveTo>
                    <a:pt x="447" y="1"/>
                  </a:moveTo>
                  <a:cubicBezTo>
                    <a:pt x="238" y="1"/>
                    <a:pt x="1" y="151"/>
                    <a:pt x="117" y="354"/>
                  </a:cubicBezTo>
                  <a:lnTo>
                    <a:pt x="307" y="1187"/>
                  </a:lnTo>
                  <a:cubicBezTo>
                    <a:pt x="355" y="1330"/>
                    <a:pt x="474" y="1426"/>
                    <a:pt x="617" y="1426"/>
                  </a:cubicBezTo>
                  <a:lnTo>
                    <a:pt x="688" y="1426"/>
                  </a:lnTo>
                  <a:cubicBezTo>
                    <a:pt x="855" y="1378"/>
                    <a:pt x="950" y="1211"/>
                    <a:pt x="926" y="1045"/>
                  </a:cubicBezTo>
                  <a:lnTo>
                    <a:pt x="712" y="211"/>
                  </a:lnTo>
                  <a:cubicBezTo>
                    <a:pt x="703" y="62"/>
                    <a:pt x="581" y="1"/>
                    <a:pt x="4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2"/>
            <p:cNvSpPr/>
            <p:nvPr/>
          </p:nvSpPr>
          <p:spPr>
            <a:xfrm>
              <a:off x="5157000" y="4183575"/>
              <a:ext cx="22050" cy="35225"/>
            </a:xfrm>
            <a:custGeom>
              <a:rect b="b" l="l" r="r" t="t"/>
              <a:pathLst>
                <a:path extrusionOk="0" h="1409" w="882">
                  <a:moveTo>
                    <a:pt x="562" y="1"/>
                  </a:moveTo>
                  <a:cubicBezTo>
                    <a:pt x="453" y="1"/>
                    <a:pt x="344" y="54"/>
                    <a:pt x="286" y="170"/>
                  </a:cubicBezTo>
                  <a:lnTo>
                    <a:pt x="262" y="194"/>
                  </a:lnTo>
                  <a:lnTo>
                    <a:pt x="72" y="1028"/>
                  </a:lnTo>
                  <a:cubicBezTo>
                    <a:pt x="0" y="1194"/>
                    <a:pt x="119" y="1361"/>
                    <a:pt x="286" y="1409"/>
                  </a:cubicBezTo>
                  <a:lnTo>
                    <a:pt x="357" y="1409"/>
                  </a:lnTo>
                  <a:cubicBezTo>
                    <a:pt x="500" y="1409"/>
                    <a:pt x="619" y="1289"/>
                    <a:pt x="667" y="1170"/>
                  </a:cubicBezTo>
                  <a:lnTo>
                    <a:pt x="881" y="313"/>
                  </a:lnTo>
                  <a:cubicBezTo>
                    <a:pt x="881" y="115"/>
                    <a:pt x="722" y="1"/>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2"/>
            <p:cNvSpPr/>
            <p:nvPr/>
          </p:nvSpPr>
          <p:spPr>
            <a:xfrm>
              <a:off x="5233800" y="4181275"/>
              <a:ext cx="17275" cy="36925"/>
            </a:xfrm>
            <a:custGeom>
              <a:rect b="b" l="l" r="r" t="t"/>
              <a:pathLst>
                <a:path extrusionOk="0" h="1477" w="691">
                  <a:moveTo>
                    <a:pt x="346" y="0"/>
                  </a:moveTo>
                  <a:cubicBezTo>
                    <a:pt x="173" y="0"/>
                    <a:pt x="0" y="119"/>
                    <a:pt x="24" y="357"/>
                  </a:cubicBezTo>
                  <a:lnTo>
                    <a:pt x="24" y="1191"/>
                  </a:lnTo>
                  <a:cubicBezTo>
                    <a:pt x="48" y="1381"/>
                    <a:pt x="197" y="1477"/>
                    <a:pt x="346" y="1477"/>
                  </a:cubicBezTo>
                  <a:cubicBezTo>
                    <a:pt x="494" y="1477"/>
                    <a:pt x="643" y="1381"/>
                    <a:pt x="667" y="1191"/>
                  </a:cubicBezTo>
                  <a:lnTo>
                    <a:pt x="667" y="357"/>
                  </a:lnTo>
                  <a:cubicBezTo>
                    <a:pt x="691" y="119"/>
                    <a:pt x="518"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2"/>
            <p:cNvSpPr/>
            <p:nvPr/>
          </p:nvSpPr>
          <p:spPr>
            <a:xfrm>
              <a:off x="5121875" y="4234250"/>
              <a:ext cx="52400" cy="52425"/>
            </a:xfrm>
            <a:custGeom>
              <a:rect b="b" l="l" r="r" t="t"/>
              <a:pathLst>
                <a:path extrusionOk="0" h="2097" w="2096">
                  <a:moveTo>
                    <a:pt x="1048" y="1"/>
                  </a:moveTo>
                  <a:cubicBezTo>
                    <a:pt x="477" y="1"/>
                    <a:pt x="0" y="477"/>
                    <a:pt x="0" y="1049"/>
                  </a:cubicBezTo>
                  <a:cubicBezTo>
                    <a:pt x="0" y="1644"/>
                    <a:pt x="477" y="2096"/>
                    <a:pt x="1048" y="2096"/>
                  </a:cubicBezTo>
                  <a:cubicBezTo>
                    <a:pt x="1643" y="2096"/>
                    <a:pt x="2096" y="1644"/>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5108775" y="4292600"/>
              <a:ext cx="78600" cy="52425"/>
            </a:xfrm>
            <a:custGeom>
              <a:rect b="b" l="l" r="r" t="t"/>
              <a:pathLst>
                <a:path extrusionOk="0" h="2097" w="3144">
                  <a:moveTo>
                    <a:pt x="500" y="1"/>
                  </a:moveTo>
                  <a:cubicBezTo>
                    <a:pt x="191" y="286"/>
                    <a:pt x="0" y="715"/>
                    <a:pt x="0" y="1144"/>
                  </a:cubicBezTo>
                  <a:lnTo>
                    <a:pt x="0" y="1787"/>
                  </a:lnTo>
                  <a:cubicBezTo>
                    <a:pt x="0" y="1953"/>
                    <a:pt x="143" y="2096"/>
                    <a:pt x="334" y="2096"/>
                  </a:cubicBezTo>
                  <a:lnTo>
                    <a:pt x="2834" y="2096"/>
                  </a:lnTo>
                  <a:cubicBezTo>
                    <a:pt x="3001" y="2096"/>
                    <a:pt x="3144" y="1953"/>
                    <a:pt x="3144" y="1787"/>
                  </a:cubicBezTo>
                  <a:lnTo>
                    <a:pt x="3144" y="1144"/>
                  </a:lnTo>
                  <a:cubicBezTo>
                    <a:pt x="3144" y="715"/>
                    <a:pt x="2953" y="310"/>
                    <a:pt x="2644" y="24"/>
                  </a:cubicBezTo>
                  <a:cubicBezTo>
                    <a:pt x="2358" y="262"/>
                    <a:pt x="1977" y="405"/>
                    <a:pt x="1572" y="405"/>
                  </a:cubicBezTo>
                  <a:cubicBezTo>
                    <a:pt x="1191" y="405"/>
                    <a:pt x="786" y="262"/>
                    <a:pt x="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5310600"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5297500" y="4292600"/>
              <a:ext cx="78025" cy="52425"/>
            </a:xfrm>
            <a:custGeom>
              <a:rect b="b" l="l" r="r" t="t"/>
              <a:pathLst>
                <a:path extrusionOk="0" h="2097" w="3121">
                  <a:moveTo>
                    <a:pt x="477" y="1"/>
                  </a:moveTo>
                  <a:cubicBezTo>
                    <a:pt x="167" y="286"/>
                    <a:pt x="0" y="691"/>
                    <a:pt x="0" y="1120"/>
                  </a:cubicBezTo>
                  <a:lnTo>
                    <a:pt x="0" y="1787"/>
                  </a:lnTo>
                  <a:cubicBezTo>
                    <a:pt x="0" y="1953"/>
                    <a:pt x="120" y="2096"/>
                    <a:pt x="286" y="2096"/>
                  </a:cubicBezTo>
                  <a:lnTo>
                    <a:pt x="2811" y="2096"/>
                  </a:lnTo>
                  <a:cubicBezTo>
                    <a:pt x="2977" y="2096"/>
                    <a:pt x="3120" y="1953"/>
                    <a:pt x="3096" y="1787"/>
                  </a:cubicBezTo>
                  <a:lnTo>
                    <a:pt x="3096" y="1144"/>
                  </a:lnTo>
                  <a:cubicBezTo>
                    <a:pt x="3120" y="715"/>
                    <a:pt x="2953" y="286"/>
                    <a:pt x="2644" y="1"/>
                  </a:cubicBezTo>
                  <a:cubicBezTo>
                    <a:pt x="2334" y="262"/>
                    <a:pt x="1947" y="393"/>
                    <a:pt x="1560" y="393"/>
                  </a:cubicBezTo>
                  <a:cubicBezTo>
                    <a:pt x="1173" y="393"/>
                    <a:pt x="786" y="262"/>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5216525" y="4234250"/>
              <a:ext cx="52425" cy="52425"/>
            </a:xfrm>
            <a:custGeom>
              <a:rect b="b" l="l" r="r" t="t"/>
              <a:pathLst>
                <a:path extrusionOk="0" h="2097" w="2097">
                  <a:moveTo>
                    <a:pt x="1049" y="1"/>
                  </a:moveTo>
                  <a:cubicBezTo>
                    <a:pt x="453" y="1"/>
                    <a:pt x="1" y="477"/>
                    <a:pt x="1" y="1049"/>
                  </a:cubicBezTo>
                  <a:cubicBezTo>
                    <a:pt x="1" y="1644"/>
                    <a:pt x="453" y="2096"/>
                    <a:pt x="1049" y="2096"/>
                  </a:cubicBezTo>
                  <a:cubicBezTo>
                    <a:pt x="1620" y="2096"/>
                    <a:pt x="2096" y="1644"/>
                    <a:pt x="2096" y="1049"/>
                  </a:cubicBezTo>
                  <a:cubicBezTo>
                    <a:pt x="2096" y="477"/>
                    <a:pt x="1620"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2"/>
            <p:cNvSpPr/>
            <p:nvPr/>
          </p:nvSpPr>
          <p:spPr>
            <a:xfrm>
              <a:off x="5203425" y="4292600"/>
              <a:ext cx="78625" cy="52425"/>
            </a:xfrm>
            <a:custGeom>
              <a:rect b="b" l="l" r="r" t="t"/>
              <a:pathLst>
                <a:path extrusionOk="0" h="2097" w="3145">
                  <a:moveTo>
                    <a:pt x="477" y="1"/>
                  </a:moveTo>
                  <a:cubicBezTo>
                    <a:pt x="168" y="286"/>
                    <a:pt x="1" y="691"/>
                    <a:pt x="1" y="1120"/>
                  </a:cubicBezTo>
                  <a:lnTo>
                    <a:pt x="1" y="1787"/>
                  </a:lnTo>
                  <a:cubicBezTo>
                    <a:pt x="1" y="1953"/>
                    <a:pt x="144" y="2096"/>
                    <a:pt x="310" y="2096"/>
                  </a:cubicBezTo>
                  <a:lnTo>
                    <a:pt x="2811" y="2096"/>
                  </a:lnTo>
                  <a:cubicBezTo>
                    <a:pt x="3001" y="2096"/>
                    <a:pt x="3144" y="1953"/>
                    <a:pt x="3121" y="1787"/>
                  </a:cubicBezTo>
                  <a:lnTo>
                    <a:pt x="3121" y="1144"/>
                  </a:lnTo>
                  <a:cubicBezTo>
                    <a:pt x="3121" y="715"/>
                    <a:pt x="2954" y="310"/>
                    <a:pt x="2644" y="24"/>
                  </a:cubicBezTo>
                  <a:cubicBezTo>
                    <a:pt x="2338" y="260"/>
                    <a:pt x="1961" y="402"/>
                    <a:pt x="1561" y="405"/>
                  </a:cubicBezTo>
                  <a:lnTo>
                    <a:pt x="1561" y="405"/>
                  </a:lnTo>
                  <a:cubicBezTo>
                    <a:pt x="1161" y="402"/>
                    <a:pt x="784" y="236"/>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2"/>
          <p:cNvGrpSpPr/>
          <p:nvPr/>
        </p:nvGrpSpPr>
        <p:grpSpPr>
          <a:xfrm>
            <a:off x="7057356" y="4002486"/>
            <a:ext cx="349675" cy="349675"/>
            <a:chOff x="5687450" y="4076475"/>
            <a:chExt cx="267950" cy="267950"/>
          </a:xfrm>
        </p:grpSpPr>
        <p:sp>
          <p:nvSpPr>
            <p:cNvPr id="9974" name="Google Shape;9974;p72"/>
            <p:cNvSpPr/>
            <p:nvPr/>
          </p:nvSpPr>
          <p:spPr>
            <a:xfrm>
              <a:off x="5795225"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2"/>
            <p:cNvSpPr/>
            <p:nvPr/>
          </p:nvSpPr>
          <p:spPr>
            <a:xfrm>
              <a:off x="5771400" y="4290825"/>
              <a:ext cx="99450" cy="53600"/>
            </a:xfrm>
            <a:custGeom>
              <a:rect b="b" l="l" r="r" t="t"/>
              <a:pathLst>
                <a:path extrusionOk="0" h="2144" w="3978">
                  <a:moveTo>
                    <a:pt x="834" y="0"/>
                  </a:moveTo>
                  <a:cubicBezTo>
                    <a:pt x="310" y="381"/>
                    <a:pt x="1" y="976"/>
                    <a:pt x="1" y="1619"/>
                  </a:cubicBezTo>
                  <a:lnTo>
                    <a:pt x="1" y="1858"/>
                  </a:lnTo>
                  <a:cubicBezTo>
                    <a:pt x="25" y="2024"/>
                    <a:pt x="144" y="2143"/>
                    <a:pt x="334" y="2143"/>
                  </a:cubicBezTo>
                  <a:lnTo>
                    <a:pt x="3668" y="2143"/>
                  </a:lnTo>
                  <a:cubicBezTo>
                    <a:pt x="3835" y="2143"/>
                    <a:pt x="3978" y="2000"/>
                    <a:pt x="3978" y="1834"/>
                  </a:cubicBezTo>
                  <a:lnTo>
                    <a:pt x="3978" y="1619"/>
                  </a:lnTo>
                  <a:cubicBezTo>
                    <a:pt x="3978" y="976"/>
                    <a:pt x="3668" y="381"/>
                    <a:pt x="3144" y="0"/>
                  </a:cubicBezTo>
                  <a:cubicBezTo>
                    <a:pt x="2823" y="310"/>
                    <a:pt x="2406" y="464"/>
                    <a:pt x="1989" y="464"/>
                  </a:cubicBezTo>
                  <a:cubicBezTo>
                    <a:pt x="1573"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2"/>
            <p:cNvSpPr/>
            <p:nvPr/>
          </p:nvSpPr>
          <p:spPr>
            <a:xfrm>
              <a:off x="5879175" y="4076475"/>
              <a:ext cx="52400" cy="52425"/>
            </a:xfrm>
            <a:custGeom>
              <a:rect b="b" l="l" r="r" t="t"/>
              <a:pathLst>
                <a:path extrusionOk="0" h="2097" w="2096">
                  <a:moveTo>
                    <a:pt x="1048" y="1"/>
                  </a:moveTo>
                  <a:cubicBezTo>
                    <a:pt x="477" y="1"/>
                    <a:pt x="0" y="477"/>
                    <a:pt x="0" y="1049"/>
                  </a:cubicBezTo>
                  <a:cubicBezTo>
                    <a:pt x="0" y="1620"/>
                    <a:pt x="477" y="2097"/>
                    <a:pt x="1048" y="2097"/>
                  </a:cubicBezTo>
                  <a:cubicBezTo>
                    <a:pt x="1643" y="2097"/>
                    <a:pt x="2096" y="1620"/>
                    <a:pt x="2096" y="1049"/>
                  </a:cubicBezTo>
                  <a:cubicBezTo>
                    <a:pt x="2096" y="477"/>
                    <a:pt x="1643"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2"/>
            <p:cNvSpPr/>
            <p:nvPr/>
          </p:nvSpPr>
          <p:spPr>
            <a:xfrm>
              <a:off x="5855950" y="4133050"/>
              <a:ext cx="99450" cy="53600"/>
            </a:xfrm>
            <a:custGeom>
              <a:rect b="b" l="l" r="r" t="t"/>
              <a:pathLst>
                <a:path extrusionOk="0" h="2144" w="3978">
                  <a:moveTo>
                    <a:pt x="834" y="0"/>
                  </a:moveTo>
                  <a:cubicBezTo>
                    <a:pt x="310" y="357"/>
                    <a:pt x="0" y="977"/>
                    <a:pt x="0" y="1620"/>
                  </a:cubicBezTo>
                  <a:lnTo>
                    <a:pt x="0" y="1810"/>
                  </a:lnTo>
                  <a:cubicBezTo>
                    <a:pt x="0" y="2001"/>
                    <a:pt x="143" y="2144"/>
                    <a:pt x="310" y="2144"/>
                  </a:cubicBezTo>
                  <a:lnTo>
                    <a:pt x="3668" y="2144"/>
                  </a:lnTo>
                  <a:cubicBezTo>
                    <a:pt x="3835" y="2144"/>
                    <a:pt x="3978" y="2001"/>
                    <a:pt x="3978" y="1810"/>
                  </a:cubicBezTo>
                  <a:lnTo>
                    <a:pt x="3978" y="1620"/>
                  </a:lnTo>
                  <a:cubicBezTo>
                    <a:pt x="3978" y="977"/>
                    <a:pt x="3668" y="357"/>
                    <a:pt x="3144" y="0"/>
                  </a:cubicBezTo>
                  <a:cubicBezTo>
                    <a:pt x="2823" y="310"/>
                    <a:pt x="2406" y="465"/>
                    <a:pt x="1989" y="465"/>
                  </a:cubicBezTo>
                  <a:cubicBezTo>
                    <a:pt x="1572" y="465"/>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5710675" y="4076475"/>
              <a:ext cx="52425" cy="52425"/>
            </a:xfrm>
            <a:custGeom>
              <a:rect b="b" l="l" r="r" t="t"/>
              <a:pathLst>
                <a:path extrusionOk="0" h="2097" w="2097">
                  <a:moveTo>
                    <a:pt x="1049" y="1"/>
                  </a:moveTo>
                  <a:cubicBezTo>
                    <a:pt x="477" y="1"/>
                    <a:pt x="1" y="477"/>
                    <a:pt x="1" y="1049"/>
                  </a:cubicBezTo>
                  <a:cubicBezTo>
                    <a:pt x="1" y="1620"/>
                    <a:pt x="477" y="2097"/>
                    <a:pt x="1049" y="2097"/>
                  </a:cubicBezTo>
                  <a:cubicBezTo>
                    <a:pt x="1644" y="2097"/>
                    <a:pt x="2096" y="1620"/>
                    <a:pt x="2096" y="1049"/>
                  </a:cubicBezTo>
                  <a:cubicBezTo>
                    <a:pt x="2096" y="477"/>
                    <a:pt x="1644" y="1"/>
                    <a:pt x="1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5687450" y="4133050"/>
              <a:ext cx="99450" cy="53600"/>
            </a:xfrm>
            <a:custGeom>
              <a:rect b="b" l="l" r="r" t="t"/>
              <a:pathLst>
                <a:path extrusionOk="0" h="2144" w="3978">
                  <a:moveTo>
                    <a:pt x="834" y="0"/>
                  </a:moveTo>
                  <a:cubicBezTo>
                    <a:pt x="311" y="357"/>
                    <a:pt x="1" y="977"/>
                    <a:pt x="1" y="1620"/>
                  </a:cubicBezTo>
                  <a:lnTo>
                    <a:pt x="1" y="1810"/>
                  </a:lnTo>
                  <a:cubicBezTo>
                    <a:pt x="1" y="2001"/>
                    <a:pt x="144" y="2144"/>
                    <a:pt x="311" y="2144"/>
                  </a:cubicBezTo>
                  <a:lnTo>
                    <a:pt x="3668" y="2144"/>
                  </a:lnTo>
                  <a:cubicBezTo>
                    <a:pt x="3835" y="2120"/>
                    <a:pt x="3978" y="2001"/>
                    <a:pt x="3978" y="1810"/>
                  </a:cubicBezTo>
                  <a:lnTo>
                    <a:pt x="3978" y="1620"/>
                  </a:lnTo>
                  <a:cubicBezTo>
                    <a:pt x="3978" y="977"/>
                    <a:pt x="3668" y="357"/>
                    <a:pt x="3144" y="0"/>
                  </a:cubicBezTo>
                  <a:cubicBezTo>
                    <a:pt x="2823" y="310"/>
                    <a:pt x="2406" y="465"/>
                    <a:pt x="1989" y="465"/>
                  </a:cubicBezTo>
                  <a:cubicBezTo>
                    <a:pt x="1573" y="465"/>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2"/>
            <p:cNvSpPr/>
            <p:nvPr/>
          </p:nvSpPr>
          <p:spPr>
            <a:xfrm>
              <a:off x="5782725" y="4078900"/>
              <a:ext cx="76225" cy="57750"/>
            </a:xfrm>
            <a:custGeom>
              <a:rect b="b" l="l" r="r" t="t"/>
              <a:pathLst>
                <a:path extrusionOk="0" h="2310" w="3049">
                  <a:moveTo>
                    <a:pt x="1858" y="0"/>
                  </a:moveTo>
                  <a:cubicBezTo>
                    <a:pt x="1617" y="0"/>
                    <a:pt x="1400" y="309"/>
                    <a:pt x="1620" y="547"/>
                  </a:cubicBezTo>
                  <a:lnTo>
                    <a:pt x="1929" y="833"/>
                  </a:lnTo>
                  <a:lnTo>
                    <a:pt x="381" y="833"/>
                  </a:lnTo>
                  <a:cubicBezTo>
                    <a:pt x="0" y="880"/>
                    <a:pt x="0" y="1428"/>
                    <a:pt x="381" y="1476"/>
                  </a:cubicBezTo>
                  <a:lnTo>
                    <a:pt x="1929" y="1476"/>
                  </a:lnTo>
                  <a:lnTo>
                    <a:pt x="1644" y="1761"/>
                  </a:lnTo>
                  <a:cubicBezTo>
                    <a:pt x="1524" y="1904"/>
                    <a:pt x="1524" y="2095"/>
                    <a:pt x="1644" y="2214"/>
                  </a:cubicBezTo>
                  <a:cubicBezTo>
                    <a:pt x="1691" y="2262"/>
                    <a:pt x="1786" y="2309"/>
                    <a:pt x="1858" y="2309"/>
                  </a:cubicBezTo>
                  <a:cubicBezTo>
                    <a:pt x="1953" y="2309"/>
                    <a:pt x="2025" y="2262"/>
                    <a:pt x="2072" y="2214"/>
                  </a:cubicBezTo>
                  <a:lnTo>
                    <a:pt x="2929" y="1380"/>
                  </a:lnTo>
                  <a:cubicBezTo>
                    <a:pt x="3049" y="1261"/>
                    <a:pt x="3049" y="1047"/>
                    <a:pt x="2929" y="928"/>
                  </a:cubicBezTo>
                  <a:lnTo>
                    <a:pt x="2072" y="94"/>
                  </a:lnTo>
                  <a:cubicBezTo>
                    <a:pt x="2006" y="28"/>
                    <a:pt x="1931" y="0"/>
                    <a:pt x="1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2"/>
            <p:cNvSpPr/>
            <p:nvPr/>
          </p:nvSpPr>
          <p:spPr>
            <a:xfrm>
              <a:off x="5713650" y="4205675"/>
              <a:ext cx="59875" cy="56325"/>
            </a:xfrm>
            <a:custGeom>
              <a:rect b="b" l="l" r="r" t="t"/>
              <a:pathLst>
                <a:path extrusionOk="0" h="2253" w="2395">
                  <a:moveTo>
                    <a:pt x="358" y="1"/>
                  </a:moveTo>
                  <a:cubicBezTo>
                    <a:pt x="168" y="1"/>
                    <a:pt x="25" y="144"/>
                    <a:pt x="25" y="334"/>
                  </a:cubicBezTo>
                  <a:lnTo>
                    <a:pt x="25" y="1525"/>
                  </a:lnTo>
                  <a:cubicBezTo>
                    <a:pt x="1" y="1751"/>
                    <a:pt x="173" y="1864"/>
                    <a:pt x="346" y="1864"/>
                  </a:cubicBezTo>
                  <a:cubicBezTo>
                    <a:pt x="519" y="1864"/>
                    <a:pt x="691" y="1751"/>
                    <a:pt x="668" y="1525"/>
                  </a:cubicBezTo>
                  <a:lnTo>
                    <a:pt x="668" y="1096"/>
                  </a:lnTo>
                  <a:lnTo>
                    <a:pt x="1763" y="2168"/>
                  </a:lnTo>
                  <a:cubicBezTo>
                    <a:pt x="1828" y="2227"/>
                    <a:pt x="1899" y="2252"/>
                    <a:pt x="1967" y="2252"/>
                  </a:cubicBezTo>
                  <a:cubicBezTo>
                    <a:pt x="2198" y="2252"/>
                    <a:pt x="2394" y="1960"/>
                    <a:pt x="2192" y="1739"/>
                  </a:cubicBezTo>
                  <a:lnTo>
                    <a:pt x="1120" y="644"/>
                  </a:lnTo>
                  <a:lnTo>
                    <a:pt x="1549" y="644"/>
                  </a:lnTo>
                  <a:cubicBezTo>
                    <a:pt x="1906" y="596"/>
                    <a:pt x="1906" y="48"/>
                    <a:pt x="1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5870825" y="4205450"/>
              <a:ext cx="60250" cy="56875"/>
            </a:xfrm>
            <a:custGeom>
              <a:rect b="b" l="l" r="r" t="t"/>
              <a:pathLst>
                <a:path extrusionOk="0" h="2275" w="2410">
                  <a:moveTo>
                    <a:pt x="1969" y="1"/>
                  </a:moveTo>
                  <a:cubicBezTo>
                    <a:pt x="1893" y="1"/>
                    <a:pt x="1813" y="31"/>
                    <a:pt x="1739" y="105"/>
                  </a:cubicBezTo>
                  <a:lnTo>
                    <a:pt x="1763" y="105"/>
                  </a:lnTo>
                  <a:lnTo>
                    <a:pt x="668" y="1200"/>
                  </a:lnTo>
                  <a:lnTo>
                    <a:pt x="668" y="772"/>
                  </a:lnTo>
                  <a:cubicBezTo>
                    <a:pt x="691" y="545"/>
                    <a:pt x="519" y="432"/>
                    <a:pt x="346" y="432"/>
                  </a:cubicBezTo>
                  <a:cubicBezTo>
                    <a:pt x="174" y="432"/>
                    <a:pt x="1" y="545"/>
                    <a:pt x="25" y="772"/>
                  </a:cubicBezTo>
                  <a:lnTo>
                    <a:pt x="25" y="1962"/>
                  </a:lnTo>
                  <a:cubicBezTo>
                    <a:pt x="25" y="2129"/>
                    <a:pt x="168" y="2272"/>
                    <a:pt x="334" y="2272"/>
                  </a:cubicBezTo>
                  <a:lnTo>
                    <a:pt x="1525" y="2272"/>
                  </a:lnTo>
                  <a:cubicBezTo>
                    <a:pt x="1539" y="2273"/>
                    <a:pt x="1553" y="2274"/>
                    <a:pt x="1566" y="2274"/>
                  </a:cubicBezTo>
                  <a:cubicBezTo>
                    <a:pt x="1964" y="2274"/>
                    <a:pt x="1964" y="1627"/>
                    <a:pt x="1566" y="1627"/>
                  </a:cubicBezTo>
                  <a:cubicBezTo>
                    <a:pt x="1553" y="1627"/>
                    <a:pt x="1539" y="1628"/>
                    <a:pt x="1525" y="1629"/>
                  </a:cubicBezTo>
                  <a:lnTo>
                    <a:pt x="1096" y="1629"/>
                  </a:lnTo>
                  <a:lnTo>
                    <a:pt x="2192" y="534"/>
                  </a:lnTo>
                  <a:cubicBezTo>
                    <a:pt x="2410" y="316"/>
                    <a:pt x="2212" y="1"/>
                    <a:pt x="19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72"/>
          <p:cNvGrpSpPr/>
          <p:nvPr/>
        </p:nvGrpSpPr>
        <p:grpSpPr>
          <a:xfrm>
            <a:off x="7812560" y="4002486"/>
            <a:ext cx="349675" cy="350458"/>
            <a:chOff x="6266150" y="4076475"/>
            <a:chExt cx="267950" cy="268550"/>
          </a:xfrm>
        </p:grpSpPr>
        <p:sp>
          <p:nvSpPr>
            <p:cNvPr id="9984" name="Google Shape;9984;p72"/>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2"/>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72"/>
          <p:cNvGrpSpPr/>
          <p:nvPr/>
        </p:nvGrpSpPr>
        <p:grpSpPr>
          <a:xfrm>
            <a:off x="3279088" y="2899239"/>
            <a:ext cx="351991" cy="324206"/>
            <a:chOff x="2792225" y="3231075"/>
            <a:chExt cx="269725" cy="248434"/>
          </a:xfrm>
        </p:grpSpPr>
        <p:sp>
          <p:nvSpPr>
            <p:cNvPr id="9989" name="Google Shape;9989;p72"/>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2"/>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5" name="Google Shape;9995;p72"/>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chemeClr val="lt1"/>
              </a:solidFill>
            </a:endParaRPr>
          </a:p>
        </p:txBody>
      </p:sp>
      <p:sp>
        <p:nvSpPr>
          <p:cNvPr id="9996" name="Google Shape;9996;p7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0" name="Shape 10000"/>
        <p:cNvGrpSpPr/>
        <p:nvPr/>
      </p:nvGrpSpPr>
      <p:grpSpPr>
        <a:xfrm>
          <a:off x="0" y="0"/>
          <a:ext cx="0" cy="0"/>
          <a:chOff x="0" y="0"/>
          <a:chExt cx="0" cy="0"/>
        </a:xfrm>
      </p:grpSpPr>
      <p:grpSp>
        <p:nvGrpSpPr>
          <p:cNvPr id="10001" name="Google Shape;10001;p73"/>
          <p:cNvGrpSpPr/>
          <p:nvPr/>
        </p:nvGrpSpPr>
        <p:grpSpPr>
          <a:xfrm>
            <a:off x="1090526" y="1805904"/>
            <a:ext cx="341804" cy="341957"/>
            <a:chOff x="1757188" y="1943950"/>
            <a:chExt cx="341804" cy="341957"/>
          </a:xfrm>
        </p:grpSpPr>
        <p:sp>
          <p:nvSpPr>
            <p:cNvPr id="10002" name="Google Shape;10002;p73"/>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3"/>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3"/>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3"/>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73"/>
          <p:cNvGrpSpPr/>
          <p:nvPr/>
        </p:nvGrpSpPr>
        <p:grpSpPr>
          <a:xfrm>
            <a:off x="1830609" y="1780311"/>
            <a:ext cx="341836" cy="310762"/>
            <a:chOff x="2349655" y="1932711"/>
            <a:chExt cx="341836" cy="310762"/>
          </a:xfrm>
        </p:grpSpPr>
        <p:sp>
          <p:nvSpPr>
            <p:cNvPr id="10007" name="Google Shape;10007;p73"/>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3"/>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3"/>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3"/>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3"/>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3"/>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73"/>
          <p:cNvGrpSpPr/>
          <p:nvPr/>
        </p:nvGrpSpPr>
        <p:grpSpPr>
          <a:xfrm>
            <a:off x="2596134" y="1790927"/>
            <a:ext cx="307200" cy="340386"/>
            <a:chOff x="2967565" y="1943327"/>
            <a:chExt cx="307200" cy="340386"/>
          </a:xfrm>
        </p:grpSpPr>
        <p:sp>
          <p:nvSpPr>
            <p:cNvPr id="10014" name="Google Shape;10014;p73"/>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3"/>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3"/>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3"/>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3"/>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3"/>
          <p:cNvGrpSpPr/>
          <p:nvPr/>
        </p:nvGrpSpPr>
        <p:grpSpPr>
          <a:xfrm>
            <a:off x="3274231" y="1796256"/>
            <a:ext cx="340411" cy="339675"/>
            <a:chOff x="3502831" y="1939087"/>
            <a:chExt cx="340411" cy="339675"/>
          </a:xfrm>
        </p:grpSpPr>
        <p:sp>
          <p:nvSpPr>
            <p:cNvPr id="10020" name="Google Shape;10020;p73"/>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3"/>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3"/>
            <p:cNvSpPr/>
            <p:nvPr/>
          </p:nvSpPr>
          <p:spPr>
            <a:xfrm>
              <a:off x="3528985" y="2194725"/>
              <a:ext cx="286710" cy="31787"/>
            </a:xfrm>
            <a:custGeom>
              <a:rect b="b" l="l" r="r" t="t"/>
              <a:pathLst>
                <a:path extrusionOk="0" h="1072" w="9669">
                  <a:moveTo>
                    <a:pt x="0" y="0"/>
                  </a:moveTo>
                  <a:lnTo>
                    <a:pt x="0" y="1072"/>
                  </a:lnTo>
                  <a:lnTo>
                    <a:pt x="9669" y="1072"/>
                  </a:lnTo>
                  <a:lnTo>
                    <a:pt x="96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3"/>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3"/>
            <p:cNvSpPr/>
            <p:nvPr/>
          </p:nvSpPr>
          <p:spPr>
            <a:xfrm>
              <a:off x="3502831" y="2246974"/>
              <a:ext cx="340411" cy="31787"/>
            </a:xfrm>
            <a:custGeom>
              <a:rect b="b" l="l" r="r" t="t"/>
              <a:pathLst>
                <a:path extrusionOk="0" h="1072" w="11480">
                  <a:moveTo>
                    <a:pt x="1" y="0"/>
                  </a:moveTo>
                  <a:lnTo>
                    <a:pt x="1" y="1072"/>
                  </a:lnTo>
                  <a:lnTo>
                    <a:pt x="11479" y="1072"/>
                  </a:lnTo>
                  <a:lnTo>
                    <a:pt x="114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73"/>
          <p:cNvGrpSpPr/>
          <p:nvPr/>
        </p:nvGrpSpPr>
        <p:grpSpPr>
          <a:xfrm>
            <a:off x="4042436" y="1799240"/>
            <a:ext cx="341808" cy="341808"/>
            <a:chOff x="4118636" y="1946856"/>
            <a:chExt cx="341808" cy="341808"/>
          </a:xfrm>
        </p:grpSpPr>
        <p:sp>
          <p:nvSpPr>
            <p:cNvPr id="10026" name="Google Shape;10026;p73"/>
            <p:cNvSpPr/>
            <p:nvPr/>
          </p:nvSpPr>
          <p:spPr>
            <a:xfrm>
              <a:off x="4159587" y="2127620"/>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3"/>
            <p:cNvSpPr/>
            <p:nvPr/>
          </p:nvSpPr>
          <p:spPr>
            <a:xfrm>
              <a:off x="4299401" y="2127620"/>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3"/>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3"/>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73"/>
          <p:cNvGrpSpPr/>
          <p:nvPr/>
        </p:nvGrpSpPr>
        <p:grpSpPr>
          <a:xfrm>
            <a:off x="4781640" y="1783158"/>
            <a:ext cx="341839" cy="343910"/>
            <a:chOff x="4705440" y="1935558"/>
            <a:chExt cx="341839" cy="343910"/>
          </a:xfrm>
        </p:grpSpPr>
        <p:sp>
          <p:nvSpPr>
            <p:cNvPr id="10031" name="Google Shape;10031;p73"/>
            <p:cNvSpPr/>
            <p:nvPr/>
          </p:nvSpPr>
          <p:spPr>
            <a:xfrm>
              <a:off x="4788083"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3"/>
            <p:cNvSpPr/>
            <p:nvPr/>
          </p:nvSpPr>
          <p:spPr>
            <a:xfrm>
              <a:off x="4705440"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3"/>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73"/>
          <p:cNvSpPr/>
          <p:nvPr/>
        </p:nvSpPr>
        <p:spPr>
          <a:xfrm>
            <a:off x="5513983" y="17782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5" name="Google Shape;10035;p73"/>
          <p:cNvGrpSpPr/>
          <p:nvPr/>
        </p:nvGrpSpPr>
        <p:grpSpPr>
          <a:xfrm>
            <a:off x="6262241" y="1849928"/>
            <a:ext cx="341809" cy="276840"/>
            <a:chOff x="5881241" y="1992759"/>
            <a:chExt cx="341809" cy="276840"/>
          </a:xfrm>
        </p:grpSpPr>
        <p:sp>
          <p:nvSpPr>
            <p:cNvPr id="10036" name="Google Shape;10036;p73"/>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3"/>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3"/>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3"/>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3"/>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3"/>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3"/>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3"/>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3"/>
          <p:cNvGrpSpPr/>
          <p:nvPr/>
        </p:nvGrpSpPr>
        <p:grpSpPr>
          <a:xfrm>
            <a:off x="6983425" y="1760156"/>
            <a:ext cx="342521" cy="340416"/>
            <a:chOff x="6459594" y="1922125"/>
            <a:chExt cx="342521" cy="340416"/>
          </a:xfrm>
        </p:grpSpPr>
        <p:sp>
          <p:nvSpPr>
            <p:cNvPr id="10045" name="Google Shape;10045;p73"/>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3"/>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3"/>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3"/>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3"/>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3"/>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3"/>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3"/>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73"/>
          <p:cNvGrpSpPr/>
          <p:nvPr/>
        </p:nvGrpSpPr>
        <p:grpSpPr>
          <a:xfrm>
            <a:off x="7712377" y="1770060"/>
            <a:ext cx="341093" cy="340384"/>
            <a:chOff x="7045716" y="1932029"/>
            <a:chExt cx="341093" cy="340384"/>
          </a:xfrm>
        </p:grpSpPr>
        <p:sp>
          <p:nvSpPr>
            <p:cNvPr id="10054" name="Google Shape;10054;p73"/>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3"/>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3"/>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3"/>
            <p:cNvSpPr/>
            <p:nvPr/>
          </p:nvSpPr>
          <p:spPr>
            <a:xfrm>
              <a:off x="7226481"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3"/>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73"/>
          <p:cNvGrpSpPr/>
          <p:nvPr/>
        </p:nvGrpSpPr>
        <p:grpSpPr>
          <a:xfrm>
            <a:off x="7711665" y="2296134"/>
            <a:ext cx="340381" cy="341128"/>
            <a:chOff x="7045004" y="2458103"/>
            <a:chExt cx="340381" cy="341128"/>
          </a:xfrm>
        </p:grpSpPr>
        <p:sp>
          <p:nvSpPr>
            <p:cNvPr id="10060" name="Google Shape;10060;p73"/>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3"/>
            <p:cNvSpPr/>
            <p:nvPr/>
          </p:nvSpPr>
          <p:spPr>
            <a:xfrm>
              <a:off x="7270960" y="2458103"/>
              <a:ext cx="63605" cy="129255"/>
            </a:xfrm>
            <a:custGeom>
              <a:rect b="b" l="l" r="r" t="t"/>
              <a:pathLst>
                <a:path extrusionOk="0" h="4359" w="2145">
                  <a:moveTo>
                    <a:pt x="1" y="1"/>
                  </a:moveTo>
                  <a:lnTo>
                    <a:pt x="1" y="4359"/>
                  </a:lnTo>
                  <a:lnTo>
                    <a:pt x="2144" y="4359"/>
                  </a:lnTo>
                  <a:lnTo>
                    <a:pt x="2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3"/>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3"/>
            <p:cNvSpPr/>
            <p:nvPr/>
          </p:nvSpPr>
          <p:spPr>
            <a:xfrm>
              <a:off x="7045004" y="2607822"/>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3"/>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3"/>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3"/>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3"/>
          <p:cNvGrpSpPr/>
          <p:nvPr/>
        </p:nvGrpSpPr>
        <p:grpSpPr>
          <a:xfrm>
            <a:off x="6983425" y="2277067"/>
            <a:ext cx="342519" cy="341126"/>
            <a:chOff x="6459594" y="2439037"/>
            <a:chExt cx="342519" cy="341126"/>
          </a:xfrm>
        </p:grpSpPr>
        <p:sp>
          <p:nvSpPr>
            <p:cNvPr id="10068" name="Google Shape;10068;p73"/>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3"/>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3"/>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3"/>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73"/>
          <p:cNvSpPr/>
          <p:nvPr/>
        </p:nvSpPr>
        <p:spPr>
          <a:xfrm>
            <a:off x="6263635" y="23353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3" name="Google Shape;10073;p73"/>
          <p:cNvGrpSpPr/>
          <p:nvPr/>
        </p:nvGrpSpPr>
        <p:grpSpPr>
          <a:xfrm>
            <a:off x="5513983" y="2305703"/>
            <a:ext cx="341809" cy="342550"/>
            <a:chOff x="5290168" y="2458103"/>
            <a:chExt cx="341809" cy="342550"/>
          </a:xfrm>
        </p:grpSpPr>
        <p:sp>
          <p:nvSpPr>
            <p:cNvPr id="10074" name="Google Shape;10074;p73"/>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3"/>
            <p:cNvSpPr/>
            <p:nvPr/>
          </p:nvSpPr>
          <p:spPr>
            <a:xfrm>
              <a:off x="5407386" y="2458103"/>
              <a:ext cx="105948" cy="57941"/>
            </a:xfrm>
            <a:custGeom>
              <a:rect b="b" l="l" r="r" t="t"/>
              <a:pathLst>
                <a:path extrusionOk="0" h="1954" w="3573">
                  <a:moveTo>
                    <a:pt x="1" y="1"/>
                  </a:moveTo>
                  <a:lnTo>
                    <a:pt x="1" y="1954"/>
                  </a:lnTo>
                  <a:lnTo>
                    <a:pt x="3573" y="1954"/>
                  </a:lnTo>
                  <a:lnTo>
                    <a:pt x="3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3"/>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3"/>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3"/>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3"/>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3"/>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3"/>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73"/>
          <p:cNvGrpSpPr/>
          <p:nvPr/>
        </p:nvGrpSpPr>
        <p:grpSpPr>
          <a:xfrm>
            <a:off x="4781640" y="2314896"/>
            <a:ext cx="341839" cy="337569"/>
            <a:chOff x="4705440" y="2467296"/>
            <a:chExt cx="341839" cy="337569"/>
          </a:xfrm>
        </p:grpSpPr>
        <p:sp>
          <p:nvSpPr>
            <p:cNvPr id="10083" name="Google Shape;10083;p73"/>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3"/>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3"/>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3"/>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3"/>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3"/>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3"/>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3"/>
            <p:cNvSpPr/>
            <p:nvPr/>
          </p:nvSpPr>
          <p:spPr>
            <a:xfrm>
              <a:off x="4705440"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3"/>
            <p:cNvSpPr/>
            <p:nvPr/>
          </p:nvSpPr>
          <p:spPr>
            <a:xfrm>
              <a:off x="4751342"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3"/>
            <p:cNvSpPr/>
            <p:nvPr/>
          </p:nvSpPr>
          <p:spPr>
            <a:xfrm>
              <a:off x="4866456" y="2645955"/>
              <a:ext cx="62181" cy="20520"/>
            </a:xfrm>
            <a:custGeom>
              <a:rect b="b" l="l" r="r" t="t"/>
              <a:pathLst>
                <a:path extrusionOk="0" h="692" w="2097">
                  <a:moveTo>
                    <a:pt x="1" y="0"/>
                  </a:moveTo>
                  <a:lnTo>
                    <a:pt x="1" y="691"/>
                  </a:lnTo>
                  <a:lnTo>
                    <a:pt x="2096" y="691"/>
                  </a:ln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3"/>
            <p:cNvSpPr/>
            <p:nvPr/>
          </p:nvSpPr>
          <p:spPr>
            <a:xfrm>
              <a:off x="4866456" y="2605005"/>
              <a:ext cx="62181" cy="20490"/>
            </a:xfrm>
            <a:custGeom>
              <a:rect b="b" l="l" r="r" t="t"/>
              <a:pathLst>
                <a:path extrusionOk="0" h="691" w="2097">
                  <a:moveTo>
                    <a:pt x="1" y="0"/>
                  </a:moveTo>
                  <a:lnTo>
                    <a:pt x="1" y="691"/>
                  </a:lnTo>
                  <a:lnTo>
                    <a:pt x="2096" y="691"/>
                  </a:lnTo>
                  <a:lnTo>
                    <a:pt x="2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3"/>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3"/>
            <p:cNvSpPr/>
            <p:nvPr/>
          </p:nvSpPr>
          <p:spPr>
            <a:xfrm>
              <a:off x="4824081" y="2605005"/>
              <a:ext cx="20520" cy="20490"/>
            </a:xfrm>
            <a:custGeom>
              <a:rect b="b" l="l" r="r" t="t"/>
              <a:pathLst>
                <a:path extrusionOk="0" h="691"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3"/>
          <p:cNvGrpSpPr/>
          <p:nvPr/>
        </p:nvGrpSpPr>
        <p:grpSpPr>
          <a:xfrm>
            <a:off x="4039589" y="2334674"/>
            <a:ext cx="347473" cy="320607"/>
            <a:chOff x="4115789" y="2487074"/>
            <a:chExt cx="347473" cy="320607"/>
          </a:xfrm>
        </p:grpSpPr>
        <p:sp>
          <p:nvSpPr>
            <p:cNvPr id="10097" name="Google Shape;10097;p73"/>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3"/>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3"/>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3"/>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3"/>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3"/>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3"/>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3"/>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3"/>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3"/>
          <p:cNvGrpSpPr/>
          <p:nvPr/>
        </p:nvGrpSpPr>
        <p:grpSpPr>
          <a:xfrm>
            <a:off x="3277622" y="2321953"/>
            <a:ext cx="341809" cy="306493"/>
            <a:chOff x="3501438" y="2474353"/>
            <a:chExt cx="341809" cy="306493"/>
          </a:xfrm>
        </p:grpSpPr>
        <p:sp>
          <p:nvSpPr>
            <p:cNvPr id="10107" name="Google Shape;10107;p73"/>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3"/>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3"/>
            <p:cNvSpPr/>
            <p:nvPr/>
          </p:nvSpPr>
          <p:spPr>
            <a:xfrm>
              <a:off x="3574177" y="2541428"/>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3"/>
            <p:cNvSpPr/>
            <p:nvPr/>
          </p:nvSpPr>
          <p:spPr>
            <a:xfrm>
              <a:off x="3502149" y="2636763"/>
              <a:ext cx="103813" cy="132784"/>
            </a:xfrm>
            <a:custGeom>
              <a:rect b="b" l="l" r="r" t="t"/>
              <a:pathLst>
                <a:path extrusionOk="0" h="4478" w="3501">
                  <a:moveTo>
                    <a:pt x="0" y="1"/>
                  </a:moveTo>
                  <a:lnTo>
                    <a:pt x="2596" y="4478"/>
                  </a:lnTo>
                  <a:lnTo>
                    <a:pt x="3501" y="2906"/>
                  </a:lnTo>
                  <a:lnTo>
                    <a:pt x="1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3"/>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3"/>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3"/>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73"/>
          <p:cNvGrpSpPr/>
          <p:nvPr/>
        </p:nvGrpSpPr>
        <p:grpSpPr>
          <a:xfrm>
            <a:off x="2579172" y="2384106"/>
            <a:ext cx="341122" cy="194906"/>
            <a:chOff x="2950603" y="2536506"/>
            <a:chExt cx="341122" cy="194906"/>
          </a:xfrm>
        </p:grpSpPr>
        <p:sp>
          <p:nvSpPr>
            <p:cNvPr id="10115" name="Google Shape;10115;p73"/>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3"/>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3"/>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3"/>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3"/>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73"/>
          <p:cNvGrpSpPr/>
          <p:nvPr/>
        </p:nvGrpSpPr>
        <p:grpSpPr>
          <a:xfrm>
            <a:off x="1831321" y="2288437"/>
            <a:ext cx="341127" cy="341835"/>
            <a:chOff x="2350367" y="2431267"/>
            <a:chExt cx="341127" cy="341835"/>
          </a:xfrm>
        </p:grpSpPr>
        <p:sp>
          <p:nvSpPr>
            <p:cNvPr id="10121" name="Google Shape;10121;p73"/>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3"/>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3"/>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3"/>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3"/>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3"/>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73"/>
          <p:cNvGrpSpPr/>
          <p:nvPr/>
        </p:nvGrpSpPr>
        <p:grpSpPr>
          <a:xfrm>
            <a:off x="1092631" y="2370912"/>
            <a:ext cx="340415" cy="237312"/>
            <a:chOff x="1759293" y="2508958"/>
            <a:chExt cx="340415" cy="237312"/>
          </a:xfrm>
        </p:grpSpPr>
        <p:sp>
          <p:nvSpPr>
            <p:cNvPr id="10128" name="Google Shape;10128;p73"/>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3"/>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3"/>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3"/>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3"/>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3"/>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3"/>
          <p:cNvGrpSpPr/>
          <p:nvPr/>
        </p:nvGrpSpPr>
        <p:grpSpPr>
          <a:xfrm>
            <a:off x="1091949" y="2853386"/>
            <a:ext cx="340384" cy="341097"/>
            <a:chOff x="1758611" y="2996217"/>
            <a:chExt cx="340384" cy="341097"/>
          </a:xfrm>
        </p:grpSpPr>
        <p:sp>
          <p:nvSpPr>
            <p:cNvPr id="10135" name="Google Shape;10135;p73"/>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3"/>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3"/>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3"/>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3"/>
          <p:cNvGrpSpPr/>
          <p:nvPr/>
        </p:nvGrpSpPr>
        <p:grpSpPr>
          <a:xfrm>
            <a:off x="1830609" y="2836425"/>
            <a:ext cx="341836" cy="341127"/>
            <a:chOff x="2349655" y="2979255"/>
            <a:chExt cx="341836" cy="341127"/>
          </a:xfrm>
        </p:grpSpPr>
        <p:sp>
          <p:nvSpPr>
            <p:cNvPr id="10140" name="Google Shape;10140;p73"/>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3"/>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3"/>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3"/>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3"/>
            <p:cNvSpPr/>
            <p:nvPr/>
          </p:nvSpPr>
          <p:spPr>
            <a:xfrm>
              <a:off x="2464768" y="3072484"/>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5" name="Google Shape;10145;p73"/>
          <p:cNvSpPr/>
          <p:nvPr/>
        </p:nvSpPr>
        <p:spPr>
          <a:xfrm>
            <a:off x="2578490" y="28480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6" name="Google Shape;10146;p73"/>
          <p:cNvGrpSpPr/>
          <p:nvPr/>
        </p:nvGrpSpPr>
        <p:grpSpPr>
          <a:xfrm>
            <a:off x="3269142" y="2827328"/>
            <a:ext cx="357346" cy="330540"/>
            <a:chOff x="3492957" y="2994082"/>
            <a:chExt cx="357346" cy="330540"/>
          </a:xfrm>
        </p:grpSpPr>
        <p:sp>
          <p:nvSpPr>
            <p:cNvPr id="10147" name="Google Shape;10147;p73"/>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3"/>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3"/>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3"/>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3"/>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3"/>
            <p:cNvSpPr/>
            <p:nvPr/>
          </p:nvSpPr>
          <p:spPr>
            <a:xfrm>
              <a:off x="3532514" y="3212299"/>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73"/>
          <p:cNvGrpSpPr/>
          <p:nvPr/>
        </p:nvGrpSpPr>
        <p:grpSpPr>
          <a:xfrm>
            <a:off x="4043118" y="2862172"/>
            <a:ext cx="341126" cy="305806"/>
            <a:chOff x="4119318" y="3014572"/>
            <a:chExt cx="341126" cy="305806"/>
          </a:xfrm>
        </p:grpSpPr>
        <p:sp>
          <p:nvSpPr>
            <p:cNvPr id="10154" name="Google Shape;10154;p73"/>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3"/>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3"/>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3"/>
          <p:cNvGrpSpPr/>
          <p:nvPr/>
        </p:nvGrpSpPr>
        <p:grpSpPr>
          <a:xfrm>
            <a:off x="4801418" y="2851586"/>
            <a:ext cx="302992" cy="341093"/>
            <a:chOff x="4725218" y="3003986"/>
            <a:chExt cx="302992" cy="341093"/>
          </a:xfrm>
        </p:grpSpPr>
        <p:sp>
          <p:nvSpPr>
            <p:cNvPr id="10158" name="Google Shape;10158;p73"/>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3"/>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3"/>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73"/>
          <p:cNvGrpSpPr/>
          <p:nvPr/>
        </p:nvGrpSpPr>
        <p:grpSpPr>
          <a:xfrm>
            <a:off x="5513983" y="2840593"/>
            <a:ext cx="340386" cy="341809"/>
            <a:chOff x="5290168" y="3002563"/>
            <a:chExt cx="340386" cy="341809"/>
          </a:xfrm>
        </p:grpSpPr>
        <p:sp>
          <p:nvSpPr>
            <p:cNvPr id="10162" name="Google Shape;10162;p73"/>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3"/>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3"/>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3"/>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3"/>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3"/>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3"/>
          <p:cNvGrpSpPr/>
          <p:nvPr/>
        </p:nvGrpSpPr>
        <p:grpSpPr>
          <a:xfrm>
            <a:off x="6247887" y="2935623"/>
            <a:ext cx="342521" cy="174447"/>
            <a:chOff x="5881241" y="3088023"/>
            <a:chExt cx="342521" cy="174447"/>
          </a:xfrm>
        </p:grpSpPr>
        <p:sp>
          <p:nvSpPr>
            <p:cNvPr id="10171" name="Google Shape;10171;p73"/>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6134033"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3"/>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3"/>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3"/>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3"/>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7" name="Google Shape;10177;p73"/>
          <p:cNvSpPr/>
          <p:nvPr/>
        </p:nvSpPr>
        <p:spPr>
          <a:xfrm>
            <a:off x="6981290" y="2820815"/>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8" name="Google Shape;10178;p73"/>
          <p:cNvGrpSpPr/>
          <p:nvPr/>
        </p:nvGrpSpPr>
        <p:grpSpPr>
          <a:xfrm>
            <a:off x="7758280" y="2840326"/>
            <a:ext cx="244340" cy="340681"/>
            <a:chOff x="7091619" y="3002296"/>
            <a:chExt cx="244340" cy="340681"/>
          </a:xfrm>
        </p:grpSpPr>
        <p:sp>
          <p:nvSpPr>
            <p:cNvPr id="10179" name="Google Shape;10179;p73"/>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3"/>
            <p:cNvSpPr/>
            <p:nvPr/>
          </p:nvSpPr>
          <p:spPr>
            <a:xfrm>
              <a:off x="7180578"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3"/>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3"/>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3"/>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3"/>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73"/>
          <p:cNvGrpSpPr/>
          <p:nvPr/>
        </p:nvGrpSpPr>
        <p:grpSpPr>
          <a:xfrm>
            <a:off x="7711665" y="3402014"/>
            <a:ext cx="341809" cy="342521"/>
            <a:chOff x="7045004" y="3563983"/>
            <a:chExt cx="341809" cy="342521"/>
          </a:xfrm>
        </p:grpSpPr>
        <p:sp>
          <p:nvSpPr>
            <p:cNvPr id="10186" name="Google Shape;10186;p73"/>
            <p:cNvSpPr/>
            <p:nvPr/>
          </p:nvSpPr>
          <p:spPr>
            <a:xfrm>
              <a:off x="7132569"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3"/>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3"/>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3"/>
            <p:cNvSpPr/>
            <p:nvPr/>
          </p:nvSpPr>
          <p:spPr>
            <a:xfrm>
              <a:off x="7148108" y="3819592"/>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3"/>
            <p:cNvSpPr/>
            <p:nvPr/>
          </p:nvSpPr>
          <p:spPr>
            <a:xfrm>
              <a:off x="7047821" y="3736267"/>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7282288" y="3736267"/>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2" name="Google Shape;10192;p73"/>
          <p:cNvSpPr/>
          <p:nvPr/>
        </p:nvSpPr>
        <p:spPr>
          <a:xfrm>
            <a:off x="6982713" y="339916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3" name="Google Shape;10193;p73"/>
          <p:cNvGrpSpPr/>
          <p:nvPr/>
        </p:nvGrpSpPr>
        <p:grpSpPr>
          <a:xfrm>
            <a:off x="6248569" y="3438252"/>
            <a:ext cx="341125" cy="341098"/>
            <a:chOff x="5881923" y="3585867"/>
            <a:chExt cx="341125" cy="341098"/>
          </a:xfrm>
        </p:grpSpPr>
        <p:sp>
          <p:nvSpPr>
            <p:cNvPr id="10194" name="Google Shape;10194;p73"/>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3"/>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3"/>
            <p:cNvSpPr/>
            <p:nvPr/>
          </p:nvSpPr>
          <p:spPr>
            <a:xfrm>
              <a:off x="5992084" y="3679778"/>
              <a:ext cx="29000" cy="79113"/>
            </a:xfrm>
            <a:custGeom>
              <a:rect b="b" l="l" r="r" t="t"/>
              <a:pathLst>
                <a:path extrusionOk="0" h="2668" w="978">
                  <a:moveTo>
                    <a:pt x="1" y="1"/>
                  </a:moveTo>
                  <a:lnTo>
                    <a:pt x="1" y="1501"/>
                  </a:lnTo>
                  <a:lnTo>
                    <a:pt x="977" y="2668"/>
                  </a:lnTo>
                  <a:lnTo>
                    <a:pt x="977" y="114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3"/>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3"/>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3"/>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3"/>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6" name="Google Shape;10206;p73"/>
          <p:cNvSpPr/>
          <p:nvPr/>
        </p:nvSpPr>
        <p:spPr>
          <a:xfrm>
            <a:off x="5547709" y="34115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7" name="Google Shape;10207;p73"/>
          <p:cNvGrpSpPr/>
          <p:nvPr/>
        </p:nvGrpSpPr>
        <p:grpSpPr>
          <a:xfrm>
            <a:off x="4781640" y="3453246"/>
            <a:ext cx="341122" cy="282472"/>
            <a:chOff x="4705440" y="3605646"/>
            <a:chExt cx="341122" cy="282472"/>
          </a:xfrm>
        </p:grpSpPr>
        <p:sp>
          <p:nvSpPr>
            <p:cNvPr id="10208" name="Google Shape;10208;p73"/>
            <p:cNvSpPr/>
            <p:nvPr/>
          </p:nvSpPr>
          <p:spPr>
            <a:xfrm>
              <a:off x="4705440"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3"/>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3"/>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3"/>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5" name="Google Shape;10215;p73"/>
          <p:cNvSpPr/>
          <p:nvPr/>
        </p:nvSpPr>
        <p:spPr>
          <a:xfrm>
            <a:off x="4042436" y="34369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6" name="Google Shape;10216;p73"/>
          <p:cNvGrpSpPr/>
          <p:nvPr/>
        </p:nvGrpSpPr>
        <p:grpSpPr>
          <a:xfrm>
            <a:off x="3346970" y="3403031"/>
            <a:ext cx="194224" cy="340386"/>
            <a:chOff x="3575570" y="3574570"/>
            <a:chExt cx="194224" cy="340386"/>
          </a:xfrm>
        </p:grpSpPr>
        <p:sp>
          <p:nvSpPr>
            <p:cNvPr id="10217" name="Google Shape;10217;p73"/>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3"/>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3"/>
            <p:cNvSpPr/>
            <p:nvPr/>
          </p:nvSpPr>
          <p:spPr>
            <a:xfrm>
              <a:off x="3575570" y="3835131"/>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3"/>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73"/>
          <p:cNvGrpSpPr/>
          <p:nvPr/>
        </p:nvGrpSpPr>
        <p:grpSpPr>
          <a:xfrm>
            <a:off x="2579172" y="3423563"/>
            <a:ext cx="341127" cy="341838"/>
            <a:chOff x="2950603" y="3575963"/>
            <a:chExt cx="341127" cy="341838"/>
          </a:xfrm>
        </p:grpSpPr>
        <p:sp>
          <p:nvSpPr>
            <p:cNvPr id="10222" name="Google Shape;10222;p73"/>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3"/>
            <p:cNvSpPr/>
            <p:nvPr/>
          </p:nvSpPr>
          <p:spPr>
            <a:xfrm>
              <a:off x="2976045"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3"/>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3"/>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3"/>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1" name="Google Shape;10231;p73"/>
          <p:cNvSpPr/>
          <p:nvPr/>
        </p:nvSpPr>
        <p:spPr>
          <a:xfrm>
            <a:off x="1831321" y="3410537"/>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73"/>
          <p:cNvGrpSpPr/>
          <p:nvPr/>
        </p:nvGrpSpPr>
        <p:grpSpPr>
          <a:xfrm>
            <a:off x="1092631" y="3506583"/>
            <a:ext cx="340415" cy="187169"/>
            <a:chOff x="1759293" y="3649414"/>
            <a:chExt cx="340415" cy="187169"/>
          </a:xfrm>
        </p:grpSpPr>
        <p:sp>
          <p:nvSpPr>
            <p:cNvPr id="10233" name="Google Shape;10233;p73"/>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1879358" y="3773008"/>
              <a:ext cx="99603" cy="63575"/>
            </a:xfrm>
            <a:custGeom>
              <a:rect b="b" l="l" r="r" t="t"/>
              <a:pathLst>
                <a:path extrusionOk="0" h="2144" w="3359">
                  <a:moveTo>
                    <a:pt x="0" y="0"/>
                  </a:moveTo>
                  <a:lnTo>
                    <a:pt x="0" y="2143"/>
                  </a:lnTo>
                  <a:lnTo>
                    <a:pt x="3358" y="2143"/>
                  </a:ln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1999393" y="3773008"/>
              <a:ext cx="100314" cy="63575"/>
            </a:xfrm>
            <a:custGeom>
              <a:rect b="b" l="l" r="r" t="t"/>
              <a:pathLst>
                <a:path extrusionOk="0" h="2144" w="3383">
                  <a:moveTo>
                    <a:pt x="1" y="0"/>
                  </a:moveTo>
                  <a:lnTo>
                    <a:pt x="1" y="2143"/>
                  </a:lnTo>
                  <a:lnTo>
                    <a:pt x="3383" y="2143"/>
                  </a:lnTo>
                  <a:lnTo>
                    <a:pt x="3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3"/>
            <p:cNvSpPr/>
            <p:nvPr/>
          </p:nvSpPr>
          <p:spPr>
            <a:xfrm>
              <a:off x="1759293" y="3773008"/>
              <a:ext cx="100314" cy="63575"/>
            </a:xfrm>
            <a:custGeom>
              <a:rect b="b" l="l" r="r" t="t"/>
              <a:pathLst>
                <a:path extrusionOk="0" h="2144" w="3383">
                  <a:moveTo>
                    <a:pt x="1" y="0"/>
                  </a:moveTo>
                  <a:lnTo>
                    <a:pt x="1" y="2143"/>
                  </a:lnTo>
                  <a:lnTo>
                    <a:pt x="3383" y="2143"/>
                  </a:lnTo>
                  <a:lnTo>
                    <a:pt x="33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73"/>
          <p:cNvGrpSpPr/>
          <p:nvPr/>
        </p:nvGrpSpPr>
        <p:grpSpPr>
          <a:xfrm>
            <a:off x="1091949" y="4015014"/>
            <a:ext cx="340384" cy="341125"/>
            <a:chOff x="1758611" y="4157845"/>
            <a:chExt cx="340384" cy="341125"/>
          </a:xfrm>
        </p:grpSpPr>
        <p:sp>
          <p:nvSpPr>
            <p:cNvPr id="10240" name="Google Shape;10240;p73"/>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3"/>
            <p:cNvSpPr/>
            <p:nvPr/>
          </p:nvSpPr>
          <p:spPr>
            <a:xfrm>
              <a:off x="1913251" y="4340744"/>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3"/>
            <p:cNvSpPr/>
            <p:nvPr/>
          </p:nvSpPr>
          <p:spPr>
            <a:xfrm>
              <a:off x="1758611" y="4313908"/>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3"/>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4" name="Google Shape;10244;p73"/>
          <p:cNvSpPr/>
          <p:nvPr/>
        </p:nvSpPr>
        <p:spPr>
          <a:xfrm>
            <a:off x="1865273" y="39733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5" name="Google Shape;10245;p73"/>
          <p:cNvGrpSpPr/>
          <p:nvPr/>
        </p:nvGrpSpPr>
        <p:grpSpPr>
          <a:xfrm>
            <a:off x="2588365" y="3981455"/>
            <a:ext cx="322742" cy="298723"/>
            <a:chOff x="2959796" y="4133855"/>
            <a:chExt cx="322742" cy="298723"/>
          </a:xfrm>
        </p:grpSpPr>
        <p:sp>
          <p:nvSpPr>
            <p:cNvPr id="10246" name="Google Shape;10246;p73"/>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3"/>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3"/>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3"/>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3"/>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3"/>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3"/>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8" name="Google Shape;10258;p73"/>
          <p:cNvSpPr/>
          <p:nvPr/>
        </p:nvSpPr>
        <p:spPr>
          <a:xfrm>
            <a:off x="3272838" y="3977687"/>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9" name="Google Shape;10259;p73"/>
          <p:cNvGrpSpPr/>
          <p:nvPr/>
        </p:nvGrpSpPr>
        <p:grpSpPr>
          <a:xfrm>
            <a:off x="4042436" y="3978232"/>
            <a:ext cx="341096" cy="341809"/>
            <a:chOff x="4118636" y="4140201"/>
            <a:chExt cx="341096" cy="341809"/>
          </a:xfrm>
        </p:grpSpPr>
        <p:sp>
          <p:nvSpPr>
            <p:cNvPr id="10260" name="Google Shape;10260;p73"/>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3"/>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3"/>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3"/>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3"/>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73"/>
          <p:cNvGrpSpPr/>
          <p:nvPr/>
        </p:nvGrpSpPr>
        <p:grpSpPr>
          <a:xfrm>
            <a:off x="4781640" y="3977520"/>
            <a:ext cx="341839" cy="340411"/>
            <a:chOff x="4705440" y="4139489"/>
            <a:chExt cx="341839" cy="340411"/>
          </a:xfrm>
        </p:grpSpPr>
        <p:sp>
          <p:nvSpPr>
            <p:cNvPr id="10267" name="Google Shape;10267;p73"/>
            <p:cNvSpPr/>
            <p:nvPr/>
          </p:nvSpPr>
          <p:spPr>
            <a:xfrm>
              <a:off x="4705440"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4784554" y="4174094"/>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4994290" y="4174094"/>
              <a:ext cx="52989" cy="75584"/>
            </a:xfrm>
            <a:custGeom>
              <a:rect b="b" l="l" r="r" t="t"/>
              <a:pathLst>
                <a:path extrusionOk="0" h="2549" w="1787">
                  <a:moveTo>
                    <a:pt x="0" y="1"/>
                  </a:moveTo>
                  <a:lnTo>
                    <a:pt x="0" y="2549"/>
                  </a:lnTo>
                  <a:lnTo>
                    <a:pt x="1786" y="2549"/>
                  </a:lnTo>
                  <a:lnTo>
                    <a:pt x="17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3"/>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3"/>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3"/>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73"/>
          <p:cNvGrpSpPr/>
          <p:nvPr/>
        </p:nvGrpSpPr>
        <p:grpSpPr>
          <a:xfrm>
            <a:off x="5518768" y="3976976"/>
            <a:ext cx="340384" cy="342520"/>
            <a:chOff x="5290168" y="4143730"/>
            <a:chExt cx="340384" cy="342520"/>
          </a:xfrm>
        </p:grpSpPr>
        <p:sp>
          <p:nvSpPr>
            <p:cNvPr id="10275" name="Google Shape;10275;p73"/>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3"/>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3"/>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73"/>
          <p:cNvGrpSpPr/>
          <p:nvPr/>
        </p:nvGrpSpPr>
        <p:grpSpPr>
          <a:xfrm>
            <a:off x="6248569" y="4009685"/>
            <a:ext cx="341126" cy="341837"/>
            <a:chOff x="5881923" y="4162085"/>
            <a:chExt cx="341126" cy="341837"/>
          </a:xfrm>
        </p:grpSpPr>
        <p:sp>
          <p:nvSpPr>
            <p:cNvPr id="10280" name="Google Shape;10280;p73"/>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3"/>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3"/>
          <p:cNvGrpSpPr/>
          <p:nvPr/>
        </p:nvGrpSpPr>
        <p:grpSpPr>
          <a:xfrm>
            <a:off x="6982713" y="3987424"/>
            <a:ext cx="342520" cy="298159"/>
            <a:chOff x="6458882" y="4149393"/>
            <a:chExt cx="342520" cy="298159"/>
          </a:xfrm>
        </p:grpSpPr>
        <p:sp>
          <p:nvSpPr>
            <p:cNvPr id="10285" name="Google Shape;10285;p73"/>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3"/>
            <p:cNvSpPr/>
            <p:nvPr/>
          </p:nvSpPr>
          <p:spPr>
            <a:xfrm>
              <a:off x="6702512" y="4350649"/>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3"/>
            <p:cNvSpPr/>
            <p:nvPr/>
          </p:nvSpPr>
          <p:spPr>
            <a:xfrm>
              <a:off x="6458882" y="4350649"/>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3"/>
            <p:cNvSpPr/>
            <p:nvPr/>
          </p:nvSpPr>
          <p:spPr>
            <a:xfrm>
              <a:off x="6580341" y="4350649"/>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73"/>
          <p:cNvGrpSpPr/>
          <p:nvPr/>
        </p:nvGrpSpPr>
        <p:grpSpPr>
          <a:xfrm>
            <a:off x="7711665" y="3981760"/>
            <a:ext cx="341808" cy="341808"/>
            <a:chOff x="7045004" y="4143730"/>
            <a:chExt cx="341808" cy="341808"/>
          </a:xfrm>
        </p:grpSpPr>
        <p:sp>
          <p:nvSpPr>
            <p:cNvPr id="10291" name="Google Shape;10291;p73"/>
            <p:cNvSpPr/>
            <p:nvPr/>
          </p:nvSpPr>
          <p:spPr>
            <a:xfrm>
              <a:off x="7148819"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3"/>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3"/>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73"/>
          <p:cNvSpPr txBox="1"/>
          <p:nvPr/>
        </p:nvSpPr>
        <p:spPr>
          <a:xfrm>
            <a:off x="2986500" y="1187975"/>
            <a:ext cx="31710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chemeClr val="lt1"/>
              </a:solidFill>
            </a:endParaRPr>
          </a:p>
        </p:txBody>
      </p:sp>
      <p:sp>
        <p:nvSpPr>
          <p:cNvPr id="10297" name="Google Shape;10297;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01" name="Shape 10301"/>
        <p:cNvGrpSpPr/>
        <p:nvPr/>
      </p:nvGrpSpPr>
      <p:grpSpPr>
        <a:xfrm>
          <a:off x="0" y="0"/>
          <a:ext cx="0" cy="0"/>
          <a:chOff x="0" y="0"/>
          <a:chExt cx="0" cy="0"/>
        </a:xfrm>
      </p:grpSpPr>
      <p:pic>
        <p:nvPicPr>
          <p:cNvPr id="10302" name="Google Shape;10302;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6" name="Shape 10306"/>
        <p:cNvGrpSpPr/>
        <p:nvPr/>
      </p:nvGrpSpPr>
      <p:grpSpPr>
        <a:xfrm>
          <a:off x="0" y="0"/>
          <a:ext cx="0" cy="0"/>
          <a:chOff x="0" y="0"/>
          <a:chExt cx="0" cy="0"/>
        </a:xfrm>
      </p:grpSpPr>
      <p:sp>
        <p:nvSpPr>
          <p:cNvPr id="10307" name="Google Shape;10307;p7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1" name="Shape 10311"/>
        <p:cNvGrpSpPr/>
        <p:nvPr/>
      </p:nvGrpSpPr>
      <p:grpSpPr>
        <a:xfrm>
          <a:off x="0" y="0"/>
          <a:ext cx="0" cy="0"/>
          <a:chOff x="0" y="0"/>
          <a:chExt cx="0" cy="0"/>
        </a:xfrm>
      </p:grpSpPr>
      <p:sp>
        <p:nvSpPr>
          <p:cNvPr id="10312" name="Google Shape;10312;p7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natomy &amp; Physiology Case Report by Slidesgo">
  <a:themeElements>
    <a:clrScheme name="Simple Light">
      <a:dk1>
        <a:srgbClr val="423E3A"/>
      </a:dk1>
      <a:lt1>
        <a:srgbClr val="F0F6F0"/>
      </a:lt1>
      <a:dk2>
        <a:srgbClr val="808080"/>
      </a:dk2>
      <a:lt2>
        <a:srgbClr val="A46E5E"/>
      </a:lt2>
      <a:accent1>
        <a:srgbClr val="E9B5B0"/>
      </a:accent1>
      <a:accent2>
        <a:srgbClr val="DECDB3"/>
      </a:accent2>
      <a:accent3>
        <a:srgbClr val="9CB1A8"/>
      </a:accent3>
      <a:accent4>
        <a:srgbClr val="FFFFFF"/>
      </a:accent4>
      <a:accent5>
        <a:srgbClr val="FFFFFF"/>
      </a:accent5>
      <a:accent6>
        <a:srgbClr val="FFFFFF"/>
      </a:accent6>
      <a:hlink>
        <a:srgbClr val="423E3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