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strictFirstAndLastChars="0" saveSubsetFonts="1">
  <p:sldMasterIdLst>
    <p:sldMasterId id="2147483670" r:id="rId4"/>
    <p:sldMasterId id="214748367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07205E2F-6AD5-4DDE-912F-E08CABCD649B}">
  <a:tblStyle styleId="{07205E2F-6AD5-4DDE-912F-E08CABCD649B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Google Shape;548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9" name="Google Shape;549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8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" name="Google Shape;559;g7d827fff65_2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" name="Google Shape;560;g7d827fff65_2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7d827fff65_2_1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7d827fff65_2_1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7e328a69a7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7e328a69a7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g7d827fff65_2_3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2" name="Google Shape;602;g7d827fff65_2_3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7d85d6175e_0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7d85d6175e_0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g7d85d6175e_0_3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" name="Google Shape;627;g7d85d6175e_0_3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7d85d6175e_0_4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" name="Google Shape;643;g7d85d6175e_0_4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g7dae0379c4_1_4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" name="Google Shape;665;g7dae0379c4_1_4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g7d85d6175e_0_5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" name="Google Shape;687;g7d85d6175e_0_5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g7da21eacec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" name="Google Shape;700;g7da21eacec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g7da21eacec_0_1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" name="Google Shape;723;g7da21eacec_0_1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7da21eacec_0_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7da21eacec_0_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g6ef5107ff5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" name="Google Shape;807;g6ef5107ff5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g6ef5107ff5_0_1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" name="Google Shape;834;g6ef5107ff5_0_1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6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g7dae0379c4_0_1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" name="Google Shape;848;g7dae0379c4_0_1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2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g7dae0379c4_0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" name="Google Shape;884;g7dae0379c4_0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g7dae0379c4_1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9" name="Google Shape;909;g7dae0379c4_1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0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g7e328a69a7_0_1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" name="Google Shape;942;g7e328a69a7_0_1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3" name="Shape 1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Google Shape;1024;g7e328a69a7_0_4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5" name="Google Shape;1025;g7e328a69a7_0_4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5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g7dae0379c4_1_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7" name="Google Shape;1047;g7dae0379c4_1_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g7dae0379c4_1_2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" name="Google Shape;1065;g7dae0379c4_1_2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1" name="Shape 1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" name="Google Shape;1092;g7dae0379c4_1_2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3" name="Google Shape;1093;g7dae0379c4_1_2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8" name="Shape 1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" name="Google Shape;1119;g7dae0379c4_1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0" name="Google Shape;1120;g7dae0379c4_1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g7dae0379c4_1_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3" name="Google Shape;1133;g7dae0379c4_1_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8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g52bd1a3aa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0" name="Google Shape;1160;g52bd1a3aa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5" name="Shape 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Google Shape;1166;g52bd1a3aae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7" name="Google Shape;1167;g52bd1a3aae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4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" name="Google Shape;1175;g52bd1a3aae_2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" name="Google Shape;1176;g52bd1a3aae_2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g52bd1a3aae_2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3" name="Google Shape;1183;g52bd1a3aae_2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7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g52bd1a3aae_2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" name="Google Shape;1199;g52bd1a3aae_2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4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5" name="Google Shape;1535;g52bd1a3aae_2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6" name="Google Shape;1536;g52bd1a3aae_2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34" name="Shape 8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5" name="Google Shape;8035;g52bd1a3aae_2_68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6" name="Google Shape;8036;g52bd1a3aae_2_68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61" name="Shape 8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2" name="Google Shape;8462;g52bd1a3aae_2_72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63" name="Google Shape;8463;g52bd1a3aae_2_72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24" name="Shape 8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5" name="Google Shape;8625;g52bd1a3aae_2_74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6" name="Google Shape;8626;g52bd1a3aae_2_74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26" name="Shape 9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7" name="Google Shape;9027;g52bd1a3aae_2_7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8" name="Google Shape;9028;g52bd1a3aae_2_7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97" name="Shape 9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8" name="Google Shape;9398;g7e80a67a85_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99" name="Google Shape;9399;g7e80a67a85_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94" name="Shape 9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5" name="Google Shape;9895;g7e80a67a85_2_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96" name="Google Shape;9896;g7e80a67a85_2_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07" name="Shape 10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" name="Google Shape;10508;g7e80a67a85_2_11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09" name="Google Shape;10509;g7e80a67a85_2_11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59" name="Shape 1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0" name="Google Shape;11060;g52bd1a3aae_2_8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61" name="Google Shape;11061;g52bd1a3aae_2_8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61" name="Shape 1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2" name="Google Shape;11362;g52bd1a3aae_2_8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63" name="Google Shape;11363;g52bd1a3aae_2_8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53" name="Shape 11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4" name="Google Shape;11654;g52bd1a3aae_2_88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5" name="Google Shape;11655;g52bd1a3aae_2_88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12" name="Shape 1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3" name="Google Shape;12013;g52bd1a3aae_2_91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14" name="Google Shape;12014;g52bd1a3aae_2_91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29" name="Shape 12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0" name="Google Shape;12430;g52bd1a3aae_2_95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1" name="Google Shape;12431;g52bd1a3aae_2_95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768" name="Shape 12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9" name="Google Shape;12769;g52bd1a3aae_2_99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70" name="Google Shape;12770;g52bd1a3aae_2_99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956" name="Shape 12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7" name="Google Shape;12957;g52bd1a3aae_2_10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8" name="Google Shape;12958;g52bd1a3aae_2_10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99" name="Shape 1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0" name="Google Shape;13200;g52bd1a3aae_2_10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01" name="Google Shape;13201;g52bd1a3aae_2_10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344975" y="289175"/>
            <a:ext cx="948675" cy="958125"/>
            <a:chOff x="-1042825" y="1873925"/>
            <a:chExt cx="948675" cy="958125"/>
          </a:xfrm>
        </p:grpSpPr>
        <p:sp>
          <p:nvSpPr>
            <p:cNvPr id="10" name="Google Shape;10;p2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" name="Google Shape;26;p2"/>
          <p:cNvGrpSpPr/>
          <p:nvPr/>
        </p:nvGrpSpPr>
        <p:grpSpPr>
          <a:xfrm>
            <a:off x="3700800" y="3017750"/>
            <a:ext cx="948675" cy="958125"/>
            <a:chOff x="-1042825" y="1873925"/>
            <a:chExt cx="948675" cy="958125"/>
          </a:xfrm>
        </p:grpSpPr>
        <p:sp>
          <p:nvSpPr>
            <p:cNvPr id="27" name="Google Shape;27;p2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2"/>
          <p:cNvSpPr txBox="1"/>
          <p:nvPr>
            <p:ph type="ctrTitle"/>
          </p:nvPr>
        </p:nvSpPr>
        <p:spPr>
          <a:xfrm>
            <a:off x="713104" y="1055750"/>
            <a:ext cx="4122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/>
        </p:txBody>
      </p:sp>
      <p:sp>
        <p:nvSpPr>
          <p:cNvPr id="44" name="Google Shape;44;p2"/>
          <p:cNvSpPr txBox="1"/>
          <p:nvPr>
            <p:ph idx="1" type="subTitle"/>
          </p:nvPr>
        </p:nvSpPr>
        <p:spPr>
          <a:xfrm>
            <a:off x="713100" y="3145300"/>
            <a:ext cx="4122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5" name="Google Shape;45;p2"/>
          <p:cNvSpPr/>
          <p:nvPr/>
        </p:nvSpPr>
        <p:spPr>
          <a:xfrm>
            <a:off x="0" y="4406500"/>
            <a:ext cx="4500600" cy="7371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 you">
  <p:cSld name="TITLE_1"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3"/>
          <p:cNvSpPr/>
          <p:nvPr/>
        </p:nvSpPr>
        <p:spPr>
          <a:xfrm>
            <a:off x="75" y="3399425"/>
            <a:ext cx="9144000" cy="17442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" name="Google Shape;48;p3"/>
          <p:cNvGrpSpPr/>
          <p:nvPr/>
        </p:nvGrpSpPr>
        <p:grpSpPr>
          <a:xfrm>
            <a:off x="344975" y="289175"/>
            <a:ext cx="948675" cy="958125"/>
            <a:chOff x="-1042825" y="1873925"/>
            <a:chExt cx="948675" cy="958125"/>
          </a:xfrm>
        </p:grpSpPr>
        <p:sp>
          <p:nvSpPr>
            <p:cNvPr id="49" name="Google Shape;49;p3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" name="Google Shape;65;p3"/>
          <p:cNvSpPr txBox="1"/>
          <p:nvPr>
            <p:ph type="ctrTitle"/>
          </p:nvPr>
        </p:nvSpPr>
        <p:spPr>
          <a:xfrm>
            <a:off x="713100" y="1055750"/>
            <a:ext cx="41223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/>
        </p:txBody>
      </p:sp>
      <p:sp>
        <p:nvSpPr>
          <p:cNvPr id="66" name="Google Shape;66;p3"/>
          <p:cNvSpPr txBox="1"/>
          <p:nvPr/>
        </p:nvSpPr>
        <p:spPr>
          <a:xfrm>
            <a:off x="720025" y="3554363"/>
            <a:ext cx="3428100" cy="6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2"/>
              </a:rPr>
              <a:t>Slidesgo</a:t>
            </a: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3"/>
              </a:rPr>
              <a:t>Flaticon</a:t>
            </a: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/>
              </a:rPr>
              <a:t>Freepik</a:t>
            </a: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. </a:t>
            </a:r>
            <a:endParaRPr sz="10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header" type="secHead">
  <p:cSld name="SECTION_HEADER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" name="Google Shape;68;p4"/>
          <p:cNvGrpSpPr/>
          <p:nvPr/>
        </p:nvGrpSpPr>
        <p:grpSpPr>
          <a:xfrm>
            <a:off x="5428006" y="3407527"/>
            <a:ext cx="1625744" cy="1642035"/>
            <a:chOff x="-1042825" y="1873925"/>
            <a:chExt cx="948675" cy="958125"/>
          </a:xfrm>
        </p:grpSpPr>
        <p:sp>
          <p:nvSpPr>
            <p:cNvPr id="69" name="Google Shape;69;p4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4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4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4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4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4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4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4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4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4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4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" name="Google Shape;85;p4"/>
          <p:cNvSpPr/>
          <p:nvPr/>
        </p:nvSpPr>
        <p:spPr>
          <a:xfrm>
            <a:off x="7159900" y="1977150"/>
            <a:ext cx="1984200" cy="1339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4"/>
          <p:cNvSpPr/>
          <p:nvPr/>
        </p:nvSpPr>
        <p:spPr>
          <a:xfrm>
            <a:off x="0" y="-3200"/>
            <a:ext cx="7587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4"/>
          <p:cNvSpPr/>
          <p:nvPr/>
        </p:nvSpPr>
        <p:spPr>
          <a:xfrm flipH="1" rot="10800000">
            <a:off x="8151938" y="988650"/>
            <a:ext cx="992100" cy="988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4"/>
          <p:cNvSpPr/>
          <p:nvPr/>
        </p:nvSpPr>
        <p:spPr>
          <a:xfrm flipH="1" rot="10800000">
            <a:off x="8151938" y="33"/>
            <a:ext cx="992100" cy="988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4"/>
          <p:cNvSpPr/>
          <p:nvPr/>
        </p:nvSpPr>
        <p:spPr>
          <a:xfrm flipH="1" rot="10800000">
            <a:off x="7159901" y="988650"/>
            <a:ext cx="992100" cy="9885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4"/>
          <p:cNvSpPr/>
          <p:nvPr/>
        </p:nvSpPr>
        <p:spPr>
          <a:xfrm>
            <a:off x="7159900" y="3316694"/>
            <a:ext cx="1984200" cy="1823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4"/>
          <p:cNvSpPr txBox="1"/>
          <p:nvPr>
            <p:ph type="title"/>
          </p:nvPr>
        </p:nvSpPr>
        <p:spPr>
          <a:xfrm>
            <a:off x="1197300" y="1816800"/>
            <a:ext cx="31524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2" name="Google Shape;92;p4"/>
          <p:cNvSpPr txBox="1"/>
          <p:nvPr>
            <p:ph idx="1" type="subTitle"/>
          </p:nvPr>
        </p:nvSpPr>
        <p:spPr>
          <a:xfrm>
            <a:off x="1210775" y="2484900"/>
            <a:ext cx="3138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3" name="Google Shape;93;p4"/>
          <p:cNvSpPr txBox="1"/>
          <p:nvPr>
            <p:ph hasCustomPrompt="1" idx="2" type="title"/>
          </p:nvPr>
        </p:nvSpPr>
        <p:spPr>
          <a:xfrm>
            <a:off x="1341189" y="1037700"/>
            <a:ext cx="816000" cy="7791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body" type="tx">
  <p:cSld name="TITLE_AND_BODY"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5"/>
          <p:cNvSpPr/>
          <p:nvPr/>
        </p:nvSpPr>
        <p:spPr>
          <a:xfrm>
            <a:off x="0" y="0"/>
            <a:ext cx="572700" cy="5727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" name="Google Shape;96;p5"/>
          <p:cNvGrpSpPr/>
          <p:nvPr/>
        </p:nvGrpSpPr>
        <p:grpSpPr>
          <a:xfrm>
            <a:off x="7409395" y="354719"/>
            <a:ext cx="1326248" cy="1339459"/>
            <a:chOff x="-1042825" y="1873925"/>
            <a:chExt cx="948675" cy="958125"/>
          </a:xfrm>
        </p:grpSpPr>
        <p:sp>
          <p:nvSpPr>
            <p:cNvPr id="97" name="Google Shape;97;p5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5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5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5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5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5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5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5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5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5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5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5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5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5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5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5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" name="Google Shape;113;p5"/>
          <p:cNvSpPr/>
          <p:nvPr/>
        </p:nvSpPr>
        <p:spPr>
          <a:xfrm>
            <a:off x="8606525" y="4604100"/>
            <a:ext cx="537600" cy="537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5"/>
          <p:cNvSpPr/>
          <p:nvPr/>
        </p:nvSpPr>
        <p:spPr>
          <a:xfrm>
            <a:off x="8606525" y="4066500"/>
            <a:ext cx="537600" cy="537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5"/>
          <p:cNvSpPr/>
          <p:nvPr/>
        </p:nvSpPr>
        <p:spPr>
          <a:xfrm>
            <a:off x="8068925" y="4604100"/>
            <a:ext cx="537600" cy="537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5"/>
          <p:cNvSpPr/>
          <p:nvPr/>
        </p:nvSpPr>
        <p:spPr>
          <a:xfrm>
            <a:off x="8303300" y="3763275"/>
            <a:ext cx="303300" cy="30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5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8" name="Google Shape;118;p5"/>
          <p:cNvSpPr txBox="1"/>
          <p:nvPr>
            <p:ph idx="1" type="body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2pPr>
            <a:lvl3pPr indent="-304800" lvl="2" marL="13716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3pPr>
            <a:lvl4pPr indent="-304800" lvl="3" marL="18288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4pPr>
            <a:lvl5pPr indent="-304800" lvl="4" marL="22860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5pPr>
            <a:lvl6pPr indent="-304800" lvl="5" marL="27432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6pPr>
            <a:lvl7pPr indent="-304800" lvl="6" marL="32004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7pPr>
            <a:lvl8pPr indent="-304800" lvl="7" marL="36576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8pPr>
            <a:lvl9pPr indent="-304800" lvl="8" marL="4114800"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two columns" type="twoColTx">
  <p:cSld name="TITLE_AND_TWO_COLUMNS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oogle Shape;120;p6"/>
          <p:cNvGrpSpPr/>
          <p:nvPr/>
        </p:nvGrpSpPr>
        <p:grpSpPr>
          <a:xfrm>
            <a:off x="4517316" y="594276"/>
            <a:ext cx="1098661" cy="1109605"/>
            <a:chOff x="-1042825" y="1873925"/>
            <a:chExt cx="948675" cy="958125"/>
          </a:xfrm>
        </p:grpSpPr>
        <p:sp>
          <p:nvSpPr>
            <p:cNvPr id="121" name="Google Shape;121;p6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6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6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6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6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6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6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6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6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6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6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6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6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6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6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6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" name="Google Shape;137;p6"/>
          <p:cNvSpPr/>
          <p:nvPr/>
        </p:nvSpPr>
        <p:spPr>
          <a:xfrm>
            <a:off x="0" y="0"/>
            <a:ext cx="1889700" cy="18897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" name="Google Shape;138;p6"/>
          <p:cNvGrpSpPr/>
          <p:nvPr/>
        </p:nvGrpSpPr>
        <p:grpSpPr>
          <a:xfrm flipH="1">
            <a:off x="8005353" y="4574039"/>
            <a:ext cx="1138602" cy="569301"/>
            <a:chOff x="0" y="4292400"/>
            <a:chExt cx="1702200" cy="851100"/>
          </a:xfrm>
        </p:grpSpPr>
        <p:sp>
          <p:nvSpPr>
            <p:cNvPr id="139" name="Google Shape;139;p6"/>
            <p:cNvSpPr/>
            <p:nvPr/>
          </p:nvSpPr>
          <p:spPr>
            <a:xfrm>
              <a:off x="0" y="4292400"/>
              <a:ext cx="851100" cy="8511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6"/>
            <p:cNvSpPr/>
            <p:nvPr/>
          </p:nvSpPr>
          <p:spPr>
            <a:xfrm>
              <a:off x="851100" y="429240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" name="Google Shape;141;p6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2" name="Google Shape;142;p6"/>
          <p:cNvSpPr txBox="1"/>
          <p:nvPr>
            <p:ph idx="1" type="body"/>
          </p:nvPr>
        </p:nvSpPr>
        <p:spPr>
          <a:xfrm>
            <a:off x="713100" y="3602175"/>
            <a:ext cx="3623100" cy="10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43" name="Google Shape;143;p6"/>
          <p:cNvSpPr txBox="1"/>
          <p:nvPr>
            <p:ph idx="2" type="body"/>
          </p:nvPr>
        </p:nvSpPr>
        <p:spPr>
          <a:xfrm>
            <a:off x="4807875" y="3601975"/>
            <a:ext cx="3623100" cy="10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44" name="Google Shape;144;p6"/>
          <p:cNvSpPr txBox="1"/>
          <p:nvPr>
            <p:ph idx="3" type="subTitle"/>
          </p:nvPr>
        </p:nvSpPr>
        <p:spPr>
          <a:xfrm>
            <a:off x="724425" y="3259875"/>
            <a:ext cx="3611700" cy="3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45" name="Google Shape;145;p6"/>
          <p:cNvSpPr txBox="1"/>
          <p:nvPr>
            <p:ph idx="4" type="subTitle"/>
          </p:nvPr>
        </p:nvSpPr>
        <p:spPr>
          <a:xfrm>
            <a:off x="4807875" y="3259875"/>
            <a:ext cx="3623100" cy="3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oogle Shape;147;p7"/>
          <p:cNvGrpSpPr/>
          <p:nvPr/>
        </p:nvGrpSpPr>
        <p:grpSpPr>
          <a:xfrm>
            <a:off x="398818" y="386792"/>
            <a:ext cx="901810" cy="910794"/>
            <a:chOff x="-1042825" y="1873925"/>
            <a:chExt cx="948675" cy="958125"/>
          </a:xfrm>
        </p:grpSpPr>
        <p:sp>
          <p:nvSpPr>
            <p:cNvPr id="148" name="Google Shape;148;p7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7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7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7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7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7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7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7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7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7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7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7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7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7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7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7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" name="Google Shape;164;p7"/>
          <p:cNvSpPr/>
          <p:nvPr/>
        </p:nvSpPr>
        <p:spPr>
          <a:xfrm>
            <a:off x="8696525" y="0"/>
            <a:ext cx="447600" cy="447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7"/>
          <p:cNvSpPr/>
          <p:nvPr/>
        </p:nvSpPr>
        <p:spPr>
          <a:xfrm>
            <a:off x="8696525" y="445025"/>
            <a:ext cx="447600" cy="4476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7"/>
          <p:cNvSpPr/>
          <p:nvPr/>
        </p:nvSpPr>
        <p:spPr>
          <a:xfrm>
            <a:off x="0" y="4604100"/>
            <a:ext cx="539400" cy="5394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7"/>
          <p:cNvSpPr/>
          <p:nvPr/>
        </p:nvSpPr>
        <p:spPr>
          <a:xfrm>
            <a:off x="539408" y="4604100"/>
            <a:ext cx="539400" cy="5394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7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 2">
  <p:cSld name="TITLE_ONLY_1"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" name="Google Shape;170;p8"/>
          <p:cNvGrpSpPr/>
          <p:nvPr/>
        </p:nvGrpSpPr>
        <p:grpSpPr>
          <a:xfrm>
            <a:off x="7979993" y="275980"/>
            <a:ext cx="901810" cy="910794"/>
            <a:chOff x="-1042825" y="1873925"/>
            <a:chExt cx="948675" cy="958125"/>
          </a:xfrm>
        </p:grpSpPr>
        <p:sp>
          <p:nvSpPr>
            <p:cNvPr id="171" name="Google Shape;171;p8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8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8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" name="Google Shape;187;p8"/>
          <p:cNvSpPr/>
          <p:nvPr/>
        </p:nvSpPr>
        <p:spPr>
          <a:xfrm flipH="1">
            <a:off x="0" y="4250875"/>
            <a:ext cx="447600" cy="447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8"/>
          <p:cNvSpPr/>
          <p:nvPr/>
        </p:nvSpPr>
        <p:spPr>
          <a:xfrm flipH="1">
            <a:off x="0" y="4695900"/>
            <a:ext cx="447600" cy="4476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8"/>
          <p:cNvSpPr/>
          <p:nvPr/>
        </p:nvSpPr>
        <p:spPr>
          <a:xfrm flipH="1">
            <a:off x="447600" y="4695900"/>
            <a:ext cx="447600" cy="4476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8"/>
          <p:cNvSpPr/>
          <p:nvPr/>
        </p:nvSpPr>
        <p:spPr>
          <a:xfrm>
            <a:off x="0" y="0"/>
            <a:ext cx="949500" cy="949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8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 3">
  <p:cSld name="TITLE_ONLY_1_1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" name="Google Shape;193;p9"/>
          <p:cNvGrpSpPr/>
          <p:nvPr/>
        </p:nvGrpSpPr>
        <p:grpSpPr>
          <a:xfrm>
            <a:off x="288236" y="300229"/>
            <a:ext cx="669290" cy="675957"/>
            <a:chOff x="-1042825" y="1873925"/>
            <a:chExt cx="948675" cy="958125"/>
          </a:xfrm>
        </p:grpSpPr>
        <p:sp>
          <p:nvSpPr>
            <p:cNvPr id="194" name="Google Shape;194;p9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9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9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9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9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9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" name="Google Shape;210;p9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ne column text">
  <p:cSld name="ONE_COLUMN_TEXT"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Google Shape;212;p10"/>
          <p:cNvGrpSpPr/>
          <p:nvPr/>
        </p:nvGrpSpPr>
        <p:grpSpPr>
          <a:xfrm>
            <a:off x="0" y="0"/>
            <a:ext cx="817198" cy="817198"/>
            <a:chOff x="0" y="0"/>
            <a:chExt cx="1372750" cy="1372750"/>
          </a:xfrm>
        </p:grpSpPr>
        <p:sp>
          <p:nvSpPr>
            <p:cNvPr id="213" name="Google Shape;213;p10"/>
            <p:cNvSpPr/>
            <p:nvPr/>
          </p:nvSpPr>
          <p:spPr>
            <a:xfrm>
              <a:off x="0" y="0"/>
              <a:ext cx="686400" cy="68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0"/>
            <p:cNvSpPr/>
            <p:nvPr/>
          </p:nvSpPr>
          <p:spPr>
            <a:xfrm>
              <a:off x="686350" y="0"/>
              <a:ext cx="686400" cy="6864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0"/>
            <p:cNvSpPr/>
            <p:nvPr/>
          </p:nvSpPr>
          <p:spPr>
            <a:xfrm>
              <a:off x="0" y="686350"/>
              <a:ext cx="686400" cy="6864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" name="Google Shape;216;p10"/>
          <p:cNvSpPr txBox="1"/>
          <p:nvPr>
            <p:ph type="title"/>
          </p:nvPr>
        </p:nvSpPr>
        <p:spPr>
          <a:xfrm>
            <a:off x="717200" y="441725"/>
            <a:ext cx="2808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17" name="Google Shape;217;p10"/>
          <p:cNvSpPr txBox="1"/>
          <p:nvPr>
            <p:ph idx="1" type="body"/>
          </p:nvPr>
        </p:nvSpPr>
        <p:spPr>
          <a:xfrm>
            <a:off x="7172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>
                <a:solidFill>
                  <a:schemeClr val="dk1"/>
                </a:solidFill>
              </a:defRPr>
            </a:lvl1pPr>
            <a:lvl2pPr indent="-304800" lvl="1" marL="9144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>
                <a:solidFill>
                  <a:schemeClr val="dk1"/>
                </a:solidFill>
              </a:defRPr>
            </a:lvl2pPr>
            <a:lvl3pPr indent="-304800" lvl="2" marL="13716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>
                <a:solidFill>
                  <a:schemeClr val="dk1"/>
                </a:solidFill>
              </a:defRPr>
            </a:lvl3pPr>
            <a:lvl4pPr indent="-304800" lvl="3" marL="18288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>
                <a:solidFill>
                  <a:schemeClr val="dk1"/>
                </a:solidFill>
              </a:defRPr>
            </a:lvl4pPr>
            <a:lvl5pPr indent="-304800" lvl="4" marL="22860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>
                <a:solidFill>
                  <a:schemeClr val="dk1"/>
                </a:solidFill>
              </a:defRPr>
            </a:lvl5pPr>
            <a:lvl6pPr indent="-304800" lvl="5" marL="27432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>
                <a:solidFill>
                  <a:schemeClr val="dk1"/>
                </a:solidFill>
              </a:defRPr>
            </a:lvl6pPr>
            <a:lvl7pPr indent="-304800" lvl="6" marL="32004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>
                <a:solidFill>
                  <a:schemeClr val="dk1"/>
                </a:solidFill>
              </a:defRPr>
            </a:lvl7pPr>
            <a:lvl8pPr indent="-304800" lvl="7" marL="3657600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>
                <a:solidFill>
                  <a:schemeClr val="dk1"/>
                </a:solidFill>
              </a:defRPr>
            </a:lvl8pPr>
            <a:lvl9pPr indent="-304800" lvl="8" marL="4114800"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8" name="Google Shape;218;p10"/>
          <p:cNvSpPr/>
          <p:nvPr/>
        </p:nvSpPr>
        <p:spPr>
          <a:xfrm>
            <a:off x="2852675" y="3876650"/>
            <a:ext cx="1262100" cy="12621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point">
  <p:cSld name="MAIN_POINT"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" name="Google Shape;220;p11"/>
          <p:cNvGrpSpPr/>
          <p:nvPr/>
        </p:nvGrpSpPr>
        <p:grpSpPr>
          <a:xfrm>
            <a:off x="6750426" y="539231"/>
            <a:ext cx="1680483" cy="1697223"/>
            <a:chOff x="-1042825" y="1873925"/>
            <a:chExt cx="948675" cy="958125"/>
          </a:xfrm>
        </p:grpSpPr>
        <p:sp>
          <p:nvSpPr>
            <p:cNvPr id="221" name="Google Shape;221;p11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1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1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1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1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1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1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1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1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1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1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1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1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11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1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1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" name="Google Shape;237;p11"/>
          <p:cNvSpPr/>
          <p:nvPr/>
        </p:nvSpPr>
        <p:spPr>
          <a:xfrm>
            <a:off x="3713525" y="4118900"/>
            <a:ext cx="5430300" cy="1024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11"/>
          <p:cNvSpPr/>
          <p:nvPr/>
        </p:nvSpPr>
        <p:spPr>
          <a:xfrm>
            <a:off x="0" y="1"/>
            <a:ext cx="1462800" cy="146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11"/>
          <p:cNvSpPr txBox="1"/>
          <p:nvPr>
            <p:ph type="title"/>
          </p:nvPr>
        </p:nvSpPr>
        <p:spPr>
          <a:xfrm>
            <a:off x="4723600" y="1540650"/>
            <a:ext cx="3707400" cy="103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40" name="Google Shape;240;p11"/>
          <p:cNvSpPr txBox="1"/>
          <p:nvPr>
            <p:ph idx="1" type="subTitle"/>
          </p:nvPr>
        </p:nvSpPr>
        <p:spPr>
          <a:xfrm>
            <a:off x="4723350" y="2571750"/>
            <a:ext cx="3707400" cy="103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title and description">
  <p:cSld name="SECTION_TITLE_AND_DESCRIPTION"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2"/>
          <p:cNvSpPr/>
          <p:nvPr/>
        </p:nvSpPr>
        <p:spPr>
          <a:xfrm>
            <a:off x="0" y="2571750"/>
            <a:ext cx="4563300" cy="25716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2"/>
          <p:cNvSpPr txBox="1"/>
          <p:nvPr>
            <p:ph idx="1" type="subTitle"/>
          </p:nvPr>
        </p:nvSpPr>
        <p:spPr>
          <a:xfrm>
            <a:off x="1380375" y="3228025"/>
            <a:ext cx="19869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None/>
              <a:defRPr/>
            </a:lvl9pPr>
          </a:lstStyle>
          <a:p/>
        </p:txBody>
      </p:sp>
      <p:sp>
        <p:nvSpPr>
          <p:cNvPr id="244" name="Google Shape;244;p12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2"/>
          <p:cNvSpPr txBox="1"/>
          <p:nvPr>
            <p:ph type="title"/>
          </p:nvPr>
        </p:nvSpPr>
        <p:spPr>
          <a:xfrm>
            <a:off x="5166525" y="445025"/>
            <a:ext cx="3264300" cy="10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6" name="Google Shape;246;p12"/>
          <p:cNvSpPr txBox="1"/>
          <p:nvPr>
            <p:ph idx="2" type="subTitle"/>
          </p:nvPr>
        </p:nvSpPr>
        <p:spPr>
          <a:xfrm>
            <a:off x="6144775" y="18075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7" name="Google Shape;247;p12"/>
          <p:cNvSpPr txBox="1"/>
          <p:nvPr>
            <p:ph idx="3" type="subTitle"/>
          </p:nvPr>
        </p:nvSpPr>
        <p:spPr>
          <a:xfrm>
            <a:off x="6144775" y="27523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8" name="Google Shape;248;p12"/>
          <p:cNvSpPr txBox="1"/>
          <p:nvPr>
            <p:ph idx="4" type="subTitle"/>
          </p:nvPr>
        </p:nvSpPr>
        <p:spPr>
          <a:xfrm>
            <a:off x="6144775" y="36971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9" name="Google Shape;249;p12"/>
          <p:cNvSpPr txBox="1"/>
          <p:nvPr>
            <p:ph hasCustomPrompt="1" idx="5" type="title"/>
          </p:nvPr>
        </p:nvSpPr>
        <p:spPr>
          <a:xfrm>
            <a:off x="5170425" y="1807525"/>
            <a:ext cx="630900" cy="384000"/>
          </a:xfrm>
          <a:prstGeom prst="rect">
            <a:avLst/>
          </a:prstGeom>
          <a:noFill/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0" name="Google Shape;250;p12"/>
          <p:cNvSpPr txBox="1"/>
          <p:nvPr>
            <p:ph hasCustomPrompt="1" idx="6" type="title"/>
          </p:nvPr>
        </p:nvSpPr>
        <p:spPr>
          <a:xfrm>
            <a:off x="5170425" y="2754275"/>
            <a:ext cx="630900" cy="384000"/>
          </a:xfrm>
          <a:prstGeom prst="rect">
            <a:avLst/>
          </a:prstGeom>
          <a:noFill/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1" name="Google Shape;251;p12"/>
          <p:cNvSpPr txBox="1"/>
          <p:nvPr>
            <p:ph hasCustomPrompt="1" idx="7" type="title"/>
          </p:nvPr>
        </p:nvSpPr>
        <p:spPr>
          <a:xfrm>
            <a:off x="5170425" y="3701025"/>
            <a:ext cx="630900" cy="384000"/>
          </a:xfrm>
          <a:prstGeom prst="rect">
            <a:avLst/>
          </a:prstGeom>
          <a:noFill/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252" name="Google Shape;252;p12"/>
          <p:cNvGrpSpPr/>
          <p:nvPr/>
        </p:nvGrpSpPr>
        <p:grpSpPr>
          <a:xfrm>
            <a:off x="2548104" y="530075"/>
            <a:ext cx="1152640" cy="1164122"/>
            <a:chOff x="-1042825" y="1873925"/>
            <a:chExt cx="948675" cy="958125"/>
          </a:xfrm>
        </p:grpSpPr>
        <p:sp>
          <p:nvSpPr>
            <p:cNvPr id="253" name="Google Shape;253;p12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2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2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2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2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2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2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12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12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2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2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2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2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2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2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2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" name="Google Shape;270;p13"/>
          <p:cNvGrpSpPr/>
          <p:nvPr/>
        </p:nvGrpSpPr>
        <p:grpSpPr>
          <a:xfrm>
            <a:off x="475570" y="495044"/>
            <a:ext cx="1326248" cy="1339459"/>
            <a:chOff x="-1042825" y="1873925"/>
            <a:chExt cx="948675" cy="958125"/>
          </a:xfrm>
        </p:grpSpPr>
        <p:sp>
          <p:nvSpPr>
            <p:cNvPr id="271" name="Google Shape;271;p13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3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13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13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13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13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13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13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13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13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3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3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3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3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3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3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" name="Google Shape;287;p13"/>
          <p:cNvSpPr txBox="1"/>
          <p:nvPr>
            <p:ph type="title"/>
          </p:nvPr>
        </p:nvSpPr>
        <p:spPr>
          <a:xfrm>
            <a:off x="1197300" y="1816800"/>
            <a:ext cx="31524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88" name="Google Shape;288;p13"/>
          <p:cNvSpPr txBox="1"/>
          <p:nvPr>
            <p:ph idx="1" type="subTitle"/>
          </p:nvPr>
        </p:nvSpPr>
        <p:spPr>
          <a:xfrm>
            <a:off x="1210775" y="2484900"/>
            <a:ext cx="3138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grpSp>
        <p:nvGrpSpPr>
          <p:cNvPr id="289" name="Google Shape;289;p13"/>
          <p:cNvGrpSpPr/>
          <p:nvPr/>
        </p:nvGrpSpPr>
        <p:grpSpPr>
          <a:xfrm>
            <a:off x="0" y="3949645"/>
            <a:ext cx="1193923" cy="1193958"/>
            <a:chOff x="0" y="3441250"/>
            <a:chExt cx="1702200" cy="1702250"/>
          </a:xfrm>
        </p:grpSpPr>
        <p:sp>
          <p:nvSpPr>
            <p:cNvPr id="290" name="Google Shape;290;p13"/>
            <p:cNvSpPr/>
            <p:nvPr/>
          </p:nvSpPr>
          <p:spPr>
            <a:xfrm>
              <a:off x="0" y="4292400"/>
              <a:ext cx="851100" cy="8511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3"/>
            <p:cNvSpPr/>
            <p:nvPr/>
          </p:nvSpPr>
          <p:spPr>
            <a:xfrm>
              <a:off x="851100" y="429240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3"/>
            <p:cNvSpPr/>
            <p:nvPr/>
          </p:nvSpPr>
          <p:spPr>
            <a:xfrm>
              <a:off x="0" y="344125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" name="Google Shape;293;p13"/>
          <p:cNvSpPr/>
          <p:nvPr/>
        </p:nvSpPr>
        <p:spPr>
          <a:xfrm>
            <a:off x="7954675" y="0"/>
            <a:ext cx="1189200" cy="118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13"/>
          <p:cNvSpPr/>
          <p:nvPr/>
        </p:nvSpPr>
        <p:spPr>
          <a:xfrm>
            <a:off x="7954675" y="1189200"/>
            <a:ext cx="1189200" cy="11892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13"/>
          <p:cNvSpPr/>
          <p:nvPr/>
        </p:nvSpPr>
        <p:spPr>
          <a:xfrm>
            <a:off x="6765475" y="0"/>
            <a:ext cx="1189200" cy="11892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">
  <p:cSld name="BIG_NUMBER"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" name="Google Shape;297;p14"/>
          <p:cNvGrpSpPr/>
          <p:nvPr/>
        </p:nvGrpSpPr>
        <p:grpSpPr>
          <a:xfrm>
            <a:off x="868020" y="1471194"/>
            <a:ext cx="1326248" cy="1339459"/>
            <a:chOff x="-1042825" y="1873925"/>
            <a:chExt cx="948675" cy="958125"/>
          </a:xfrm>
        </p:grpSpPr>
        <p:sp>
          <p:nvSpPr>
            <p:cNvPr id="298" name="Google Shape;298;p14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4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4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4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4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4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4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4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4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4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4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4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4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4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4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4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" name="Google Shape;314;p14"/>
          <p:cNvSpPr/>
          <p:nvPr/>
        </p:nvSpPr>
        <p:spPr>
          <a:xfrm>
            <a:off x="1703800" y="1289100"/>
            <a:ext cx="5736300" cy="17037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14"/>
          <p:cNvSpPr txBox="1"/>
          <p:nvPr>
            <p:ph hasCustomPrompt="1" type="title"/>
          </p:nvPr>
        </p:nvSpPr>
        <p:spPr>
          <a:xfrm>
            <a:off x="2114500" y="1422275"/>
            <a:ext cx="4915200" cy="14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6" name="Google Shape;316;p14"/>
          <p:cNvSpPr/>
          <p:nvPr/>
        </p:nvSpPr>
        <p:spPr>
          <a:xfrm flipH="1">
            <a:off x="2" y="70"/>
            <a:ext cx="644700" cy="644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14"/>
          <p:cNvSpPr/>
          <p:nvPr/>
        </p:nvSpPr>
        <p:spPr>
          <a:xfrm flipH="1">
            <a:off x="2" y="644468"/>
            <a:ext cx="644700" cy="6447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14"/>
          <p:cNvSpPr/>
          <p:nvPr/>
        </p:nvSpPr>
        <p:spPr>
          <a:xfrm flipH="1">
            <a:off x="644475" y="70"/>
            <a:ext cx="644700" cy="6447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14"/>
          <p:cNvSpPr txBox="1"/>
          <p:nvPr>
            <p:ph idx="1" type="subTitle"/>
          </p:nvPr>
        </p:nvSpPr>
        <p:spPr>
          <a:xfrm>
            <a:off x="1703800" y="2992800"/>
            <a:ext cx="5736300" cy="7926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b="1"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20" name="Google Shape;320;p14"/>
          <p:cNvSpPr/>
          <p:nvPr/>
        </p:nvSpPr>
        <p:spPr>
          <a:xfrm flipH="1">
            <a:off x="6710401" y="27"/>
            <a:ext cx="2433600" cy="24336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">
  <p:cSld name="CUSTOM"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oogle Shape;323;p16"/>
          <p:cNvGrpSpPr/>
          <p:nvPr/>
        </p:nvGrpSpPr>
        <p:grpSpPr>
          <a:xfrm>
            <a:off x="287286" y="3438065"/>
            <a:ext cx="847926" cy="856372"/>
            <a:chOff x="-1042825" y="1873925"/>
            <a:chExt cx="948675" cy="958125"/>
          </a:xfrm>
        </p:grpSpPr>
        <p:sp>
          <p:nvSpPr>
            <p:cNvPr id="324" name="Google Shape;324;p16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6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6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16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16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16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16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6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6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6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6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6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6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6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6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6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0" name="Google Shape;340;p16"/>
          <p:cNvSpPr/>
          <p:nvPr/>
        </p:nvSpPr>
        <p:spPr>
          <a:xfrm>
            <a:off x="0" y="4605650"/>
            <a:ext cx="537900" cy="537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16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42" name="Google Shape;342;p16"/>
          <p:cNvSpPr txBox="1"/>
          <p:nvPr>
            <p:ph hasCustomPrompt="1" idx="2" type="title"/>
          </p:nvPr>
        </p:nvSpPr>
        <p:spPr>
          <a:xfrm>
            <a:off x="729052" y="1511425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3" name="Google Shape;343;p16"/>
          <p:cNvSpPr txBox="1"/>
          <p:nvPr>
            <p:ph idx="1" type="subTitle"/>
          </p:nvPr>
        </p:nvSpPr>
        <p:spPr>
          <a:xfrm>
            <a:off x="1039725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44" name="Google Shape;344;p16"/>
          <p:cNvSpPr txBox="1"/>
          <p:nvPr>
            <p:ph idx="3" type="subTitle"/>
          </p:nvPr>
        </p:nvSpPr>
        <p:spPr>
          <a:xfrm>
            <a:off x="1039725" y="21549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45" name="Google Shape;345;p16"/>
          <p:cNvSpPr txBox="1"/>
          <p:nvPr>
            <p:ph idx="4" type="subTitle"/>
          </p:nvPr>
        </p:nvSpPr>
        <p:spPr>
          <a:xfrm>
            <a:off x="3652150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46" name="Google Shape;346;p16"/>
          <p:cNvSpPr txBox="1"/>
          <p:nvPr>
            <p:ph idx="5" type="subTitle"/>
          </p:nvPr>
        </p:nvSpPr>
        <p:spPr>
          <a:xfrm>
            <a:off x="3652150" y="21549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47" name="Google Shape;347;p16"/>
          <p:cNvSpPr txBox="1"/>
          <p:nvPr>
            <p:ph hasCustomPrompt="1" idx="6" type="title"/>
          </p:nvPr>
        </p:nvSpPr>
        <p:spPr>
          <a:xfrm>
            <a:off x="3341727" y="1511425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8" name="Google Shape;348;p16"/>
          <p:cNvSpPr txBox="1"/>
          <p:nvPr>
            <p:ph idx="7" type="subTitle"/>
          </p:nvPr>
        </p:nvSpPr>
        <p:spPr>
          <a:xfrm>
            <a:off x="6260975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49" name="Google Shape;349;p16"/>
          <p:cNvSpPr txBox="1"/>
          <p:nvPr>
            <p:ph idx="8" type="subTitle"/>
          </p:nvPr>
        </p:nvSpPr>
        <p:spPr>
          <a:xfrm>
            <a:off x="6260975" y="21549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50" name="Google Shape;350;p16"/>
          <p:cNvSpPr txBox="1"/>
          <p:nvPr>
            <p:ph hasCustomPrompt="1" idx="9" type="title"/>
          </p:nvPr>
        </p:nvSpPr>
        <p:spPr>
          <a:xfrm>
            <a:off x="5950552" y="1511425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51" name="Google Shape;351;p16"/>
          <p:cNvSpPr txBox="1"/>
          <p:nvPr>
            <p:ph idx="13" type="subTitle"/>
          </p:nvPr>
        </p:nvSpPr>
        <p:spPr>
          <a:xfrm>
            <a:off x="1039725" y="37701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52" name="Google Shape;352;p16"/>
          <p:cNvSpPr txBox="1"/>
          <p:nvPr>
            <p:ph idx="14" type="subTitle"/>
          </p:nvPr>
        </p:nvSpPr>
        <p:spPr>
          <a:xfrm>
            <a:off x="1039725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53" name="Google Shape;353;p16"/>
          <p:cNvSpPr txBox="1"/>
          <p:nvPr>
            <p:ph hasCustomPrompt="1" idx="15" type="title"/>
          </p:nvPr>
        </p:nvSpPr>
        <p:spPr>
          <a:xfrm>
            <a:off x="729052" y="3126600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54" name="Google Shape;354;p16"/>
          <p:cNvSpPr txBox="1"/>
          <p:nvPr>
            <p:ph idx="16" type="subTitle"/>
          </p:nvPr>
        </p:nvSpPr>
        <p:spPr>
          <a:xfrm>
            <a:off x="3652150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55" name="Google Shape;355;p16"/>
          <p:cNvSpPr txBox="1"/>
          <p:nvPr>
            <p:ph idx="17" type="subTitle"/>
          </p:nvPr>
        </p:nvSpPr>
        <p:spPr>
          <a:xfrm>
            <a:off x="3652150" y="37701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56" name="Google Shape;356;p16"/>
          <p:cNvSpPr txBox="1"/>
          <p:nvPr>
            <p:ph hasCustomPrompt="1" idx="18" type="title"/>
          </p:nvPr>
        </p:nvSpPr>
        <p:spPr>
          <a:xfrm>
            <a:off x="3341727" y="3126600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57" name="Google Shape;357;p16"/>
          <p:cNvSpPr txBox="1"/>
          <p:nvPr>
            <p:ph idx="19" type="subTitle"/>
          </p:nvPr>
        </p:nvSpPr>
        <p:spPr>
          <a:xfrm>
            <a:off x="6260975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58" name="Google Shape;358;p16"/>
          <p:cNvSpPr txBox="1"/>
          <p:nvPr>
            <p:ph idx="20" type="subTitle"/>
          </p:nvPr>
        </p:nvSpPr>
        <p:spPr>
          <a:xfrm>
            <a:off x="6260975" y="37701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359" name="Google Shape;359;p16"/>
          <p:cNvSpPr txBox="1"/>
          <p:nvPr>
            <p:ph hasCustomPrompt="1" idx="21" type="title"/>
          </p:nvPr>
        </p:nvSpPr>
        <p:spPr>
          <a:xfrm>
            <a:off x="5950552" y="3126600"/>
            <a:ext cx="4023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0" spcFirstLastPara="1" rIns="0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60" name="Google Shape;360;p16"/>
          <p:cNvSpPr/>
          <p:nvPr/>
        </p:nvSpPr>
        <p:spPr>
          <a:xfrm>
            <a:off x="7954675" y="0"/>
            <a:ext cx="1189200" cy="118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16"/>
          <p:cNvSpPr/>
          <p:nvPr/>
        </p:nvSpPr>
        <p:spPr>
          <a:xfrm>
            <a:off x="7954675" y="1189200"/>
            <a:ext cx="1189200" cy="11892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16"/>
          <p:cNvSpPr/>
          <p:nvPr/>
        </p:nvSpPr>
        <p:spPr>
          <a:xfrm>
            <a:off x="6765475" y="0"/>
            <a:ext cx="1189200" cy="11892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three columns 1">
  <p:cSld name="CUSTOM_1"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17"/>
          <p:cNvSpPr/>
          <p:nvPr/>
        </p:nvSpPr>
        <p:spPr>
          <a:xfrm>
            <a:off x="-7850" y="2435025"/>
            <a:ext cx="9144000" cy="27084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5" name="Google Shape;365;p17"/>
          <p:cNvGrpSpPr/>
          <p:nvPr/>
        </p:nvGrpSpPr>
        <p:grpSpPr>
          <a:xfrm>
            <a:off x="7409395" y="354719"/>
            <a:ext cx="1326248" cy="1339459"/>
            <a:chOff x="-1042825" y="1873925"/>
            <a:chExt cx="948675" cy="958125"/>
          </a:xfrm>
        </p:grpSpPr>
        <p:sp>
          <p:nvSpPr>
            <p:cNvPr id="366" name="Google Shape;366;p17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7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7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7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7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7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17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7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7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7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7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7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7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7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7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7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" name="Google Shape;382;p17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83" name="Google Shape;383;p17"/>
          <p:cNvSpPr txBox="1"/>
          <p:nvPr>
            <p:ph idx="1" type="subTitle"/>
          </p:nvPr>
        </p:nvSpPr>
        <p:spPr>
          <a:xfrm>
            <a:off x="717200" y="2972075"/>
            <a:ext cx="2405100" cy="10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84" name="Google Shape;384;p17"/>
          <p:cNvSpPr txBox="1"/>
          <p:nvPr>
            <p:ph idx="2" type="subTitle"/>
          </p:nvPr>
        </p:nvSpPr>
        <p:spPr>
          <a:xfrm>
            <a:off x="3371500" y="2972075"/>
            <a:ext cx="2405100" cy="10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85" name="Google Shape;385;p17"/>
          <p:cNvSpPr txBox="1"/>
          <p:nvPr>
            <p:ph idx="3" type="subTitle"/>
          </p:nvPr>
        </p:nvSpPr>
        <p:spPr>
          <a:xfrm>
            <a:off x="6025800" y="2972075"/>
            <a:ext cx="2405100" cy="10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three columns 2">
  <p:cSld name="CUSTOM_1_2"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18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88" name="Google Shape;388;p18"/>
          <p:cNvSpPr txBox="1"/>
          <p:nvPr>
            <p:ph idx="1" type="subTitle"/>
          </p:nvPr>
        </p:nvSpPr>
        <p:spPr>
          <a:xfrm>
            <a:off x="717200" y="1703075"/>
            <a:ext cx="2280900" cy="13716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182875" spcFirstLastPara="1" rIns="18287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89" name="Google Shape;389;p18"/>
          <p:cNvSpPr txBox="1"/>
          <p:nvPr>
            <p:ph idx="2" type="subTitle"/>
          </p:nvPr>
        </p:nvSpPr>
        <p:spPr>
          <a:xfrm>
            <a:off x="3433600" y="1703075"/>
            <a:ext cx="2280900" cy="13716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182875" spcFirstLastPara="1" rIns="18287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0" name="Google Shape;390;p18"/>
          <p:cNvSpPr txBox="1"/>
          <p:nvPr>
            <p:ph idx="3" type="subTitle"/>
          </p:nvPr>
        </p:nvSpPr>
        <p:spPr>
          <a:xfrm>
            <a:off x="6150001" y="1703075"/>
            <a:ext cx="2280900" cy="13716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182875" spcFirstLastPara="1" rIns="18287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1" name="Google Shape;391;p18"/>
          <p:cNvSpPr/>
          <p:nvPr/>
        </p:nvSpPr>
        <p:spPr>
          <a:xfrm>
            <a:off x="8521575" y="0"/>
            <a:ext cx="622200" cy="622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18"/>
          <p:cNvSpPr/>
          <p:nvPr/>
        </p:nvSpPr>
        <p:spPr>
          <a:xfrm>
            <a:off x="8521575" y="622300"/>
            <a:ext cx="622200" cy="6222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18"/>
          <p:cNvSpPr/>
          <p:nvPr/>
        </p:nvSpPr>
        <p:spPr>
          <a:xfrm>
            <a:off x="7899275" y="0"/>
            <a:ext cx="622200" cy="6222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18"/>
          <p:cNvSpPr/>
          <p:nvPr/>
        </p:nvSpPr>
        <p:spPr>
          <a:xfrm>
            <a:off x="11" y="4604100"/>
            <a:ext cx="539400" cy="5394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18"/>
          <p:cNvSpPr/>
          <p:nvPr/>
        </p:nvSpPr>
        <p:spPr>
          <a:xfrm>
            <a:off x="539405" y="4291325"/>
            <a:ext cx="312900" cy="3129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6" name="Google Shape;396;p18"/>
          <p:cNvGrpSpPr/>
          <p:nvPr/>
        </p:nvGrpSpPr>
        <p:grpSpPr>
          <a:xfrm>
            <a:off x="7803548" y="3801764"/>
            <a:ext cx="1114124" cy="1125222"/>
            <a:chOff x="-1042825" y="1873925"/>
            <a:chExt cx="948675" cy="958125"/>
          </a:xfrm>
        </p:grpSpPr>
        <p:sp>
          <p:nvSpPr>
            <p:cNvPr id="397" name="Google Shape;397;p18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18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18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8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18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18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18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18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8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18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18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8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8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8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8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8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title and description 2">
  <p:cSld name="CUSTOM_2"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oogle Shape;414;p19"/>
          <p:cNvGrpSpPr/>
          <p:nvPr/>
        </p:nvGrpSpPr>
        <p:grpSpPr>
          <a:xfrm>
            <a:off x="717218" y="3839723"/>
            <a:ext cx="756853" cy="764392"/>
            <a:chOff x="-1042825" y="1873925"/>
            <a:chExt cx="948675" cy="958125"/>
          </a:xfrm>
        </p:grpSpPr>
        <p:sp>
          <p:nvSpPr>
            <p:cNvPr id="415" name="Google Shape;415;p19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9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9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9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9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9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9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9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9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19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19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9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9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9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9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9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" name="Google Shape;431;p19"/>
          <p:cNvSpPr/>
          <p:nvPr/>
        </p:nvSpPr>
        <p:spPr>
          <a:xfrm>
            <a:off x="0" y="0"/>
            <a:ext cx="686400" cy="686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19"/>
          <p:cNvSpPr/>
          <p:nvPr/>
        </p:nvSpPr>
        <p:spPr>
          <a:xfrm>
            <a:off x="686350" y="0"/>
            <a:ext cx="686400" cy="6864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19"/>
          <p:cNvSpPr/>
          <p:nvPr/>
        </p:nvSpPr>
        <p:spPr>
          <a:xfrm>
            <a:off x="0" y="686350"/>
            <a:ext cx="686400" cy="6864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19"/>
          <p:cNvSpPr/>
          <p:nvPr/>
        </p:nvSpPr>
        <p:spPr>
          <a:xfrm>
            <a:off x="1372750" y="686350"/>
            <a:ext cx="337500" cy="3375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19"/>
          <p:cNvSpPr/>
          <p:nvPr/>
        </p:nvSpPr>
        <p:spPr>
          <a:xfrm>
            <a:off x="8457600" y="4457100"/>
            <a:ext cx="686400" cy="686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19"/>
          <p:cNvSpPr/>
          <p:nvPr/>
        </p:nvSpPr>
        <p:spPr>
          <a:xfrm>
            <a:off x="7771200" y="4457100"/>
            <a:ext cx="686400" cy="6864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19"/>
          <p:cNvSpPr txBox="1"/>
          <p:nvPr>
            <p:ph type="title"/>
          </p:nvPr>
        </p:nvSpPr>
        <p:spPr>
          <a:xfrm>
            <a:off x="713100" y="1777500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38" name="Google Shape;438;p19"/>
          <p:cNvSpPr txBox="1"/>
          <p:nvPr>
            <p:ph idx="1" type="subTitle"/>
          </p:nvPr>
        </p:nvSpPr>
        <p:spPr>
          <a:xfrm>
            <a:off x="718125" y="2353500"/>
            <a:ext cx="3707400" cy="101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>
              <a:spcBef>
                <a:spcPts val="800"/>
              </a:spcBef>
              <a:spcAft>
                <a:spcPts val="0"/>
              </a:spcAft>
              <a:buNone/>
              <a:defRPr sz="1600"/>
            </a:lvl2pPr>
            <a:lvl3pPr lvl="2">
              <a:spcBef>
                <a:spcPts val="800"/>
              </a:spcBef>
              <a:spcAft>
                <a:spcPts val="0"/>
              </a:spcAft>
              <a:buNone/>
              <a:defRPr sz="1600"/>
            </a:lvl3pPr>
            <a:lvl4pPr lvl="3">
              <a:spcBef>
                <a:spcPts val="800"/>
              </a:spcBef>
              <a:spcAft>
                <a:spcPts val="0"/>
              </a:spcAft>
              <a:buNone/>
              <a:defRPr sz="1600"/>
            </a:lvl4pPr>
            <a:lvl5pPr lvl="4">
              <a:spcBef>
                <a:spcPts val="800"/>
              </a:spcBef>
              <a:spcAft>
                <a:spcPts val="0"/>
              </a:spcAft>
              <a:buNone/>
              <a:defRPr sz="1600"/>
            </a:lvl5pPr>
            <a:lvl6pPr lvl="5">
              <a:spcBef>
                <a:spcPts val="800"/>
              </a:spcBef>
              <a:spcAft>
                <a:spcPts val="0"/>
              </a:spcAft>
              <a:buNone/>
              <a:defRPr sz="1600"/>
            </a:lvl6pPr>
            <a:lvl7pPr lvl="6">
              <a:spcBef>
                <a:spcPts val="800"/>
              </a:spcBef>
              <a:spcAft>
                <a:spcPts val="0"/>
              </a:spcAft>
              <a:buNone/>
              <a:defRPr sz="1600"/>
            </a:lvl7pPr>
            <a:lvl8pPr lvl="7">
              <a:spcBef>
                <a:spcPts val="800"/>
              </a:spcBef>
              <a:spcAft>
                <a:spcPts val="0"/>
              </a:spcAft>
              <a:buNone/>
              <a:defRPr sz="1600"/>
            </a:lvl8pPr>
            <a:lvl9pPr lvl="8">
              <a:spcBef>
                <a:spcPts val="800"/>
              </a:spcBef>
              <a:spcAft>
                <a:spcPts val="800"/>
              </a:spcAft>
              <a:buNone/>
              <a:defRPr sz="1600"/>
            </a:lvl9pPr>
          </a:lstStyle>
          <a:p/>
        </p:txBody>
      </p:sp>
      <p:sp>
        <p:nvSpPr>
          <p:cNvPr id="439" name="Google Shape;439;p19"/>
          <p:cNvSpPr txBox="1"/>
          <p:nvPr>
            <p:ph idx="2" type="subTitle"/>
          </p:nvPr>
        </p:nvSpPr>
        <p:spPr>
          <a:xfrm>
            <a:off x="5878925" y="1025288"/>
            <a:ext cx="1856100" cy="34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None/>
              <a:defRPr b="1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40" name="Google Shape;440;p19"/>
          <p:cNvSpPr txBox="1"/>
          <p:nvPr>
            <p:ph idx="3" type="subTitle"/>
          </p:nvPr>
        </p:nvSpPr>
        <p:spPr>
          <a:xfrm>
            <a:off x="5878925" y="1594188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41" name="Google Shape;441;p19"/>
          <p:cNvSpPr txBox="1"/>
          <p:nvPr>
            <p:ph idx="4" type="subTitle"/>
          </p:nvPr>
        </p:nvSpPr>
        <p:spPr>
          <a:xfrm>
            <a:off x="5878925" y="2278879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42" name="Google Shape;442;p19"/>
          <p:cNvSpPr txBox="1"/>
          <p:nvPr>
            <p:ph idx="5" type="subTitle"/>
          </p:nvPr>
        </p:nvSpPr>
        <p:spPr>
          <a:xfrm>
            <a:off x="5878925" y="2966871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43" name="Google Shape;443;p19"/>
          <p:cNvSpPr txBox="1"/>
          <p:nvPr>
            <p:ph idx="6" type="subTitle"/>
          </p:nvPr>
        </p:nvSpPr>
        <p:spPr>
          <a:xfrm>
            <a:off x="5878925" y="3654863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44" name="Google Shape;444;p19"/>
          <p:cNvSpPr txBox="1"/>
          <p:nvPr>
            <p:ph hasCustomPrompt="1" idx="7" type="title"/>
          </p:nvPr>
        </p:nvSpPr>
        <p:spPr>
          <a:xfrm>
            <a:off x="5171575" y="1590888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5" name="Google Shape;445;p19"/>
          <p:cNvSpPr txBox="1"/>
          <p:nvPr>
            <p:ph hasCustomPrompt="1" idx="8" type="title"/>
          </p:nvPr>
        </p:nvSpPr>
        <p:spPr>
          <a:xfrm>
            <a:off x="5171575" y="2278879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6" name="Google Shape;446;p19"/>
          <p:cNvSpPr txBox="1"/>
          <p:nvPr>
            <p:ph hasCustomPrompt="1" idx="9" type="title"/>
          </p:nvPr>
        </p:nvSpPr>
        <p:spPr>
          <a:xfrm>
            <a:off x="5171575" y="2966871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7" name="Google Shape;447;p19"/>
          <p:cNvSpPr txBox="1"/>
          <p:nvPr>
            <p:ph hasCustomPrompt="1" idx="13" type="title"/>
          </p:nvPr>
        </p:nvSpPr>
        <p:spPr>
          <a:xfrm>
            <a:off x="5171575" y="3654863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b="1" sz="14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ix columns">
  <p:cSld name="CUSTOM_3"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9" name="Google Shape;449;p20"/>
          <p:cNvGrpSpPr/>
          <p:nvPr/>
        </p:nvGrpSpPr>
        <p:grpSpPr>
          <a:xfrm>
            <a:off x="3545666" y="3749801"/>
            <a:ext cx="1098661" cy="1109605"/>
            <a:chOff x="-1042825" y="1873925"/>
            <a:chExt cx="948675" cy="958125"/>
          </a:xfrm>
        </p:grpSpPr>
        <p:sp>
          <p:nvSpPr>
            <p:cNvPr id="450" name="Google Shape;450;p20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0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0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0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0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0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0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0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0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0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0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0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0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0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0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0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" name="Google Shape;466;p20"/>
          <p:cNvSpPr txBox="1"/>
          <p:nvPr>
            <p:ph idx="1" type="subTitle"/>
          </p:nvPr>
        </p:nvSpPr>
        <p:spPr>
          <a:xfrm>
            <a:off x="3666175" y="294723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67" name="Google Shape;467;p20"/>
          <p:cNvSpPr txBox="1"/>
          <p:nvPr>
            <p:ph idx="2" type="subTitle"/>
          </p:nvPr>
        </p:nvSpPr>
        <p:spPr>
          <a:xfrm>
            <a:off x="3670675" y="2599833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68" name="Google Shape;468;p20"/>
          <p:cNvSpPr txBox="1"/>
          <p:nvPr>
            <p:ph idx="3" type="subTitle"/>
          </p:nvPr>
        </p:nvSpPr>
        <p:spPr>
          <a:xfrm>
            <a:off x="3666175" y="412908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69" name="Google Shape;469;p20"/>
          <p:cNvSpPr txBox="1"/>
          <p:nvPr>
            <p:ph idx="4" type="subTitle"/>
          </p:nvPr>
        </p:nvSpPr>
        <p:spPr>
          <a:xfrm>
            <a:off x="3670675" y="3781683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70" name="Google Shape;470;p20"/>
          <p:cNvSpPr txBox="1"/>
          <p:nvPr>
            <p:ph idx="5" type="subTitle"/>
          </p:nvPr>
        </p:nvSpPr>
        <p:spPr>
          <a:xfrm>
            <a:off x="3666175" y="1765371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71" name="Google Shape;471;p20"/>
          <p:cNvSpPr txBox="1"/>
          <p:nvPr>
            <p:ph idx="6" type="subTitle"/>
          </p:nvPr>
        </p:nvSpPr>
        <p:spPr>
          <a:xfrm>
            <a:off x="3670675" y="1417971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grpSp>
        <p:nvGrpSpPr>
          <p:cNvPr id="472" name="Google Shape;472;p20"/>
          <p:cNvGrpSpPr/>
          <p:nvPr/>
        </p:nvGrpSpPr>
        <p:grpSpPr>
          <a:xfrm>
            <a:off x="0" y="3441250"/>
            <a:ext cx="2157300" cy="1702250"/>
            <a:chOff x="0" y="3441250"/>
            <a:chExt cx="2157300" cy="1702250"/>
          </a:xfrm>
        </p:grpSpPr>
        <p:sp>
          <p:nvSpPr>
            <p:cNvPr id="473" name="Google Shape;473;p20"/>
            <p:cNvSpPr/>
            <p:nvPr/>
          </p:nvSpPr>
          <p:spPr>
            <a:xfrm>
              <a:off x="0" y="4292400"/>
              <a:ext cx="851100" cy="8511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0"/>
            <p:cNvSpPr/>
            <p:nvPr/>
          </p:nvSpPr>
          <p:spPr>
            <a:xfrm>
              <a:off x="851100" y="429240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0"/>
            <p:cNvSpPr/>
            <p:nvPr/>
          </p:nvSpPr>
          <p:spPr>
            <a:xfrm>
              <a:off x="1702200" y="3837250"/>
              <a:ext cx="455100" cy="455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0"/>
            <p:cNvSpPr/>
            <p:nvPr/>
          </p:nvSpPr>
          <p:spPr>
            <a:xfrm>
              <a:off x="0" y="344125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" name="Google Shape;477;p20"/>
          <p:cNvSpPr/>
          <p:nvPr/>
        </p:nvSpPr>
        <p:spPr>
          <a:xfrm>
            <a:off x="8292800" y="0"/>
            <a:ext cx="851100" cy="8511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20"/>
          <p:cNvSpPr/>
          <p:nvPr/>
        </p:nvSpPr>
        <p:spPr>
          <a:xfrm>
            <a:off x="7441650" y="0"/>
            <a:ext cx="851100" cy="8511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20"/>
          <p:cNvSpPr txBox="1"/>
          <p:nvPr>
            <p:ph type="title"/>
          </p:nvPr>
        </p:nvSpPr>
        <p:spPr>
          <a:xfrm>
            <a:off x="3666175" y="445025"/>
            <a:ext cx="476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80" name="Google Shape;480;p20"/>
          <p:cNvSpPr txBox="1"/>
          <p:nvPr>
            <p:ph idx="7" type="subTitle"/>
          </p:nvPr>
        </p:nvSpPr>
        <p:spPr>
          <a:xfrm>
            <a:off x="6268500" y="1765371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81" name="Google Shape;481;p20"/>
          <p:cNvSpPr txBox="1"/>
          <p:nvPr>
            <p:ph idx="8" type="subTitle"/>
          </p:nvPr>
        </p:nvSpPr>
        <p:spPr>
          <a:xfrm>
            <a:off x="6273000" y="1417971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82" name="Google Shape;482;p20"/>
          <p:cNvSpPr txBox="1"/>
          <p:nvPr>
            <p:ph idx="9" type="subTitle"/>
          </p:nvPr>
        </p:nvSpPr>
        <p:spPr>
          <a:xfrm>
            <a:off x="6268500" y="294723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83" name="Google Shape;483;p20"/>
          <p:cNvSpPr txBox="1"/>
          <p:nvPr>
            <p:ph idx="13" type="subTitle"/>
          </p:nvPr>
        </p:nvSpPr>
        <p:spPr>
          <a:xfrm>
            <a:off x="6273000" y="2599833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84" name="Google Shape;484;p20"/>
          <p:cNvSpPr txBox="1"/>
          <p:nvPr>
            <p:ph idx="14" type="subTitle"/>
          </p:nvPr>
        </p:nvSpPr>
        <p:spPr>
          <a:xfrm>
            <a:off x="6268500" y="412908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sz="1400"/>
            </a:lvl9pPr>
          </a:lstStyle>
          <a:p/>
        </p:txBody>
      </p:sp>
      <p:sp>
        <p:nvSpPr>
          <p:cNvPr id="485" name="Google Shape;485;p20"/>
          <p:cNvSpPr txBox="1"/>
          <p:nvPr>
            <p:ph idx="15" type="subTitle"/>
          </p:nvPr>
        </p:nvSpPr>
        <p:spPr>
          <a:xfrm>
            <a:off x="6273000" y="3781683"/>
            <a:ext cx="2157900" cy="34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four columns 1">
  <p:cSld name="CUSTOM_5"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p21"/>
          <p:cNvSpPr/>
          <p:nvPr/>
        </p:nvSpPr>
        <p:spPr>
          <a:xfrm>
            <a:off x="7681200" y="1"/>
            <a:ext cx="1462800" cy="146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" name="Google Shape;488;p21"/>
          <p:cNvGrpSpPr/>
          <p:nvPr/>
        </p:nvGrpSpPr>
        <p:grpSpPr>
          <a:xfrm>
            <a:off x="217297" y="197659"/>
            <a:ext cx="999809" cy="1009672"/>
            <a:chOff x="-1042825" y="1873925"/>
            <a:chExt cx="948675" cy="958125"/>
          </a:xfrm>
        </p:grpSpPr>
        <p:sp>
          <p:nvSpPr>
            <p:cNvPr id="489" name="Google Shape;489;p21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1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1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1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1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1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1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1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1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1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1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1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1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1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1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1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28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" name="Google Shape;505;p21"/>
          <p:cNvSpPr/>
          <p:nvPr/>
        </p:nvSpPr>
        <p:spPr>
          <a:xfrm>
            <a:off x="-7300" y="3141275"/>
            <a:ext cx="7070700" cy="20022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21"/>
          <p:cNvSpPr txBox="1"/>
          <p:nvPr>
            <p:ph type="title"/>
          </p:nvPr>
        </p:nvSpPr>
        <p:spPr>
          <a:xfrm>
            <a:off x="713100" y="445025"/>
            <a:ext cx="41787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07" name="Google Shape;507;p21"/>
          <p:cNvSpPr txBox="1"/>
          <p:nvPr>
            <p:ph idx="1" type="subTitle"/>
          </p:nvPr>
        </p:nvSpPr>
        <p:spPr>
          <a:xfrm>
            <a:off x="729275" y="1733000"/>
            <a:ext cx="19386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08" name="Google Shape;508;p21"/>
          <p:cNvSpPr txBox="1"/>
          <p:nvPr>
            <p:ph idx="2" type="subTitle"/>
          </p:nvPr>
        </p:nvSpPr>
        <p:spPr>
          <a:xfrm>
            <a:off x="729275" y="2153350"/>
            <a:ext cx="21489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09" name="Google Shape;509;p21"/>
          <p:cNvSpPr txBox="1"/>
          <p:nvPr>
            <p:ph idx="3" type="subTitle"/>
          </p:nvPr>
        </p:nvSpPr>
        <p:spPr>
          <a:xfrm>
            <a:off x="3088575" y="2153350"/>
            <a:ext cx="21489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10" name="Google Shape;510;p21"/>
          <p:cNvSpPr txBox="1"/>
          <p:nvPr>
            <p:ph idx="4" type="subTitle"/>
          </p:nvPr>
        </p:nvSpPr>
        <p:spPr>
          <a:xfrm>
            <a:off x="729275" y="3488950"/>
            <a:ext cx="19386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11" name="Google Shape;511;p21"/>
          <p:cNvSpPr txBox="1"/>
          <p:nvPr>
            <p:ph idx="5" type="subTitle"/>
          </p:nvPr>
        </p:nvSpPr>
        <p:spPr>
          <a:xfrm>
            <a:off x="729275" y="3909300"/>
            <a:ext cx="21489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12" name="Google Shape;512;p21"/>
          <p:cNvSpPr txBox="1"/>
          <p:nvPr>
            <p:ph idx="6" type="subTitle"/>
          </p:nvPr>
        </p:nvSpPr>
        <p:spPr>
          <a:xfrm>
            <a:off x="3088575" y="3909300"/>
            <a:ext cx="21489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four columns 2">
  <p:cSld name="CUSTOM_7"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p22"/>
          <p:cNvSpPr/>
          <p:nvPr/>
        </p:nvSpPr>
        <p:spPr>
          <a:xfrm>
            <a:off x="0" y="7849"/>
            <a:ext cx="1572600" cy="15726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22"/>
          <p:cNvSpPr/>
          <p:nvPr/>
        </p:nvSpPr>
        <p:spPr>
          <a:xfrm>
            <a:off x="4531925" y="7850"/>
            <a:ext cx="4612200" cy="5143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" name="Google Shape;516;p22"/>
          <p:cNvGrpSpPr/>
          <p:nvPr/>
        </p:nvGrpSpPr>
        <p:grpSpPr>
          <a:xfrm>
            <a:off x="7305394" y="537321"/>
            <a:ext cx="1125508" cy="1136719"/>
            <a:chOff x="-1042825" y="1873925"/>
            <a:chExt cx="948675" cy="958125"/>
          </a:xfrm>
        </p:grpSpPr>
        <p:sp>
          <p:nvSpPr>
            <p:cNvPr id="517" name="Google Shape;517;p22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2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2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2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2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2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2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2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2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2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2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2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2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2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2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2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" name="Google Shape;533;p22"/>
          <p:cNvSpPr/>
          <p:nvPr/>
        </p:nvSpPr>
        <p:spPr>
          <a:xfrm>
            <a:off x="8607725" y="4602000"/>
            <a:ext cx="536400" cy="536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22"/>
          <p:cNvSpPr txBox="1"/>
          <p:nvPr>
            <p:ph type="title"/>
          </p:nvPr>
        </p:nvSpPr>
        <p:spPr>
          <a:xfrm>
            <a:off x="713100" y="445025"/>
            <a:ext cx="260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5" name="Google Shape;535;p22"/>
          <p:cNvSpPr txBox="1"/>
          <p:nvPr>
            <p:ph idx="1" type="subTitle"/>
          </p:nvPr>
        </p:nvSpPr>
        <p:spPr>
          <a:xfrm>
            <a:off x="713100" y="18400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36" name="Google Shape;536;p22"/>
          <p:cNvSpPr txBox="1"/>
          <p:nvPr>
            <p:ph idx="2" type="subTitle"/>
          </p:nvPr>
        </p:nvSpPr>
        <p:spPr>
          <a:xfrm>
            <a:off x="713100" y="21874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37" name="Google Shape;537;p22"/>
          <p:cNvSpPr txBox="1"/>
          <p:nvPr>
            <p:ph idx="3" type="subTitle"/>
          </p:nvPr>
        </p:nvSpPr>
        <p:spPr>
          <a:xfrm>
            <a:off x="713100" y="33219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38" name="Google Shape;538;p22"/>
          <p:cNvSpPr txBox="1"/>
          <p:nvPr>
            <p:ph idx="4" type="subTitle"/>
          </p:nvPr>
        </p:nvSpPr>
        <p:spPr>
          <a:xfrm>
            <a:off x="713100" y="36693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39" name="Google Shape;539;p22"/>
          <p:cNvSpPr txBox="1"/>
          <p:nvPr>
            <p:ph idx="5" type="subTitle"/>
          </p:nvPr>
        </p:nvSpPr>
        <p:spPr>
          <a:xfrm>
            <a:off x="6574800" y="18400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40" name="Google Shape;540;p22"/>
          <p:cNvSpPr txBox="1"/>
          <p:nvPr>
            <p:ph idx="6" type="subTitle"/>
          </p:nvPr>
        </p:nvSpPr>
        <p:spPr>
          <a:xfrm>
            <a:off x="6574800" y="21874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  <p:sp>
        <p:nvSpPr>
          <p:cNvPr id="541" name="Google Shape;541;p22"/>
          <p:cNvSpPr txBox="1"/>
          <p:nvPr>
            <p:ph idx="7" type="subTitle"/>
          </p:nvPr>
        </p:nvSpPr>
        <p:spPr>
          <a:xfrm>
            <a:off x="6574800" y="33219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 b="1"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542" name="Google Shape;542;p22"/>
          <p:cNvSpPr txBox="1"/>
          <p:nvPr>
            <p:ph idx="8" type="subTitle"/>
          </p:nvPr>
        </p:nvSpPr>
        <p:spPr>
          <a:xfrm>
            <a:off x="6574800" y="36693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3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b="1"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1pPr>
            <a:lvl2pPr indent="-304800" lvl="1" marL="9144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○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2pPr>
            <a:lvl3pPr indent="-304800" lvl="2" marL="1371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■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3pPr>
            <a:lvl4pPr indent="-304800" lvl="3" marL="1828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4pPr>
            <a:lvl5pPr indent="-304800" lvl="4" marL="22860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○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5pPr>
            <a:lvl6pPr indent="-304800" lvl="5" marL="27432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■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6pPr>
            <a:lvl7pPr indent="-304800" lvl="6" marL="32004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7pPr>
            <a:lvl8pPr indent="-304800" lvl="7" marL="3657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○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8pPr>
            <a:lvl9pPr indent="-304800" lvl="8" marL="411480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Font typeface="Muli"/>
              <a:buChar char="■"/>
              <a:defRPr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0E2A47"/>
        </a:solidFill>
      </p:bgPr>
    </p:bg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545" name="Google Shape;545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9.xml"/><Relationship Id="rId10" Type="http://schemas.openxmlformats.org/officeDocument/2006/relationships/slide" Target="/ppt/slides/slide28.xml"/><Relationship Id="rId13" Type="http://schemas.openxmlformats.org/officeDocument/2006/relationships/slide" Target="/ppt/slides/slide39.xml"/><Relationship Id="rId12" Type="http://schemas.openxmlformats.org/officeDocument/2006/relationships/slide" Target="/ppt/slides/slide30.xm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7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6.xml"/><Relationship Id="rId8" Type="http://schemas.openxmlformats.org/officeDocument/2006/relationships/slide" Target="/ppt/slides/slide25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5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3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5ZnUDEv87Vk9bKqtBEPPSuRevKQc-hzaabZ9ndzpXEg/copy" TargetMode="External"/><Relationship Id="rId4" Type="http://schemas.openxmlformats.org/officeDocument/2006/relationships/image" Target="../media/image2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0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6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.jpg"/><Relationship Id="rId4" Type="http://schemas.openxmlformats.org/officeDocument/2006/relationships/image" Target="../media/image3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9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8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4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2.jpg"/><Relationship Id="rId4" Type="http://schemas.openxmlformats.org/officeDocument/2006/relationships/image" Target="../media/image5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1.jpg"/></Relationships>
</file>

<file path=ppt/slides/_rels/slide26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nurse-holding-disabled-senior-woman-s-hand-sitting-wheel-chair_2675946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beautiful-doctor-holding-folder-with-copy-space_6403680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ront-view-caregiver-holding-hands-with-old-woman-close-up_520029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photo/surgeon-wearing-gloves_1198266.htm/?utm_source=slidesgo_template&amp;utm_medium=referral-link&amp;utm_campaign=sg_resources&amp;utm_content=freepik" TargetMode="External"/><Relationship Id="rId4" Type="http://schemas.openxmlformats.org/officeDocument/2006/relationships/hyperlink" Target="http://freepik.com/free-photo/serious-surgeon-posing_1188651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male-doctor-uniform-with-stethoscope_346524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uregeon-operating_118867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heerful-doctor-talking-with-elderly-patient_3038037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medical-team-doctor-s-office_450750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octor-listening-senior-patient-hospital-hall_6052294.htm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nurse-man-uniform-gloves-holding-injection_4056726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mid-section-man-having-elbow-pain-standing-against-grey-background_3590167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smiling-young-doctor-with-clipboard_3007036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professional-surgeon-posing_1188652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bearded-doctor-examining-lungs-patient_3038059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lose-up-doctor-hand-wearing-blue-gloves-holding-syringe-with-needle-against-white-background_3885505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handsome-business-man-posing-front-view_5939067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surgeon-s-vaccine_1188660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surgeon-s-hand-with-vaccination_118867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surgeon-wearing-mask-operation-room_1188678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surgeon-wearing-gloves-darkness_121010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male-doctor-with-arms-crossed_3465256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doctor-holding-clipboard-looking-camera_5480812.htm/?utm_source=slidesgo_template&amp;utm_medium=referral-link&amp;utm_campaign=sg_resources&amp;utm_content=freepik" TargetMode="External"/><Relationship Id="rId18" Type="http://schemas.openxmlformats.org/officeDocument/2006/relationships/hyperlink" Target="https://www.flaticon.com/packs/plastic-surgery-12/?utm_source=slidesgo_template&amp;utm_medium=referral-link&amp;utm_campaign=sg_resources&amp;utm_content=flaticon" TargetMode="External"/><Relationship Id="rId7" Type="http://schemas.openxmlformats.org/officeDocument/2006/relationships/hyperlink" Target="https://www.freepik.com/free-photo/doctor-looking-chest-x-ray_548079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octors-watching-x-ray-shot_1807412.htm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Muli" TargetMode="Externa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p25"/>
          <p:cNvSpPr txBox="1"/>
          <p:nvPr>
            <p:ph type="ctrTitle"/>
          </p:nvPr>
        </p:nvSpPr>
        <p:spPr>
          <a:xfrm>
            <a:off x="877776" y="1130675"/>
            <a:ext cx="2862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Surgery Clinical Case </a:t>
            </a:r>
            <a:endParaRPr/>
          </a:p>
        </p:txBody>
      </p:sp>
      <p:sp>
        <p:nvSpPr>
          <p:cNvPr id="552" name="Google Shape;552;p25"/>
          <p:cNvSpPr txBox="1"/>
          <p:nvPr>
            <p:ph idx="1" type="subTitle"/>
          </p:nvPr>
        </p:nvSpPr>
        <p:spPr>
          <a:xfrm>
            <a:off x="877775" y="3183275"/>
            <a:ext cx="2862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 is where your presentation begins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53" name="Google Shape;553;p25"/>
          <p:cNvSpPr/>
          <p:nvPr/>
        </p:nvSpPr>
        <p:spPr>
          <a:xfrm>
            <a:off x="1011475" y="807600"/>
            <a:ext cx="540900" cy="86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4" name="Google Shape;554;p25"/>
          <p:cNvPicPr preferRelativeResize="0"/>
          <p:nvPr/>
        </p:nvPicPr>
        <p:blipFill rotWithShape="1">
          <a:blip r:embed="rId3">
            <a:alphaModFix/>
          </a:blip>
          <a:srcRect b="0" l="884" r="8838" t="0"/>
          <a:stretch/>
        </p:blipFill>
        <p:spPr>
          <a:xfrm>
            <a:off x="4500575" y="0"/>
            <a:ext cx="464342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55" name="Google Shape;555;p25"/>
          <p:cNvSpPr/>
          <p:nvPr/>
        </p:nvSpPr>
        <p:spPr>
          <a:xfrm>
            <a:off x="8395088" y="0"/>
            <a:ext cx="748800" cy="748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25"/>
          <p:cNvSpPr/>
          <p:nvPr/>
        </p:nvSpPr>
        <p:spPr>
          <a:xfrm>
            <a:off x="8395088" y="748788"/>
            <a:ext cx="748800" cy="7488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25"/>
          <p:cNvSpPr/>
          <p:nvPr/>
        </p:nvSpPr>
        <p:spPr>
          <a:xfrm>
            <a:off x="7646300" y="0"/>
            <a:ext cx="748800" cy="7488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p26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563" name="Google Shape;563;p26"/>
          <p:cNvSpPr txBox="1"/>
          <p:nvPr>
            <p:ph idx="1" type="body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Here’s what you’ll find in this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r:id="rId3"/>
              </a:rPr>
              <a:t>Slidesgo</a:t>
            </a:r>
            <a:r>
              <a:rPr b="1" lang="en">
                <a:solidFill>
                  <a:schemeClr val="accent5"/>
                </a:solidFill>
              </a:rPr>
              <a:t> </a:t>
            </a:r>
            <a:r>
              <a:rPr lang="en"/>
              <a:t>template: </a:t>
            </a:r>
            <a:br>
              <a:rPr lang="en"/>
            </a:b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A slide structure based on a clinical case, which you can easily adapt to your needs. For more info on how to edit the template, please visit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</a:t>
            </a:r>
            <a:r>
              <a:rPr lang="en">
                <a:solidFill>
                  <a:schemeClr val="accent5"/>
                </a:solidFill>
              </a:rPr>
              <a:t>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r:id="rId5"/>
              </a:rPr>
              <a:t>FAQ</a:t>
            </a:r>
            <a:r>
              <a:rPr b="1" lang="en">
                <a:uFill>
                  <a:noFill/>
                </a:uFill>
                <a:hlinkClick r:id="rId6"/>
              </a:rPr>
              <a:t>s</a:t>
            </a:r>
            <a:r>
              <a:rPr lang="en"/>
              <a:t>.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7"/>
              </a:rPr>
              <a:t>alternative resources slide</a:t>
            </a:r>
            <a:r>
              <a:rPr lang="en">
                <a:solidFill>
                  <a:schemeClr val="accent5"/>
                </a:solidFill>
              </a:rPr>
              <a:t>.</a:t>
            </a:r>
            <a:endParaRPr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A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8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A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9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10"/>
              </a:rPr>
              <a:t>Instructions for use</a:t>
            </a:r>
            <a:r>
              <a:rPr lang="en"/>
              <a:t>.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/>
              <a:t>Final slides with: </a:t>
            </a:r>
            <a:endParaRPr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The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11"/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More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12"/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 Regular"/>
              <a:buChar char="●"/>
            </a:pPr>
            <a:r>
              <a:rPr lang="en"/>
              <a:t>Sets of </a:t>
            </a:r>
            <a:r>
              <a:rPr b="1" lang="en">
                <a:solidFill>
                  <a:schemeClr val="accent5"/>
                </a:solidFill>
                <a:uFill>
                  <a:noFill/>
                </a:uFill>
                <a:hlinkClick action="ppaction://hlinksldjump" r:id="rId13"/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delete this slide when you’re done editing the presentation.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27"/>
          <p:cNvSpPr/>
          <p:nvPr/>
        </p:nvSpPr>
        <p:spPr>
          <a:xfrm>
            <a:off x="729900" y="1513225"/>
            <a:ext cx="2482500" cy="14757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" name="Google Shape;569;p27"/>
          <p:cNvSpPr/>
          <p:nvPr/>
        </p:nvSpPr>
        <p:spPr>
          <a:xfrm>
            <a:off x="3339575" y="1513225"/>
            <a:ext cx="2482500" cy="1475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27"/>
          <p:cNvSpPr/>
          <p:nvPr/>
        </p:nvSpPr>
        <p:spPr>
          <a:xfrm>
            <a:off x="5948400" y="1513225"/>
            <a:ext cx="2482500" cy="1475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27"/>
          <p:cNvSpPr/>
          <p:nvPr/>
        </p:nvSpPr>
        <p:spPr>
          <a:xfrm>
            <a:off x="729900" y="3128400"/>
            <a:ext cx="2482500" cy="1475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27"/>
          <p:cNvSpPr/>
          <p:nvPr/>
        </p:nvSpPr>
        <p:spPr>
          <a:xfrm>
            <a:off x="3339575" y="3128400"/>
            <a:ext cx="2482500" cy="1475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27"/>
          <p:cNvSpPr/>
          <p:nvPr/>
        </p:nvSpPr>
        <p:spPr>
          <a:xfrm>
            <a:off x="5948400" y="3128400"/>
            <a:ext cx="2482500" cy="1475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27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Agenda</a:t>
            </a:r>
            <a:endParaRPr/>
          </a:p>
        </p:txBody>
      </p:sp>
      <p:sp>
        <p:nvSpPr>
          <p:cNvPr id="575" name="Google Shape;575;p27"/>
          <p:cNvSpPr txBox="1"/>
          <p:nvPr>
            <p:ph idx="2" type="title"/>
          </p:nvPr>
        </p:nvSpPr>
        <p:spPr>
          <a:xfrm>
            <a:off x="729052" y="1511425"/>
            <a:ext cx="402300" cy="347400"/>
          </a:xfrm>
          <a:prstGeom prst="rect">
            <a:avLst/>
          </a:prstGeom>
          <a:solidFill>
            <a:schemeClr val="accent6"/>
          </a:solidFill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76" name="Google Shape;576;p27"/>
          <p:cNvSpPr txBox="1"/>
          <p:nvPr>
            <p:ph idx="1" type="subTitle"/>
          </p:nvPr>
        </p:nvSpPr>
        <p:spPr>
          <a:xfrm>
            <a:off x="1039725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1"/>
                </a:solidFill>
              </a:rPr>
              <a:t>About the Patient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77" name="Google Shape;577;p27"/>
          <p:cNvSpPr txBox="1"/>
          <p:nvPr>
            <p:ph idx="3" type="subTitle"/>
          </p:nvPr>
        </p:nvSpPr>
        <p:spPr>
          <a:xfrm>
            <a:off x="1039725" y="2154925"/>
            <a:ext cx="2002500" cy="5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78" name="Google Shape;578;p27"/>
          <p:cNvSpPr txBox="1"/>
          <p:nvPr>
            <p:ph idx="4" type="subTitle"/>
          </p:nvPr>
        </p:nvSpPr>
        <p:spPr>
          <a:xfrm>
            <a:off x="3652150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Discussion</a:t>
            </a:r>
            <a:endParaRPr/>
          </a:p>
        </p:txBody>
      </p:sp>
      <p:sp>
        <p:nvSpPr>
          <p:cNvPr id="579" name="Google Shape;579;p27"/>
          <p:cNvSpPr txBox="1"/>
          <p:nvPr>
            <p:ph idx="5" type="subTitle"/>
          </p:nvPr>
        </p:nvSpPr>
        <p:spPr>
          <a:xfrm>
            <a:off x="3652150" y="2154925"/>
            <a:ext cx="2002500" cy="5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80" name="Google Shape;580;p27"/>
          <p:cNvSpPr txBox="1"/>
          <p:nvPr>
            <p:ph idx="6" type="title"/>
          </p:nvPr>
        </p:nvSpPr>
        <p:spPr>
          <a:xfrm>
            <a:off x="3341727" y="1511425"/>
            <a:ext cx="402300" cy="3474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581" name="Google Shape;581;p27"/>
          <p:cNvSpPr txBox="1"/>
          <p:nvPr>
            <p:ph idx="7" type="subTitle"/>
          </p:nvPr>
        </p:nvSpPr>
        <p:spPr>
          <a:xfrm>
            <a:off x="6260975" y="18075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582" name="Google Shape;582;p27"/>
          <p:cNvSpPr txBox="1"/>
          <p:nvPr>
            <p:ph idx="8" type="subTitle"/>
          </p:nvPr>
        </p:nvSpPr>
        <p:spPr>
          <a:xfrm>
            <a:off x="6260975" y="2154925"/>
            <a:ext cx="2002500" cy="50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83" name="Google Shape;583;p27"/>
          <p:cNvSpPr txBox="1"/>
          <p:nvPr>
            <p:ph idx="9" type="title"/>
          </p:nvPr>
        </p:nvSpPr>
        <p:spPr>
          <a:xfrm>
            <a:off x="5950552" y="1511425"/>
            <a:ext cx="402300" cy="3474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584" name="Google Shape;584;p27"/>
          <p:cNvSpPr txBox="1"/>
          <p:nvPr>
            <p:ph idx="13" type="subTitle"/>
          </p:nvPr>
        </p:nvSpPr>
        <p:spPr>
          <a:xfrm>
            <a:off x="1039725" y="3770100"/>
            <a:ext cx="2002500" cy="50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85" name="Google Shape;585;p27"/>
          <p:cNvSpPr txBox="1"/>
          <p:nvPr>
            <p:ph idx="14" type="subTitle"/>
          </p:nvPr>
        </p:nvSpPr>
        <p:spPr>
          <a:xfrm>
            <a:off x="1039725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586" name="Google Shape;586;p27"/>
          <p:cNvSpPr txBox="1"/>
          <p:nvPr>
            <p:ph idx="15" type="title"/>
          </p:nvPr>
        </p:nvSpPr>
        <p:spPr>
          <a:xfrm>
            <a:off x="729052" y="3126600"/>
            <a:ext cx="402300" cy="3474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587" name="Google Shape;587;p27"/>
          <p:cNvSpPr txBox="1"/>
          <p:nvPr>
            <p:ph idx="16" type="subTitle"/>
          </p:nvPr>
        </p:nvSpPr>
        <p:spPr>
          <a:xfrm>
            <a:off x="3652150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Monitoring</a:t>
            </a:r>
            <a:endParaRPr/>
          </a:p>
        </p:txBody>
      </p:sp>
      <p:sp>
        <p:nvSpPr>
          <p:cNvPr id="588" name="Google Shape;588;p27"/>
          <p:cNvSpPr txBox="1"/>
          <p:nvPr>
            <p:ph idx="17" type="subTitle"/>
          </p:nvPr>
        </p:nvSpPr>
        <p:spPr>
          <a:xfrm>
            <a:off x="3652150" y="3770100"/>
            <a:ext cx="2002500" cy="50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89" name="Google Shape;589;p27"/>
          <p:cNvSpPr txBox="1"/>
          <p:nvPr>
            <p:ph idx="18" type="title"/>
          </p:nvPr>
        </p:nvSpPr>
        <p:spPr>
          <a:xfrm>
            <a:off x="3341727" y="3126600"/>
            <a:ext cx="402300" cy="3474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590" name="Google Shape;590;p27"/>
          <p:cNvSpPr txBox="1"/>
          <p:nvPr>
            <p:ph idx="19" type="subTitle"/>
          </p:nvPr>
        </p:nvSpPr>
        <p:spPr>
          <a:xfrm>
            <a:off x="6260975" y="34227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Case Timeline</a:t>
            </a:r>
            <a:endParaRPr/>
          </a:p>
        </p:txBody>
      </p:sp>
      <p:sp>
        <p:nvSpPr>
          <p:cNvPr id="591" name="Google Shape;591;p27"/>
          <p:cNvSpPr txBox="1"/>
          <p:nvPr>
            <p:ph idx="20" type="subTitle"/>
          </p:nvPr>
        </p:nvSpPr>
        <p:spPr>
          <a:xfrm>
            <a:off x="6260975" y="3770100"/>
            <a:ext cx="2002500" cy="50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92" name="Google Shape;592;p27"/>
          <p:cNvSpPr txBox="1"/>
          <p:nvPr>
            <p:ph idx="21" type="title"/>
          </p:nvPr>
        </p:nvSpPr>
        <p:spPr>
          <a:xfrm>
            <a:off x="5950552" y="3126600"/>
            <a:ext cx="402300" cy="3474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28"/>
          <p:cNvSpPr txBox="1"/>
          <p:nvPr>
            <p:ph type="title"/>
          </p:nvPr>
        </p:nvSpPr>
        <p:spPr>
          <a:xfrm>
            <a:off x="1210800" y="1816800"/>
            <a:ext cx="4545600" cy="88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Introduction</a:t>
            </a:r>
            <a:endParaRPr sz="4800"/>
          </a:p>
        </p:txBody>
      </p:sp>
      <p:sp>
        <p:nvSpPr>
          <p:cNvPr id="598" name="Google Shape;598;p28"/>
          <p:cNvSpPr txBox="1"/>
          <p:nvPr>
            <p:ph idx="1" type="subTitle"/>
          </p:nvPr>
        </p:nvSpPr>
        <p:spPr>
          <a:xfrm>
            <a:off x="1210775" y="2706600"/>
            <a:ext cx="3451200" cy="9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600"/>
              <a:t>Despite being red, Mars is a cold place. It’s full of iron oxide dust, giving the planet its reddish cast</a:t>
            </a:r>
            <a:endParaRPr/>
          </a:p>
        </p:txBody>
      </p:sp>
      <p:sp>
        <p:nvSpPr>
          <p:cNvPr id="599" name="Google Shape;599;p28"/>
          <p:cNvSpPr txBox="1"/>
          <p:nvPr>
            <p:ph idx="2" type="title"/>
          </p:nvPr>
        </p:nvSpPr>
        <p:spPr>
          <a:xfrm>
            <a:off x="1330750" y="1037700"/>
            <a:ext cx="816000" cy="7791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29"/>
          <p:cNvSpPr/>
          <p:nvPr/>
        </p:nvSpPr>
        <p:spPr>
          <a:xfrm>
            <a:off x="606400" y="1204050"/>
            <a:ext cx="4375800" cy="2735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29"/>
          <p:cNvSpPr txBox="1"/>
          <p:nvPr>
            <p:ph type="title"/>
          </p:nvPr>
        </p:nvSpPr>
        <p:spPr>
          <a:xfrm>
            <a:off x="1197300" y="1531137"/>
            <a:ext cx="31524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Mercury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06" name="Google Shape;606;p29"/>
          <p:cNvSpPr txBox="1"/>
          <p:nvPr>
            <p:ph idx="1" type="subTitle"/>
          </p:nvPr>
        </p:nvSpPr>
        <p:spPr>
          <a:xfrm>
            <a:off x="1210775" y="2199237"/>
            <a:ext cx="3138900" cy="12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Mercury is the closest planet to the Sun and also the smallest one in the Solar System</a:t>
            </a:r>
            <a:endParaRPr sz="18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30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Identifying the Information</a:t>
            </a:r>
            <a:endParaRPr/>
          </a:p>
        </p:txBody>
      </p:sp>
      <p:sp>
        <p:nvSpPr>
          <p:cNvPr id="612" name="Google Shape;612;p30"/>
          <p:cNvSpPr txBox="1"/>
          <p:nvPr>
            <p:ph idx="1" type="subTitle"/>
          </p:nvPr>
        </p:nvSpPr>
        <p:spPr>
          <a:xfrm>
            <a:off x="715150" y="2970875"/>
            <a:ext cx="2405100" cy="107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has a beautiful name and is the second planet from the Sun. It’s terribly hot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13" name="Google Shape;613;p30"/>
          <p:cNvSpPr txBox="1"/>
          <p:nvPr>
            <p:ph idx="2" type="subTitle"/>
          </p:nvPr>
        </p:nvSpPr>
        <p:spPr>
          <a:xfrm>
            <a:off x="3369450" y="2970875"/>
            <a:ext cx="2405100" cy="107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closest planet to the Sun and also the smallest one in </a:t>
            </a:r>
            <a:r>
              <a:rPr lang="en"/>
              <a:t>the </a:t>
            </a:r>
            <a:r>
              <a:rPr lang="en">
                <a:solidFill>
                  <a:schemeClr val="dk1"/>
                </a:solidFill>
              </a:rPr>
              <a:t>Solar System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14" name="Google Shape;614;p30"/>
          <p:cNvSpPr txBox="1"/>
          <p:nvPr>
            <p:ph idx="3" type="subTitle"/>
          </p:nvPr>
        </p:nvSpPr>
        <p:spPr>
          <a:xfrm>
            <a:off x="6023750" y="2970875"/>
            <a:ext cx="2405100" cy="107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Despite being red, Mars is a cold place full of iron oxide dust, which giv</a:t>
            </a:r>
            <a:r>
              <a:rPr lang="en"/>
              <a:t>es</a:t>
            </a:r>
            <a:r>
              <a:rPr lang="en">
                <a:solidFill>
                  <a:schemeClr val="dk1"/>
                </a:solidFill>
              </a:rPr>
              <a:t> the pl</a:t>
            </a:r>
            <a:r>
              <a:rPr lang="en"/>
              <a:t>anet its reddish cast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15" name="Google Shape;615;p30"/>
          <p:cNvSpPr/>
          <p:nvPr/>
        </p:nvSpPr>
        <p:spPr>
          <a:xfrm>
            <a:off x="823275" y="2043900"/>
            <a:ext cx="760500" cy="760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" name="Google Shape;616;p30"/>
          <p:cNvSpPr/>
          <p:nvPr/>
        </p:nvSpPr>
        <p:spPr>
          <a:xfrm>
            <a:off x="3473416" y="2043900"/>
            <a:ext cx="760500" cy="760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" name="Google Shape;617;p30"/>
          <p:cNvSpPr/>
          <p:nvPr/>
        </p:nvSpPr>
        <p:spPr>
          <a:xfrm>
            <a:off x="6131406" y="2043900"/>
            <a:ext cx="760500" cy="760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30"/>
          <p:cNvSpPr/>
          <p:nvPr/>
        </p:nvSpPr>
        <p:spPr>
          <a:xfrm>
            <a:off x="3636768" y="2251384"/>
            <a:ext cx="433796" cy="345533"/>
          </a:xfrm>
          <a:custGeom>
            <a:rect b="b" l="l" r="r" t="t"/>
            <a:pathLst>
              <a:path extrusionOk="0" h="22146" w="27803">
                <a:moveTo>
                  <a:pt x="16600" y="1601"/>
                </a:moveTo>
                <a:cubicBezTo>
                  <a:pt x="17848" y="1601"/>
                  <a:pt x="19041" y="2062"/>
                  <a:pt x="19936" y="2984"/>
                </a:cubicBezTo>
                <a:lnTo>
                  <a:pt x="20153" y="3228"/>
                </a:lnTo>
                <a:lnTo>
                  <a:pt x="8300" y="3228"/>
                </a:lnTo>
                <a:lnTo>
                  <a:pt x="8300" y="2740"/>
                </a:lnTo>
                <a:cubicBezTo>
                  <a:pt x="8300" y="2143"/>
                  <a:pt x="8815" y="1601"/>
                  <a:pt x="9412" y="1601"/>
                </a:cubicBezTo>
                <a:close/>
                <a:moveTo>
                  <a:pt x="9955" y="4856"/>
                </a:moveTo>
                <a:cubicBezTo>
                  <a:pt x="9738" y="5371"/>
                  <a:pt x="9738" y="5941"/>
                  <a:pt x="9928" y="6483"/>
                </a:cubicBezTo>
                <a:lnTo>
                  <a:pt x="8246" y="6483"/>
                </a:lnTo>
                <a:lnTo>
                  <a:pt x="8246" y="4856"/>
                </a:lnTo>
                <a:close/>
                <a:moveTo>
                  <a:pt x="6673" y="4883"/>
                </a:moveTo>
                <a:lnTo>
                  <a:pt x="6673" y="6510"/>
                </a:lnTo>
                <a:lnTo>
                  <a:pt x="4150" y="6510"/>
                </a:lnTo>
                <a:cubicBezTo>
                  <a:pt x="3119" y="6510"/>
                  <a:pt x="2197" y="5832"/>
                  <a:pt x="1845" y="4883"/>
                </a:cubicBezTo>
                <a:close/>
                <a:moveTo>
                  <a:pt x="25415" y="4883"/>
                </a:moveTo>
                <a:cubicBezTo>
                  <a:pt x="25903" y="4883"/>
                  <a:pt x="26229" y="5235"/>
                  <a:pt x="26229" y="5696"/>
                </a:cubicBezTo>
                <a:cubicBezTo>
                  <a:pt x="26229" y="6130"/>
                  <a:pt x="25849" y="6510"/>
                  <a:pt x="25415" y="6510"/>
                </a:cubicBezTo>
                <a:lnTo>
                  <a:pt x="15759" y="6510"/>
                </a:lnTo>
                <a:lnTo>
                  <a:pt x="14593" y="4883"/>
                </a:lnTo>
                <a:close/>
                <a:moveTo>
                  <a:pt x="12235" y="4940"/>
                </a:moveTo>
                <a:cubicBezTo>
                  <a:pt x="12491" y="4940"/>
                  <a:pt x="12737" y="5061"/>
                  <a:pt x="12884" y="5290"/>
                </a:cubicBezTo>
                <a:lnTo>
                  <a:pt x="14783" y="8002"/>
                </a:lnTo>
                <a:cubicBezTo>
                  <a:pt x="16058" y="9874"/>
                  <a:pt x="18092" y="11094"/>
                  <a:pt x="20343" y="11392"/>
                </a:cubicBezTo>
                <a:cubicBezTo>
                  <a:pt x="20388" y="11401"/>
                  <a:pt x="20433" y="11405"/>
                  <a:pt x="20477" y="11405"/>
                </a:cubicBezTo>
                <a:cubicBezTo>
                  <a:pt x="20858" y="11405"/>
                  <a:pt x="21190" y="11101"/>
                  <a:pt x="21238" y="10687"/>
                </a:cubicBezTo>
                <a:cubicBezTo>
                  <a:pt x="21320" y="10253"/>
                  <a:pt x="21021" y="9846"/>
                  <a:pt x="20533" y="9765"/>
                </a:cubicBezTo>
                <a:cubicBezTo>
                  <a:pt x="19204" y="9602"/>
                  <a:pt x="17983" y="9033"/>
                  <a:pt x="17034" y="8138"/>
                </a:cubicBezTo>
                <a:lnTo>
                  <a:pt x="23001" y="8138"/>
                </a:lnTo>
                <a:lnTo>
                  <a:pt x="23951" y="13671"/>
                </a:lnTo>
                <a:cubicBezTo>
                  <a:pt x="24168" y="15000"/>
                  <a:pt x="24683" y="16275"/>
                  <a:pt x="25388" y="17387"/>
                </a:cubicBezTo>
                <a:lnTo>
                  <a:pt x="21374" y="20208"/>
                </a:lnTo>
                <a:cubicBezTo>
                  <a:pt x="21347" y="20181"/>
                  <a:pt x="20913" y="19421"/>
                  <a:pt x="19990" y="18960"/>
                </a:cubicBezTo>
                <a:cubicBezTo>
                  <a:pt x="18417" y="18119"/>
                  <a:pt x="17061" y="16899"/>
                  <a:pt x="16030" y="15434"/>
                </a:cubicBezTo>
                <a:cubicBezTo>
                  <a:pt x="15352" y="14485"/>
                  <a:pt x="14891" y="13373"/>
                  <a:pt x="14728" y="12206"/>
                </a:cubicBezTo>
                <a:cubicBezTo>
                  <a:pt x="14566" y="10986"/>
                  <a:pt x="14077" y="9846"/>
                  <a:pt x="13372" y="8843"/>
                </a:cubicBezTo>
                <a:lnTo>
                  <a:pt x="11555" y="6212"/>
                </a:lnTo>
                <a:cubicBezTo>
                  <a:pt x="11284" y="5832"/>
                  <a:pt x="11365" y="5317"/>
                  <a:pt x="11745" y="5100"/>
                </a:cubicBezTo>
                <a:cubicBezTo>
                  <a:pt x="11895" y="4992"/>
                  <a:pt x="12067" y="4940"/>
                  <a:pt x="12235" y="4940"/>
                </a:cubicBezTo>
                <a:close/>
                <a:moveTo>
                  <a:pt x="9358" y="0"/>
                </a:moveTo>
                <a:cubicBezTo>
                  <a:pt x="7812" y="0"/>
                  <a:pt x="6564" y="1248"/>
                  <a:pt x="6564" y="2767"/>
                </a:cubicBezTo>
                <a:lnTo>
                  <a:pt x="6564" y="3255"/>
                </a:lnTo>
                <a:lnTo>
                  <a:pt x="814" y="3255"/>
                </a:lnTo>
                <a:cubicBezTo>
                  <a:pt x="353" y="3255"/>
                  <a:pt x="0" y="3635"/>
                  <a:pt x="0" y="4069"/>
                </a:cubicBezTo>
                <a:cubicBezTo>
                  <a:pt x="82" y="6320"/>
                  <a:pt x="1926" y="8138"/>
                  <a:pt x="4150" y="8138"/>
                </a:cubicBezTo>
                <a:lnTo>
                  <a:pt x="10931" y="8138"/>
                </a:lnTo>
                <a:lnTo>
                  <a:pt x="12097" y="9765"/>
                </a:lnTo>
                <a:cubicBezTo>
                  <a:pt x="12640" y="10552"/>
                  <a:pt x="12993" y="11501"/>
                  <a:pt x="13155" y="12450"/>
                </a:cubicBezTo>
                <a:cubicBezTo>
                  <a:pt x="13345" y="13834"/>
                  <a:pt x="13888" y="15190"/>
                  <a:pt x="14701" y="16356"/>
                </a:cubicBezTo>
                <a:cubicBezTo>
                  <a:pt x="15868" y="18011"/>
                  <a:pt x="17414" y="19394"/>
                  <a:pt x="19204" y="20370"/>
                </a:cubicBezTo>
                <a:cubicBezTo>
                  <a:pt x="19529" y="20533"/>
                  <a:pt x="19801" y="20777"/>
                  <a:pt x="19990" y="21049"/>
                </a:cubicBezTo>
                <a:lnTo>
                  <a:pt x="20506" y="21808"/>
                </a:lnTo>
                <a:cubicBezTo>
                  <a:pt x="20668" y="22035"/>
                  <a:pt x="20918" y="22146"/>
                  <a:pt x="21162" y="22146"/>
                </a:cubicBezTo>
                <a:cubicBezTo>
                  <a:pt x="21326" y="22146"/>
                  <a:pt x="21487" y="22096"/>
                  <a:pt x="21618" y="21998"/>
                </a:cubicBezTo>
                <a:lnTo>
                  <a:pt x="26934" y="18282"/>
                </a:lnTo>
                <a:cubicBezTo>
                  <a:pt x="27314" y="18011"/>
                  <a:pt x="27422" y="17495"/>
                  <a:pt x="27151" y="17143"/>
                </a:cubicBezTo>
                <a:lnTo>
                  <a:pt x="26934" y="16871"/>
                </a:lnTo>
                <a:cubicBezTo>
                  <a:pt x="26229" y="15868"/>
                  <a:pt x="25714" y="14674"/>
                  <a:pt x="25524" y="13427"/>
                </a:cubicBezTo>
                <a:lnTo>
                  <a:pt x="24629" y="8138"/>
                </a:lnTo>
                <a:lnTo>
                  <a:pt x="25361" y="8138"/>
                </a:lnTo>
                <a:cubicBezTo>
                  <a:pt x="26717" y="8138"/>
                  <a:pt x="27802" y="7053"/>
                  <a:pt x="27802" y="5696"/>
                </a:cubicBezTo>
                <a:cubicBezTo>
                  <a:pt x="27802" y="4340"/>
                  <a:pt x="26717" y="3255"/>
                  <a:pt x="25361" y="3255"/>
                </a:cubicBezTo>
                <a:lnTo>
                  <a:pt x="22377" y="3255"/>
                </a:lnTo>
                <a:lnTo>
                  <a:pt x="20967" y="1872"/>
                </a:lnTo>
                <a:cubicBezTo>
                  <a:pt x="19801" y="679"/>
                  <a:pt x="18200" y="0"/>
                  <a:pt x="1649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30"/>
          <p:cNvSpPr/>
          <p:nvPr/>
        </p:nvSpPr>
        <p:spPr>
          <a:xfrm>
            <a:off x="6294758" y="2207252"/>
            <a:ext cx="433796" cy="433796"/>
          </a:xfrm>
          <a:custGeom>
            <a:rect b="b" l="l" r="r" t="t"/>
            <a:pathLst>
              <a:path extrusionOk="0" h="27803" w="27803">
                <a:moveTo>
                  <a:pt x="5236" y="9846"/>
                </a:moveTo>
                <a:lnTo>
                  <a:pt x="6050" y="11474"/>
                </a:lnTo>
                <a:lnTo>
                  <a:pt x="1601" y="11474"/>
                </a:lnTo>
                <a:lnTo>
                  <a:pt x="1601" y="9846"/>
                </a:lnTo>
                <a:close/>
                <a:moveTo>
                  <a:pt x="26148" y="13101"/>
                </a:moveTo>
                <a:lnTo>
                  <a:pt x="26148" y="14729"/>
                </a:lnTo>
                <a:lnTo>
                  <a:pt x="1655" y="14729"/>
                </a:lnTo>
                <a:lnTo>
                  <a:pt x="1655" y="13101"/>
                </a:lnTo>
                <a:close/>
                <a:moveTo>
                  <a:pt x="19584" y="16356"/>
                </a:moveTo>
                <a:lnTo>
                  <a:pt x="19584" y="17984"/>
                </a:lnTo>
                <a:lnTo>
                  <a:pt x="8192" y="17984"/>
                </a:lnTo>
                <a:lnTo>
                  <a:pt x="8192" y="16356"/>
                </a:lnTo>
                <a:close/>
                <a:moveTo>
                  <a:pt x="16329" y="22893"/>
                </a:moveTo>
                <a:lnTo>
                  <a:pt x="16329" y="24520"/>
                </a:lnTo>
                <a:lnTo>
                  <a:pt x="11447" y="24520"/>
                </a:lnTo>
                <a:lnTo>
                  <a:pt x="11447" y="22893"/>
                </a:lnTo>
                <a:close/>
                <a:moveTo>
                  <a:pt x="5751" y="24520"/>
                </a:moveTo>
                <a:cubicBezTo>
                  <a:pt x="6185" y="24520"/>
                  <a:pt x="6565" y="24873"/>
                  <a:pt x="6565" y="25334"/>
                </a:cubicBezTo>
                <a:cubicBezTo>
                  <a:pt x="6565" y="25795"/>
                  <a:pt x="6185" y="26148"/>
                  <a:pt x="5751" y="26148"/>
                </a:cubicBezTo>
                <a:cubicBezTo>
                  <a:pt x="5317" y="26148"/>
                  <a:pt x="4937" y="25768"/>
                  <a:pt x="4937" y="25334"/>
                </a:cubicBezTo>
                <a:cubicBezTo>
                  <a:pt x="4937" y="24873"/>
                  <a:pt x="5317" y="24520"/>
                  <a:pt x="5751" y="24520"/>
                </a:cubicBezTo>
                <a:close/>
                <a:moveTo>
                  <a:pt x="22025" y="24520"/>
                </a:moveTo>
                <a:cubicBezTo>
                  <a:pt x="22459" y="24520"/>
                  <a:pt x="22839" y="24900"/>
                  <a:pt x="22839" y="25334"/>
                </a:cubicBezTo>
                <a:cubicBezTo>
                  <a:pt x="22839" y="25768"/>
                  <a:pt x="22459" y="26148"/>
                  <a:pt x="22025" y="26148"/>
                </a:cubicBezTo>
                <a:cubicBezTo>
                  <a:pt x="21592" y="26148"/>
                  <a:pt x="21212" y="25768"/>
                  <a:pt x="21212" y="25334"/>
                </a:cubicBezTo>
                <a:cubicBezTo>
                  <a:pt x="21212" y="24900"/>
                  <a:pt x="21592" y="24520"/>
                  <a:pt x="22025" y="24520"/>
                </a:cubicBezTo>
                <a:close/>
                <a:moveTo>
                  <a:pt x="9006" y="1"/>
                </a:moveTo>
                <a:cubicBezTo>
                  <a:pt x="8572" y="1"/>
                  <a:pt x="8192" y="380"/>
                  <a:pt x="8192" y="814"/>
                </a:cubicBezTo>
                <a:lnTo>
                  <a:pt x="8192" y="4069"/>
                </a:lnTo>
                <a:cubicBezTo>
                  <a:pt x="8192" y="4503"/>
                  <a:pt x="8572" y="4883"/>
                  <a:pt x="9006" y="4883"/>
                </a:cubicBezTo>
                <a:cubicBezTo>
                  <a:pt x="9440" y="4883"/>
                  <a:pt x="9820" y="4503"/>
                  <a:pt x="9820" y="4069"/>
                </a:cubicBezTo>
                <a:lnTo>
                  <a:pt x="9820" y="1628"/>
                </a:lnTo>
                <a:lnTo>
                  <a:pt x="13075" y="1628"/>
                </a:lnTo>
                <a:lnTo>
                  <a:pt x="13075" y="11474"/>
                </a:lnTo>
                <a:lnTo>
                  <a:pt x="7894" y="11474"/>
                </a:lnTo>
                <a:lnTo>
                  <a:pt x="6484" y="8653"/>
                </a:lnTo>
                <a:cubicBezTo>
                  <a:pt x="6348" y="8382"/>
                  <a:pt x="6077" y="8219"/>
                  <a:pt x="5778" y="8219"/>
                </a:cubicBezTo>
                <a:lnTo>
                  <a:pt x="1628" y="8219"/>
                </a:lnTo>
                <a:lnTo>
                  <a:pt x="1628" y="7378"/>
                </a:lnTo>
                <a:cubicBezTo>
                  <a:pt x="1628" y="6944"/>
                  <a:pt x="1276" y="6565"/>
                  <a:pt x="815" y="6565"/>
                </a:cubicBezTo>
                <a:cubicBezTo>
                  <a:pt x="381" y="6565"/>
                  <a:pt x="1" y="6944"/>
                  <a:pt x="1" y="7378"/>
                </a:cubicBezTo>
                <a:lnTo>
                  <a:pt x="1" y="15515"/>
                </a:lnTo>
                <a:cubicBezTo>
                  <a:pt x="1" y="15976"/>
                  <a:pt x="381" y="16356"/>
                  <a:pt x="815" y="16356"/>
                </a:cubicBezTo>
                <a:lnTo>
                  <a:pt x="6592" y="16356"/>
                </a:lnTo>
                <a:lnTo>
                  <a:pt x="6592" y="18770"/>
                </a:lnTo>
                <a:cubicBezTo>
                  <a:pt x="6592" y="19231"/>
                  <a:pt x="6972" y="19584"/>
                  <a:pt x="7406" y="19584"/>
                </a:cubicBezTo>
                <a:lnTo>
                  <a:pt x="13102" y="19584"/>
                </a:lnTo>
                <a:lnTo>
                  <a:pt x="13102" y="21293"/>
                </a:lnTo>
                <a:lnTo>
                  <a:pt x="10661" y="21293"/>
                </a:lnTo>
                <a:cubicBezTo>
                  <a:pt x="10227" y="21293"/>
                  <a:pt x="9847" y="21672"/>
                  <a:pt x="9847" y="22106"/>
                </a:cubicBezTo>
                <a:lnTo>
                  <a:pt x="9847" y="24548"/>
                </a:lnTo>
                <a:lnTo>
                  <a:pt x="8084" y="24548"/>
                </a:lnTo>
                <a:cubicBezTo>
                  <a:pt x="7731" y="23598"/>
                  <a:pt x="6836" y="22920"/>
                  <a:pt x="5778" y="22920"/>
                </a:cubicBezTo>
                <a:cubicBezTo>
                  <a:pt x="4422" y="22920"/>
                  <a:pt x="3337" y="24005"/>
                  <a:pt x="3337" y="25361"/>
                </a:cubicBezTo>
                <a:cubicBezTo>
                  <a:pt x="3337" y="26717"/>
                  <a:pt x="4422" y="27802"/>
                  <a:pt x="5778" y="27802"/>
                </a:cubicBezTo>
                <a:cubicBezTo>
                  <a:pt x="6836" y="27802"/>
                  <a:pt x="7731" y="27124"/>
                  <a:pt x="8084" y="26175"/>
                </a:cubicBezTo>
                <a:lnTo>
                  <a:pt x="19747" y="26175"/>
                </a:lnTo>
                <a:cubicBezTo>
                  <a:pt x="20073" y="27124"/>
                  <a:pt x="20995" y="27802"/>
                  <a:pt x="22053" y="27802"/>
                </a:cubicBezTo>
                <a:cubicBezTo>
                  <a:pt x="23409" y="27802"/>
                  <a:pt x="24494" y="26717"/>
                  <a:pt x="24494" y="25361"/>
                </a:cubicBezTo>
                <a:cubicBezTo>
                  <a:pt x="24494" y="24005"/>
                  <a:pt x="23409" y="22920"/>
                  <a:pt x="22053" y="22920"/>
                </a:cubicBezTo>
                <a:cubicBezTo>
                  <a:pt x="20995" y="22920"/>
                  <a:pt x="20073" y="23598"/>
                  <a:pt x="19747" y="24548"/>
                </a:cubicBezTo>
                <a:lnTo>
                  <a:pt x="17984" y="24548"/>
                </a:lnTo>
                <a:lnTo>
                  <a:pt x="17984" y="22106"/>
                </a:lnTo>
                <a:cubicBezTo>
                  <a:pt x="17984" y="21672"/>
                  <a:pt x="17604" y="21293"/>
                  <a:pt x="17170" y="21293"/>
                </a:cubicBezTo>
                <a:lnTo>
                  <a:pt x="14729" y="21293"/>
                </a:lnTo>
                <a:lnTo>
                  <a:pt x="14729" y="19584"/>
                </a:lnTo>
                <a:lnTo>
                  <a:pt x="20425" y="19584"/>
                </a:lnTo>
                <a:cubicBezTo>
                  <a:pt x="20859" y="19584"/>
                  <a:pt x="21239" y="19231"/>
                  <a:pt x="21239" y="18770"/>
                </a:cubicBezTo>
                <a:lnTo>
                  <a:pt x="21239" y="16356"/>
                </a:lnTo>
                <a:lnTo>
                  <a:pt x="26989" y="16356"/>
                </a:lnTo>
                <a:cubicBezTo>
                  <a:pt x="27450" y="16356"/>
                  <a:pt x="27803" y="15976"/>
                  <a:pt x="27803" y="15515"/>
                </a:cubicBezTo>
                <a:lnTo>
                  <a:pt x="27803" y="7378"/>
                </a:lnTo>
                <a:cubicBezTo>
                  <a:pt x="27776" y="6917"/>
                  <a:pt x="27423" y="6592"/>
                  <a:pt x="26962" y="6592"/>
                </a:cubicBezTo>
                <a:cubicBezTo>
                  <a:pt x="26528" y="6592"/>
                  <a:pt x="26148" y="6944"/>
                  <a:pt x="26148" y="7405"/>
                </a:cubicBezTo>
                <a:lnTo>
                  <a:pt x="26148" y="11474"/>
                </a:lnTo>
                <a:lnTo>
                  <a:pt x="14702" y="11474"/>
                </a:lnTo>
                <a:lnTo>
                  <a:pt x="14702" y="1628"/>
                </a:lnTo>
                <a:lnTo>
                  <a:pt x="17957" y="1628"/>
                </a:lnTo>
                <a:lnTo>
                  <a:pt x="17957" y="4069"/>
                </a:lnTo>
                <a:cubicBezTo>
                  <a:pt x="17957" y="4503"/>
                  <a:pt x="18337" y="4883"/>
                  <a:pt x="18771" y="4883"/>
                </a:cubicBezTo>
                <a:cubicBezTo>
                  <a:pt x="19205" y="4883"/>
                  <a:pt x="19584" y="4503"/>
                  <a:pt x="19584" y="4069"/>
                </a:cubicBezTo>
                <a:lnTo>
                  <a:pt x="19584" y="814"/>
                </a:lnTo>
                <a:cubicBezTo>
                  <a:pt x="19584" y="380"/>
                  <a:pt x="19205" y="1"/>
                  <a:pt x="1877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" name="Google Shape;620;p30"/>
          <p:cNvGrpSpPr/>
          <p:nvPr/>
        </p:nvGrpSpPr>
        <p:grpSpPr>
          <a:xfrm>
            <a:off x="979504" y="2207166"/>
            <a:ext cx="448041" cy="433968"/>
            <a:chOff x="1448525" y="1771750"/>
            <a:chExt cx="717900" cy="695350"/>
          </a:xfrm>
        </p:grpSpPr>
        <p:sp>
          <p:nvSpPr>
            <p:cNvPr id="621" name="Google Shape;621;p30"/>
            <p:cNvSpPr/>
            <p:nvPr/>
          </p:nvSpPr>
          <p:spPr>
            <a:xfrm>
              <a:off x="1546150" y="2089725"/>
              <a:ext cx="133625" cy="122400"/>
            </a:xfrm>
            <a:custGeom>
              <a:rect b="b" l="l" r="r" t="t"/>
              <a:pathLst>
                <a:path extrusionOk="0" h="4896" w="5345">
                  <a:moveTo>
                    <a:pt x="2683" y="1655"/>
                  </a:moveTo>
                  <a:cubicBezTo>
                    <a:pt x="2896" y="1655"/>
                    <a:pt x="3107" y="1729"/>
                    <a:pt x="3256" y="1878"/>
                  </a:cubicBezTo>
                  <a:cubicBezTo>
                    <a:pt x="3554" y="2204"/>
                    <a:pt x="3554" y="2719"/>
                    <a:pt x="3256" y="3018"/>
                  </a:cubicBezTo>
                  <a:cubicBezTo>
                    <a:pt x="3107" y="3180"/>
                    <a:pt x="2896" y="3262"/>
                    <a:pt x="2683" y="3262"/>
                  </a:cubicBezTo>
                  <a:cubicBezTo>
                    <a:pt x="2469" y="3262"/>
                    <a:pt x="2252" y="3180"/>
                    <a:pt x="2089" y="3018"/>
                  </a:cubicBezTo>
                  <a:cubicBezTo>
                    <a:pt x="1791" y="2719"/>
                    <a:pt x="1791" y="2177"/>
                    <a:pt x="2089" y="1878"/>
                  </a:cubicBezTo>
                  <a:cubicBezTo>
                    <a:pt x="2252" y="1729"/>
                    <a:pt x="2469" y="1655"/>
                    <a:pt x="2683" y="1655"/>
                  </a:cubicBezTo>
                  <a:close/>
                  <a:moveTo>
                    <a:pt x="2662" y="0"/>
                  </a:moveTo>
                  <a:cubicBezTo>
                    <a:pt x="2042" y="0"/>
                    <a:pt x="1425" y="237"/>
                    <a:pt x="950" y="712"/>
                  </a:cubicBezTo>
                  <a:cubicBezTo>
                    <a:pt x="1" y="1661"/>
                    <a:pt x="1" y="3235"/>
                    <a:pt x="950" y="4184"/>
                  </a:cubicBezTo>
                  <a:cubicBezTo>
                    <a:pt x="1425" y="4659"/>
                    <a:pt x="2049" y="4896"/>
                    <a:pt x="2673" y="4896"/>
                  </a:cubicBezTo>
                  <a:cubicBezTo>
                    <a:pt x="3297" y="4896"/>
                    <a:pt x="3920" y="4659"/>
                    <a:pt x="4395" y="4184"/>
                  </a:cubicBezTo>
                  <a:cubicBezTo>
                    <a:pt x="5344" y="3235"/>
                    <a:pt x="5344" y="1661"/>
                    <a:pt x="4395" y="712"/>
                  </a:cubicBezTo>
                  <a:cubicBezTo>
                    <a:pt x="3907" y="237"/>
                    <a:pt x="3283" y="0"/>
                    <a:pt x="2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0"/>
            <p:cNvSpPr/>
            <p:nvPr/>
          </p:nvSpPr>
          <p:spPr>
            <a:xfrm>
              <a:off x="1718400" y="2262625"/>
              <a:ext cx="133600" cy="122425"/>
            </a:xfrm>
            <a:custGeom>
              <a:rect b="b" l="l" r="r" t="t"/>
              <a:pathLst>
                <a:path extrusionOk="0" h="4897" w="5344">
                  <a:moveTo>
                    <a:pt x="2682" y="1655"/>
                  </a:moveTo>
                  <a:cubicBezTo>
                    <a:pt x="2889" y="1655"/>
                    <a:pt x="3093" y="1730"/>
                    <a:pt x="3255" y="1879"/>
                  </a:cubicBezTo>
                  <a:cubicBezTo>
                    <a:pt x="3554" y="2177"/>
                    <a:pt x="3554" y="2720"/>
                    <a:pt x="3255" y="3018"/>
                  </a:cubicBezTo>
                  <a:cubicBezTo>
                    <a:pt x="3093" y="3181"/>
                    <a:pt x="2876" y="3262"/>
                    <a:pt x="2662" y="3262"/>
                  </a:cubicBezTo>
                  <a:cubicBezTo>
                    <a:pt x="2448" y="3262"/>
                    <a:pt x="2238" y="3181"/>
                    <a:pt x="2089" y="3018"/>
                  </a:cubicBezTo>
                  <a:cubicBezTo>
                    <a:pt x="1791" y="2720"/>
                    <a:pt x="1791" y="2177"/>
                    <a:pt x="2089" y="1879"/>
                  </a:cubicBezTo>
                  <a:cubicBezTo>
                    <a:pt x="2265" y="1730"/>
                    <a:pt x="2475" y="1655"/>
                    <a:pt x="2682" y="1655"/>
                  </a:cubicBezTo>
                  <a:close/>
                  <a:moveTo>
                    <a:pt x="2672" y="1"/>
                  </a:moveTo>
                  <a:cubicBezTo>
                    <a:pt x="2048" y="1"/>
                    <a:pt x="1424" y="238"/>
                    <a:pt x="950" y="713"/>
                  </a:cubicBezTo>
                  <a:cubicBezTo>
                    <a:pt x="0" y="1662"/>
                    <a:pt x="0" y="3235"/>
                    <a:pt x="950" y="4185"/>
                  </a:cubicBezTo>
                  <a:cubicBezTo>
                    <a:pt x="1424" y="4659"/>
                    <a:pt x="2048" y="4897"/>
                    <a:pt x="2672" y="4897"/>
                  </a:cubicBezTo>
                  <a:cubicBezTo>
                    <a:pt x="3296" y="4897"/>
                    <a:pt x="3920" y="4659"/>
                    <a:pt x="4394" y="4185"/>
                  </a:cubicBezTo>
                  <a:cubicBezTo>
                    <a:pt x="5344" y="3235"/>
                    <a:pt x="5344" y="1662"/>
                    <a:pt x="4394" y="713"/>
                  </a:cubicBezTo>
                  <a:cubicBezTo>
                    <a:pt x="3920" y="238"/>
                    <a:pt x="3296" y="1"/>
                    <a:pt x="2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0"/>
            <p:cNvSpPr/>
            <p:nvPr/>
          </p:nvSpPr>
          <p:spPr>
            <a:xfrm>
              <a:off x="1448525" y="1771750"/>
              <a:ext cx="717900" cy="695350"/>
            </a:xfrm>
            <a:custGeom>
              <a:rect b="b" l="l" r="r" t="t"/>
              <a:pathLst>
                <a:path extrusionOk="0" h="27814" w="28716">
                  <a:moveTo>
                    <a:pt x="26690" y="3097"/>
                  </a:moveTo>
                  <a:lnTo>
                    <a:pt x="26690" y="3097"/>
                  </a:lnTo>
                  <a:cubicBezTo>
                    <a:pt x="26310" y="4806"/>
                    <a:pt x="25497" y="6379"/>
                    <a:pt x="24357" y="7708"/>
                  </a:cubicBezTo>
                  <a:cubicBezTo>
                    <a:pt x="24276" y="7138"/>
                    <a:pt x="24032" y="6569"/>
                    <a:pt x="23734" y="6053"/>
                  </a:cubicBezTo>
                  <a:lnTo>
                    <a:pt x="26690" y="3097"/>
                  </a:lnTo>
                  <a:close/>
                  <a:moveTo>
                    <a:pt x="16356" y="8874"/>
                  </a:moveTo>
                  <a:cubicBezTo>
                    <a:pt x="16410" y="9471"/>
                    <a:pt x="16654" y="10013"/>
                    <a:pt x="16980" y="10529"/>
                  </a:cubicBezTo>
                  <a:lnTo>
                    <a:pt x="9656" y="17852"/>
                  </a:lnTo>
                  <a:cubicBezTo>
                    <a:pt x="8769" y="18739"/>
                    <a:pt x="7604" y="19188"/>
                    <a:pt x="6465" y="19188"/>
                  </a:cubicBezTo>
                  <a:cubicBezTo>
                    <a:pt x="5444" y="19188"/>
                    <a:pt x="4445" y="18827"/>
                    <a:pt x="3689" y="18096"/>
                  </a:cubicBezTo>
                  <a:cubicBezTo>
                    <a:pt x="1980" y="16388"/>
                    <a:pt x="2062" y="13431"/>
                    <a:pt x="4177" y="11885"/>
                  </a:cubicBezTo>
                  <a:cubicBezTo>
                    <a:pt x="4879" y="11380"/>
                    <a:pt x="5741" y="11121"/>
                    <a:pt x="6605" y="11121"/>
                  </a:cubicBezTo>
                  <a:cubicBezTo>
                    <a:pt x="7410" y="11121"/>
                    <a:pt x="8216" y="11346"/>
                    <a:pt x="8897" y="11804"/>
                  </a:cubicBezTo>
                  <a:cubicBezTo>
                    <a:pt x="9493" y="12211"/>
                    <a:pt x="9927" y="12753"/>
                    <a:pt x="10253" y="13404"/>
                  </a:cubicBezTo>
                  <a:cubicBezTo>
                    <a:pt x="10383" y="13712"/>
                    <a:pt x="10677" y="13875"/>
                    <a:pt x="10980" y="13875"/>
                  </a:cubicBezTo>
                  <a:cubicBezTo>
                    <a:pt x="11184" y="13875"/>
                    <a:pt x="11391" y="13801"/>
                    <a:pt x="11555" y="13648"/>
                  </a:cubicBezTo>
                  <a:lnTo>
                    <a:pt x="16356" y="8874"/>
                  </a:lnTo>
                  <a:close/>
                  <a:moveTo>
                    <a:pt x="25524" y="1958"/>
                  </a:moveTo>
                  <a:lnTo>
                    <a:pt x="22079" y="5402"/>
                  </a:lnTo>
                  <a:cubicBezTo>
                    <a:pt x="21753" y="5701"/>
                    <a:pt x="21753" y="6216"/>
                    <a:pt x="22079" y="6569"/>
                  </a:cubicBezTo>
                  <a:cubicBezTo>
                    <a:pt x="23028" y="7545"/>
                    <a:pt x="22974" y="9091"/>
                    <a:pt x="22052" y="10095"/>
                  </a:cubicBezTo>
                  <a:lnTo>
                    <a:pt x="15027" y="17093"/>
                  </a:lnTo>
                  <a:cubicBezTo>
                    <a:pt x="14810" y="17310"/>
                    <a:pt x="14728" y="17554"/>
                    <a:pt x="14783" y="17825"/>
                  </a:cubicBezTo>
                  <a:cubicBezTo>
                    <a:pt x="14810" y="18096"/>
                    <a:pt x="15000" y="18286"/>
                    <a:pt x="15217" y="18422"/>
                  </a:cubicBezTo>
                  <a:cubicBezTo>
                    <a:pt x="15868" y="18720"/>
                    <a:pt x="16410" y="19208"/>
                    <a:pt x="16817" y="19778"/>
                  </a:cubicBezTo>
                  <a:cubicBezTo>
                    <a:pt x="17766" y="21134"/>
                    <a:pt x="17766" y="23033"/>
                    <a:pt x="16817" y="24389"/>
                  </a:cubicBezTo>
                  <a:cubicBezTo>
                    <a:pt x="15989" y="25572"/>
                    <a:pt x="14725" y="26151"/>
                    <a:pt x="13466" y="26151"/>
                  </a:cubicBezTo>
                  <a:cubicBezTo>
                    <a:pt x="12415" y="26151"/>
                    <a:pt x="11368" y="25748"/>
                    <a:pt x="10578" y="24959"/>
                  </a:cubicBezTo>
                  <a:cubicBezTo>
                    <a:pt x="9792" y="24199"/>
                    <a:pt x="9385" y="23169"/>
                    <a:pt x="9385" y="22084"/>
                  </a:cubicBezTo>
                  <a:cubicBezTo>
                    <a:pt x="9385" y="20999"/>
                    <a:pt x="9792" y="19995"/>
                    <a:pt x="10578" y="19208"/>
                  </a:cubicBezTo>
                  <a:lnTo>
                    <a:pt x="18607" y="11180"/>
                  </a:lnTo>
                  <a:cubicBezTo>
                    <a:pt x="18933" y="10854"/>
                    <a:pt x="18933" y="10312"/>
                    <a:pt x="18607" y="10013"/>
                  </a:cubicBezTo>
                  <a:cubicBezTo>
                    <a:pt x="17658" y="9064"/>
                    <a:pt x="17658" y="7518"/>
                    <a:pt x="18607" y="6569"/>
                  </a:cubicBezTo>
                  <a:lnTo>
                    <a:pt x="20370" y="4806"/>
                  </a:lnTo>
                  <a:cubicBezTo>
                    <a:pt x="21808" y="3368"/>
                    <a:pt x="23571" y="2392"/>
                    <a:pt x="25524" y="1958"/>
                  </a:cubicBezTo>
                  <a:close/>
                  <a:moveTo>
                    <a:pt x="27839" y="0"/>
                  </a:moveTo>
                  <a:cubicBezTo>
                    <a:pt x="27809" y="0"/>
                    <a:pt x="27779" y="2"/>
                    <a:pt x="27748" y="5"/>
                  </a:cubicBezTo>
                  <a:lnTo>
                    <a:pt x="26527" y="140"/>
                  </a:lnTo>
                  <a:cubicBezTo>
                    <a:pt x="23761" y="466"/>
                    <a:pt x="21184" y="1714"/>
                    <a:pt x="19231" y="3639"/>
                  </a:cubicBezTo>
                  <a:lnTo>
                    <a:pt x="11094" y="11777"/>
                  </a:lnTo>
                  <a:cubicBezTo>
                    <a:pt x="10714" y="11315"/>
                    <a:pt x="10280" y="10854"/>
                    <a:pt x="9765" y="10529"/>
                  </a:cubicBezTo>
                  <a:cubicBezTo>
                    <a:pt x="8802" y="9847"/>
                    <a:pt x="7649" y="9508"/>
                    <a:pt x="6497" y="9508"/>
                  </a:cubicBezTo>
                  <a:cubicBezTo>
                    <a:pt x="5310" y="9508"/>
                    <a:pt x="4123" y="9868"/>
                    <a:pt x="3146" y="10583"/>
                  </a:cubicBezTo>
                  <a:cubicBezTo>
                    <a:pt x="271" y="12699"/>
                    <a:pt x="0" y="16822"/>
                    <a:pt x="2496" y="19263"/>
                  </a:cubicBezTo>
                  <a:cubicBezTo>
                    <a:pt x="3589" y="20336"/>
                    <a:pt x="4999" y="20849"/>
                    <a:pt x="6434" y="20849"/>
                  </a:cubicBezTo>
                  <a:cubicBezTo>
                    <a:pt x="6921" y="20849"/>
                    <a:pt x="7412" y="20790"/>
                    <a:pt x="7893" y="20673"/>
                  </a:cubicBezTo>
                  <a:lnTo>
                    <a:pt x="7893" y="20673"/>
                  </a:lnTo>
                  <a:cubicBezTo>
                    <a:pt x="7758" y="21134"/>
                    <a:pt x="7703" y="21622"/>
                    <a:pt x="7703" y="22111"/>
                  </a:cubicBezTo>
                  <a:cubicBezTo>
                    <a:pt x="7703" y="23657"/>
                    <a:pt x="8273" y="25067"/>
                    <a:pt x="9358" y="26152"/>
                  </a:cubicBezTo>
                  <a:cubicBezTo>
                    <a:pt x="10469" y="27263"/>
                    <a:pt x="11926" y="27813"/>
                    <a:pt x="13380" y="27813"/>
                  </a:cubicBezTo>
                  <a:cubicBezTo>
                    <a:pt x="15157" y="27813"/>
                    <a:pt x="16931" y="26991"/>
                    <a:pt x="18065" y="25366"/>
                  </a:cubicBezTo>
                  <a:cubicBezTo>
                    <a:pt x="19421" y="23467"/>
                    <a:pt x="19394" y="20809"/>
                    <a:pt x="18065" y="18910"/>
                  </a:cubicBezTo>
                  <a:cubicBezTo>
                    <a:pt x="17712" y="18395"/>
                    <a:pt x="17305" y="17961"/>
                    <a:pt x="16790" y="17581"/>
                  </a:cubicBezTo>
                  <a:lnTo>
                    <a:pt x="24927" y="9444"/>
                  </a:lnTo>
                  <a:cubicBezTo>
                    <a:pt x="26880" y="7464"/>
                    <a:pt x="28100" y="4887"/>
                    <a:pt x="28426" y="2148"/>
                  </a:cubicBezTo>
                  <a:lnTo>
                    <a:pt x="28562" y="927"/>
                  </a:lnTo>
                  <a:cubicBezTo>
                    <a:pt x="28715" y="415"/>
                    <a:pt x="28338" y="0"/>
                    <a:pt x="27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0"/>
            <p:cNvSpPr/>
            <p:nvPr/>
          </p:nvSpPr>
          <p:spPr>
            <a:xfrm>
              <a:off x="1939450" y="1956975"/>
              <a:ext cx="40725" cy="40725"/>
            </a:xfrm>
            <a:custGeom>
              <a:rect b="b" l="l" r="r" t="t"/>
              <a:pathLst>
                <a:path extrusionOk="0" h="1629" w="1629">
                  <a:moveTo>
                    <a:pt x="815" y="1"/>
                  </a:moveTo>
                  <a:cubicBezTo>
                    <a:pt x="353" y="1"/>
                    <a:pt x="1" y="353"/>
                    <a:pt x="1" y="814"/>
                  </a:cubicBezTo>
                  <a:cubicBezTo>
                    <a:pt x="1" y="1248"/>
                    <a:pt x="353" y="1628"/>
                    <a:pt x="815" y="1628"/>
                  </a:cubicBezTo>
                  <a:cubicBezTo>
                    <a:pt x="1248" y="1628"/>
                    <a:pt x="1628" y="1248"/>
                    <a:pt x="1628" y="814"/>
                  </a:cubicBezTo>
                  <a:cubicBezTo>
                    <a:pt x="1628" y="353"/>
                    <a:pt x="1248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8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1"/>
          <p:cNvSpPr txBox="1"/>
          <p:nvPr>
            <p:ph type="title"/>
          </p:nvPr>
        </p:nvSpPr>
        <p:spPr>
          <a:xfrm>
            <a:off x="5166525" y="445025"/>
            <a:ext cx="3264300" cy="10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Medical History</a:t>
            </a:r>
            <a:endParaRPr/>
          </a:p>
        </p:txBody>
      </p:sp>
      <p:sp>
        <p:nvSpPr>
          <p:cNvPr id="630" name="Google Shape;630;p31"/>
          <p:cNvSpPr txBox="1"/>
          <p:nvPr>
            <p:ph idx="2" type="subTitle"/>
          </p:nvPr>
        </p:nvSpPr>
        <p:spPr>
          <a:xfrm>
            <a:off x="6144775" y="18075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31" name="Google Shape;631;p31"/>
          <p:cNvSpPr txBox="1"/>
          <p:nvPr>
            <p:ph idx="4" type="subTitle"/>
          </p:nvPr>
        </p:nvSpPr>
        <p:spPr>
          <a:xfrm>
            <a:off x="6144775" y="36971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632" name="Google Shape;632;p31"/>
          <p:cNvSpPr txBox="1"/>
          <p:nvPr>
            <p:ph idx="1" type="subTitle"/>
          </p:nvPr>
        </p:nvSpPr>
        <p:spPr>
          <a:xfrm>
            <a:off x="1380375" y="3228025"/>
            <a:ext cx="1986900" cy="118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200">
                <a:solidFill>
                  <a:schemeClr val="dk1"/>
                </a:solidFill>
              </a:rPr>
              <a:t>Age:</a:t>
            </a:r>
            <a:r>
              <a:rPr lang="en" sz="1200">
                <a:solidFill>
                  <a:schemeClr val="dk1"/>
                </a:solidFill>
              </a:rPr>
              <a:t> 25</a:t>
            </a:r>
            <a:endParaRPr sz="12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200">
                <a:solidFill>
                  <a:schemeClr val="dk1"/>
                </a:solidFill>
              </a:rPr>
              <a:t>Gender:</a:t>
            </a:r>
            <a:r>
              <a:rPr lang="en" sz="1200">
                <a:solidFill>
                  <a:schemeClr val="dk1"/>
                </a:solidFill>
              </a:rPr>
              <a:t> Male</a:t>
            </a:r>
            <a:endParaRPr sz="12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200">
                <a:solidFill>
                  <a:schemeClr val="dk1"/>
                </a:solidFill>
              </a:rPr>
              <a:t>Allergies:</a:t>
            </a:r>
            <a:r>
              <a:rPr lang="en" sz="1200">
                <a:solidFill>
                  <a:schemeClr val="dk1"/>
                </a:solidFill>
              </a:rPr>
              <a:t> None</a:t>
            </a:r>
            <a:endParaRPr sz="12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600"/>
              </a:spcAft>
              <a:buNone/>
            </a:pPr>
            <a:r>
              <a:rPr b="1" lang="en" sz="1200">
                <a:solidFill>
                  <a:schemeClr val="dk1"/>
                </a:solidFill>
              </a:rPr>
              <a:t>Location:</a:t>
            </a:r>
            <a:r>
              <a:rPr lang="en" sz="1200">
                <a:solidFill>
                  <a:schemeClr val="dk1"/>
                </a:solidFill>
              </a:rPr>
              <a:t> Madrid, Spain</a:t>
            </a:r>
            <a:endParaRPr sz="1200"/>
          </a:p>
        </p:txBody>
      </p:sp>
      <p:sp>
        <p:nvSpPr>
          <p:cNvPr id="633" name="Google Shape;633;p31"/>
          <p:cNvSpPr/>
          <p:nvPr/>
        </p:nvSpPr>
        <p:spPr>
          <a:xfrm>
            <a:off x="1511050" y="1158225"/>
            <a:ext cx="1717200" cy="1717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34" name="Google Shape;634;p31"/>
          <p:cNvPicPr preferRelativeResize="0"/>
          <p:nvPr/>
        </p:nvPicPr>
        <p:blipFill rotWithShape="1">
          <a:blip r:embed="rId3">
            <a:alphaModFix/>
          </a:blip>
          <a:srcRect b="0" l="13641" r="13641" t="0"/>
          <a:stretch/>
        </p:blipFill>
        <p:spPr>
          <a:xfrm>
            <a:off x="1438525" y="1090855"/>
            <a:ext cx="1686300" cy="1687200"/>
          </a:xfrm>
          <a:prstGeom prst="rect">
            <a:avLst/>
          </a:prstGeom>
          <a:noFill/>
          <a:ln>
            <a:noFill/>
          </a:ln>
        </p:spPr>
      </p:pic>
      <p:sp>
        <p:nvSpPr>
          <p:cNvPr id="635" name="Google Shape;635;p31"/>
          <p:cNvSpPr txBox="1"/>
          <p:nvPr>
            <p:ph idx="5" type="title"/>
          </p:nvPr>
        </p:nvSpPr>
        <p:spPr>
          <a:xfrm>
            <a:off x="5170425" y="1807525"/>
            <a:ext cx="630900" cy="3840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2019</a:t>
            </a:r>
            <a:endParaRPr/>
          </a:p>
        </p:txBody>
      </p:sp>
      <p:sp>
        <p:nvSpPr>
          <p:cNvPr id="636" name="Google Shape;636;p31"/>
          <p:cNvSpPr txBox="1"/>
          <p:nvPr>
            <p:ph idx="6" type="title"/>
          </p:nvPr>
        </p:nvSpPr>
        <p:spPr>
          <a:xfrm>
            <a:off x="5170425" y="2754275"/>
            <a:ext cx="630900" cy="3840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2020</a:t>
            </a:r>
            <a:endParaRPr/>
          </a:p>
        </p:txBody>
      </p:sp>
      <p:sp>
        <p:nvSpPr>
          <p:cNvPr id="637" name="Google Shape;637;p31"/>
          <p:cNvSpPr txBox="1"/>
          <p:nvPr>
            <p:ph idx="7" type="title"/>
          </p:nvPr>
        </p:nvSpPr>
        <p:spPr>
          <a:xfrm>
            <a:off x="5170425" y="3701025"/>
            <a:ext cx="630900" cy="3840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2021</a:t>
            </a:r>
            <a:endParaRPr/>
          </a:p>
        </p:txBody>
      </p:sp>
      <p:cxnSp>
        <p:nvCxnSpPr>
          <p:cNvPr id="638" name="Google Shape;638;p31"/>
          <p:cNvCxnSpPr/>
          <p:nvPr/>
        </p:nvCxnSpPr>
        <p:spPr>
          <a:xfrm>
            <a:off x="5486325" y="2281725"/>
            <a:ext cx="0" cy="3843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9" name="Google Shape;639;p31"/>
          <p:cNvCxnSpPr/>
          <p:nvPr/>
        </p:nvCxnSpPr>
        <p:spPr>
          <a:xfrm>
            <a:off x="5486325" y="3226525"/>
            <a:ext cx="0" cy="3843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40" name="Google Shape;640;p31"/>
          <p:cNvSpPr txBox="1"/>
          <p:nvPr>
            <p:ph idx="3" type="subTitle"/>
          </p:nvPr>
        </p:nvSpPr>
        <p:spPr>
          <a:xfrm>
            <a:off x="6144775" y="2752325"/>
            <a:ext cx="2286000" cy="7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32"/>
          <p:cNvSpPr/>
          <p:nvPr/>
        </p:nvSpPr>
        <p:spPr>
          <a:xfrm>
            <a:off x="5747575" y="912638"/>
            <a:ext cx="2179500" cy="5727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32"/>
          <p:cNvSpPr/>
          <p:nvPr/>
        </p:nvSpPr>
        <p:spPr>
          <a:xfrm>
            <a:off x="5174875" y="912638"/>
            <a:ext cx="572700" cy="5727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" name="Google Shape;647;p32"/>
          <p:cNvGrpSpPr/>
          <p:nvPr/>
        </p:nvGrpSpPr>
        <p:grpSpPr>
          <a:xfrm>
            <a:off x="5292549" y="1035616"/>
            <a:ext cx="337413" cy="326814"/>
            <a:chOff x="1448525" y="1771750"/>
            <a:chExt cx="717900" cy="695350"/>
          </a:xfrm>
        </p:grpSpPr>
        <p:sp>
          <p:nvSpPr>
            <p:cNvPr id="648" name="Google Shape;648;p32"/>
            <p:cNvSpPr/>
            <p:nvPr/>
          </p:nvSpPr>
          <p:spPr>
            <a:xfrm>
              <a:off x="1546150" y="2089725"/>
              <a:ext cx="133625" cy="122400"/>
            </a:xfrm>
            <a:custGeom>
              <a:rect b="b" l="l" r="r" t="t"/>
              <a:pathLst>
                <a:path extrusionOk="0" h="4896" w="5345">
                  <a:moveTo>
                    <a:pt x="2683" y="1655"/>
                  </a:moveTo>
                  <a:cubicBezTo>
                    <a:pt x="2896" y="1655"/>
                    <a:pt x="3107" y="1729"/>
                    <a:pt x="3256" y="1878"/>
                  </a:cubicBezTo>
                  <a:cubicBezTo>
                    <a:pt x="3554" y="2204"/>
                    <a:pt x="3554" y="2719"/>
                    <a:pt x="3256" y="3018"/>
                  </a:cubicBezTo>
                  <a:cubicBezTo>
                    <a:pt x="3107" y="3180"/>
                    <a:pt x="2896" y="3262"/>
                    <a:pt x="2683" y="3262"/>
                  </a:cubicBezTo>
                  <a:cubicBezTo>
                    <a:pt x="2469" y="3262"/>
                    <a:pt x="2252" y="3180"/>
                    <a:pt x="2089" y="3018"/>
                  </a:cubicBezTo>
                  <a:cubicBezTo>
                    <a:pt x="1791" y="2719"/>
                    <a:pt x="1791" y="2177"/>
                    <a:pt x="2089" y="1878"/>
                  </a:cubicBezTo>
                  <a:cubicBezTo>
                    <a:pt x="2252" y="1729"/>
                    <a:pt x="2469" y="1655"/>
                    <a:pt x="2683" y="1655"/>
                  </a:cubicBezTo>
                  <a:close/>
                  <a:moveTo>
                    <a:pt x="2662" y="0"/>
                  </a:moveTo>
                  <a:cubicBezTo>
                    <a:pt x="2042" y="0"/>
                    <a:pt x="1425" y="237"/>
                    <a:pt x="950" y="712"/>
                  </a:cubicBezTo>
                  <a:cubicBezTo>
                    <a:pt x="1" y="1661"/>
                    <a:pt x="1" y="3235"/>
                    <a:pt x="950" y="4184"/>
                  </a:cubicBezTo>
                  <a:cubicBezTo>
                    <a:pt x="1425" y="4659"/>
                    <a:pt x="2049" y="4896"/>
                    <a:pt x="2673" y="4896"/>
                  </a:cubicBezTo>
                  <a:cubicBezTo>
                    <a:pt x="3297" y="4896"/>
                    <a:pt x="3920" y="4659"/>
                    <a:pt x="4395" y="4184"/>
                  </a:cubicBezTo>
                  <a:cubicBezTo>
                    <a:pt x="5344" y="3235"/>
                    <a:pt x="5344" y="1661"/>
                    <a:pt x="4395" y="712"/>
                  </a:cubicBezTo>
                  <a:cubicBezTo>
                    <a:pt x="3907" y="237"/>
                    <a:pt x="3283" y="0"/>
                    <a:pt x="2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2"/>
            <p:cNvSpPr/>
            <p:nvPr/>
          </p:nvSpPr>
          <p:spPr>
            <a:xfrm>
              <a:off x="1718400" y="2262625"/>
              <a:ext cx="133600" cy="122425"/>
            </a:xfrm>
            <a:custGeom>
              <a:rect b="b" l="l" r="r" t="t"/>
              <a:pathLst>
                <a:path extrusionOk="0" h="4897" w="5344">
                  <a:moveTo>
                    <a:pt x="2682" y="1655"/>
                  </a:moveTo>
                  <a:cubicBezTo>
                    <a:pt x="2889" y="1655"/>
                    <a:pt x="3093" y="1730"/>
                    <a:pt x="3255" y="1879"/>
                  </a:cubicBezTo>
                  <a:cubicBezTo>
                    <a:pt x="3554" y="2177"/>
                    <a:pt x="3554" y="2720"/>
                    <a:pt x="3255" y="3018"/>
                  </a:cubicBezTo>
                  <a:cubicBezTo>
                    <a:pt x="3093" y="3181"/>
                    <a:pt x="2876" y="3262"/>
                    <a:pt x="2662" y="3262"/>
                  </a:cubicBezTo>
                  <a:cubicBezTo>
                    <a:pt x="2448" y="3262"/>
                    <a:pt x="2238" y="3181"/>
                    <a:pt x="2089" y="3018"/>
                  </a:cubicBezTo>
                  <a:cubicBezTo>
                    <a:pt x="1791" y="2720"/>
                    <a:pt x="1791" y="2177"/>
                    <a:pt x="2089" y="1879"/>
                  </a:cubicBezTo>
                  <a:cubicBezTo>
                    <a:pt x="2265" y="1730"/>
                    <a:pt x="2475" y="1655"/>
                    <a:pt x="2682" y="1655"/>
                  </a:cubicBezTo>
                  <a:close/>
                  <a:moveTo>
                    <a:pt x="2672" y="1"/>
                  </a:moveTo>
                  <a:cubicBezTo>
                    <a:pt x="2048" y="1"/>
                    <a:pt x="1424" y="238"/>
                    <a:pt x="950" y="713"/>
                  </a:cubicBezTo>
                  <a:cubicBezTo>
                    <a:pt x="0" y="1662"/>
                    <a:pt x="0" y="3235"/>
                    <a:pt x="950" y="4185"/>
                  </a:cubicBezTo>
                  <a:cubicBezTo>
                    <a:pt x="1424" y="4659"/>
                    <a:pt x="2048" y="4897"/>
                    <a:pt x="2672" y="4897"/>
                  </a:cubicBezTo>
                  <a:cubicBezTo>
                    <a:pt x="3296" y="4897"/>
                    <a:pt x="3920" y="4659"/>
                    <a:pt x="4394" y="4185"/>
                  </a:cubicBezTo>
                  <a:cubicBezTo>
                    <a:pt x="5344" y="3235"/>
                    <a:pt x="5344" y="1662"/>
                    <a:pt x="4394" y="713"/>
                  </a:cubicBezTo>
                  <a:cubicBezTo>
                    <a:pt x="3920" y="238"/>
                    <a:pt x="3296" y="1"/>
                    <a:pt x="2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2"/>
            <p:cNvSpPr/>
            <p:nvPr/>
          </p:nvSpPr>
          <p:spPr>
            <a:xfrm>
              <a:off x="1448525" y="1771750"/>
              <a:ext cx="717900" cy="695350"/>
            </a:xfrm>
            <a:custGeom>
              <a:rect b="b" l="l" r="r" t="t"/>
              <a:pathLst>
                <a:path extrusionOk="0" h="27814" w="28716">
                  <a:moveTo>
                    <a:pt x="26690" y="3097"/>
                  </a:moveTo>
                  <a:lnTo>
                    <a:pt x="26690" y="3097"/>
                  </a:lnTo>
                  <a:cubicBezTo>
                    <a:pt x="26310" y="4806"/>
                    <a:pt x="25497" y="6379"/>
                    <a:pt x="24357" y="7708"/>
                  </a:cubicBezTo>
                  <a:cubicBezTo>
                    <a:pt x="24276" y="7138"/>
                    <a:pt x="24032" y="6569"/>
                    <a:pt x="23734" y="6053"/>
                  </a:cubicBezTo>
                  <a:lnTo>
                    <a:pt x="26690" y="3097"/>
                  </a:lnTo>
                  <a:close/>
                  <a:moveTo>
                    <a:pt x="16356" y="8874"/>
                  </a:moveTo>
                  <a:cubicBezTo>
                    <a:pt x="16410" y="9471"/>
                    <a:pt x="16654" y="10013"/>
                    <a:pt x="16980" y="10529"/>
                  </a:cubicBezTo>
                  <a:lnTo>
                    <a:pt x="9656" y="17852"/>
                  </a:lnTo>
                  <a:cubicBezTo>
                    <a:pt x="8769" y="18739"/>
                    <a:pt x="7604" y="19188"/>
                    <a:pt x="6465" y="19188"/>
                  </a:cubicBezTo>
                  <a:cubicBezTo>
                    <a:pt x="5444" y="19188"/>
                    <a:pt x="4445" y="18827"/>
                    <a:pt x="3689" y="18096"/>
                  </a:cubicBezTo>
                  <a:cubicBezTo>
                    <a:pt x="1980" y="16388"/>
                    <a:pt x="2062" y="13431"/>
                    <a:pt x="4177" y="11885"/>
                  </a:cubicBezTo>
                  <a:cubicBezTo>
                    <a:pt x="4879" y="11380"/>
                    <a:pt x="5741" y="11121"/>
                    <a:pt x="6605" y="11121"/>
                  </a:cubicBezTo>
                  <a:cubicBezTo>
                    <a:pt x="7410" y="11121"/>
                    <a:pt x="8216" y="11346"/>
                    <a:pt x="8897" y="11804"/>
                  </a:cubicBezTo>
                  <a:cubicBezTo>
                    <a:pt x="9493" y="12211"/>
                    <a:pt x="9927" y="12753"/>
                    <a:pt x="10253" y="13404"/>
                  </a:cubicBezTo>
                  <a:cubicBezTo>
                    <a:pt x="10383" y="13712"/>
                    <a:pt x="10677" y="13875"/>
                    <a:pt x="10980" y="13875"/>
                  </a:cubicBezTo>
                  <a:cubicBezTo>
                    <a:pt x="11184" y="13875"/>
                    <a:pt x="11391" y="13801"/>
                    <a:pt x="11555" y="13648"/>
                  </a:cubicBezTo>
                  <a:lnTo>
                    <a:pt x="16356" y="8874"/>
                  </a:lnTo>
                  <a:close/>
                  <a:moveTo>
                    <a:pt x="25524" y="1958"/>
                  </a:moveTo>
                  <a:lnTo>
                    <a:pt x="22079" y="5402"/>
                  </a:lnTo>
                  <a:cubicBezTo>
                    <a:pt x="21753" y="5701"/>
                    <a:pt x="21753" y="6216"/>
                    <a:pt x="22079" y="6569"/>
                  </a:cubicBezTo>
                  <a:cubicBezTo>
                    <a:pt x="23028" y="7545"/>
                    <a:pt x="22974" y="9091"/>
                    <a:pt x="22052" y="10095"/>
                  </a:cubicBezTo>
                  <a:lnTo>
                    <a:pt x="15027" y="17093"/>
                  </a:lnTo>
                  <a:cubicBezTo>
                    <a:pt x="14810" y="17310"/>
                    <a:pt x="14728" y="17554"/>
                    <a:pt x="14783" y="17825"/>
                  </a:cubicBezTo>
                  <a:cubicBezTo>
                    <a:pt x="14810" y="18096"/>
                    <a:pt x="15000" y="18286"/>
                    <a:pt x="15217" y="18422"/>
                  </a:cubicBezTo>
                  <a:cubicBezTo>
                    <a:pt x="15868" y="18720"/>
                    <a:pt x="16410" y="19208"/>
                    <a:pt x="16817" y="19778"/>
                  </a:cubicBezTo>
                  <a:cubicBezTo>
                    <a:pt x="17766" y="21134"/>
                    <a:pt x="17766" y="23033"/>
                    <a:pt x="16817" y="24389"/>
                  </a:cubicBezTo>
                  <a:cubicBezTo>
                    <a:pt x="15989" y="25572"/>
                    <a:pt x="14725" y="26151"/>
                    <a:pt x="13466" y="26151"/>
                  </a:cubicBezTo>
                  <a:cubicBezTo>
                    <a:pt x="12415" y="26151"/>
                    <a:pt x="11368" y="25748"/>
                    <a:pt x="10578" y="24959"/>
                  </a:cubicBezTo>
                  <a:cubicBezTo>
                    <a:pt x="9792" y="24199"/>
                    <a:pt x="9385" y="23169"/>
                    <a:pt x="9385" y="22084"/>
                  </a:cubicBezTo>
                  <a:cubicBezTo>
                    <a:pt x="9385" y="20999"/>
                    <a:pt x="9792" y="19995"/>
                    <a:pt x="10578" y="19208"/>
                  </a:cubicBezTo>
                  <a:lnTo>
                    <a:pt x="18607" y="11180"/>
                  </a:lnTo>
                  <a:cubicBezTo>
                    <a:pt x="18933" y="10854"/>
                    <a:pt x="18933" y="10312"/>
                    <a:pt x="18607" y="10013"/>
                  </a:cubicBezTo>
                  <a:cubicBezTo>
                    <a:pt x="17658" y="9064"/>
                    <a:pt x="17658" y="7518"/>
                    <a:pt x="18607" y="6569"/>
                  </a:cubicBezTo>
                  <a:lnTo>
                    <a:pt x="20370" y="4806"/>
                  </a:lnTo>
                  <a:cubicBezTo>
                    <a:pt x="21808" y="3368"/>
                    <a:pt x="23571" y="2392"/>
                    <a:pt x="25524" y="1958"/>
                  </a:cubicBezTo>
                  <a:close/>
                  <a:moveTo>
                    <a:pt x="27839" y="0"/>
                  </a:moveTo>
                  <a:cubicBezTo>
                    <a:pt x="27809" y="0"/>
                    <a:pt x="27779" y="2"/>
                    <a:pt x="27748" y="5"/>
                  </a:cubicBezTo>
                  <a:lnTo>
                    <a:pt x="26527" y="140"/>
                  </a:lnTo>
                  <a:cubicBezTo>
                    <a:pt x="23761" y="466"/>
                    <a:pt x="21184" y="1714"/>
                    <a:pt x="19231" y="3639"/>
                  </a:cubicBezTo>
                  <a:lnTo>
                    <a:pt x="11094" y="11777"/>
                  </a:lnTo>
                  <a:cubicBezTo>
                    <a:pt x="10714" y="11315"/>
                    <a:pt x="10280" y="10854"/>
                    <a:pt x="9765" y="10529"/>
                  </a:cubicBezTo>
                  <a:cubicBezTo>
                    <a:pt x="8802" y="9847"/>
                    <a:pt x="7649" y="9508"/>
                    <a:pt x="6497" y="9508"/>
                  </a:cubicBezTo>
                  <a:cubicBezTo>
                    <a:pt x="5310" y="9508"/>
                    <a:pt x="4123" y="9868"/>
                    <a:pt x="3146" y="10583"/>
                  </a:cubicBezTo>
                  <a:cubicBezTo>
                    <a:pt x="271" y="12699"/>
                    <a:pt x="0" y="16822"/>
                    <a:pt x="2496" y="19263"/>
                  </a:cubicBezTo>
                  <a:cubicBezTo>
                    <a:pt x="3589" y="20336"/>
                    <a:pt x="4999" y="20849"/>
                    <a:pt x="6434" y="20849"/>
                  </a:cubicBezTo>
                  <a:cubicBezTo>
                    <a:pt x="6921" y="20849"/>
                    <a:pt x="7412" y="20790"/>
                    <a:pt x="7893" y="20673"/>
                  </a:cubicBezTo>
                  <a:lnTo>
                    <a:pt x="7893" y="20673"/>
                  </a:lnTo>
                  <a:cubicBezTo>
                    <a:pt x="7758" y="21134"/>
                    <a:pt x="7703" y="21622"/>
                    <a:pt x="7703" y="22111"/>
                  </a:cubicBezTo>
                  <a:cubicBezTo>
                    <a:pt x="7703" y="23657"/>
                    <a:pt x="8273" y="25067"/>
                    <a:pt x="9358" y="26152"/>
                  </a:cubicBezTo>
                  <a:cubicBezTo>
                    <a:pt x="10469" y="27263"/>
                    <a:pt x="11926" y="27813"/>
                    <a:pt x="13380" y="27813"/>
                  </a:cubicBezTo>
                  <a:cubicBezTo>
                    <a:pt x="15157" y="27813"/>
                    <a:pt x="16931" y="26991"/>
                    <a:pt x="18065" y="25366"/>
                  </a:cubicBezTo>
                  <a:cubicBezTo>
                    <a:pt x="19421" y="23467"/>
                    <a:pt x="19394" y="20809"/>
                    <a:pt x="18065" y="18910"/>
                  </a:cubicBezTo>
                  <a:cubicBezTo>
                    <a:pt x="17712" y="18395"/>
                    <a:pt x="17305" y="17961"/>
                    <a:pt x="16790" y="17581"/>
                  </a:cubicBezTo>
                  <a:lnTo>
                    <a:pt x="24927" y="9444"/>
                  </a:lnTo>
                  <a:cubicBezTo>
                    <a:pt x="26880" y="7464"/>
                    <a:pt x="28100" y="4887"/>
                    <a:pt x="28426" y="2148"/>
                  </a:cubicBezTo>
                  <a:lnTo>
                    <a:pt x="28562" y="927"/>
                  </a:lnTo>
                  <a:cubicBezTo>
                    <a:pt x="28715" y="415"/>
                    <a:pt x="28338" y="0"/>
                    <a:pt x="27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2"/>
            <p:cNvSpPr/>
            <p:nvPr/>
          </p:nvSpPr>
          <p:spPr>
            <a:xfrm>
              <a:off x="1939450" y="1956975"/>
              <a:ext cx="40725" cy="40725"/>
            </a:xfrm>
            <a:custGeom>
              <a:rect b="b" l="l" r="r" t="t"/>
              <a:pathLst>
                <a:path extrusionOk="0" h="1629" w="1629">
                  <a:moveTo>
                    <a:pt x="815" y="1"/>
                  </a:moveTo>
                  <a:cubicBezTo>
                    <a:pt x="353" y="1"/>
                    <a:pt x="1" y="353"/>
                    <a:pt x="1" y="814"/>
                  </a:cubicBezTo>
                  <a:cubicBezTo>
                    <a:pt x="1" y="1248"/>
                    <a:pt x="353" y="1628"/>
                    <a:pt x="815" y="1628"/>
                  </a:cubicBezTo>
                  <a:cubicBezTo>
                    <a:pt x="1248" y="1628"/>
                    <a:pt x="1628" y="1248"/>
                    <a:pt x="1628" y="814"/>
                  </a:cubicBezTo>
                  <a:cubicBezTo>
                    <a:pt x="1628" y="353"/>
                    <a:pt x="1248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" name="Google Shape;652;p32"/>
          <p:cNvSpPr txBox="1"/>
          <p:nvPr>
            <p:ph type="title"/>
          </p:nvPr>
        </p:nvSpPr>
        <p:spPr>
          <a:xfrm>
            <a:off x="713100" y="1777500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 of Systems</a:t>
            </a:r>
            <a:endParaRPr/>
          </a:p>
        </p:txBody>
      </p:sp>
      <p:sp>
        <p:nvSpPr>
          <p:cNvPr id="653" name="Google Shape;653;p32"/>
          <p:cNvSpPr txBox="1"/>
          <p:nvPr>
            <p:ph idx="1" type="subTitle"/>
          </p:nvPr>
        </p:nvSpPr>
        <p:spPr>
          <a:xfrm>
            <a:off x="718125" y="2353500"/>
            <a:ext cx="3707400" cy="101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Despite being red, Mars is actually a cold place. The planet is full of iron oxide dust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54" name="Google Shape;654;p32"/>
          <p:cNvSpPr txBox="1"/>
          <p:nvPr>
            <p:ph idx="2" type="subTitle"/>
          </p:nvPr>
        </p:nvSpPr>
        <p:spPr>
          <a:xfrm>
            <a:off x="5878925" y="1025288"/>
            <a:ext cx="1856100" cy="34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</a:t>
            </a:r>
            <a:endParaRPr sz="1400"/>
          </a:p>
        </p:txBody>
      </p:sp>
      <p:sp>
        <p:nvSpPr>
          <p:cNvPr id="655" name="Google Shape;655;p32"/>
          <p:cNvSpPr txBox="1"/>
          <p:nvPr>
            <p:ph idx="3" type="subTitle"/>
          </p:nvPr>
        </p:nvSpPr>
        <p:spPr>
          <a:xfrm>
            <a:off x="5878925" y="1594188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It’s the closest planet to the Sun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56" name="Google Shape;656;p32"/>
          <p:cNvSpPr txBox="1"/>
          <p:nvPr>
            <p:ph idx="4" type="subTitle"/>
          </p:nvPr>
        </p:nvSpPr>
        <p:spPr>
          <a:xfrm>
            <a:off x="5878925" y="2278879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It’s the smallest one in </a:t>
            </a:r>
            <a:r>
              <a:rPr lang="en" sz="1200"/>
              <a:t>the </a:t>
            </a:r>
            <a:r>
              <a:rPr lang="en" sz="1200">
                <a:solidFill>
                  <a:schemeClr val="dk1"/>
                </a:solidFill>
              </a:rPr>
              <a:t>Solar System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57" name="Google Shape;657;p32"/>
          <p:cNvSpPr txBox="1"/>
          <p:nvPr>
            <p:ph idx="5" type="subTitle"/>
          </p:nvPr>
        </p:nvSpPr>
        <p:spPr>
          <a:xfrm>
            <a:off x="5878925" y="2966871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It’s only a bit larger than our Moon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58" name="Google Shape;658;p32"/>
          <p:cNvSpPr txBox="1"/>
          <p:nvPr>
            <p:ph idx="6" type="subTitle"/>
          </p:nvPr>
        </p:nvSpPr>
        <p:spPr>
          <a:xfrm>
            <a:off x="5878925" y="3654863"/>
            <a:ext cx="2048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It was named after the Roman messenger god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59" name="Google Shape;659;p32"/>
          <p:cNvSpPr txBox="1"/>
          <p:nvPr>
            <p:ph idx="7" type="title"/>
          </p:nvPr>
        </p:nvSpPr>
        <p:spPr>
          <a:xfrm>
            <a:off x="5171575" y="1590888"/>
            <a:ext cx="576000" cy="5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660" name="Google Shape;660;p32"/>
          <p:cNvSpPr txBox="1"/>
          <p:nvPr>
            <p:ph idx="8" type="title"/>
          </p:nvPr>
        </p:nvSpPr>
        <p:spPr>
          <a:xfrm>
            <a:off x="5171575" y="2278879"/>
            <a:ext cx="576000" cy="5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661" name="Google Shape;661;p32"/>
          <p:cNvSpPr txBox="1"/>
          <p:nvPr>
            <p:ph idx="9" type="title"/>
          </p:nvPr>
        </p:nvSpPr>
        <p:spPr>
          <a:xfrm>
            <a:off x="5171575" y="2966871"/>
            <a:ext cx="576000" cy="5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662" name="Google Shape;662;p32"/>
          <p:cNvSpPr txBox="1"/>
          <p:nvPr>
            <p:ph idx="13" type="title"/>
          </p:nvPr>
        </p:nvSpPr>
        <p:spPr>
          <a:xfrm>
            <a:off x="5171575" y="3654863"/>
            <a:ext cx="576000" cy="5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6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p33"/>
          <p:cNvSpPr txBox="1"/>
          <p:nvPr>
            <p:ph idx="7" type="subTitle"/>
          </p:nvPr>
        </p:nvSpPr>
        <p:spPr>
          <a:xfrm>
            <a:off x="6574800" y="33219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668" name="Google Shape;668;p33"/>
          <p:cNvSpPr txBox="1"/>
          <p:nvPr>
            <p:ph idx="8" type="subTitle"/>
          </p:nvPr>
        </p:nvSpPr>
        <p:spPr>
          <a:xfrm>
            <a:off x="6574800" y="36693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Jupiter is </a:t>
            </a:r>
            <a:r>
              <a:rPr lang="en" sz="1400"/>
              <a:t>the biggest planet in the 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669" name="Google Shape;669;p33"/>
          <p:cNvSpPr txBox="1"/>
          <p:nvPr>
            <p:ph idx="6" type="subTitle"/>
          </p:nvPr>
        </p:nvSpPr>
        <p:spPr>
          <a:xfrm>
            <a:off x="6574800" y="21874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Mars is actually a cold place full of iron oxide dust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670" name="Google Shape;670;p33"/>
          <p:cNvSpPr txBox="1"/>
          <p:nvPr>
            <p:ph idx="1" type="subTitle"/>
          </p:nvPr>
        </p:nvSpPr>
        <p:spPr>
          <a:xfrm>
            <a:off x="713100" y="18400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671" name="Google Shape;671;p33"/>
          <p:cNvSpPr txBox="1"/>
          <p:nvPr>
            <p:ph idx="2" type="subTitle"/>
          </p:nvPr>
        </p:nvSpPr>
        <p:spPr>
          <a:xfrm>
            <a:off x="713100" y="21874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</a:t>
            </a:r>
            <a:r>
              <a:rPr lang="en" sz="1400"/>
              <a:t>has a beautiful name, but is terribly hot</a:t>
            </a:r>
            <a:endParaRPr sz="1400">
              <a:solidFill>
                <a:schemeClr val="dk1"/>
              </a:solidFill>
            </a:endParaRPr>
          </a:p>
        </p:txBody>
      </p:sp>
      <p:pic>
        <p:nvPicPr>
          <p:cNvPr id="672" name="Google Shape;672;p33"/>
          <p:cNvPicPr preferRelativeResize="0"/>
          <p:nvPr/>
        </p:nvPicPr>
        <p:blipFill rotWithShape="1">
          <a:blip r:embed="rId3">
            <a:alphaModFix/>
          </a:blip>
          <a:srcRect b="4170" l="6657" r="33207" t="4170"/>
          <a:stretch/>
        </p:blipFill>
        <p:spPr>
          <a:xfrm>
            <a:off x="3336575" y="539400"/>
            <a:ext cx="2470850" cy="4067275"/>
          </a:xfrm>
          <a:prstGeom prst="rect">
            <a:avLst/>
          </a:prstGeom>
          <a:noFill/>
          <a:ln>
            <a:noFill/>
          </a:ln>
        </p:spPr>
      </p:pic>
      <p:sp>
        <p:nvSpPr>
          <p:cNvPr id="673" name="Google Shape;673;p33"/>
          <p:cNvSpPr txBox="1"/>
          <p:nvPr>
            <p:ph idx="4" type="subTitle"/>
          </p:nvPr>
        </p:nvSpPr>
        <p:spPr>
          <a:xfrm>
            <a:off x="713100" y="3669300"/>
            <a:ext cx="18561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Mercury is the </a:t>
            </a:r>
            <a:r>
              <a:rPr lang="en" sz="1400"/>
              <a:t>smallest </a:t>
            </a:r>
            <a:r>
              <a:rPr lang="en" sz="1400">
                <a:solidFill>
                  <a:schemeClr val="dk1"/>
                </a:solidFill>
              </a:rPr>
              <a:t>planet </a:t>
            </a:r>
            <a:r>
              <a:rPr lang="en" sz="1400"/>
              <a:t>in the 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674" name="Google Shape;674;p33"/>
          <p:cNvSpPr txBox="1"/>
          <p:nvPr>
            <p:ph idx="5" type="subTitle"/>
          </p:nvPr>
        </p:nvSpPr>
        <p:spPr>
          <a:xfrm>
            <a:off x="6574800" y="18400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800"/>
              <a:t>Mars</a:t>
            </a:r>
            <a:endParaRPr sz="18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75" name="Google Shape;675;p33"/>
          <p:cNvSpPr txBox="1"/>
          <p:nvPr>
            <p:ph idx="3" type="subTitle"/>
          </p:nvPr>
        </p:nvSpPr>
        <p:spPr>
          <a:xfrm>
            <a:off x="713100" y="332190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grpSp>
        <p:nvGrpSpPr>
          <p:cNvPr id="676" name="Google Shape;676;p33"/>
          <p:cNvGrpSpPr/>
          <p:nvPr/>
        </p:nvGrpSpPr>
        <p:grpSpPr>
          <a:xfrm>
            <a:off x="3705952" y="1145453"/>
            <a:ext cx="1981034" cy="2534165"/>
            <a:chOff x="3530300" y="920900"/>
            <a:chExt cx="2332000" cy="2983125"/>
          </a:xfrm>
        </p:grpSpPr>
        <p:sp>
          <p:nvSpPr>
            <p:cNvPr id="677" name="Google Shape;677;p33"/>
            <p:cNvSpPr/>
            <p:nvPr/>
          </p:nvSpPr>
          <p:spPr>
            <a:xfrm>
              <a:off x="3530300" y="1328625"/>
              <a:ext cx="575700" cy="5760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3"/>
            <p:cNvSpPr/>
            <p:nvPr/>
          </p:nvSpPr>
          <p:spPr>
            <a:xfrm>
              <a:off x="4032125" y="2543950"/>
              <a:ext cx="575700" cy="5760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3"/>
            <p:cNvSpPr/>
            <p:nvPr/>
          </p:nvSpPr>
          <p:spPr>
            <a:xfrm>
              <a:off x="5114150" y="3328025"/>
              <a:ext cx="575700" cy="5760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3"/>
            <p:cNvSpPr/>
            <p:nvPr/>
          </p:nvSpPr>
          <p:spPr>
            <a:xfrm>
              <a:off x="5286600" y="920900"/>
              <a:ext cx="575700" cy="5760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81" name="Google Shape;681;p33"/>
            <p:cNvCxnSpPr>
              <a:stCxn id="680" idx="1"/>
              <a:endCxn id="677" idx="3"/>
            </p:cNvCxnSpPr>
            <p:nvPr/>
          </p:nvCxnSpPr>
          <p:spPr>
            <a:xfrm flipH="1">
              <a:off x="4106100" y="1208900"/>
              <a:ext cx="1180500" cy="40800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682" name="Google Shape;682;p33"/>
            <p:cNvCxnSpPr>
              <a:stCxn id="677" idx="2"/>
              <a:endCxn id="678" idx="0"/>
            </p:cNvCxnSpPr>
            <p:nvPr/>
          </p:nvCxnSpPr>
          <p:spPr>
            <a:xfrm>
              <a:off x="3818150" y="1904625"/>
              <a:ext cx="501900" cy="63930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683" name="Google Shape;683;p33"/>
            <p:cNvCxnSpPr>
              <a:stCxn id="678" idx="2"/>
              <a:endCxn id="679" idx="1"/>
            </p:cNvCxnSpPr>
            <p:nvPr/>
          </p:nvCxnSpPr>
          <p:spPr>
            <a:xfrm flipH="1" rot="-5400000">
              <a:off x="4468925" y="2971000"/>
              <a:ext cx="496200" cy="794100"/>
            </a:xfrm>
            <a:prstGeom prst="bentConnector2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sp>
        <p:nvSpPr>
          <p:cNvPr id="684" name="Google Shape;684;p33"/>
          <p:cNvSpPr txBox="1"/>
          <p:nvPr>
            <p:ph type="title"/>
          </p:nvPr>
        </p:nvSpPr>
        <p:spPr>
          <a:xfrm>
            <a:off x="713100" y="445025"/>
            <a:ext cx="2606400" cy="9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Physical Examination</a:t>
            </a:r>
            <a:endParaRPr sz="28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34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Findings</a:t>
            </a:r>
            <a:endParaRPr/>
          </a:p>
        </p:txBody>
      </p:sp>
      <p:pic>
        <p:nvPicPr>
          <p:cNvPr id="690" name="Google Shape;690;p34" title="Points scored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17200" y="1239350"/>
            <a:ext cx="4485975" cy="2773824"/>
          </a:xfrm>
          <a:prstGeom prst="rect">
            <a:avLst/>
          </a:prstGeom>
          <a:noFill/>
          <a:ln>
            <a:noFill/>
          </a:ln>
        </p:spPr>
      </p:pic>
      <p:sp>
        <p:nvSpPr>
          <p:cNvPr id="691" name="Google Shape;691;p34"/>
          <p:cNvSpPr txBox="1"/>
          <p:nvPr>
            <p:ph idx="4294967295" type="subTitle"/>
          </p:nvPr>
        </p:nvSpPr>
        <p:spPr>
          <a:xfrm>
            <a:off x="6025800" y="1740814"/>
            <a:ext cx="2405100" cy="10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has a beautiful name</a:t>
            </a:r>
            <a:r>
              <a:rPr lang="en" sz="1400"/>
              <a:t>, but is terribly hot and its atmosphere is extremely poisonous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692" name="Google Shape;692;p34"/>
          <p:cNvSpPr txBox="1"/>
          <p:nvPr>
            <p:ph idx="4294967295" type="subTitle"/>
          </p:nvPr>
        </p:nvSpPr>
        <p:spPr>
          <a:xfrm>
            <a:off x="6025800" y="3416946"/>
            <a:ext cx="2405100" cy="10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Mercury is the closest planet to the Sun and also the smallest one in </a:t>
            </a:r>
            <a:r>
              <a:rPr lang="en" sz="1400"/>
              <a:t>the </a:t>
            </a:r>
            <a:r>
              <a:rPr lang="en" sz="1400">
                <a:solidFill>
                  <a:schemeClr val="dk1"/>
                </a:solidFill>
              </a:rPr>
              <a:t>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693" name="Google Shape;693;p34"/>
          <p:cNvSpPr txBox="1"/>
          <p:nvPr>
            <p:ph idx="4294967295" type="subTitle"/>
          </p:nvPr>
        </p:nvSpPr>
        <p:spPr>
          <a:xfrm>
            <a:off x="6025800" y="1393413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 sz="18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94" name="Google Shape;694;p34"/>
          <p:cNvSpPr txBox="1"/>
          <p:nvPr>
            <p:ph idx="4294967295" type="subTitle"/>
          </p:nvPr>
        </p:nvSpPr>
        <p:spPr>
          <a:xfrm>
            <a:off x="6025800" y="3069550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 b="1" sz="18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95" name="Google Shape;695;p34"/>
          <p:cNvSpPr/>
          <p:nvPr/>
        </p:nvSpPr>
        <p:spPr>
          <a:xfrm>
            <a:off x="5671588" y="1482888"/>
            <a:ext cx="252600" cy="252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34"/>
          <p:cNvSpPr/>
          <p:nvPr/>
        </p:nvSpPr>
        <p:spPr>
          <a:xfrm>
            <a:off x="5671588" y="3164350"/>
            <a:ext cx="252600" cy="252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34"/>
          <p:cNvSpPr txBox="1"/>
          <p:nvPr/>
        </p:nvSpPr>
        <p:spPr>
          <a:xfrm>
            <a:off x="717200" y="4126500"/>
            <a:ext cx="4485900" cy="47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T</a:t>
            </a: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o modify this graph, click on it, follow the link, change the data and paste the resulting graph here</a:t>
            </a:r>
            <a:endParaRPr sz="10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35"/>
          <p:cNvGrpSpPr/>
          <p:nvPr/>
        </p:nvGrpSpPr>
        <p:grpSpPr>
          <a:xfrm>
            <a:off x="717202" y="3317175"/>
            <a:ext cx="2280898" cy="375000"/>
            <a:chOff x="717202" y="3317175"/>
            <a:chExt cx="2280898" cy="375000"/>
          </a:xfrm>
        </p:grpSpPr>
        <p:grpSp>
          <p:nvGrpSpPr>
            <p:cNvPr id="703" name="Google Shape;703;p35"/>
            <p:cNvGrpSpPr/>
            <p:nvPr/>
          </p:nvGrpSpPr>
          <p:grpSpPr>
            <a:xfrm>
              <a:off x="717202" y="3317618"/>
              <a:ext cx="347486" cy="374098"/>
              <a:chOff x="2456850" y="2353675"/>
              <a:chExt cx="721525" cy="721500"/>
            </a:xfrm>
          </p:grpSpPr>
          <p:sp>
            <p:nvSpPr>
              <p:cNvPr id="704" name="Google Shape;704;p35"/>
              <p:cNvSpPr/>
              <p:nvPr/>
            </p:nvSpPr>
            <p:spPr>
              <a:xfrm>
                <a:off x="2456850" y="2353675"/>
                <a:ext cx="721525" cy="721500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35"/>
              <p:cNvSpPr/>
              <p:nvPr/>
            </p:nvSpPr>
            <p:spPr>
              <a:xfrm>
                <a:off x="2625025" y="2575400"/>
                <a:ext cx="383825" cy="276000"/>
              </a:xfrm>
              <a:custGeom>
                <a:rect b="b" l="l" r="r" t="t"/>
                <a:pathLst>
                  <a:path extrusionOk="0" h="11040" w="15353">
                    <a:moveTo>
                      <a:pt x="4069" y="1"/>
                    </a:moveTo>
                    <a:lnTo>
                      <a:pt x="976" y="4693"/>
                    </a:lnTo>
                    <a:cubicBezTo>
                      <a:pt x="380" y="5561"/>
                      <a:pt x="0" y="6483"/>
                      <a:pt x="0" y="7568"/>
                    </a:cubicBezTo>
                    <a:cubicBezTo>
                      <a:pt x="0" y="9738"/>
                      <a:pt x="1600" y="11013"/>
                      <a:pt x="3336" y="11013"/>
                    </a:cubicBezTo>
                    <a:cubicBezTo>
                      <a:pt x="5262" y="11013"/>
                      <a:pt x="6673" y="9575"/>
                      <a:pt x="6673" y="7568"/>
                    </a:cubicBezTo>
                    <a:cubicBezTo>
                      <a:pt x="6673" y="6456"/>
                      <a:pt x="6211" y="5398"/>
                      <a:pt x="5235" y="4747"/>
                    </a:cubicBezTo>
                    <a:lnTo>
                      <a:pt x="7296" y="28"/>
                    </a:lnTo>
                    <a:lnTo>
                      <a:pt x="7296" y="1"/>
                    </a:lnTo>
                    <a:close/>
                    <a:moveTo>
                      <a:pt x="12179" y="1"/>
                    </a:moveTo>
                    <a:lnTo>
                      <a:pt x="9087" y="4693"/>
                    </a:lnTo>
                    <a:cubicBezTo>
                      <a:pt x="8490" y="5561"/>
                      <a:pt x="8110" y="6483"/>
                      <a:pt x="8110" y="7568"/>
                    </a:cubicBezTo>
                    <a:cubicBezTo>
                      <a:pt x="8110" y="9738"/>
                      <a:pt x="9710" y="11040"/>
                      <a:pt x="11419" y="11040"/>
                    </a:cubicBezTo>
                    <a:cubicBezTo>
                      <a:pt x="13372" y="11040"/>
                      <a:pt x="14783" y="9575"/>
                      <a:pt x="14783" y="7568"/>
                    </a:cubicBezTo>
                    <a:cubicBezTo>
                      <a:pt x="14783" y="6456"/>
                      <a:pt x="14321" y="5398"/>
                      <a:pt x="13291" y="4720"/>
                    </a:cubicBezTo>
                    <a:lnTo>
                      <a:pt x="153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6" name="Google Shape;706;p35"/>
            <p:cNvSpPr/>
            <p:nvPr/>
          </p:nvSpPr>
          <p:spPr>
            <a:xfrm>
              <a:off x="1068800" y="3317175"/>
              <a:ext cx="1929300" cy="375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dk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Dr. Helena Stone</a:t>
              </a:r>
              <a:endParaRPr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707" name="Google Shape;707;p35"/>
          <p:cNvGrpSpPr/>
          <p:nvPr/>
        </p:nvGrpSpPr>
        <p:grpSpPr>
          <a:xfrm>
            <a:off x="3433597" y="3317175"/>
            <a:ext cx="2278803" cy="375000"/>
            <a:chOff x="3433597" y="3317175"/>
            <a:chExt cx="2278803" cy="375000"/>
          </a:xfrm>
        </p:grpSpPr>
        <p:grpSp>
          <p:nvGrpSpPr>
            <p:cNvPr id="708" name="Google Shape;708;p35"/>
            <p:cNvGrpSpPr/>
            <p:nvPr/>
          </p:nvGrpSpPr>
          <p:grpSpPr>
            <a:xfrm>
              <a:off x="3433597" y="3317618"/>
              <a:ext cx="347486" cy="374098"/>
              <a:chOff x="2456850" y="2353675"/>
              <a:chExt cx="721525" cy="721500"/>
            </a:xfrm>
          </p:grpSpPr>
          <p:sp>
            <p:nvSpPr>
              <p:cNvPr id="709" name="Google Shape;709;p35"/>
              <p:cNvSpPr/>
              <p:nvPr/>
            </p:nvSpPr>
            <p:spPr>
              <a:xfrm>
                <a:off x="2456850" y="2353675"/>
                <a:ext cx="721525" cy="721500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35"/>
              <p:cNvSpPr/>
              <p:nvPr/>
            </p:nvSpPr>
            <p:spPr>
              <a:xfrm>
                <a:off x="2625025" y="2575400"/>
                <a:ext cx="383825" cy="276000"/>
              </a:xfrm>
              <a:custGeom>
                <a:rect b="b" l="l" r="r" t="t"/>
                <a:pathLst>
                  <a:path extrusionOk="0" h="11040" w="15353">
                    <a:moveTo>
                      <a:pt x="4069" y="1"/>
                    </a:moveTo>
                    <a:lnTo>
                      <a:pt x="976" y="4693"/>
                    </a:lnTo>
                    <a:cubicBezTo>
                      <a:pt x="380" y="5561"/>
                      <a:pt x="0" y="6483"/>
                      <a:pt x="0" y="7568"/>
                    </a:cubicBezTo>
                    <a:cubicBezTo>
                      <a:pt x="0" y="9738"/>
                      <a:pt x="1600" y="11013"/>
                      <a:pt x="3336" y="11013"/>
                    </a:cubicBezTo>
                    <a:cubicBezTo>
                      <a:pt x="5262" y="11013"/>
                      <a:pt x="6673" y="9575"/>
                      <a:pt x="6673" y="7568"/>
                    </a:cubicBezTo>
                    <a:cubicBezTo>
                      <a:pt x="6673" y="6456"/>
                      <a:pt x="6211" y="5398"/>
                      <a:pt x="5235" y="4747"/>
                    </a:cubicBezTo>
                    <a:lnTo>
                      <a:pt x="7296" y="28"/>
                    </a:lnTo>
                    <a:lnTo>
                      <a:pt x="7296" y="1"/>
                    </a:lnTo>
                    <a:close/>
                    <a:moveTo>
                      <a:pt x="12179" y="1"/>
                    </a:moveTo>
                    <a:lnTo>
                      <a:pt x="9087" y="4693"/>
                    </a:lnTo>
                    <a:cubicBezTo>
                      <a:pt x="8490" y="5561"/>
                      <a:pt x="8110" y="6483"/>
                      <a:pt x="8110" y="7568"/>
                    </a:cubicBezTo>
                    <a:cubicBezTo>
                      <a:pt x="8110" y="9738"/>
                      <a:pt x="9710" y="11040"/>
                      <a:pt x="11419" y="11040"/>
                    </a:cubicBezTo>
                    <a:cubicBezTo>
                      <a:pt x="13372" y="11040"/>
                      <a:pt x="14783" y="9575"/>
                      <a:pt x="14783" y="7568"/>
                    </a:cubicBezTo>
                    <a:cubicBezTo>
                      <a:pt x="14783" y="6456"/>
                      <a:pt x="14321" y="5398"/>
                      <a:pt x="13291" y="4720"/>
                    </a:cubicBezTo>
                    <a:lnTo>
                      <a:pt x="153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1" name="Google Shape;711;p35"/>
            <p:cNvSpPr/>
            <p:nvPr/>
          </p:nvSpPr>
          <p:spPr>
            <a:xfrm>
              <a:off x="3783100" y="3317175"/>
              <a:ext cx="1929300" cy="375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Dr. John Smith</a:t>
              </a:r>
              <a:endParaRPr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712" name="Google Shape;712;p35"/>
          <p:cNvGrpSpPr/>
          <p:nvPr/>
        </p:nvGrpSpPr>
        <p:grpSpPr>
          <a:xfrm>
            <a:off x="6150067" y="3317175"/>
            <a:ext cx="2276633" cy="375000"/>
            <a:chOff x="6150067" y="3317175"/>
            <a:chExt cx="2276633" cy="375000"/>
          </a:xfrm>
        </p:grpSpPr>
        <p:grpSp>
          <p:nvGrpSpPr>
            <p:cNvPr id="713" name="Google Shape;713;p35"/>
            <p:cNvGrpSpPr/>
            <p:nvPr/>
          </p:nvGrpSpPr>
          <p:grpSpPr>
            <a:xfrm>
              <a:off x="6150067" y="3317618"/>
              <a:ext cx="347486" cy="374098"/>
              <a:chOff x="2456850" y="2353675"/>
              <a:chExt cx="721525" cy="721500"/>
            </a:xfrm>
          </p:grpSpPr>
          <p:sp>
            <p:nvSpPr>
              <p:cNvPr id="714" name="Google Shape;714;p35"/>
              <p:cNvSpPr/>
              <p:nvPr/>
            </p:nvSpPr>
            <p:spPr>
              <a:xfrm>
                <a:off x="2456850" y="2353675"/>
                <a:ext cx="721525" cy="721500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35"/>
              <p:cNvSpPr/>
              <p:nvPr/>
            </p:nvSpPr>
            <p:spPr>
              <a:xfrm>
                <a:off x="2625025" y="2575400"/>
                <a:ext cx="383825" cy="276000"/>
              </a:xfrm>
              <a:custGeom>
                <a:rect b="b" l="l" r="r" t="t"/>
                <a:pathLst>
                  <a:path extrusionOk="0" h="11040" w="15353">
                    <a:moveTo>
                      <a:pt x="4069" y="1"/>
                    </a:moveTo>
                    <a:lnTo>
                      <a:pt x="976" y="4693"/>
                    </a:lnTo>
                    <a:cubicBezTo>
                      <a:pt x="380" y="5561"/>
                      <a:pt x="0" y="6483"/>
                      <a:pt x="0" y="7568"/>
                    </a:cubicBezTo>
                    <a:cubicBezTo>
                      <a:pt x="0" y="9738"/>
                      <a:pt x="1600" y="11013"/>
                      <a:pt x="3336" y="11013"/>
                    </a:cubicBezTo>
                    <a:cubicBezTo>
                      <a:pt x="5262" y="11013"/>
                      <a:pt x="6673" y="9575"/>
                      <a:pt x="6673" y="7568"/>
                    </a:cubicBezTo>
                    <a:cubicBezTo>
                      <a:pt x="6673" y="6456"/>
                      <a:pt x="6211" y="5398"/>
                      <a:pt x="5235" y="4747"/>
                    </a:cubicBezTo>
                    <a:lnTo>
                      <a:pt x="7296" y="28"/>
                    </a:lnTo>
                    <a:lnTo>
                      <a:pt x="7296" y="1"/>
                    </a:lnTo>
                    <a:close/>
                    <a:moveTo>
                      <a:pt x="12179" y="1"/>
                    </a:moveTo>
                    <a:lnTo>
                      <a:pt x="9087" y="4693"/>
                    </a:lnTo>
                    <a:cubicBezTo>
                      <a:pt x="8490" y="5561"/>
                      <a:pt x="8110" y="6483"/>
                      <a:pt x="8110" y="7568"/>
                    </a:cubicBezTo>
                    <a:cubicBezTo>
                      <a:pt x="8110" y="9738"/>
                      <a:pt x="9710" y="11040"/>
                      <a:pt x="11419" y="11040"/>
                    </a:cubicBezTo>
                    <a:cubicBezTo>
                      <a:pt x="13372" y="11040"/>
                      <a:pt x="14783" y="9575"/>
                      <a:pt x="14783" y="7568"/>
                    </a:cubicBezTo>
                    <a:cubicBezTo>
                      <a:pt x="14783" y="6456"/>
                      <a:pt x="14321" y="5398"/>
                      <a:pt x="13291" y="4720"/>
                    </a:cubicBezTo>
                    <a:lnTo>
                      <a:pt x="153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6" name="Google Shape;716;p35"/>
            <p:cNvSpPr/>
            <p:nvPr/>
          </p:nvSpPr>
          <p:spPr>
            <a:xfrm>
              <a:off x="6497400" y="3317175"/>
              <a:ext cx="1929300" cy="375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Dr. Jenna Doe</a:t>
              </a:r>
              <a:endParaRPr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717" name="Google Shape;717;p35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Discussion</a:t>
            </a:r>
            <a:endParaRPr/>
          </a:p>
        </p:txBody>
      </p:sp>
      <p:sp>
        <p:nvSpPr>
          <p:cNvPr id="718" name="Google Shape;718;p35"/>
          <p:cNvSpPr txBox="1"/>
          <p:nvPr>
            <p:ph idx="1" type="subTitle"/>
          </p:nvPr>
        </p:nvSpPr>
        <p:spPr>
          <a:xfrm>
            <a:off x="717200" y="1429975"/>
            <a:ext cx="2280900" cy="1644600"/>
          </a:xfrm>
          <a:prstGeom prst="rect">
            <a:avLst/>
          </a:prstGeom>
        </p:spPr>
        <p:txBody>
          <a:bodyPr anchorCtr="0" anchor="ctr" bIns="91425" lIns="182875" spcFirstLastPara="1" rIns="18287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“Saturn is a gas giant and has several rings”</a:t>
            </a:r>
            <a:endParaRPr sz="1600"/>
          </a:p>
        </p:txBody>
      </p:sp>
      <p:sp>
        <p:nvSpPr>
          <p:cNvPr id="719" name="Google Shape;719;p35"/>
          <p:cNvSpPr txBox="1"/>
          <p:nvPr>
            <p:ph idx="2" type="subTitle"/>
          </p:nvPr>
        </p:nvSpPr>
        <p:spPr>
          <a:xfrm>
            <a:off x="3433600" y="1429975"/>
            <a:ext cx="2280900" cy="1644600"/>
          </a:xfrm>
          <a:prstGeom prst="rect">
            <a:avLst/>
          </a:prstGeom>
        </p:spPr>
        <p:txBody>
          <a:bodyPr anchorCtr="0" anchor="ctr" bIns="91425" lIns="182875" spcFirstLastPara="1" rIns="18287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“Jupiter is the biggest planet in the Solar System”</a:t>
            </a:r>
            <a:endParaRPr sz="1600"/>
          </a:p>
        </p:txBody>
      </p:sp>
      <p:sp>
        <p:nvSpPr>
          <p:cNvPr id="720" name="Google Shape;720;p35"/>
          <p:cNvSpPr txBox="1"/>
          <p:nvPr>
            <p:ph idx="3" type="subTitle"/>
          </p:nvPr>
        </p:nvSpPr>
        <p:spPr>
          <a:xfrm>
            <a:off x="6150000" y="1429975"/>
            <a:ext cx="2280900" cy="1644600"/>
          </a:xfrm>
          <a:prstGeom prst="rect">
            <a:avLst/>
          </a:prstGeom>
        </p:spPr>
        <p:txBody>
          <a:bodyPr anchorCtr="0" anchor="ctr" bIns="91425" lIns="182875" spcFirstLastPara="1" rIns="18287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“Mercury is the smallest planet in the Solar System”</a:t>
            </a:r>
            <a:endParaRPr sz="16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4" name="Shape 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5" name="Google Shape;725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14800" y="100"/>
            <a:ext cx="5029201" cy="5138659"/>
          </a:xfrm>
          <a:prstGeom prst="rect">
            <a:avLst/>
          </a:prstGeom>
          <a:noFill/>
          <a:ln>
            <a:noFill/>
          </a:ln>
        </p:spPr>
      </p:pic>
      <p:sp>
        <p:nvSpPr>
          <p:cNvPr id="726" name="Google Shape;726;p36"/>
          <p:cNvSpPr txBox="1"/>
          <p:nvPr>
            <p:ph type="title"/>
          </p:nvPr>
        </p:nvSpPr>
        <p:spPr>
          <a:xfrm>
            <a:off x="717200" y="441725"/>
            <a:ext cx="2808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Discussion Summary</a:t>
            </a:r>
            <a:endParaRPr sz="2800"/>
          </a:p>
        </p:txBody>
      </p:sp>
      <p:sp>
        <p:nvSpPr>
          <p:cNvPr id="727" name="Google Shape;727;p36"/>
          <p:cNvSpPr txBox="1"/>
          <p:nvPr>
            <p:ph idx="1" type="body"/>
          </p:nvPr>
        </p:nvSpPr>
        <p:spPr>
          <a:xfrm>
            <a:off x="717200" y="1554000"/>
            <a:ext cx="2808000" cy="12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dk1"/>
                </a:solidFill>
              </a:rPr>
              <a:t>Mercury is only a bit larger than our Moon. The planet’s name has nothing to do with the liquid metal 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728" name="Google Shape;728;p36"/>
          <p:cNvSpPr txBox="1"/>
          <p:nvPr>
            <p:ph idx="4294967295" type="subTitle"/>
          </p:nvPr>
        </p:nvSpPr>
        <p:spPr>
          <a:xfrm>
            <a:off x="1519400" y="3343425"/>
            <a:ext cx="2005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It’s the closest planet to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729" name="Google Shape;729;p36"/>
          <p:cNvSpPr txBox="1"/>
          <p:nvPr>
            <p:ph idx="4294967295" type="subTitle"/>
          </p:nvPr>
        </p:nvSpPr>
        <p:spPr>
          <a:xfrm>
            <a:off x="1519400" y="4028108"/>
            <a:ext cx="2005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It’s the smallest one in </a:t>
            </a:r>
            <a:r>
              <a:rPr lang="en" sz="1400"/>
              <a:t>the </a:t>
            </a:r>
            <a:r>
              <a:rPr lang="en" sz="1400">
                <a:solidFill>
                  <a:schemeClr val="dk1"/>
                </a:solidFill>
              </a:rPr>
              <a:t>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730" name="Google Shape;730;p36"/>
          <p:cNvSpPr txBox="1"/>
          <p:nvPr>
            <p:ph idx="4294967295" type="title"/>
          </p:nvPr>
        </p:nvSpPr>
        <p:spPr>
          <a:xfrm>
            <a:off x="812050" y="3340113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</a:rPr>
              <a:t>01</a:t>
            </a:r>
            <a:endParaRPr b="1" sz="1400">
              <a:solidFill>
                <a:schemeClr val="lt1"/>
              </a:solidFill>
            </a:endParaRPr>
          </a:p>
        </p:txBody>
      </p:sp>
      <p:sp>
        <p:nvSpPr>
          <p:cNvPr id="731" name="Google Shape;731;p36"/>
          <p:cNvSpPr txBox="1"/>
          <p:nvPr>
            <p:ph idx="4294967295" type="title"/>
          </p:nvPr>
        </p:nvSpPr>
        <p:spPr>
          <a:xfrm>
            <a:off x="812050" y="4028104"/>
            <a:ext cx="576000" cy="576000"/>
          </a:xfrm>
          <a:prstGeom prst="rect">
            <a:avLst/>
          </a:prstGeom>
          <a:solidFill>
            <a:srgbClr val="2634F9">
              <a:alpha val="3073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</a:rPr>
              <a:t>02</a:t>
            </a:r>
            <a:endParaRPr b="1" sz="1400">
              <a:solidFill>
                <a:schemeClr val="lt1"/>
              </a:solidFill>
            </a:endParaRPr>
          </a:p>
        </p:txBody>
      </p:sp>
      <p:grpSp>
        <p:nvGrpSpPr>
          <p:cNvPr id="732" name="Google Shape;732;p36"/>
          <p:cNvGrpSpPr/>
          <p:nvPr/>
        </p:nvGrpSpPr>
        <p:grpSpPr>
          <a:xfrm>
            <a:off x="7332141" y="3494451"/>
            <a:ext cx="1098661" cy="1109605"/>
            <a:chOff x="-1042825" y="1873925"/>
            <a:chExt cx="948675" cy="958125"/>
          </a:xfrm>
        </p:grpSpPr>
        <p:sp>
          <p:nvSpPr>
            <p:cNvPr id="733" name="Google Shape;733;p36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6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6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6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6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6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6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6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6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6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6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6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6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6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6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6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" name="Google Shape;749;p36"/>
          <p:cNvSpPr/>
          <p:nvPr/>
        </p:nvSpPr>
        <p:spPr>
          <a:xfrm>
            <a:off x="4114800" y="3876650"/>
            <a:ext cx="1262100" cy="12621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36"/>
          <p:cNvSpPr/>
          <p:nvPr/>
        </p:nvSpPr>
        <p:spPr>
          <a:xfrm>
            <a:off x="4114800" y="2614550"/>
            <a:ext cx="1262100" cy="12621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37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Comparison</a:t>
            </a:r>
            <a:endParaRPr/>
          </a:p>
        </p:txBody>
      </p:sp>
      <p:graphicFrame>
        <p:nvGraphicFramePr>
          <p:cNvPr id="756" name="Google Shape;756;p37"/>
          <p:cNvGraphicFramePr/>
          <p:nvPr/>
        </p:nvGraphicFramePr>
        <p:xfrm>
          <a:off x="717250" y="14048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{07205E2F-6AD5-4DDE-912F-E08CABCD649B}</a:tableStyleId>
              </a:tblPr>
              <a:tblGrid>
                <a:gridCol w="1827525"/>
                <a:gridCol w="1472550"/>
                <a:gridCol w="1472550"/>
                <a:gridCol w="1472550"/>
                <a:gridCol w="1472550"/>
              </a:tblGrid>
              <a:tr h="4491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Jupiter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Mercury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Venus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Mars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</a:tr>
              <a:tr h="6513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It’s the closest planet to the Sun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13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It’s the smallest one in the Solar System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13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It’s only a bit larger than the Moon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13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It was named after the Roman messenger god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757" name="Google Shape;757;p37"/>
          <p:cNvGrpSpPr/>
          <p:nvPr/>
        </p:nvGrpSpPr>
        <p:grpSpPr>
          <a:xfrm>
            <a:off x="3111801" y="2055809"/>
            <a:ext cx="347098" cy="347432"/>
            <a:chOff x="1007075" y="1260575"/>
            <a:chExt cx="700500" cy="701175"/>
          </a:xfrm>
        </p:grpSpPr>
        <p:sp>
          <p:nvSpPr>
            <p:cNvPr id="758" name="Google Shape;758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37"/>
          <p:cNvGrpSpPr/>
          <p:nvPr/>
        </p:nvGrpSpPr>
        <p:grpSpPr>
          <a:xfrm>
            <a:off x="3111634" y="2680809"/>
            <a:ext cx="347432" cy="347432"/>
            <a:chOff x="1886575" y="1260575"/>
            <a:chExt cx="701175" cy="701175"/>
          </a:xfrm>
        </p:grpSpPr>
        <p:sp>
          <p:nvSpPr>
            <p:cNvPr id="761" name="Google Shape;761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" name="Google Shape;763;p37"/>
          <p:cNvGrpSpPr/>
          <p:nvPr/>
        </p:nvGrpSpPr>
        <p:grpSpPr>
          <a:xfrm>
            <a:off x="3111634" y="3305809"/>
            <a:ext cx="347432" cy="347432"/>
            <a:chOff x="1886575" y="1260575"/>
            <a:chExt cx="701175" cy="701175"/>
          </a:xfrm>
        </p:grpSpPr>
        <p:sp>
          <p:nvSpPr>
            <p:cNvPr id="764" name="Google Shape;764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37"/>
          <p:cNvGrpSpPr/>
          <p:nvPr/>
        </p:nvGrpSpPr>
        <p:grpSpPr>
          <a:xfrm>
            <a:off x="3111634" y="3930809"/>
            <a:ext cx="347432" cy="347432"/>
            <a:chOff x="1886575" y="1260575"/>
            <a:chExt cx="701175" cy="701175"/>
          </a:xfrm>
        </p:grpSpPr>
        <p:sp>
          <p:nvSpPr>
            <p:cNvPr id="767" name="Google Shape;767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37"/>
          <p:cNvGrpSpPr/>
          <p:nvPr/>
        </p:nvGrpSpPr>
        <p:grpSpPr>
          <a:xfrm>
            <a:off x="4575501" y="3305809"/>
            <a:ext cx="347098" cy="347432"/>
            <a:chOff x="1007075" y="1260575"/>
            <a:chExt cx="700500" cy="701175"/>
          </a:xfrm>
        </p:grpSpPr>
        <p:sp>
          <p:nvSpPr>
            <p:cNvPr id="770" name="Google Shape;770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37"/>
          <p:cNvGrpSpPr/>
          <p:nvPr/>
        </p:nvGrpSpPr>
        <p:grpSpPr>
          <a:xfrm>
            <a:off x="4575334" y="2680809"/>
            <a:ext cx="347432" cy="347432"/>
            <a:chOff x="1886575" y="1260575"/>
            <a:chExt cx="701175" cy="701175"/>
          </a:xfrm>
        </p:grpSpPr>
        <p:sp>
          <p:nvSpPr>
            <p:cNvPr id="773" name="Google Shape;773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37"/>
          <p:cNvGrpSpPr/>
          <p:nvPr/>
        </p:nvGrpSpPr>
        <p:grpSpPr>
          <a:xfrm>
            <a:off x="4575334" y="2055809"/>
            <a:ext cx="347432" cy="347432"/>
            <a:chOff x="1886575" y="1260575"/>
            <a:chExt cx="701175" cy="701175"/>
          </a:xfrm>
        </p:grpSpPr>
        <p:sp>
          <p:nvSpPr>
            <p:cNvPr id="776" name="Google Shape;776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37"/>
          <p:cNvGrpSpPr/>
          <p:nvPr/>
        </p:nvGrpSpPr>
        <p:grpSpPr>
          <a:xfrm>
            <a:off x="4575501" y="3930809"/>
            <a:ext cx="347098" cy="347432"/>
            <a:chOff x="1007075" y="1260575"/>
            <a:chExt cx="700500" cy="701175"/>
          </a:xfrm>
        </p:grpSpPr>
        <p:sp>
          <p:nvSpPr>
            <p:cNvPr id="779" name="Google Shape;779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37"/>
          <p:cNvGrpSpPr/>
          <p:nvPr/>
        </p:nvGrpSpPr>
        <p:grpSpPr>
          <a:xfrm>
            <a:off x="6034434" y="2055809"/>
            <a:ext cx="347432" cy="347432"/>
            <a:chOff x="1886575" y="1260575"/>
            <a:chExt cx="701175" cy="701175"/>
          </a:xfrm>
        </p:grpSpPr>
        <p:sp>
          <p:nvSpPr>
            <p:cNvPr id="782" name="Google Shape;782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37"/>
          <p:cNvGrpSpPr/>
          <p:nvPr/>
        </p:nvGrpSpPr>
        <p:grpSpPr>
          <a:xfrm>
            <a:off x="6034601" y="2680809"/>
            <a:ext cx="347098" cy="347432"/>
            <a:chOff x="1007075" y="1260575"/>
            <a:chExt cx="700500" cy="701175"/>
          </a:xfrm>
        </p:grpSpPr>
        <p:sp>
          <p:nvSpPr>
            <p:cNvPr id="785" name="Google Shape;785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37"/>
          <p:cNvGrpSpPr/>
          <p:nvPr/>
        </p:nvGrpSpPr>
        <p:grpSpPr>
          <a:xfrm>
            <a:off x="6034434" y="3305809"/>
            <a:ext cx="347432" cy="347432"/>
            <a:chOff x="1886575" y="1260575"/>
            <a:chExt cx="701175" cy="701175"/>
          </a:xfrm>
        </p:grpSpPr>
        <p:sp>
          <p:nvSpPr>
            <p:cNvPr id="788" name="Google Shape;788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37"/>
          <p:cNvGrpSpPr/>
          <p:nvPr/>
        </p:nvGrpSpPr>
        <p:grpSpPr>
          <a:xfrm>
            <a:off x="6034601" y="3930809"/>
            <a:ext cx="347098" cy="347432"/>
            <a:chOff x="1007075" y="1260575"/>
            <a:chExt cx="700500" cy="701175"/>
          </a:xfrm>
        </p:grpSpPr>
        <p:sp>
          <p:nvSpPr>
            <p:cNvPr id="791" name="Google Shape;791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" name="Google Shape;793;p37"/>
          <p:cNvGrpSpPr/>
          <p:nvPr/>
        </p:nvGrpSpPr>
        <p:grpSpPr>
          <a:xfrm>
            <a:off x="7520726" y="2055809"/>
            <a:ext cx="347098" cy="347432"/>
            <a:chOff x="1007075" y="1260575"/>
            <a:chExt cx="700500" cy="701175"/>
          </a:xfrm>
        </p:grpSpPr>
        <p:sp>
          <p:nvSpPr>
            <p:cNvPr id="794" name="Google Shape;794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" name="Google Shape;796;p37"/>
          <p:cNvGrpSpPr/>
          <p:nvPr/>
        </p:nvGrpSpPr>
        <p:grpSpPr>
          <a:xfrm>
            <a:off x="7520726" y="2680809"/>
            <a:ext cx="347098" cy="347432"/>
            <a:chOff x="1007075" y="1260575"/>
            <a:chExt cx="700500" cy="701175"/>
          </a:xfrm>
        </p:grpSpPr>
        <p:sp>
          <p:nvSpPr>
            <p:cNvPr id="797" name="Google Shape;797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37"/>
          <p:cNvGrpSpPr/>
          <p:nvPr/>
        </p:nvGrpSpPr>
        <p:grpSpPr>
          <a:xfrm>
            <a:off x="7520726" y="3305809"/>
            <a:ext cx="347098" cy="347432"/>
            <a:chOff x="1007075" y="1260575"/>
            <a:chExt cx="700500" cy="701175"/>
          </a:xfrm>
        </p:grpSpPr>
        <p:sp>
          <p:nvSpPr>
            <p:cNvPr id="800" name="Google Shape;800;p37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7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37"/>
          <p:cNvGrpSpPr/>
          <p:nvPr/>
        </p:nvGrpSpPr>
        <p:grpSpPr>
          <a:xfrm>
            <a:off x="7520559" y="3930809"/>
            <a:ext cx="347432" cy="347432"/>
            <a:chOff x="1886575" y="1260575"/>
            <a:chExt cx="701175" cy="701175"/>
          </a:xfrm>
        </p:grpSpPr>
        <p:sp>
          <p:nvSpPr>
            <p:cNvPr id="803" name="Google Shape;803;p37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7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8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9" name="Google Shape;809;p38"/>
          <p:cNvPicPr preferRelativeResize="0"/>
          <p:nvPr/>
        </p:nvPicPr>
        <p:blipFill rotWithShape="1">
          <a:blip r:embed="rId3">
            <a:alphaModFix/>
          </a:blip>
          <a:srcRect b="0" l="0" r="16784" t="0"/>
          <a:stretch/>
        </p:blipFill>
        <p:spPr>
          <a:xfrm>
            <a:off x="0" y="1300"/>
            <a:ext cx="32259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10" name="Google Shape;810;p38"/>
          <p:cNvSpPr txBox="1"/>
          <p:nvPr>
            <p:ph type="title"/>
          </p:nvPr>
        </p:nvSpPr>
        <p:spPr>
          <a:xfrm>
            <a:off x="3666175" y="445025"/>
            <a:ext cx="476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grpSp>
        <p:nvGrpSpPr>
          <p:cNvPr id="811" name="Google Shape;811;p38"/>
          <p:cNvGrpSpPr/>
          <p:nvPr/>
        </p:nvGrpSpPr>
        <p:grpSpPr>
          <a:xfrm>
            <a:off x="0" y="3441250"/>
            <a:ext cx="2157300" cy="1702250"/>
            <a:chOff x="0" y="3441250"/>
            <a:chExt cx="2157300" cy="1702250"/>
          </a:xfrm>
        </p:grpSpPr>
        <p:sp>
          <p:nvSpPr>
            <p:cNvPr id="812" name="Google Shape;812;p38"/>
            <p:cNvSpPr/>
            <p:nvPr/>
          </p:nvSpPr>
          <p:spPr>
            <a:xfrm>
              <a:off x="0" y="4292400"/>
              <a:ext cx="851100" cy="8511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8"/>
            <p:cNvSpPr/>
            <p:nvPr/>
          </p:nvSpPr>
          <p:spPr>
            <a:xfrm>
              <a:off x="851100" y="429240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8"/>
            <p:cNvSpPr/>
            <p:nvPr/>
          </p:nvSpPr>
          <p:spPr>
            <a:xfrm>
              <a:off x="1702200" y="3837250"/>
              <a:ext cx="455100" cy="455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8"/>
            <p:cNvSpPr/>
            <p:nvPr/>
          </p:nvSpPr>
          <p:spPr>
            <a:xfrm>
              <a:off x="0" y="3441250"/>
              <a:ext cx="851100" cy="851100"/>
            </a:xfrm>
            <a:prstGeom prst="rect">
              <a:avLst/>
            </a:prstGeom>
            <a:solidFill>
              <a:srgbClr val="2634F9">
                <a:alpha val="30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" name="Google Shape;816;p38"/>
          <p:cNvSpPr txBox="1"/>
          <p:nvPr>
            <p:ph idx="1" type="subTitle"/>
          </p:nvPr>
        </p:nvSpPr>
        <p:spPr>
          <a:xfrm>
            <a:off x="3666175" y="294723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Venus is the second planet from the Sun</a:t>
            </a:r>
            <a:endParaRPr sz="1200"/>
          </a:p>
        </p:txBody>
      </p:sp>
      <p:sp>
        <p:nvSpPr>
          <p:cNvPr id="817" name="Google Shape;817;p38"/>
          <p:cNvSpPr txBox="1"/>
          <p:nvPr>
            <p:ph idx="2" type="subTitle"/>
          </p:nvPr>
        </p:nvSpPr>
        <p:spPr>
          <a:xfrm>
            <a:off x="3670675" y="2599833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818" name="Google Shape;818;p38"/>
          <p:cNvSpPr txBox="1"/>
          <p:nvPr>
            <p:ph idx="3" type="subTitle"/>
          </p:nvPr>
        </p:nvSpPr>
        <p:spPr>
          <a:xfrm>
            <a:off x="3666175" y="412908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Jupiter is the biggest planet in the Solar System</a:t>
            </a:r>
            <a:endParaRPr sz="1200"/>
          </a:p>
        </p:txBody>
      </p:sp>
      <p:sp>
        <p:nvSpPr>
          <p:cNvPr id="819" name="Google Shape;819;p38"/>
          <p:cNvSpPr txBox="1"/>
          <p:nvPr>
            <p:ph idx="4" type="subTitle"/>
          </p:nvPr>
        </p:nvSpPr>
        <p:spPr>
          <a:xfrm>
            <a:off x="3670675" y="3781683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20" name="Google Shape;820;p38"/>
          <p:cNvSpPr txBox="1"/>
          <p:nvPr>
            <p:ph idx="5" type="subTitle"/>
          </p:nvPr>
        </p:nvSpPr>
        <p:spPr>
          <a:xfrm>
            <a:off x="3666175" y="1765371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Despite being red, Mars is actually a cold place</a:t>
            </a:r>
            <a:endParaRPr sz="1200"/>
          </a:p>
        </p:txBody>
      </p:sp>
      <p:sp>
        <p:nvSpPr>
          <p:cNvPr id="821" name="Google Shape;821;p38"/>
          <p:cNvSpPr txBox="1"/>
          <p:nvPr>
            <p:ph idx="6" type="subTitle"/>
          </p:nvPr>
        </p:nvSpPr>
        <p:spPr>
          <a:xfrm>
            <a:off x="3670675" y="1417971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22" name="Google Shape;822;p38"/>
          <p:cNvSpPr txBox="1"/>
          <p:nvPr>
            <p:ph idx="7" type="subTitle"/>
          </p:nvPr>
        </p:nvSpPr>
        <p:spPr>
          <a:xfrm>
            <a:off x="6250285" y="1765371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Saturn is composed mostly of hydrogen and helium</a:t>
            </a:r>
            <a:endParaRPr sz="1200"/>
          </a:p>
        </p:txBody>
      </p:sp>
      <p:sp>
        <p:nvSpPr>
          <p:cNvPr id="823" name="Google Shape;823;p38"/>
          <p:cNvSpPr txBox="1"/>
          <p:nvPr>
            <p:ph idx="8" type="subTitle"/>
          </p:nvPr>
        </p:nvSpPr>
        <p:spPr>
          <a:xfrm>
            <a:off x="6254785" y="1417971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24" name="Google Shape;824;p38"/>
          <p:cNvSpPr txBox="1"/>
          <p:nvPr>
            <p:ph idx="9" type="subTitle"/>
          </p:nvPr>
        </p:nvSpPr>
        <p:spPr>
          <a:xfrm>
            <a:off x="6250285" y="294723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Earth is the third planet from the Sun</a:t>
            </a:r>
            <a:endParaRPr sz="1200"/>
          </a:p>
        </p:txBody>
      </p:sp>
      <p:sp>
        <p:nvSpPr>
          <p:cNvPr id="825" name="Google Shape;825;p38"/>
          <p:cNvSpPr txBox="1"/>
          <p:nvPr>
            <p:ph idx="13" type="subTitle"/>
          </p:nvPr>
        </p:nvSpPr>
        <p:spPr>
          <a:xfrm>
            <a:off x="6254785" y="2599833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Earth</a:t>
            </a:r>
            <a:endParaRPr/>
          </a:p>
        </p:txBody>
      </p:sp>
      <p:sp>
        <p:nvSpPr>
          <p:cNvPr id="826" name="Google Shape;826;p38"/>
          <p:cNvSpPr txBox="1"/>
          <p:nvPr>
            <p:ph idx="14" type="subTitle"/>
          </p:nvPr>
        </p:nvSpPr>
        <p:spPr>
          <a:xfrm>
            <a:off x="6250285" y="4129083"/>
            <a:ext cx="2162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200"/>
              <a:t>Neptune is the farthest planet from the Sun</a:t>
            </a:r>
            <a:endParaRPr sz="1200"/>
          </a:p>
        </p:txBody>
      </p:sp>
      <p:sp>
        <p:nvSpPr>
          <p:cNvPr id="827" name="Google Shape;827;p38"/>
          <p:cNvSpPr txBox="1"/>
          <p:nvPr>
            <p:ph idx="15" type="subTitle"/>
          </p:nvPr>
        </p:nvSpPr>
        <p:spPr>
          <a:xfrm>
            <a:off x="6254785" y="3781683"/>
            <a:ext cx="21579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28" name="Google Shape;828;p38"/>
          <p:cNvSpPr/>
          <p:nvPr/>
        </p:nvSpPr>
        <p:spPr>
          <a:xfrm>
            <a:off x="3734625" y="2456952"/>
            <a:ext cx="540900" cy="27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38"/>
          <p:cNvSpPr/>
          <p:nvPr/>
        </p:nvSpPr>
        <p:spPr>
          <a:xfrm>
            <a:off x="3734625" y="3638808"/>
            <a:ext cx="540900" cy="27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38"/>
          <p:cNvSpPr/>
          <p:nvPr/>
        </p:nvSpPr>
        <p:spPr>
          <a:xfrm>
            <a:off x="6350175" y="2456952"/>
            <a:ext cx="540900" cy="27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38"/>
          <p:cNvSpPr/>
          <p:nvPr/>
        </p:nvSpPr>
        <p:spPr>
          <a:xfrm>
            <a:off x="6350175" y="3638808"/>
            <a:ext cx="540900" cy="27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p39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837" name="Google Shape;837;p39"/>
          <p:cNvSpPr txBox="1"/>
          <p:nvPr>
            <p:ph idx="1" type="body"/>
          </p:nvPr>
        </p:nvSpPr>
        <p:spPr>
          <a:xfrm>
            <a:off x="713075" y="3830132"/>
            <a:ext cx="3623100" cy="66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has a beautiful name and is the second planet from the Sun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8" name="Google Shape;838;p39"/>
          <p:cNvSpPr txBox="1"/>
          <p:nvPr>
            <p:ph idx="2" type="body"/>
          </p:nvPr>
        </p:nvSpPr>
        <p:spPr>
          <a:xfrm>
            <a:off x="4807850" y="3830000"/>
            <a:ext cx="3623100" cy="66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</a:t>
            </a:r>
            <a:r>
              <a:rPr lang="en"/>
              <a:t>smallest planet in the Solar System and the closest one to the Sun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839" name="Google Shape;839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7199" y="1192828"/>
            <a:ext cx="3623100" cy="2037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" name="Google Shape;840;p3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07874" y="1192828"/>
            <a:ext cx="3623100" cy="2037996"/>
          </a:xfrm>
          <a:prstGeom prst="rect">
            <a:avLst/>
          </a:prstGeom>
          <a:noFill/>
          <a:ln>
            <a:noFill/>
          </a:ln>
        </p:spPr>
      </p:pic>
      <p:sp>
        <p:nvSpPr>
          <p:cNvPr id="841" name="Google Shape;841;p39"/>
          <p:cNvSpPr txBox="1"/>
          <p:nvPr>
            <p:ph idx="3" type="subTitle"/>
          </p:nvPr>
        </p:nvSpPr>
        <p:spPr>
          <a:xfrm>
            <a:off x="724388" y="3487900"/>
            <a:ext cx="3611700" cy="3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842" name="Google Shape;842;p39"/>
          <p:cNvSpPr txBox="1"/>
          <p:nvPr>
            <p:ph idx="4" type="subTitle"/>
          </p:nvPr>
        </p:nvSpPr>
        <p:spPr>
          <a:xfrm>
            <a:off x="4807838" y="3487900"/>
            <a:ext cx="3623100" cy="3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843" name="Google Shape;843;p39"/>
          <p:cNvSpPr/>
          <p:nvPr/>
        </p:nvSpPr>
        <p:spPr>
          <a:xfrm flipH="1">
            <a:off x="3770899" y="2661424"/>
            <a:ext cx="569400" cy="569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" name="Google Shape;844;p39"/>
          <p:cNvSpPr/>
          <p:nvPr/>
        </p:nvSpPr>
        <p:spPr>
          <a:xfrm flipH="1">
            <a:off x="7861499" y="1192824"/>
            <a:ext cx="569400" cy="5694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" name="Google Shape;845;p39"/>
          <p:cNvSpPr/>
          <p:nvPr/>
        </p:nvSpPr>
        <p:spPr>
          <a:xfrm flipH="1">
            <a:off x="7292099" y="1192824"/>
            <a:ext cx="569400" cy="5694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40"/>
          <p:cNvSpPr/>
          <p:nvPr/>
        </p:nvSpPr>
        <p:spPr>
          <a:xfrm>
            <a:off x="364100" y="5125"/>
            <a:ext cx="2996700" cy="5143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1" name="Google Shape;851;p40"/>
          <p:cNvPicPr preferRelativeResize="0"/>
          <p:nvPr/>
        </p:nvPicPr>
        <p:blipFill rotWithShape="1">
          <a:blip r:embed="rId3">
            <a:alphaModFix/>
          </a:blip>
          <a:srcRect b="30877" l="19595" r="57504" t="0"/>
          <a:stretch/>
        </p:blipFill>
        <p:spPr>
          <a:xfrm>
            <a:off x="862925" y="1682750"/>
            <a:ext cx="2015074" cy="2011675"/>
          </a:xfrm>
          <a:prstGeom prst="rect">
            <a:avLst/>
          </a:prstGeom>
          <a:noFill/>
          <a:ln>
            <a:noFill/>
          </a:ln>
        </p:spPr>
      </p:pic>
      <p:sp>
        <p:nvSpPr>
          <p:cNvPr id="852" name="Google Shape;852;p40"/>
          <p:cNvSpPr txBox="1"/>
          <p:nvPr>
            <p:ph type="title"/>
          </p:nvPr>
        </p:nvSpPr>
        <p:spPr>
          <a:xfrm>
            <a:off x="713100" y="445025"/>
            <a:ext cx="2505600" cy="10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Monitoring</a:t>
            </a:r>
            <a:endParaRPr/>
          </a:p>
        </p:txBody>
      </p:sp>
      <p:sp>
        <p:nvSpPr>
          <p:cNvPr id="853" name="Google Shape;853;p40"/>
          <p:cNvSpPr txBox="1"/>
          <p:nvPr>
            <p:ph idx="4294967295" type="subTitle"/>
          </p:nvPr>
        </p:nvSpPr>
        <p:spPr>
          <a:xfrm>
            <a:off x="4045935" y="539400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Week 01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54" name="Google Shape;854;p40"/>
          <p:cNvSpPr txBox="1"/>
          <p:nvPr>
            <p:ph idx="4294967295" type="subTitle"/>
          </p:nvPr>
        </p:nvSpPr>
        <p:spPr>
          <a:xfrm>
            <a:off x="717200" y="3930150"/>
            <a:ext cx="2293200" cy="60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is the second planet from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55" name="Google Shape;855;p40"/>
          <p:cNvSpPr/>
          <p:nvPr/>
        </p:nvSpPr>
        <p:spPr>
          <a:xfrm>
            <a:off x="4052860" y="146016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40"/>
          <p:cNvSpPr txBox="1"/>
          <p:nvPr>
            <p:ph idx="4294967295" type="subTitle"/>
          </p:nvPr>
        </p:nvSpPr>
        <p:spPr>
          <a:xfrm>
            <a:off x="3954875" y="105996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57" name="Google Shape;857;p40"/>
          <p:cNvSpPr/>
          <p:nvPr/>
        </p:nvSpPr>
        <p:spPr>
          <a:xfrm>
            <a:off x="4052860" y="1460163"/>
            <a:ext cx="12174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40"/>
          <p:cNvSpPr/>
          <p:nvPr/>
        </p:nvSpPr>
        <p:spPr>
          <a:xfrm>
            <a:off x="4052860" y="195186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40"/>
          <p:cNvSpPr txBox="1"/>
          <p:nvPr>
            <p:ph idx="4294967295" type="subTitle"/>
          </p:nvPr>
        </p:nvSpPr>
        <p:spPr>
          <a:xfrm>
            <a:off x="3954875" y="155166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60" name="Google Shape;860;p40"/>
          <p:cNvSpPr/>
          <p:nvPr/>
        </p:nvSpPr>
        <p:spPr>
          <a:xfrm>
            <a:off x="4052860" y="1951863"/>
            <a:ext cx="8169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40"/>
          <p:cNvSpPr txBox="1"/>
          <p:nvPr>
            <p:ph idx="4294967295" type="subTitle"/>
          </p:nvPr>
        </p:nvSpPr>
        <p:spPr>
          <a:xfrm>
            <a:off x="6610930" y="539400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Week 02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62" name="Google Shape;862;p40"/>
          <p:cNvSpPr/>
          <p:nvPr/>
        </p:nvSpPr>
        <p:spPr>
          <a:xfrm>
            <a:off x="6617855" y="146016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40"/>
          <p:cNvSpPr txBox="1"/>
          <p:nvPr>
            <p:ph idx="4294967295" type="subTitle"/>
          </p:nvPr>
        </p:nvSpPr>
        <p:spPr>
          <a:xfrm>
            <a:off x="6519870" y="1059963"/>
            <a:ext cx="9330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64" name="Google Shape;864;p40"/>
          <p:cNvSpPr/>
          <p:nvPr/>
        </p:nvSpPr>
        <p:spPr>
          <a:xfrm>
            <a:off x="6617855" y="1460163"/>
            <a:ext cx="12174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40"/>
          <p:cNvSpPr/>
          <p:nvPr/>
        </p:nvSpPr>
        <p:spPr>
          <a:xfrm>
            <a:off x="6617855" y="195186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40"/>
          <p:cNvSpPr txBox="1"/>
          <p:nvPr>
            <p:ph idx="4294967295" type="subTitle"/>
          </p:nvPr>
        </p:nvSpPr>
        <p:spPr>
          <a:xfrm>
            <a:off x="6519870" y="1551663"/>
            <a:ext cx="9330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67" name="Google Shape;867;p40"/>
          <p:cNvSpPr/>
          <p:nvPr/>
        </p:nvSpPr>
        <p:spPr>
          <a:xfrm>
            <a:off x="6617855" y="1951863"/>
            <a:ext cx="8169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40"/>
          <p:cNvSpPr txBox="1"/>
          <p:nvPr>
            <p:ph idx="4294967295" type="subTitle"/>
          </p:nvPr>
        </p:nvSpPr>
        <p:spPr>
          <a:xfrm>
            <a:off x="4045935" y="2813250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Week 03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69" name="Google Shape;869;p40"/>
          <p:cNvSpPr/>
          <p:nvPr/>
        </p:nvSpPr>
        <p:spPr>
          <a:xfrm>
            <a:off x="4052860" y="373401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40"/>
          <p:cNvSpPr txBox="1"/>
          <p:nvPr>
            <p:ph idx="4294967295" type="subTitle"/>
          </p:nvPr>
        </p:nvSpPr>
        <p:spPr>
          <a:xfrm>
            <a:off x="3954875" y="333381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71" name="Google Shape;871;p40"/>
          <p:cNvSpPr/>
          <p:nvPr/>
        </p:nvSpPr>
        <p:spPr>
          <a:xfrm>
            <a:off x="4052860" y="3734013"/>
            <a:ext cx="12174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40"/>
          <p:cNvSpPr/>
          <p:nvPr/>
        </p:nvSpPr>
        <p:spPr>
          <a:xfrm>
            <a:off x="4052860" y="422571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40"/>
          <p:cNvSpPr txBox="1"/>
          <p:nvPr>
            <p:ph idx="4294967295" type="subTitle"/>
          </p:nvPr>
        </p:nvSpPr>
        <p:spPr>
          <a:xfrm>
            <a:off x="3954875" y="382551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74" name="Google Shape;874;p40"/>
          <p:cNvSpPr/>
          <p:nvPr/>
        </p:nvSpPr>
        <p:spPr>
          <a:xfrm>
            <a:off x="4052860" y="4225713"/>
            <a:ext cx="8169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40"/>
          <p:cNvSpPr txBox="1"/>
          <p:nvPr>
            <p:ph idx="4294967295" type="subTitle"/>
          </p:nvPr>
        </p:nvSpPr>
        <p:spPr>
          <a:xfrm>
            <a:off x="6610930" y="2813250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Week 04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76" name="Google Shape;876;p40"/>
          <p:cNvSpPr/>
          <p:nvPr/>
        </p:nvSpPr>
        <p:spPr>
          <a:xfrm>
            <a:off x="6617855" y="373401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40"/>
          <p:cNvSpPr txBox="1"/>
          <p:nvPr>
            <p:ph idx="4294967295" type="subTitle"/>
          </p:nvPr>
        </p:nvSpPr>
        <p:spPr>
          <a:xfrm>
            <a:off x="6519870" y="333381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78" name="Google Shape;878;p40"/>
          <p:cNvSpPr/>
          <p:nvPr/>
        </p:nvSpPr>
        <p:spPr>
          <a:xfrm>
            <a:off x="6617855" y="3734013"/>
            <a:ext cx="12174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40"/>
          <p:cNvSpPr/>
          <p:nvPr/>
        </p:nvSpPr>
        <p:spPr>
          <a:xfrm>
            <a:off x="6617855" y="4225713"/>
            <a:ext cx="1803300" cy="91500"/>
          </a:xfrm>
          <a:prstGeom prst="rect">
            <a:avLst/>
          </a:prstGeom>
          <a:solidFill>
            <a:srgbClr val="F2DADA">
              <a:alpha val="284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40"/>
          <p:cNvSpPr txBox="1"/>
          <p:nvPr>
            <p:ph idx="4294967295" type="subTitle"/>
          </p:nvPr>
        </p:nvSpPr>
        <p:spPr>
          <a:xfrm>
            <a:off x="6519870" y="3825513"/>
            <a:ext cx="9327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81" name="Google Shape;881;p40"/>
          <p:cNvSpPr/>
          <p:nvPr/>
        </p:nvSpPr>
        <p:spPr>
          <a:xfrm>
            <a:off x="6617855" y="4225713"/>
            <a:ext cx="816900" cy="9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5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p41"/>
          <p:cNvSpPr txBox="1"/>
          <p:nvPr>
            <p:ph idx="4" type="subTitle"/>
          </p:nvPr>
        </p:nvSpPr>
        <p:spPr>
          <a:xfrm>
            <a:off x="713100" y="3473269"/>
            <a:ext cx="2359200" cy="34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dk1"/>
                </a:solidFill>
              </a:rPr>
              <a:t>Indications</a:t>
            </a:r>
            <a:endParaRPr b="1" sz="1800">
              <a:solidFill>
                <a:schemeClr val="dk1"/>
              </a:solidFill>
            </a:endParaRPr>
          </a:p>
        </p:txBody>
      </p:sp>
      <p:sp>
        <p:nvSpPr>
          <p:cNvPr id="887" name="Google Shape;887;p41"/>
          <p:cNvSpPr txBox="1"/>
          <p:nvPr>
            <p:ph idx="5" type="subTitle"/>
          </p:nvPr>
        </p:nvSpPr>
        <p:spPr>
          <a:xfrm>
            <a:off x="1165875" y="3975310"/>
            <a:ext cx="18198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Neptune is the farthest planet from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88" name="Google Shape;888;p41"/>
          <p:cNvSpPr txBox="1"/>
          <p:nvPr>
            <p:ph idx="6" type="subTitle"/>
          </p:nvPr>
        </p:nvSpPr>
        <p:spPr>
          <a:xfrm>
            <a:off x="3462181" y="3975310"/>
            <a:ext cx="1819500" cy="6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Jupiter is the biggest planet in </a:t>
            </a:r>
            <a:r>
              <a:rPr lang="en" sz="1400"/>
              <a:t>the </a:t>
            </a:r>
            <a:r>
              <a:rPr lang="en" sz="1400">
                <a:solidFill>
                  <a:schemeClr val="dk1"/>
                </a:solidFill>
              </a:rPr>
              <a:t>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89" name="Google Shape;889;p41"/>
          <p:cNvSpPr txBox="1"/>
          <p:nvPr>
            <p:ph type="title"/>
          </p:nvPr>
        </p:nvSpPr>
        <p:spPr>
          <a:xfrm>
            <a:off x="713100" y="445025"/>
            <a:ext cx="41787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Contraindications &amp; Indications</a:t>
            </a:r>
            <a:endParaRPr/>
          </a:p>
        </p:txBody>
      </p:sp>
      <p:pic>
        <p:nvPicPr>
          <p:cNvPr id="890" name="Google Shape;890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600674" y="539400"/>
            <a:ext cx="2830220" cy="4064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1" name="Google Shape;891;p41"/>
          <p:cNvGrpSpPr/>
          <p:nvPr/>
        </p:nvGrpSpPr>
        <p:grpSpPr>
          <a:xfrm>
            <a:off x="792380" y="2363263"/>
            <a:ext cx="271374" cy="271074"/>
            <a:chOff x="1007075" y="1260575"/>
            <a:chExt cx="700500" cy="701175"/>
          </a:xfrm>
        </p:grpSpPr>
        <p:sp>
          <p:nvSpPr>
            <p:cNvPr id="892" name="Google Shape;892;p41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1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" name="Google Shape;894;p41"/>
          <p:cNvGrpSpPr/>
          <p:nvPr/>
        </p:nvGrpSpPr>
        <p:grpSpPr>
          <a:xfrm>
            <a:off x="789454" y="4049781"/>
            <a:ext cx="274300" cy="274300"/>
            <a:chOff x="1886575" y="1260575"/>
            <a:chExt cx="701175" cy="701175"/>
          </a:xfrm>
        </p:grpSpPr>
        <p:sp>
          <p:nvSpPr>
            <p:cNvPr id="895" name="Google Shape;895;p41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1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" name="Google Shape;897;p41"/>
          <p:cNvSpPr txBox="1"/>
          <p:nvPr>
            <p:ph idx="1" type="subTitle"/>
          </p:nvPr>
        </p:nvSpPr>
        <p:spPr>
          <a:xfrm>
            <a:off x="713100" y="1733000"/>
            <a:ext cx="23592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800"/>
              <a:t>Contraindications</a:t>
            </a:r>
            <a:endParaRPr b="1" sz="1800"/>
          </a:p>
        </p:txBody>
      </p:sp>
      <p:grpSp>
        <p:nvGrpSpPr>
          <p:cNvPr id="898" name="Google Shape;898;p41"/>
          <p:cNvGrpSpPr/>
          <p:nvPr/>
        </p:nvGrpSpPr>
        <p:grpSpPr>
          <a:xfrm>
            <a:off x="3091505" y="2363263"/>
            <a:ext cx="271374" cy="271074"/>
            <a:chOff x="1007075" y="1260575"/>
            <a:chExt cx="700500" cy="701175"/>
          </a:xfrm>
        </p:grpSpPr>
        <p:sp>
          <p:nvSpPr>
            <p:cNvPr id="899" name="Google Shape;899;p41"/>
            <p:cNvSpPr/>
            <p:nvPr/>
          </p:nvSpPr>
          <p:spPr>
            <a:xfrm>
              <a:off x="1007075" y="1260575"/>
              <a:ext cx="700500" cy="701175"/>
            </a:xfrm>
            <a:custGeom>
              <a:rect b="b" l="l" r="r" t="t"/>
              <a:pathLst>
                <a:path extrusionOk="0" h="28047" w="28020">
                  <a:moveTo>
                    <a:pt x="0" y="0"/>
                  </a:moveTo>
                  <a:lnTo>
                    <a:pt x="0" y="28046"/>
                  </a:lnTo>
                  <a:lnTo>
                    <a:pt x="28019" y="28046"/>
                  </a:lnTo>
                  <a:lnTo>
                    <a:pt x="280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1"/>
            <p:cNvSpPr/>
            <p:nvPr/>
          </p:nvSpPr>
          <p:spPr>
            <a:xfrm>
              <a:off x="1211175" y="1466025"/>
              <a:ext cx="291625" cy="290950"/>
            </a:xfrm>
            <a:custGeom>
              <a:rect b="b" l="l" r="r" t="t"/>
              <a:pathLst>
                <a:path extrusionOk="0" h="11638" w="11665">
                  <a:moveTo>
                    <a:pt x="1465" y="1"/>
                  </a:moveTo>
                  <a:lnTo>
                    <a:pt x="1" y="1466"/>
                  </a:lnTo>
                  <a:lnTo>
                    <a:pt x="4422" y="5833"/>
                  </a:lnTo>
                  <a:lnTo>
                    <a:pt x="1" y="10200"/>
                  </a:lnTo>
                  <a:lnTo>
                    <a:pt x="1465" y="11637"/>
                  </a:lnTo>
                  <a:lnTo>
                    <a:pt x="5832" y="7270"/>
                  </a:lnTo>
                  <a:lnTo>
                    <a:pt x="10199" y="11637"/>
                  </a:lnTo>
                  <a:lnTo>
                    <a:pt x="11664" y="10200"/>
                  </a:lnTo>
                  <a:lnTo>
                    <a:pt x="7243" y="5833"/>
                  </a:lnTo>
                  <a:lnTo>
                    <a:pt x="11664" y="1466"/>
                  </a:lnTo>
                  <a:lnTo>
                    <a:pt x="10199" y="1"/>
                  </a:lnTo>
                  <a:lnTo>
                    <a:pt x="5832" y="4368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41"/>
          <p:cNvGrpSpPr/>
          <p:nvPr/>
        </p:nvGrpSpPr>
        <p:grpSpPr>
          <a:xfrm>
            <a:off x="3088579" y="4049781"/>
            <a:ext cx="274300" cy="274300"/>
            <a:chOff x="1886575" y="1260575"/>
            <a:chExt cx="701175" cy="701175"/>
          </a:xfrm>
        </p:grpSpPr>
        <p:sp>
          <p:nvSpPr>
            <p:cNvPr id="902" name="Google Shape;902;p41"/>
            <p:cNvSpPr/>
            <p:nvPr/>
          </p:nvSpPr>
          <p:spPr>
            <a:xfrm>
              <a:off x="1886575" y="1260575"/>
              <a:ext cx="701175" cy="701175"/>
            </a:xfrm>
            <a:custGeom>
              <a:rect b="b" l="l" r="r" t="t"/>
              <a:pathLst>
                <a:path extrusionOk="0" h="28047" w="28047">
                  <a:moveTo>
                    <a:pt x="0" y="0"/>
                  </a:moveTo>
                  <a:lnTo>
                    <a:pt x="0" y="28046"/>
                  </a:lnTo>
                  <a:lnTo>
                    <a:pt x="28046" y="28046"/>
                  </a:lnTo>
                  <a:lnTo>
                    <a:pt x="280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1"/>
            <p:cNvSpPr/>
            <p:nvPr/>
          </p:nvSpPr>
          <p:spPr>
            <a:xfrm>
              <a:off x="2071675" y="1490450"/>
              <a:ext cx="330275" cy="242100"/>
            </a:xfrm>
            <a:custGeom>
              <a:rect b="b" l="l" r="r" t="t"/>
              <a:pathLst>
                <a:path extrusionOk="0" h="9684" w="13211">
                  <a:moveTo>
                    <a:pt x="11800" y="0"/>
                  </a:moveTo>
                  <a:lnTo>
                    <a:pt x="4992" y="6836"/>
                  </a:lnTo>
                  <a:lnTo>
                    <a:pt x="1411" y="3255"/>
                  </a:lnTo>
                  <a:lnTo>
                    <a:pt x="1" y="4693"/>
                  </a:lnTo>
                  <a:lnTo>
                    <a:pt x="4992" y="9684"/>
                  </a:lnTo>
                  <a:lnTo>
                    <a:pt x="13210" y="1438"/>
                  </a:lnTo>
                  <a:lnTo>
                    <a:pt x="118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" name="Google Shape;904;p41"/>
          <p:cNvSpPr/>
          <p:nvPr/>
        </p:nvSpPr>
        <p:spPr>
          <a:xfrm>
            <a:off x="5600675" y="3141276"/>
            <a:ext cx="1462800" cy="14628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41"/>
          <p:cNvSpPr txBox="1"/>
          <p:nvPr>
            <p:ph idx="2" type="subTitle"/>
          </p:nvPr>
        </p:nvSpPr>
        <p:spPr>
          <a:xfrm>
            <a:off x="1165875" y="2270975"/>
            <a:ext cx="1819800" cy="87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Despite being red, Mars is actually a cold place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906" name="Google Shape;906;p41"/>
          <p:cNvSpPr txBox="1"/>
          <p:nvPr>
            <p:ph idx="3" type="subTitle"/>
          </p:nvPr>
        </p:nvSpPr>
        <p:spPr>
          <a:xfrm>
            <a:off x="3462175" y="2270975"/>
            <a:ext cx="1819500" cy="87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/>
              <a:t>Saturn is composed mostly of hydrogen and helium</a:t>
            </a:r>
            <a:endParaRPr sz="14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p42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Post-prevention</a:t>
            </a:r>
            <a:endParaRPr/>
          </a:p>
        </p:txBody>
      </p:sp>
      <p:sp>
        <p:nvSpPr>
          <p:cNvPr id="912" name="Google Shape;912;p42"/>
          <p:cNvSpPr/>
          <p:nvPr/>
        </p:nvSpPr>
        <p:spPr>
          <a:xfrm>
            <a:off x="3404391" y="1850513"/>
            <a:ext cx="1011000" cy="101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42"/>
          <p:cNvSpPr/>
          <p:nvPr/>
        </p:nvSpPr>
        <p:spPr>
          <a:xfrm>
            <a:off x="4728609" y="1850513"/>
            <a:ext cx="1011000" cy="101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42"/>
          <p:cNvSpPr/>
          <p:nvPr/>
        </p:nvSpPr>
        <p:spPr>
          <a:xfrm>
            <a:off x="3404391" y="3172186"/>
            <a:ext cx="1011000" cy="101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42"/>
          <p:cNvSpPr/>
          <p:nvPr/>
        </p:nvSpPr>
        <p:spPr>
          <a:xfrm>
            <a:off x="4728609" y="3172186"/>
            <a:ext cx="1011000" cy="101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42"/>
          <p:cNvSpPr txBox="1"/>
          <p:nvPr>
            <p:ph idx="4294967295" type="subTitle"/>
          </p:nvPr>
        </p:nvSpPr>
        <p:spPr>
          <a:xfrm>
            <a:off x="717200" y="211572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has a beautiful name and is the second planet from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917" name="Google Shape;917;p42"/>
          <p:cNvSpPr txBox="1"/>
          <p:nvPr>
            <p:ph idx="4294967295" type="subTitle"/>
          </p:nvPr>
        </p:nvSpPr>
        <p:spPr>
          <a:xfrm>
            <a:off x="1266200" y="17683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18" name="Google Shape;918;p42"/>
          <p:cNvSpPr txBox="1"/>
          <p:nvPr>
            <p:ph idx="4294967295" type="subTitle"/>
          </p:nvPr>
        </p:nvSpPr>
        <p:spPr>
          <a:xfrm>
            <a:off x="717200" y="343737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Mercury is the </a:t>
            </a:r>
            <a:r>
              <a:rPr lang="en" sz="1400"/>
              <a:t>smallest planet in the Solar System and the closest to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919" name="Google Shape;919;p42"/>
          <p:cNvSpPr txBox="1"/>
          <p:nvPr>
            <p:ph idx="4294967295" type="subTitle"/>
          </p:nvPr>
        </p:nvSpPr>
        <p:spPr>
          <a:xfrm>
            <a:off x="1266200" y="308997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0" name="Google Shape;920;p42"/>
          <p:cNvSpPr txBox="1"/>
          <p:nvPr>
            <p:ph idx="4294967295" type="subTitle"/>
          </p:nvPr>
        </p:nvSpPr>
        <p:spPr>
          <a:xfrm>
            <a:off x="6021725" y="211572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Despite being red, Mars is actually a cold place full of iron oxide dust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921" name="Google Shape;921;p42"/>
          <p:cNvSpPr txBox="1"/>
          <p:nvPr>
            <p:ph idx="4294967295" type="subTitle"/>
          </p:nvPr>
        </p:nvSpPr>
        <p:spPr>
          <a:xfrm>
            <a:off x="6021725" y="176832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2" name="Google Shape;922;p42"/>
          <p:cNvSpPr txBox="1"/>
          <p:nvPr>
            <p:ph idx="4294967295" type="subTitle"/>
          </p:nvPr>
        </p:nvSpPr>
        <p:spPr>
          <a:xfrm>
            <a:off x="6021725" y="343737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Jupiter is a gas giant and the biggest planet in </a:t>
            </a:r>
            <a:r>
              <a:rPr lang="en" sz="1400"/>
              <a:t>the </a:t>
            </a:r>
            <a:r>
              <a:rPr lang="en" sz="1400">
                <a:solidFill>
                  <a:schemeClr val="dk1"/>
                </a:solidFill>
              </a:rPr>
              <a:t>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923" name="Google Shape;923;p42"/>
          <p:cNvSpPr txBox="1"/>
          <p:nvPr>
            <p:ph idx="4294967295" type="subTitle"/>
          </p:nvPr>
        </p:nvSpPr>
        <p:spPr>
          <a:xfrm>
            <a:off x="6021725" y="3089975"/>
            <a:ext cx="1856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924" name="Google Shape;924;p42"/>
          <p:cNvGrpSpPr/>
          <p:nvPr/>
        </p:nvGrpSpPr>
        <p:grpSpPr>
          <a:xfrm>
            <a:off x="3628091" y="3396585"/>
            <a:ext cx="561829" cy="561829"/>
            <a:chOff x="1469525" y="2849350"/>
            <a:chExt cx="695075" cy="695075"/>
          </a:xfrm>
        </p:grpSpPr>
        <p:sp>
          <p:nvSpPr>
            <p:cNvPr id="925" name="Google Shape;925;p42"/>
            <p:cNvSpPr/>
            <p:nvPr/>
          </p:nvSpPr>
          <p:spPr>
            <a:xfrm>
              <a:off x="1756375" y="3014125"/>
              <a:ext cx="122075" cy="121400"/>
            </a:xfrm>
            <a:custGeom>
              <a:rect b="b" l="l" r="r" t="t"/>
              <a:pathLst>
                <a:path extrusionOk="0" h="4856" w="4883">
                  <a:moveTo>
                    <a:pt x="2442" y="1"/>
                  </a:moveTo>
                  <a:cubicBezTo>
                    <a:pt x="1980" y="1"/>
                    <a:pt x="1628" y="353"/>
                    <a:pt x="1628" y="814"/>
                  </a:cubicBezTo>
                  <a:lnTo>
                    <a:pt x="1628" y="1628"/>
                  </a:lnTo>
                  <a:lnTo>
                    <a:pt x="814" y="1628"/>
                  </a:lnTo>
                  <a:cubicBezTo>
                    <a:pt x="353" y="1628"/>
                    <a:pt x="0" y="1981"/>
                    <a:pt x="0" y="2442"/>
                  </a:cubicBezTo>
                  <a:cubicBezTo>
                    <a:pt x="0" y="2876"/>
                    <a:pt x="353" y="3228"/>
                    <a:pt x="814" y="3228"/>
                  </a:cubicBezTo>
                  <a:lnTo>
                    <a:pt x="1628" y="3228"/>
                  </a:lnTo>
                  <a:lnTo>
                    <a:pt x="1628" y="4042"/>
                  </a:lnTo>
                  <a:cubicBezTo>
                    <a:pt x="1628" y="4503"/>
                    <a:pt x="1980" y="4856"/>
                    <a:pt x="2442" y="4856"/>
                  </a:cubicBezTo>
                  <a:cubicBezTo>
                    <a:pt x="2875" y="4856"/>
                    <a:pt x="3255" y="4503"/>
                    <a:pt x="3255" y="4042"/>
                  </a:cubicBezTo>
                  <a:lnTo>
                    <a:pt x="3255" y="3228"/>
                  </a:lnTo>
                  <a:lnTo>
                    <a:pt x="4069" y="3228"/>
                  </a:lnTo>
                  <a:cubicBezTo>
                    <a:pt x="4503" y="3228"/>
                    <a:pt x="4883" y="2876"/>
                    <a:pt x="4883" y="2442"/>
                  </a:cubicBezTo>
                  <a:cubicBezTo>
                    <a:pt x="4883" y="1981"/>
                    <a:pt x="4530" y="1628"/>
                    <a:pt x="4069" y="1628"/>
                  </a:cubicBezTo>
                  <a:lnTo>
                    <a:pt x="3255" y="1628"/>
                  </a:lnTo>
                  <a:lnTo>
                    <a:pt x="3255" y="814"/>
                  </a:lnTo>
                  <a:cubicBezTo>
                    <a:pt x="3255" y="353"/>
                    <a:pt x="2875" y="1"/>
                    <a:pt x="2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2"/>
            <p:cNvSpPr/>
            <p:nvPr/>
          </p:nvSpPr>
          <p:spPr>
            <a:xfrm>
              <a:off x="1469525" y="2849350"/>
              <a:ext cx="695075" cy="695075"/>
            </a:xfrm>
            <a:custGeom>
              <a:rect b="b" l="l" r="r" t="t"/>
              <a:pathLst>
                <a:path extrusionOk="0" h="27803" w="27803">
                  <a:moveTo>
                    <a:pt x="19612" y="1628"/>
                  </a:moveTo>
                  <a:lnTo>
                    <a:pt x="19612" y="3255"/>
                  </a:lnTo>
                  <a:lnTo>
                    <a:pt x="8219" y="3255"/>
                  </a:lnTo>
                  <a:lnTo>
                    <a:pt x="8219" y="1628"/>
                  </a:lnTo>
                  <a:close/>
                  <a:moveTo>
                    <a:pt x="6592" y="11474"/>
                  </a:moveTo>
                  <a:lnTo>
                    <a:pt x="6592" y="13101"/>
                  </a:lnTo>
                  <a:lnTo>
                    <a:pt x="3310" y="13101"/>
                  </a:lnTo>
                  <a:lnTo>
                    <a:pt x="3310" y="11474"/>
                  </a:lnTo>
                  <a:close/>
                  <a:moveTo>
                    <a:pt x="24548" y="11474"/>
                  </a:moveTo>
                  <a:lnTo>
                    <a:pt x="24548" y="13101"/>
                  </a:lnTo>
                  <a:lnTo>
                    <a:pt x="21239" y="13101"/>
                  </a:lnTo>
                  <a:lnTo>
                    <a:pt x="21239" y="11474"/>
                  </a:lnTo>
                  <a:close/>
                  <a:moveTo>
                    <a:pt x="6619" y="14729"/>
                  </a:moveTo>
                  <a:lnTo>
                    <a:pt x="6619" y="26175"/>
                  </a:lnTo>
                  <a:lnTo>
                    <a:pt x="3310" y="26175"/>
                  </a:lnTo>
                  <a:lnTo>
                    <a:pt x="3310" y="24493"/>
                  </a:lnTo>
                  <a:lnTo>
                    <a:pt x="4124" y="24493"/>
                  </a:lnTo>
                  <a:cubicBezTo>
                    <a:pt x="4558" y="24493"/>
                    <a:pt x="4937" y="24114"/>
                    <a:pt x="4937" y="23680"/>
                  </a:cubicBezTo>
                  <a:cubicBezTo>
                    <a:pt x="4937" y="23218"/>
                    <a:pt x="4558" y="22866"/>
                    <a:pt x="4124" y="22866"/>
                  </a:cubicBezTo>
                  <a:lnTo>
                    <a:pt x="3310" y="22866"/>
                  </a:lnTo>
                  <a:lnTo>
                    <a:pt x="3310" y="21238"/>
                  </a:lnTo>
                  <a:lnTo>
                    <a:pt x="4124" y="21238"/>
                  </a:lnTo>
                  <a:cubicBezTo>
                    <a:pt x="4558" y="21238"/>
                    <a:pt x="4937" y="20859"/>
                    <a:pt x="4937" y="20425"/>
                  </a:cubicBezTo>
                  <a:cubicBezTo>
                    <a:pt x="4937" y="19964"/>
                    <a:pt x="4558" y="19611"/>
                    <a:pt x="4124" y="19611"/>
                  </a:cubicBezTo>
                  <a:lnTo>
                    <a:pt x="3310" y="19611"/>
                  </a:lnTo>
                  <a:lnTo>
                    <a:pt x="3310" y="17984"/>
                  </a:lnTo>
                  <a:lnTo>
                    <a:pt x="4124" y="17984"/>
                  </a:lnTo>
                  <a:cubicBezTo>
                    <a:pt x="4558" y="17984"/>
                    <a:pt x="4937" y="17604"/>
                    <a:pt x="4937" y="17170"/>
                  </a:cubicBezTo>
                  <a:cubicBezTo>
                    <a:pt x="4937" y="16709"/>
                    <a:pt x="4558" y="16356"/>
                    <a:pt x="4124" y="16356"/>
                  </a:cubicBezTo>
                  <a:lnTo>
                    <a:pt x="3310" y="16356"/>
                  </a:lnTo>
                  <a:lnTo>
                    <a:pt x="3310" y="14729"/>
                  </a:lnTo>
                  <a:close/>
                  <a:moveTo>
                    <a:pt x="19612" y="4883"/>
                  </a:moveTo>
                  <a:lnTo>
                    <a:pt x="19612" y="26148"/>
                  </a:lnTo>
                  <a:lnTo>
                    <a:pt x="17984" y="26148"/>
                  </a:lnTo>
                  <a:lnTo>
                    <a:pt x="17984" y="23625"/>
                  </a:lnTo>
                  <a:cubicBezTo>
                    <a:pt x="17984" y="23218"/>
                    <a:pt x="17631" y="22866"/>
                    <a:pt x="17170" y="22866"/>
                  </a:cubicBezTo>
                  <a:lnTo>
                    <a:pt x="10661" y="22866"/>
                  </a:lnTo>
                  <a:cubicBezTo>
                    <a:pt x="10227" y="22866"/>
                    <a:pt x="9847" y="23218"/>
                    <a:pt x="9847" y="23680"/>
                  </a:cubicBezTo>
                  <a:lnTo>
                    <a:pt x="9847" y="26175"/>
                  </a:lnTo>
                  <a:lnTo>
                    <a:pt x="8219" y="26175"/>
                  </a:lnTo>
                  <a:lnTo>
                    <a:pt x="8219" y="4883"/>
                  </a:lnTo>
                  <a:close/>
                  <a:moveTo>
                    <a:pt x="16357" y="24493"/>
                  </a:moveTo>
                  <a:lnTo>
                    <a:pt x="16357" y="26175"/>
                  </a:lnTo>
                  <a:lnTo>
                    <a:pt x="11474" y="26175"/>
                  </a:lnTo>
                  <a:lnTo>
                    <a:pt x="11474" y="24493"/>
                  </a:lnTo>
                  <a:close/>
                  <a:moveTo>
                    <a:pt x="24548" y="14729"/>
                  </a:moveTo>
                  <a:lnTo>
                    <a:pt x="24548" y="16356"/>
                  </a:lnTo>
                  <a:lnTo>
                    <a:pt x="23734" y="16356"/>
                  </a:lnTo>
                  <a:cubicBezTo>
                    <a:pt x="23300" y="16356"/>
                    <a:pt x="22921" y="16709"/>
                    <a:pt x="22921" y="17170"/>
                  </a:cubicBezTo>
                  <a:cubicBezTo>
                    <a:pt x="22921" y="17604"/>
                    <a:pt x="23300" y="17984"/>
                    <a:pt x="23734" y="17984"/>
                  </a:cubicBezTo>
                  <a:lnTo>
                    <a:pt x="24548" y="17984"/>
                  </a:lnTo>
                  <a:lnTo>
                    <a:pt x="24548" y="19611"/>
                  </a:lnTo>
                  <a:lnTo>
                    <a:pt x="23734" y="19611"/>
                  </a:lnTo>
                  <a:cubicBezTo>
                    <a:pt x="23300" y="19611"/>
                    <a:pt x="22921" y="19964"/>
                    <a:pt x="22921" y="20398"/>
                  </a:cubicBezTo>
                  <a:cubicBezTo>
                    <a:pt x="22921" y="20859"/>
                    <a:pt x="23300" y="21211"/>
                    <a:pt x="23734" y="21211"/>
                  </a:cubicBezTo>
                  <a:lnTo>
                    <a:pt x="24548" y="21211"/>
                  </a:lnTo>
                  <a:lnTo>
                    <a:pt x="24548" y="22839"/>
                  </a:lnTo>
                  <a:lnTo>
                    <a:pt x="23734" y="22839"/>
                  </a:lnTo>
                  <a:cubicBezTo>
                    <a:pt x="23300" y="22839"/>
                    <a:pt x="22921" y="23218"/>
                    <a:pt x="22921" y="23652"/>
                  </a:cubicBezTo>
                  <a:cubicBezTo>
                    <a:pt x="22921" y="24114"/>
                    <a:pt x="23300" y="24466"/>
                    <a:pt x="23734" y="24466"/>
                  </a:cubicBezTo>
                  <a:lnTo>
                    <a:pt x="24548" y="24466"/>
                  </a:lnTo>
                  <a:lnTo>
                    <a:pt x="24548" y="26175"/>
                  </a:lnTo>
                  <a:lnTo>
                    <a:pt x="21239" y="26175"/>
                  </a:lnTo>
                  <a:lnTo>
                    <a:pt x="21239" y="14729"/>
                  </a:lnTo>
                  <a:close/>
                  <a:moveTo>
                    <a:pt x="5778" y="1"/>
                  </a:moveTo>
                  <a:cubicBezTo>
                    <a:pt x="5344" y="1"/>
                    <a:pt x="4965" y="380"/>
                    <a:pt x="4965" y="814"/>
                  </a:cubicBezTo>
                  <a:cubicBezTo>
                    <a:pt x="4965" y="1248"/>
                    <a:pt x="5344" y="1628"/>
                    <a:pt x="5778" y="1628"/>
                  </a:cubicBezTo>
                  <a:lnTo>
                    <a:pt x="6592" y="1628"/>
                  </a:lnTo>
                  <a:lnTo>
                    <a:pt x="6592" y="9846"/>
                  </a:lnTo>
                  <a:lnTo>
                    <a:pt x="815" y="9846"/>
                  </a:lnTo>
                  <a:cubicBezTo>
                    <a:pt x="381" y="9846"/>
                    <a:pt x="1" y="10199"/>
                    <a:pt x="1" y="10660"/>
                  </a:cubicBezTo>
                  <a:cubicBezTo>
                    <a:pt x="1" y="11094"/>
                    <a:pt x="381" y="11474"/>
                    <a:pt x="815" y="11474"/>
                  </a:cubicBezTo>
                  <a:lnTo>
                    <a:pt x="1628" y="11474"/>
                  </a:lnTo>
                  <a:lnTo>
                    <a:pt x="1628" y="26175"/>
                  </a:lnTo>
                  <a:lnTo>
                    <a:pt x="815" y="26175"/>
                  </a:lnTo>
                  <a:cubicBezTo>
                    <a:pt x="381" y="26175"/>
                    <a:pt x="1" y="26555"/>
                    <a:pt x="1" y="26989"/>
                  </a:cubicBezTo>
                  <a:cubicBezTo>
                    <a:pt x="1" y="27423"/>
                    <a:pt x="381" y="27802"/>
                    <a:pt x="815" y="27802"/>
                  </a:cubicBezTo>
                  <a:lnTo>
                    <a:pt x="26962" y="27802"/>
                  </a:lnTo>
                  <a:cubicBezTo>
                    <a:pt x="27396" y="27802"/>
                    <a:pt x="27776" y="27423"/>
                    <a:pt x="27776" y="26989"/>
                  </a:cubicBezTo>
                  <a:cubicBezTo>
                    <a:pt x="27776" y="26555"/>
                    <a:pt x="27396" y="26175"/>
                    <a:pt x="26962" y="26175"/>
                  </a:cubicBezTo>
                  <a:lnTo>
                    <a:pt x="26148" y="26175"/>
                  </a:lnTo>
                  <a:lnTo>
                    <a:pt x="26148" y="11474"/>
                  </a:lnTo>
                  <a:lnTo>
                    <a:pt x="26989" y="11474"/>
                  </a:lnTo>
                  <a:cubicBezTo>
                    <a:pt x="27450" y="11474"/>
                    <a:pt x="27803" y="11094"/>
                    <a:pt x="27803" y="10660"/>
                  </a:cubicBezTo>
                  <a:cubicBezTo>
                    <a:pt x="27803" y="10199"/>
                    <a:pt x="27450" y="9846"/>
                    <a:pt x="26989" y="9846"/>
                  </a:cubicBezTo>
                  <a:lnTo>
                    <a:pt x="21239" y="9846"/>
                  </a:lnTo>
                  <a:lnTo>
                    <a:pt x="21239" y="1628"/>
                  </a:lnTo>
                  <a:lnTo>
                    <a:pt x="22053" y="1628"/>
                  </a:lnTo>
                  <a:cubicBezTo>
                    <a:pt x="22487" y="1628"/>
                    <a:pt x="22866" y="1248"/>
                    <a:pt x="22866" y="814"/>
                  </a:cubicBezTo>
                  <a:cubicBezTo>
                    <a:pt x="22866" y="380"/>
                    <a:pt x="22487" y="1"/>
                    <a:pt x="22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2"/>
            <p:cNvSpPr/>
            <p:nvPr/>
          </p:nvSpPr>
          <p:spPr>
            <a:xfrm>
              <a:off x="1715675" y="3298925"/>
              <a:ext cx="40725" cy="81400"/>
            </a:xfrm>
            <a:custGeom>
              <a:rect b="b" l="l" r="r" t="t"/>
              <a:pathLst>
                <a:path extrusionOk="0" h="3256" w="1629">
                  <a:moveTo>
                    <a:pt x="815" y="1"/>
                  </a:moveTo>
                  <a:cubicBezTo>
                    <a:pt x="354" y="1"/>
                    <a:pt x="1" y="353"/>
                    <a:pt x="1" y="814"/>
                  </a:cubicBezTo>
                  <a:lnTo>
                    <a:pt x="1" y="2442"/>
                  </a:lnTo>
                  <a:cubicBezTo>
                    <a:pt x="1" y="2876"/>
                    <a:pt x="354" y="3255"/>
                    <a:pt x="815" y="3255"/>
                  </a:cubicBezTo>
                  <a:cubicBezTo>
                    <a:pt x="1249" y="3255"/>
                    <a:pt x="1628" y="2876"/>
                    <a:pt x="1628" y="2442"/>
                  </a:cubicBezTo>
                  <a:lnTo>
                    <a:pt x="1628" y="814"/>
                  </a:lnTo>
                  <a:cubicBezTo>
                    <a:pt x="1628" y="353"/>
                    <a:pt x="1249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2"/>
            <p:cNvSpPr/>
            <p:nvPr/>
          </p:nvSpPr>
          <p:spPr>
            <a:xfrm>
              <a:off x="1715675" y="3176875"/>
              <a:ext cx="40725" cy="80725"/>
            </a:xfrm>
            <a:custGeom>
              <a:rect b="b" l="l" r="r" t="t"/>
              <a:pathLst>
                <a:path extrusionOk="0" h="3229" w="1629">
                  <a:moveTo>
                    <a:pt x="815" y="0"/>
                  </a:moveTo>
                  <a:cubicBezTo>
                    <a:pt x="354" y="0"/>
                    <a:pt x="1" y="353"/>
                    <a:pt x="1" y="814"/>
                  </a:cubicBezTo>
                  <a:lnTo>
                    <a:pt x="1" y="2441"/>
                  </a:lnTo>
                  <a:cubicBezTo>
                    <a:pt x="1" y="2875"/>
                    <a:pt x="354" y="3228"/>
                    <a:pt x="815" y="3228"/>
                  </a:cubicBezTo>
                  <a:cubicBezTo>
                    <a:pt x="1249" y="3228"/>
                    <a:pt x="1628" y="2875"/>
                    <a:pt x="1628" y="2441"/>
                  </a:cubicBezTo>
                  <a:lnTo>
                    <a:pt x="1628" y="814"/>
                  </a:lnTo>
                  <a:cubicBezTo>
                    <a:pt x="1628" y="353"/>
                    <a:pt x="1249" y="0"/>
                    <a:pt x="8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2"/>
            <p:cNvSpPr/>
            <p:nvPr/>
          </p:nvSpPr>
          <p:spPr>
            <a:xfrm>
              <a:off x="1797050" y="3298925"/>
              <a:ext cx="40725" cy="81400"/>
            </a:xfrm>
            <a:custGeom>
              <a:rect b="b" l="l" r="r" t="t"/>
              <a:pathLst>
                <a:path extrusionOk="0" h="3256" w="1629">
                  <a:moveTo>
                    <a:pt x="815" y="1"/>
                  </a:moveTo>
                  <a:cubicBezTo>
                    <a:pt x="381" y="1"/>
                    <a:pt x="1" y="353"/>
                    <a:pt x="1" y="814"/>
                  </a:cubicBezTo>
                  <a:lnTo>
                    <a:pt x="1" y="2442"/>
                  </a:lnTo>
                  <a:cubicBezTo>
                    <a:pt x="1" y="2876"/>
                    <a:pt x="381" y="3255"/>
                    <a:pt x="815" y="3255"/>
                  </a:cubicBezTo>
                  <a:cubicBezTo>
                    <a:pt x="1248" y="3255"/>
                    <a:pt x="1628" y="2876"/>
                    <a:pt x="1628" y="2442"/>
                  </a:cubicBezTo>
                  <a:lnTo>
                    <a:pt x="1628" y="814"/>
                  </a:lnTo>
                  <a:cubicBezTo>
                    <a:pt x="1628" y="353"/>
                    <a:pt x="1248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2"/>
            <p:cNvSpPr/>
            <p:nvPr/>
          </p:nvSpPr>
          <p:spPr>
            <a:xfrm>
              <a:off x="1797050" y="3176875"/>
              <a:ext cx="40725" cy="80725"/>
            </a:xfrm>
            <a:custGeom>
              <a:rect b="b" l="l" r="r" t="t"/>
              <a:pathLst>
                <a:path extrusionOk="0" h="3229" w="1629">
                  <a:moveTo>
                    <a:pt x="815" y="0"/>
                  </a:moveTo>
                  <a:cubicBezTo>
                    <a:pt x="381" y="0"/>
                    <a:pt x="1" y="353"/>
                    <a:pt x="1" y="814"/>
                  </a:cubicBezTo>
                  <a:lnTo>
                    <a:pt x="1" y="2441"/>
                  </a:lnTo>
                  <a:cubicBezTo>
                    <a:pt x="1" y="2875"/>
                    <a:pt x="381" y="3228"/>
                    <a:pt x="815" y="3228"/>
                  </a:cubicBezTo>
                  <a:cubicBezTo>
                    <a:pt x="1248" y="3228"/>
                    <a:pt x="1628" y="2875"/>
                    <a:pt x="1628" y="2441"/>
                  </a:cubicBezTo>
                  <a:lnTo>
                    <a:pt x="1628" y="814"/>
                  </a:lnTo>
                  <a:cubicBezTo>
                    <a:pt x="1628" y="353"/>
                    <a:pt x="1248" y="0"/>
                    <a:pt x="8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2"/>
            <p:cNvSpPr/>
            <p:nvPr/>
          </p:nvSpPr>
          <p:spPr>
            <a:xfrm>
              <a:off x="1878425" y="3298925"/>
              <a:ext cx="40725" cy="81400"/>
            </a:xfrm>
            <a:custGeom>
              <a:rect b="b" l="l" r="r" t="t"/>
              <a:pathLst>
                <a:path extrusionOk="0" h="3256" w="1629">
                  <a:moveTo>
                    <a:pt x="814" y="1"/>
                  </a:moveTo>
                  <a:cubicBezTo>
                    <a:pt x="380" y="1"/>
                    <a:pt x="1" y="353"/>
                    <a:pt x="1" y="814"/>
                  </a:cubicBezTo>
                  <a:lnTo>
                    <a:pt x="1" y="2442"/>
                  </a:lnTo>
                  <a:cubicBezTo>
                    <a:pt x="1" y="2876"/>
                    <a:pt x="380" y="3255"/>
                    <a:pt x="814" y="3255"/>
                  </a:cubicBezTo>
                  <a:cubicBezTo>
                    <a:pt x="1248" y="3255"/>
                    <a:pt x="1628" y="2876"/>
                    <a:pt x="1628" y="2442"/>
                  </a:cubicBezTo>
                  <a:lnTo>
                    <a:pt x="1628" y="814"/>
                  </a:lnTo>
                  <a:cubicBezTo>
                    <a:pt x="1628" y="353"/>
                    <a:pt x="1248" y="1"/>
                    <a:pt x="8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2"/>
            <p:cNvSpPr/>
            <p:nvPr/>
          </p:nvSpPr>
          <p:spPr>
            <a:xfrm>
              <a:off x="1878425" y="3176875"/>
              <a:ext cx="40725" cy="80725"/>
            </a:xfrm>
            <a:custGeom>
              <a:rect b="b" l="l" r="r" t="t"/>
              <a:pathLst>
                <a:path extrusionOk="0" h="3229" w="1629">
                  <a:moveTo>
                    <a:pt x="814" y="0"/>
                  </a:moveTo>
                  <a:cubicBezTo>
                    <a:pt x="380" y="0"/>
                    <a:pt x="1" y="353"/>
                    <a:pt x="1" y="814"/>
                  </a:cubicBezTo>
                  <a:lnTo>
                    <a:pt x="1" y="2441"/>
                  </a:lnTo>
                  <a:cubicBezTo>
                    <a:pt x="1" y="2875"/>
                    <a:pt x="380" y="3228"/>
                    <a:pt x="814" y="3228"/>
                  </a:cubicBezTo>
                  <a:cubicBezTo>
                    <a:pt x="1248" y="3228"/>
                    <a:pt x="1628" y="2875"/>
                    <a:pt x="1628" y="2441"/>
                  </a:cubicBezTo>
                  <a:lnTo>
                    <a:pt x="1628" y="814"/>
                  </a:lnTo>
                  <a:cubicBezTo>
                    <a:pt x="1628" y="353"/>
                    <a:pt x="1248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42"/>
          <p:cNvGrpSpPr/>
          <p:nvPr/>
        </p:nvGrpSpPr>
        <p:grpSpPr>
          <a:xfrm>
            <a:off x="4946325" y="3396025"/>
            <a:ext cx="561829" cy="561829"/>
            <a:chOff x="570375" y="2849350"/>
            <a:chExt cx="695075" cy="695075"/>
          </a:xfrm>
        </p:grpSpPr>
        <p:sp>
          <p:nvSpPr>
            <p:cNvPr id="934" name="Google Shape;934;p42"/>
            <p:cNvSpPr/>
            <p:nvPr/>
          </p:nvSpPr>
          <p:spPr>
            <a:xfrm>
              <a:off x="570375" y="3136175"/>
              <a:ext cx="695075" cy="408250"/>
            </a:xfrm>
            <a:custGeom>
              <a:rect b="b" l="l" r="r" t="t"/>
              <a:pathLst>
                <a:path extrusionOk="0" h="16330" w="27803">
                  <a:moveTo>
                    <a:pt x="26148" y="1628"/>
                  </a:moveTo>
                  <a:lnTo>
                    <a:pt x="26148" y="3256"/>
                  </a:lnTo>
                  <a:lnTo>
                    <a:pt x="1628" y="3256"/>
                  </a:lnTo>
                  <a:lnTo>
                    <a:pt x="1628" y="1628"/>
                  </a:lnTo>
                  <a:close/>
                  <a:moveTo>
                    <a:pt x="19557" y="4883"/>
                  </a:moveTo>
                  <a:lnTo>
                    <a:pt x="19557" y="6511"/>
                  </a:lnTo>
                  <a:lnTo>
                    <a:pt x="8165" y="6511"/>
                  </a:lnTo>
                  <a:lnTo>
                    <a:pt x="8165" y="4883"/>
                  </a:lnTo>
                  <a:close/>
                  <a:moveTo>
                    <a:pt x="16302" y="11447"/>
                  </a:moveTo>
                  <a:lnTo>
                    <a:pt x="16302" y="13075"/>
                  </a:lnTo>
                  <a:lnTo>
                    <a:pt x="11420" y="13075"/>
                  </a:lnTo>
                  <a:lnTo>
                    <a:pt x="11420" y="11447"/>
                  </a:lnTo>
                  <a:close/>
                  <a:moveTo>
                    <a:pt x="5724" y="13075"/>
                  </a:moveTo>
                  <a:cubicBezTo>
                    <a:pt x="6185" y="13075"/>
                    <a:pt x="6538" y="13454"/>
                    <a:pt x="6538" y="13888"/>
                  </a:cubicBezTo>
                  <a:cubicBezTo>
                    <a:pt x="6538" y="14322"/>
                    <a:pt x="6185" y="14702"/>
                    <a:pt x="5724" y="14702"/>
                  </a:cubicBezTo>
                  <a:cubicBezTo>
                    <a:pt x="5290" y="14702"/>
                    <a:pt x="4910" y="14322"/>
                    <a:pt x="4910" y="13888"/>
                  </a:cubicBezTo>
                  <a:cubicBezTo>
                    <a:pt x="4910" y="13454"/>
                    <a:pt x="5290" y="13075"/>
                    <a:pt x="5724" y="13075"/>
                  </a:cubicBezTo>
                  <a:close/>
                  <a:moveTo>
                    <a:pt x="21998" y="13075"/>
                  </a:moveTo>
                  <a:cubicBezTo>
                    <a:pt x="22459" y="13075"/>
                    <a:pt x="22812" y="13454"/>
                    <a:pt x="22812" y="13888"/>
                  </a:cubicBezTo>
                  <a:cubicBezTo>
                    <a:pt x="22812" y="14322"/>
                    <a:pt x="22459" y="14702"/>
                    <a:pt x="21998" y="14702"/>
                  </a:cubicBezTo>
                  <a:cubicBezTo>
                    <a:pt x="21564" y="14702"/>
                    <a:pt x="21184" y="14322"/>
                    <a:pt x="21184" y="13888"/>
                  </a:cubicBezTo>
                  <a:cubicBezTo>
                    <a:pt x="21184" y="13454"/>
                    <a:pt x="21564" y="13075"/>
                    <a:pt x="21998" y="13075"/>
                  </a:cubicBezTo>
                  <a:close/>
                  <a:moveTo>
                    <a:pt x="814" y="1"/>
                  </a:moveTo>
                  <a:cubicBezTo>
                    <a:pt x="380" y="1"/>
                    <a:pt x="1" y="353"/>
                    <a:pt x="1" y="787"/>
                  </a:cubicBezTo>
                  <a:lnTo>
                    <a:pt x="1" y="4069"/>
                  </a:lnTo>
                  <a:cubicBezTo>
                    <a:pt x="1" y="4503"/>
                    <a:pt x="380" y="4856"/>
                    <a:pt x="814" y="4856"/>
                  </a:cubicBezTo>
                  <a:lnTo>
                    <a:pt x="6592" y="4856"/>
                  </a:lnTo>
                  <a:lnTo>
                    <a:pt x="6592" y="7297"/>
                  </a:lnTo>
                  <a:cubicBezTo>
                    <a:pt x="6592" y="7758"/>
                    <a:pt x="6944" y="8111"/>
                    <a:pt x="7406" y="8111"/>
                  </a:cubicBezTo>
                  <a:lnTo>
                    <a:pt x="13102" y="8111"/>
                  </a:lnTo>
                  <a:lnTo>
                    <a:pt x="13102" y="9820"/>
                  </a:lnTo>
                  <a:lnTo>
                    <a:pt x="10633" y="9820"/>
                  </a:lnTo>
                  <a:cubicBezTo>
                    <a:pt x="10199" y="9820"/>
                    <a:pt x="9820" y="10199"/>
                    <a:pt x="9820" y="10633"/>
                  </a:cubicBezTo>
                  <a:lnTo>
                    <a:pt x="9820" y="13075"/>
                  </a:lnTo>
                  <a:lnTo>
                    <a:pt x="8056" y="13075"/>
                  </a:lnTo>
                  <a:cubicBezTo>
                    <a:pt x="7731" y="12125"/>
                    <a:pt x="6809" y="11447"/>
                    <a:pt x="5751" y="11447"/>
                  </a:cubicBezTo>
                  <a:cubicBezTo>
                    <a:pt x="4395" y="11447"/>
                    <a:pt x="3310" y="12532"/>
                    <a:pt x="3310" y="13888"/>
                  </a:cubicBezTo>
                  <a:cubicBezTo>
                    <a:pt x="3310" y="15244"/>
                    <a:pt x="4395" y="16329"/>
                    <a:pt x="5751" y="16329"/>
                  </a:cubicBezTo>
                  <a:cubicBezTo>
                    <a:pt x="6809" y="16329"/>
                    <a:pt x="7731" y="15651"/>
                    <a:pt x="8056" y="14702"/>
                  </a:cubicBezTo>
                  <a:lnTo>
                    <a:pt x="19720" y="14702"/>
                  </a:lnTo>
                  <a:cubicBezTo>
                    <a:pt x="20072" y="15651"/>
                    <a:pt x="20995" y="16329"/>
                    <a:pt x="22025" y="16329"/>
                  </a:cubicBezTo>
                  <a:cubicBezTo>
                    <a:pt x="23381" y="16329"/>
                    <a:pt x="24466" y="15244"/>
                    <a:pt x="24466" y="13888"/>
                  </a:cubicBezTo>
                  <a:cubicBezTo>
                    <a:pt x="24466" y="12532"/>
                    <a:pt x="23381" y="11447"/>
                    <a:pt x="22025" y="11447"/>
                  </a:cubicBezTo>
                  <a:cubicBezTo>
                    <a:pt x="20995" y="11447"/>
                    <a:pt x="20072" y="12125"/>
                    <a:pt x="19720" y="13075"/>
                  </a:cubicBezTo>
                  <a:lnTo>
                    <a:pt x="17957" y="13075"/>
                  </a:lnTo>
                  <a:lnTo>
                    <a:pt x="17957" y="10633"/>
                  </a:lnTo>
                  <a:cubicBezTo>
                    <a:pt x="17957" y="10199"/>
                    <a:pt x="17604" y="9820"/>
                    <a:pt x="17143" y="9820"/>
                  </a:cubicBezTo>
                  <a:lnTo>
                    <a:pt x="14702" y="9820"/>
                  </a:lnTo>
                  <a:lnTo>
                    <a:pt x="14702" y="8111"/>
                  </a:lnTo>
                  <a:lnTo>
                    <a:pt x="20398" y="8111"/>
                  </a:lnTo>
                  <a:cubicBezTo>
                    <a:pt x="20859" y="8111"/>
                    <a:pt x="21212" y="7758"/>
                    <a:pt x="21212" y="7297"/>
                  </a:cubicBezTo>
                  <a:lnTo>
                    <a:pt x="21212" y="4856"/>
                  </a:lnTo>
                  <a:lnTo>
                    <a:pt x="26989" y="4856"/>
                  </a:lnTo>
                  <a:cubicBezTo>
                    <a:pt x="27423" y="4856"/>
                    <a:pt x="27803" y="4503"/>
                    <a:pt x="27803" y="4069"/>
                  </a:cubicBezTo>
                  <a:lnTo>
                    <a:pt x="27803" y="787"/>
                  </a:lnTo>
                  <a:cubicBezTo>
                    <a:pt x="27776" y="353"/>
                    <a:pt x="27396" y="1"/>
                    <a:pt x="26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2"/>
            <p:cNvSpPr/>
            <p:nvPr/>
          </p:nvSpPr>
          <p:spPr>
            <a:xfrm>
              <a:off x="570375" y="2849350"/>
              <a:ext cx="695075" cy="204800"/>
            </a:xfrm>
            <a:custGeom>
              <a:rect b="b" l="l" r="r" t="t"/>
              <a:pathLst>
                <a:path extrusionOk="0" h="8192" w="27803">
                  <a:moveTo>
                    <a:pt x="14675" y="1628"/>
                  </a:moveTo>
                  <a:lnTo>
                    <a:pt x="14675" y="3310"/>
                  </a:lnTo>
                  <a:lnTo>
                    <a:pt x="13047" y="3310"/>
                  </a:lnTo>
                  <a:lnTo>
                    <a:pt x="13047" y="1628"/>
                  </a:lnTo>
                  <a:close/>
                  <a:moveTo>
                    <a:pt x="15488" y="4964"/>
                  </a:moveTo>
                  <a:cubicBezTo>
                    <a:pt x="16573" y="4964"/>
                    <a:pt x="17468" y="5642"/>
                    <a:pt x="17794" y="6592"/>
                  </a:cubicBezTo>
                  <a:lnTo>
                    <a:pt x="9928" y="6592"/>
                  </a:lnTo>
                  <a:cubicBezTo>
                    <a:pt x="10281" y="5642"/>
                    <a:pt x="11203" y="4964"/>
                    <a:pt x="12234" y="4964"/>
                  </a:cubicBezTo>
                  <a:close/>
                  <a:moveTo>
                    <a:pt x="814" y="1"/>
                  </a:moveTo>
                  <a:cubicBezTo>
                    <a:pt x="380" y="1"/>
                    <a:pt x="1" y="380"/>
                    <a:pt x="1" y="814"/>
                  </a:cubicBezTo>
                  <a:cubicBezTo>
                    <a:pt x="1" y="1248"/>
                    <a:pt x="380" y="1628"/>
                    <a:pt x="814" y="1628"/>
                  </a:cubicBezTo>
                  <a:lnTo>
                    <a:pt x="11474" y="1628"/>
                  </a:lnTo>
                  <a:lnTo>
                    <a:pt x="11474" y="3391"/>
                  </a:lnTo>
                  <a:cubicBezTo>
                    <a:pt x="9603" y="3771"/>
                    <a:pt x="8219" y="5425"/>
                    <a:pt x="8219" y="7378"/>
                  </a:cubicBezTo>
                  <a:cubicBezTo>
                    <a:pt x="8219" y="7839"/>
                    <a:pt x="8572" y="8192"/>
                    <a:pt x="9033" y="8192"/>
                  </a:cubicBezTo>
                  <a:lnTo>
                    <a:pt x="18798" y="8192"/>
                  </a:lnTo>
                  <a:cubicBezTo>
                    <a:pt x="19232" y="8192"/>
                    <a:pt x="19611" y="7839"/>
                    <a:pt x="19611" y="7378"/>
                  </a:cubicBezTo>
                  <a:cubicBezTo>
                    <a:pt x="19611" y="5425"/>
                    <a:pt x="18201" y="3798"/>
                    <a:pt x="16356" y="3391"/>
                  </a:cubicBezTo>
                  <a:lnTo>
                    <a:pt x="16356" y="1628"/>
                  </a:lnTo>
                  <a:lnTo>
                    <a:pt x="26989" y="1628"/>
                  </a:lnTo>
                  <a:cubicBezTo>
                    <a:pt x="27423" y="1628"/>
                    <a:pt x="27803" y="1248"/>
                    <a:pt x="27803" y="814"/>
                  </a:cubicBezTo>
                  <a:cubicBezTo>
                    <a:pt x="27803" y="380"/>
                    <a:pt x="27396" y="1"/>
                    <a:pt x="26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42"/>
          <p:cNvGrpSpPr/>
          <p:nvPr/>
        </p:nvGrpSpPr>
        <p:grpSpPr>
          <a:xfrm>
            <a:off x="4983772" y="2075801"/>
            <a:ext cx="493794" cy="561839"/>
            <a:chOff x="6168750" y="1781350"/>
            <a:chExt cx="610300" cy="694400"/>
          </a:xfrm>
        </p:grpSpPr>
        <p:sp>
          <p:nvSpPr>
            <p:cNvPr id="937" name="Google Shape;937;p42"/>
            <p:cNvSpPr/>
            <p:nvPr/>
          </p:nvSpPr>
          <p:spPr>
            <a:xfrm>
              <a:off x="6168750" y="1781350"/>
              <a:ext cx="610300" cy="694400"/>
            </a:xfrm>
            <a:custGeom>
              <a:rect b="b" l="l" r="r" t="t"/>
              <a:pathLst>
                <a:path extrusionOk="0" h="27776" w="24412">
                  <a:moveTo>
                    <a:pt x="8951" y="1628"/>
                  </a:moveTo>
                  <a:cubicBezTo>
                    <a:pt x="9412" y="1628"/>
                    <a:pt x="9765" y="2008"/>
                    <a:pt x="9765" y="2442"/>
                  </a:cubicBezTo>
                  <a:lnTo>
                    <a:pt x="9765" y="8355"/>
                  </a:lnTo>
                  <a:cubicBezTo>
                    <a:pt x="9494" y="8246"/>
                    <a:pt x="9223" y="8219"/>
                    <a:pt x="8951" y="8219"/>
                  </a:cubicBezTo>
                  <a:cubicBezTo>
                    <a:pt x="8680" y="8219"/>
                    <a:pt x="8409" y="8246"/>
                    <a:pt x="8138" y="8355"/>
                  </a:cubicBezTo>
                  <a:lnTo>
                    <a:pt x="8138" y="2442"/>
                  </a:lnTo>
                  <a:cubicBezTo>
                    <a:pt x="8138" y="2008"/>
                    <a:pt x="8517" y="1628"/>
                    <a:pt x="8951" y="1628"/>
                  </a:cubicBezTo>
                  <a:close/>
                  <a:moveTo>
                    <a:pt x="15461" y="1628"/>
                  </a:moveTo>
                  <a:cubicBezTo>
                    <a:pt x="15895" y="1628"/>
                    <a:pt x="16275" y="2008"/>
                    <a:pt x="16275" y="2442"/>
                  </a:cubicBezTo>
                  <a:lnTo>
                    <a:pt x="16275" y="10660"/>
                  </a:lnTo>
                  <a:cubicBezTo>
                    <a:pt x="16275" y="11094"/>
                    <a:pt x="16654" y="11474"/>
                    <a:pt x="17088" y="11474"/>
                  </a:cubicBezTo>
                  <a:cubicBezTo>
                    <a:pt x="17522" y="11474"/>
                    <a:pt x="17902" y="11094"/>
                    <a:pt x="17902" y="10660"/>
                  </a:cubicBezTo>
                  <a:lnTo>
                    <a:pt x="17902" y="4069"/>
                  </a:lnTo>
                  <a:cubicBezTo>
                    <a:pt x="17902" y="3635"/>
                    <a:pt x="18282" y="3255"/>
                    <a:pt x="18716" y="3255"/>
                  </a:cubicBezTo>
                  <a:cubicBezTo>
                    <a:pt x="19150" y="3255"/>
                    <a:pt x="19530" y="3635"/>
                    <a:pt x="19530" y="4069"/>
                  </a:cubicBezTo>
                  <a:lnTo>
                    <a:pt x="19530" y="10660"/>
                  </a:lnTo>
                  <a:cubicBezTo>
                    <a:pt x="19530" y="11094"/>
                    <a:pt x="19909" y="11474"/>
                    <a:pt x="20343" y="11474"/>
                  </a:cubicBezTo>
                  <a:cubicBezTo>
                    <a:pt x="20777" y="11474"/>
                    <a:pt x="21157" y="11094"/>
                    <a:pt x="21157" y="10660"/>
                  </a:cubicBezTo>
                  <a:lnTo>
                    <a:pt x="21157" y="5697"/>
                  </a:lnTo>
                  <a:cubicBezTo>
                    <a:pt x="21157" y="5263"/>
                    <a:pt x="21537" y="4883"/>
                    <a:pt x="21971" y="4883"/>
                  </a:cubicBezTo>
                  <a:cubicBezTo>
                    <a:pt x="22405" y="4883"/>
                    <a:pt x="22784" y="5263"/>
                    <a:pt x="22784" y="5697"/>
                  </a:cubicBezTo>
                  <a:lnTo>
                    <a:pt x="22784" y="17089"/>
                  </a:lnTo>
                  <a:lnTo>
                    <a:pt x="21184" y="23490"/>
                  </a:lnTo>
                  <a:cubicBezTo>
                    <a:pt x="21184" y="23571"/>
                    <a:pt x="21157" y="23625"/>
                    <a:pt x="21157" y="23707"/>
                  </a:cubicBezTo>
                  <a:lnTo>
                    <a:pt x="21157" y="26148"/>
                  </a:lnTo>
                  <a:lnTo>
                    <a:pt x="11392" y="26148"/>
                  </a:lnTo>
                  <a:lnTo>
                    <a:pt x="11392" y="23707"/>
                  </a:lnTo>
                  <a:cubicBezTo>
                    <a:pt x="11392" y="23571"/>
                    <a:pt x="11365" y="23436"/>
                    <a:pt x="11284" y="23327"/>
                  </a:cubicBezTo>
                  <a:lnTo>
                    <a:pt x="8110" y="16980"/>
                  </a:lnTo>
                  <a:lnTo>
                    <a:pt x="8110" y="10660"/>
                  </a:lnTo>
                  <a:cubicBezTo>
                    <a:pt x="8110" y="10199"/>
                    <a:pt x="8490" y="9846"/>
                    <a:pt x="8924" y="9846"/>
                  </a:cubicBezTo>
                  <a:cubicBezTo>
                    <a:pt x="9358" y="9846"/>
                    <a:pt x="9738" y="10199"/>
                    <a:pt x="9738" y="10660"/>
                  </a:cubicBezTo>
                  <a:lnTo>
                    <a:pt x="9738" y="15597"/>
                  </a:lnTo>
                  <a:cubicBezTo>
                    <a:pt x="9738" y="16031"/>
                    <a:pt x="10118" y="16410"/>
                    <a:pt x="10552" y="16410"/>
                  </a:cubicBezTo>
                  <a:cubicBezTo>
                    <a:pt x="10986" y="16410"/>
                    <a:pt x="11365" y="16031"/>
                    <a:pt x="11365" y="15597"/>
                  </a:cubicBezTo>
                  <a:lnTo>
                    <a:pt x="11365" y="4096"/>
                  </a:lnTo>
                  <a:cubicBezTo>
                    <a:pt x="11392" y="3635"/>
                    <a:pt x="11772" y="3255"/>
                    <a:pt x="12206" y="3255"/>
                  </a:cubicBezTo>
                  <a:cubicBezTo>
                    <a:pt x="12667" y="3255"/>
                    <a:pt x="13020" y="3635"/>
                    <a:pt x="13020" y="4069"/>
                  </a:cubicBezTo>
                  <a:lnTo>
                    <a:pt x="13020" y="10660"/>
                  </a:lnTo>
                  <a:cubicBezTo>
                    <a:pt x="13020" y="11094"/>
                    <a:pt x="13400" y="11474"/>
                    <a:pt x="13834" y="11474"/>
                  </a:cubicBezTo>
                  <a:cubicBezTo>
                    <a:pt x="14295" y="11474"/>
                    <a:pt x="14647" y="11094"/>
                    <a:pt x="14647" y="10660"/>
                  </a:cubicBezTo>
                  <a:lnTo>
                    <a:pt x="14647" y="2442"/>
                  </a:lnTo>
                  <a:cubicBezTo>
                    <a:pt x="14647" y="2008"/>
                    <a:pt x="15027" y="1628"/>
                    <a:pt x="15461" y="1628"/>
                  </a:cubicBezTo>
                  <a:close/>
                  <a:moveTo>
                    <a:pt x="5696" y="3283"/>
                  </a:moveTo>
                  <a:cubicBezTo>
                    <a:pt x="6130" y="3283"/>
                    <a:pt x="6510" y="3662"/>
                    <a:pt x="6510" y="4096"/>
                  </a:cubicBezTo>
                  <a:lnTo>
                    <a:pt x="6510" y="17224"/>
                  </a:lnTo>
                  <a:cubicBezTo>
                    <a:pt x="6510" y="17360"/>
                    <a:pt x="6537" y="17468"/>
                    <a:pt x="6619" y="17604"/>
                  </a:cubicBezTo>
                  <a:lnTo>
                    <a:pt x="9304" y="22920"/>
                  </a:lnTo>
                  <a:lnTo>
                    <a:pt x="7351" y="22920"/>
                  </a:lnTo>
                  <a:cubicBezTo>
                    <a:pt x="6917" y="22920"/>
                    <a:pt x="6537" y="23300"/>
                    <a:pt x="6537" y="23734"/>
                  </a:cubicBezTo>
                  <a:cubicBezTo>
                    <a:pt x="6537" y="24168"/>
                    <a:pt x="6917" y="24548"/>
                    <a:pt x="7351" y="24548"/>
                  </a:cubicBezTo>
                  <a:lnTo>
                    <a:pt x="9792" y="24548"/>
                  </a:lnTo>
                  <a:lnTo>
                    <a:pt x="9792" y="26175"/>
                  </a:lnTo>
                  <a:lnTo>
                    <a:pt x="4910" y="26175"/>
                  </a:lnTo>
                  <a:lnTo>
                    <a:pt x="4910" y="23734"/>
                  </a:lnTo>
                  <a:cubicBezTo>
                    <a:pt x="4910" y="23598"/>
                    <a:pt x="4883" y="23463"/>
                    <a:pt x="4828" y="23354"/>
                  </a:cubicBezTo>
                  <a:lnTo>
                    <a:pt x="1628" y="17034"/>
                  </a:lnTo>
                  <a:lnTo>
                    <a:pt x="1628" y="10660"/>
                  </a:lnTo>
                  <a:cubicBezTo>
                    <a:pt x="1628" y="10199"/>
                    <a:pt x="2008" y="9846"/>
                    <a:pt x="2442" y="9846"/>
                  </a:cubicBezTo>
                  <a:cubicBezTo>
                    <a:pt x="2903" y="9846"/>
                    <a:pt x="3255" y="10199"/>
                    <a:pt x="3255" y="10660"/>
                  </a:cubicBezTo>
                  <a:lnTo>
                    <a:pt x="3255" y="15597"/>
                  </a:lnTo>
                  <a:cubicBezTo>
                    <a:pt x="3255" y="16031"/>
                    <a:pt x="3635" y="16410"/>
                    <a:pt x="4069" y="16410"/>
                  </a:cubicBezTo>
                  <a:cubicBezTo>
                    <a:pt x="4503" y="16410"/>
                    <a:pt x="4883" y="16031"/>
                    <a:pt x="4883" y="15597"/>
                  </a:cubicBezTo>
                  <a:lnTo>
                    <a:pt x="4883" y="4096"/>
                  </a:lnTo>
                  <a:cubicBezTo>
                    <a:pt x="4883" y="3662"/>
                    <a:pt x="5262" y="3283"/>
                    <a:pt x="5696" y="3283"/>
                  </a:cubicBezTo>
                  <a:close/>
                  <a:moveTo>
                    <a:pt x="8951" y="1"/>
                  </a:moveTo>
                  <a:cubicBezTo>
                    <a:pt x="7839" y="1"/>
                    <a:pt x="6890" y="787"/>
                    <a:pt x="6619" y="1791"/>
                  </a:cubicBezTo>
                  <a:cubicBezTo>
                    <a:pt x="6347" y="1682"/>
                    <a:pt x="6049" y="1628"/>
                    <a:pt x="5696" y="1628"/>
                  </a:cubicBezTo>
                  <a:cubicBezTo>
                    <a:pt x="4340" y="1628"/>
                    <a:pt x="3255" y="2713"/>
                    <a:pt x="3255" y="4069"/>
                  </a:cubicBezTo>
                  <a:lnTo>
                    <a:pt x="3255" y="8328"/>
                  </a:lnTo>
                  <a:cubicBezTo>
                    <a:pt x="2984" y="8246"/>
                    <a:pt x="2713" y="8192"/>
                    <a:pt x="2442" y="8192"/>
                  </a:cubicBezTo>
                  <a:cubicBezTo>
                    <a:pt x="1085" y="8192"/>
                    <a:pt x="0" y="9277"/>
                    <a:pt x="0" y="10633"/>
                  </a:cubicBezTo>
                  <a:lnTo>
                    <a:pt x="0" y="17224"/>
                  </a:lnTo>
                  <a:cubicBezTo>
                    <a:pt x="0" y="17360"/>
                    <a:pt x="28" y="17468"/>
                    <a:pt x="109" y="17604"/>
                  </a:cubicBezTo>
                  <a:lnTo>
                    <a:pt x="3255" y="23897"/>
                  </a:lnTo>
                  <a:lnTo>
                    <a:pt x="3255" y="26962"/>
                  </a:lnTo>
                  <a:cubicBezTo>
                    <a:pt x="3255" y="27396"/>
                    <a:pt x="3635" y="27775"/>
                    <a:pt x="4069" y="27775"/>
                  </a:cubicBezTo>
                  <a:lnTo>
                    <a:pt x="21971" y="27775"/>
                  </a:lnTo>
                  <a:cubicBezTo>
                    <a:pt x="22405" y="27775"/>
                    <a:pt x="22784" y="27396"/>
                    <a:pt x="22784" y="26962"/>
                  </a:cubicBezTo>
                  <a:lnTo>
                    <a:pt x="22784" y="23815"/>
                  </a:lnTo>
                  <a:lnTo>
                    <a:pt x="24385" y="17387"/>
                  </a:lnTo>
                  <a:cubicBezTo>
                    <a:pt x="24385" y="17333"/>
                    <a:pt x="24412" y="17251"/>
                    <a:pt x="24412" y="17197"/>
                  </a:cubicBezTo>
                  <a:lnTo>
                    <a:pt x="24412" y="5697"/>
                  </a:lnTo>
                  <a:cubicBezTo>
                    <a:pt x="24412" y="4340"/>
                    <a:pt x="23327" y="3255"/>
                    <a:pt x="21971" y="3255"/>
                  </a:cubicBezTo>
                  <a:cubicBezTo>
                    <a:pt x="21672" y="3255"/>
                    <a:pt x="21374" y="3310"/>
                    <a:pt x="21049" y="3418"/>
                  </a:cubicBezTo>
                  <a:cubicBezTo>
                    <a:pt x="20777" y="2387"/>
                    <a:pt x="19828" y="1628"/>
                    <a:pt x="18716" y="1628"/>
                  </a:cubicBezTo>
                  <a:cubicBezTo>
                    <a:pt x="18418" y="1628"/>
                    <a:pt x="18119" y="1682"/>
                    <a:pt x="17794" y="1791"/>
                  </a:cubicBezTo>
                  <a:cubicBezTo>
                    <a:pt x="17522" y="760"/>
                    <a:pt x="16573" y="1"/>
                    <a:pt x="15461" y="1"/>
                  </a:cubicBezTo>
                  <a:cubicBezTo>
                    <a:pt x="14349" y="1"/>
                    <a:pt x="13400" y="787"/>
                    <a:pt x="13128" y="1791"/>
                  </a:cubicBezTo>
                  <a:cubicBezTo>
                    <a:pt x="12857" y="1682"/>
                    <a:pt x="12559" y="1628"/>
                    <a:pt x="12206" y="1628"/>
                  </a:cubicBezTo>
                  <a:cubicBezTo>
                    <a:pt x="11908" y="1628"/>
                    <a:pt x="11609" y="1682"/>
                    <a:pt x="11284" y="1791"/>
                  </a:cubicBezTo>
                  <a:cubicBezTo>
                    <a:pt x="11013" y="760"/>
                    <a:pt x="10063" y="1"/>
                    <a:pt x="8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6494225" y="2353675"/>
              <a:ext cx="162775" cy="40700"/>
            </a:xfrm>
            <a:custGeom>
              <a:rect b="b" l="l" r="r" t="t"/>
              <a:pathLst>
                <a:path extrusionOk="0" h="1628" w="6511">
                  <a:moveTo>
                    <a:pt x="815" y="0"/>
                  </a:moveTo>
                  <a:cubicBezTo>
                    <a:pt x="381" y="0"/>
                    <a:pt x="1" y="380"/>
                    <a:pt x="1" y="814"/>
                  </a:cubicBezTo>
                  <a:cubicBezTo>
                    <a:pt x="1" y="1248"/>
                    <a:pt x="381" y="1627"/>
                    <a:pt x="815" y="1627"/>
                  </a:cubicBezTo>
                  <a:lnTo>
                    <a:pt x="5697" y="1627"/>
                  </a:lnTo>
                  <a:cubicBezTo>
                    <a:pt x="6158" y="1627"/>
                    <a:pt x="6511" y="1248"/>
                    <a:pt x="6511" y="814"/>
                  </a:cubicBezTo>
                  <a:cubicBezTo>
                    <a:pt x="6511" y="380"/>
                    <a:pt x="6158" y="0"/>
                    <a:pt x="56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" name="Google Shape;939;p42"/>
          <p:cNvSpPr/>
          <p:nvPr/>
        </p:nvSpPr>
        <p:spPr>
          <a:xfrm>
            <a:off x="3628988" y="2075113"/>
            <a:ext cx="561829" cy="561829"/>
          </a:xfrm>
          <a:custGeom>
            <a:rect b="b" l="l" r="r" t="t"/>
            <a:pathLst>
              <a:path extrusionOk="0" h="27803" w="27803">
                <a:moveTo>
                  <a:pt x="5236" y="9846"/>
                </a:moveTo>
                <a:lnTo>
                  <a:pt x="6050" y="11474"/>
                </a:lnTo>
                <a:lnTo>
                  <a:pt x="1601" y="11474"/>
                </a:lnTo>
                <a:lnTo>
                  <a:pt x="1601" y="9846"/>
                </a:lnTo>
                <a:close/>
                <a:moveTo>
                  <a:pt x="26148" y="13101"/>
                </a:moveTo>
                <a:lnTo>
                  <a:pt x="26148" y="14729"/>
                </a:lnTo>
                <a:lnTo>
                  <a:pt x="1655" y="14729"/>
                </a:lnTo>
                <a:lnTo>
                  <a:pt x="1655" y="13101"/>
                </a:lnTo>
                <a:close/>
                <a:moveTo>
                  <a:pt x="19584" y="16356"/>
                </a:moveTo>
                <a:lnTo>
                  <a:pt x="19584" y="17984"/>
                </a:lnTo>
                <a:lnTo>
                  <a:pt x="8192" y="17984"/>
                </a:lnTo>
                <a:lnTo>
                  <a:pt x="8192" y="16356"/>
                </a:lnTo>
                <a:close/>
                <a:moveTo>
                  <a:pt x="16329" y="22893"/>
                </a:moveTo>
                <a:lnTo>
                  <a:pt x="16329" y="24520"/>
                </a:lnTo>
                <a:lnTo>
                  <a:pt x="11447" y="24520"/>
                </a:lnTo>
                <a:lnTo>
                  <a:pt x="11447" y="22893"/>
                </a:lnTo>
                <a:close/>
                <a:moveTo>
                  <a:pt x="5751" y="24520"/>
                </a:moveTo>
                <a:cubicBezTo>
                  <a:pt x="6185" y="24520"/>
                  <a:pt x="6565" y="24873"/>
                  <a:pt x="6565" y="25334"/>
                </a:cubicBezTo>
                <a:cubicBezTo>
                  <a:pt x="6565" y="25795"/>
                  <a:pt x="6185" y="26148"/>
                  <a:pt x="5751" y="26148"/>
                </a:cubicBezTo>
                <a:cubicBezTo>
                  <a:pt x="5317" y="26148"/>
                  <a:pt x="4937" y="25768"/>
                  <a:pt x="4937" y="25334"/>
                </a:cubicBezTo>
                <a:cubicBezTo>
                  <a:pt x="4937" y="24873"/>
                  <a:pt x="5317" y="24520"/>
                  <a:pt x="5751" y="24520"/>
                </a:cubicBezTo>
                <a:close/>
                <a:moveTo>
                  <a:pt x="22025" y="24520"/>
                </a:moveTo>
                <a:cubicBezTo>
                  <a:pt x="22459" y="24520"/>
                  <a:pt x="22839" y="24900"/>
                  <a:pt x="22839" y="25334"/>
                </a:cubicBezTo>
                <a:cubicBezTo>
                  <a:pt x="22839" y="25768"/>
                  <a:pt x="22459" y="26148"/>
                  <a:pt x="22025" y="26148"/>
                </a:cubicBezTo>
                <a:cubicBezTo>
                  <a:pt x="21592" y="26148"/>
                  <a:pt x="21212" y="25768"/>
                  <a:pt x="21212" y="25334"/>
                </a:cubicBezTo>
                <a:cubicBezTo>
                  <a:pt x="21212" y="24900"/>
                  <a:pt x="21592" y="24520"/>
                  <a:pt x="22025" y="24520"/>
                </a:cubicBezTo>
                <a:close/>
                <a:moveTo>
                  <a:pt x="9006" y="1"/>
                </a:moveTo>
                <a:cubicBezTo>
                  <a:pt x="8572" y="1"/>
                  <a:pt x="8192" y="380"/>
                  <a:pt x="8192" y="814"/>
                </a:cubicBezTo>
                <a:lnTo>
                  <a:pt x="8192" y="4069"/>
                </a:lnTo>
                <a:cubicBezTo>
                  <a:pt x="8192" y="4503"/>
                  <a:pt x="8572" y="4883"/>
                  <a:pt x="9006" y="4883"/>
                </a:cubicBezTo>
                <a:cubicBezTo>
                  <a:pt x="9440" y="4883"/>
                  <a:pt x="9820" y="4503"/>
                  <a:pt x="9820" y="4069"/>
                </a:cubicBezTo>
                <a:lnTo>
                  <a:pt x="9820" y="1628"/>
                </a:lnTo>
                <a:lnTo>
                  <a:pt x="13075" y="1628"/>
                </a:lnTo>
                <a:lnTo>
                  <a:pt x="13075" y="11474"/>
                </a:lnTo>
                <a:lnTo>
                  <a:pt x="7894" y="11474"/>
                </a:lnTo>
                <a:lnTo>
                  <a:pt x="6484" y="8653"/>
                </a:lnTo>
                <a:cubicBezTo>
                  <a:pt x="6348" y="8382"/>
                  <a:pt x="6077" y="8219"/>
                  <a:pt x="5778" y="8219"/>
                </a:cubicBezTo>
                <a:lnTo>
                  <a:pt x="1628" y="8219"/>
                </a:lnTo>
                <a:lnTo>
                  <a:pt x="1628" y="7378"/>
                </a:lnTo>
                <a:cubicBezTo>
                  <a:pt x="1628" y="6944"/>
                  <a:pt x="1276" y="6565"/>
                  <a:pt x="815" y="6565"/>
                </a:cubicBezTo>
                <a:cubicBezTo>
                  <a:pt x="381" y="6565"/>
                  <a:pt x="1" y="6944"/>
                  <a:pt x="1" y="7378"/>
                </a:cubicBezTo>
                <a:lnTo>
                  <a:pt x="1" y="15515"/>
                </a:lnTo>
                <a:cubicBezTo>
                  <a:pt x="1" y="15976"/>
                  <a:pt x="381" y="16356"/>
                  <a:pt x="815" y="16356"/>
                </a:cubicBezTo>
                <a:lnTo>
                  <a:pt x="6592" y="16356"/>
                </a:lnTo>
                <a:lnTo>
                  <a:pt x="6592" y="18770"/>
                </a:lnTo>
                <a:cubicBezTo>
                  <a:pt x="6592" y="19231"/>
                  <a:pt x="6972" y="19584"/>
                  <a:pt x="7406" y="19584"/>
                </a:cubicBezTo>
                <a:lnTo>
                  <a:pt x="13102" y="19584"/>
                </a:lnTo>
                <a:lnTo>
                  <a:pt x="13102" y="21293"/>
                </a:lnTo>
                <a:lnTo>
                  <a:pt x="10661" y="21293"/>
                </a:lnTo>
                <a:cubicBezTo>
                  <a:pt x="10227" y="21293"/>
                  <a:pt x="9847" y="21672"/>
                  <a:pt x="9847" y="22106"/>
                </a:cubicBezTo>
                <a:lnTo>
                  <a:pt x="9847" y="24548"/>
                </a:lnTo>
                <a:lnTo>
                  <a:pt x="8084" y="24548"/>
                </a:lnTo>
                <a:cubicBezTo>
                  <a:pt x="7731" y="23598"/>
                  <a:pt x="6836" y="22920"/>
                  <a:pt x="5778" y="22920"/>
                </a:cubicBezTo>
                <a:cubicBezTo>
                  <a:pt x="4422" y="22920"/>
                  <a:pt x="3337" y="24005"/>
                  <a:pt x="3337" y="25361"/>
                </a:cubicBezTo>
                <a:cubicBezTo>
                  <a:pt x="3337" y="26717"/>
                  <a:pt x="4422" y="27802"/>
                  <a:pt x="5778" y="27802"/>
                </a:cubicBezTo>
                <a:cubicBezTo>
                  <a:pt x="6836" y="27802"/>
                  <a:pt x="7731" y="27124"/>
                  <a:pt x="8084" y="26175"/>
                </a:cubicBezTo>
                <a:lnTo>
                  <a:pt x="19747" y="26175"/>
                </a:lnTo>
                <a:cubicBezTo>
                  <a:pt x="20073" y="27124"/>
                  <a:pt x="20995" y="27802"/>
                  <a:pt x="22053" y="27802"/>
                </a:cubicBezTo>
                <a:cubicBezTo>
                  <a:pt x="23409" y="27802"/>
                  <a:pt x="24494" y="26717"/>
                  <a:pt x="24494" y="25361"/>
                </a:cubicBezTo>
                <a:cubicBezTo>
                  <a:pt x="24494" y="24005"/>
                  <a:pt x="23409" y="22920"/>
                  <a:pt x="22053" y="22920"/>
                </a:cubicBezTo>
                <a:cubicBezTo>
                  <a:pt x="20995" y="22920"/>
                  <a:pt x="20073" y="23598"/>
                  <a:pt x="19747" y="24548"/>
                </a:cubicBezTo>
                <a:lnTo>
                  <a:pt x="17984" y="24548"/>
                </a:lnTo>
                <a:lnTo>
                  <a:pt x="17984" y="22106"/>
                </a:lnTo>
                <a:cubicBezTo>
                  <a:pt x="17984" y="21672"/>
                  <a:pt x="17604" y="21293"/>
                  <a:pt x="17170" y="21293"/>
                </a:cubicBezTo>
                <a:lnTo>
                  <a:pt x="14729" y="21293"/>
                </a:lnTo>
                <a:lnTo>
                  <a:pt x="14729" y="19584"/>
                </a:lnTo>
                <a:lnTo>
                  <a:pt x="20425" y="19584"/>
                </a:lnTo>
                <a:cubicBezTo>
                  <a:pt x="20859" y="19584"/>
                  <a:pt x="21239" y="19231"/>
                  <a:pt x="21239" y="18770"/>
                </a:cubicBezTo>
                <a:lnTo>
                  <a:pt x="21239" y="16356"/>
                </a:lnTo>
                <a:lnTo>
                  <a:pt x="26989" y="16356"/>
                </a:lnTo>
                <a:cubicBezTo>
                  <a:pt x="27450" y="16356"/>
                  <a:pt x="27803" y="15976"/>
                  <a:pt x="27803" y="15515"/>
                </a:cubicBezTo>
                <a:lnTo>
                  <a:pt x="27803" y="7378"/>
                </a:lnTo>
                <a:cubicBezTo>
                  <a:pt x="27776" y="6917"/>
                  <a:pt x="27423" y="6592"/>
                  <a:pt x="26962" y="6592"/>
                </a:cubicBezTo>
                <a:cubicBezTo>
                  <a:pt x="26528" y="6592"/>
                  <a:pt x="26148" y="6944"/>
                  <a:pt x="26148" y="7405"/>
                </a:cubicBezTo>
                <a:lnTo>
                  <a:pt x="26148" y="11474"/>
                </a:lnTo>
                <a:lnTo>
                  <a:pt x="14702" y="11474"/>
                </a:lnTo>
                <a:lnTo>
                  <a:pt x="14702" y="1628"/>
                </a:lnTo>
                <a:lnTo>
                  <a:pt x="17957" y="1628"/>
                </a:lnTo>
                <a:lnTo>
                  <a:pt x="17957" y="4069"/>
                </a:lnTo>
                <a:cubicBezTo>
                  <a:pt x="17957" y="4503"/>
                  <a:pt x="18337" y="4883"/>
                  <a:pt x="18771" y="4883"/>
                </a:cubicBezTo>
                <a:cubicBezTo>
                  <a:pt x="19205" y="4883"/>
                  <a:pt x="19584" y="4503"/>
                  <a:pt x="19584" y="4069"/>
                </a:cubicBezTo>
                <a:lnTo>
                  <a:pt x="19584" y="814"/>
                </a:lnTo>
                <a:cubicBezTo>
                  <a:pt x="19584" y="380"/>
                  <a:pt x="19205" y="1"/>
                  <a:pt x="1877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3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p43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/>
          </a:p>
        </p:txBody>
      </p:sp>
      <p:grpSp>
        <p:nvGrpSpPr>
          <p:cNvPr id="945" name="Google Shape;945;p43"/>
          <p:cNvGrpSpPr/>
          <p:nvPr/>
        </p:nvGrpSpPr>
        <p:grpSpPr>
          <a:xfrm>
            <a:off x="1939050" y="1118371"/>
            <a:ext cx="5265900" cy="2843360"/>
            <a:chOff x="233350" y="949250"/>
            <a:chExt cx="7137300" cy="3802300"/>
          </a:xfrm>
        </p:grpSpPr>
        <p:sp>
          <p:nvSpPr>
            <p:cNvPr id="946" name="Google Shape;946;p43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3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3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3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3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3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3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3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3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3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3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3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3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3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3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3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3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3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3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3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3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3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3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3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3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3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3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3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3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3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3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3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3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3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3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3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3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3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3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3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3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3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3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3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3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3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3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3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3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3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3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" name="Google Shape;997;p43"/>
          <p:cNvGrpSpPr/>
          <p:nvPr/>
        </p:nvGrpSpPr>
        <p:grpSpPr>
          <a:xfrm>
            <a:off x="1223775" y="1578875"/>
            <a:ext cx="1640314" cy="375000"/>
            <a:chOff x="1223775" y="1578875"/>
            <a:chExt cx="1640314" cy="375000"/>
          </a:xfrm>
        </p:grpSpPr>
        <p:sp>
          <p:nvSpPr>
            <p:cNvPr id="998" name="Google Shape;998;p43"/>
            <p:cNvSpPr/>
            <p:nvPr/>
          </p:nvSpPr>
          <p:spPr>
            <a:xfrm>
              <a:off x="1223775" y="1578875"/>
              <a:ext cx="1292700" cy="3750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lt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Main office</a:t>
              </a:r>
              <a:endParaRPr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grpSp>
          <p:nvGrpSpPr>
            <p:cNvPr id="999" name="Google Shape;999;p43"/>
            <p:cNvGrpSpPr/>
            <p:nvPr/>
          </p:nvGrpSpPr>
          <p:grpSpPr>
            <a:xfrm>
              <a:off x="2516602" y="1579318"/>
              <a:ext cx="347486" cy="374098"/>
              <a:chOff x="717202" y="1894943"/>
              <a:chExt cx="347486" cy="374098"/>
            </a:xfrm>
          </p:grpSpPr>
          <p:sp>
            <p:nvSpPr>
              <p:cNvPr id="1000" name="Google Shape;1000;p43"/>
              <p:cNvSpPr/>
              <p:nvPr/>
            </p:nvSpPr>
            <p:spPr>
              <a:xfrm>
                <a:off x="717202" y="1894943"/>
                <a:ext cx="347486" cy="374098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43"/>
              <p:cNvSpPr/>
              <p:nvPr/>
            </p:nvSpPr>
            <p:spPr>
              <a:xfrm>
                <a:off x="841615" y="2032935"/>
                <a:ext cx="98673" cy="98128"/>
              </a:xfrm>
              <a:custGeom>
                <a:rect b="b" l="l" r="r" t="t"/>
                <a:pathLst>
                  <a:path extrusionOk="0" h="4856" w="4883">
                    <a:moveTo>
                      <a:pt x="2442" y="1"/>
                    </a:moveTo>
                    <a:cubicBezTo>
                      <a:pt x="1980" y="1"/>
                      <a:pt x="1628" y="353"/>
                      <a:pt x="1628" y="814"/>
                    </a:cubicBezTo>
                    <a:lnTo>
                      <a:pt x="1628" y="1628"/>
                    </a:lnTo>
                    <a:lnTo>
                      <a:pt x="814" y="1628"/>
                    </a:lnTo>
                    <a:cubicBezTo>
                      <a:pt x="353" y="1628"/>
                      <a:pt x="0" y="1981"/>
                      <a:pt x="0" y="2442"/>
                    </a:cubicBezTo>
                    <a:cubicBezTo>
                      <a:pt x="0" y="2876"/>
                      <a:pt x="353" y="3228"/>
                      <a:pt x="814" y="3228"/>
                    </a:cubicBezTo>
                    <a:lnTo>
                      <a:pt x="1628" y="3228"/>
                    </a:lnTo>
                    <a:lnTo>
                      <a:pt x="1628" y="4042"/>
                    </a:lnTo>
                    <a:cubicBezTo>
                      <a:pt x="1628" y="4503"/>
                      <a:pt x="1980" y="4856"/>
                      <a:pt x="2442" y="4856"/>
                    </a:cubicBezTo>
                    <a:cubicBezTo>
                      <a:pt x="2875" y="4856"/>
                      <a:pt x="3255" y="4503"/>
                      <a:pt x="3255" y="4042"/>
                    </a:cubicBezTo>
                    <a:lnTo>
                      <a:pt x="3255" y="3228"/>
                    </a:lnTo>
                    <a:lnTo>
                      <a:pt x="4069" y="3228"/>
                    </a:lnTo>
                    <a:cubicBezTo>
                      <a:pt x="4503" y="3228"/>
                      <a:pt x="4883" y="2876"/>
                      <a:pt x="4883" y="2442"/>
                    </a:cubicBezTo>
                    <a:cubicBezTo>
                      <a:pt x="4883" y="1981"/>
                      <a:pt x="4530" y="1628"/>
                      <a:pt x="4069" y="1628"/>
                    </a:cubicBezTo>
                    <a:lnTo>
                      <a:pt x="3255" y="1628"/>
                    </a:lnTo>
                    <a:lnTo>
                      <a:pt x="3255" y="814"/>
                    </a:lnTo>
                    <a:cubicBezTo>
                      <a:pt x="3255" y="353"/>
                      <a:pt x="2875" y="1"/>
                      <a:pt x="2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" name="Google Shape;1002;p43"/>
          <p:cNvGrpSpPr/>
          <p:nvPr/>
        </p:nvGrpSpPr>
        <p:grpSpPr>
          <a:xfrm>
            <a:off x="1223775" y="2830650"/>
            <a:ext cx="2150989" cy="375000"/>
            <a:chOff x="1223775" y="2830650"/>
            <a:chExt cx="2150989" cy="375000"/>
          </a:xfrm>
        </p:grpSpPr>
        <p:sp>
          <p:nvSpPr>
            <p:cNvPr id="1003" name="Google Shape;1003;p43"/>
            <p:cNvSpPr/>
            <p:nvPr/>
          </p:nvSpPr>
          <p:spPr>
            <a:xfrm>
              <a:off x="1223775" y="2830650"/>
              <a:ext cx="1803600" cy="3750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lt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S. America branch</a:t>
              </a:r>
              <a:endParaRPr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grpSp>
          <p:nvGrpSpPr>
            <p:cNvPr id="1004" name="Google Shape;1004;p43"/>
            <p:cNvGrpSpPr/>
            <p:nvPr/>
          </p:nvGrpSpPr>
          <p:grpSpPr>
            <a:xfrm>
              <a:off x="3027277" y="2831093"/>
              <a:ext cx="347486" cy="374098"/>
              <a:chOff x="717202" y="1894943"/>
              <a:chExt cx="347486" cy="374098"/>
            </a:xfrm>
          </p:grpSpPr>
          <p:sp>
            <p:nvSpPr>
              <p:cNvPr id="1005" name="Google Shape;1005;p43"/>
              <p:cNvSpPr/>
              <p:nvPr/>
            </p:nvSpPr>
            <p:spPr>
              <a:xfrm>
                <a:off x="717202" y="1894943"/>
                <a:ext cx="347486" cy="374098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43"/>
              <p:cNvSpPr/>
              <p:nvPr/>
            </p:nvSpPr>
            <p:spPr>
              <a:xfrm>
                <a:off x="841615" y="2032935"/>
                <a:ext cx="98673" cy="98128"/>
              </a:xfrm>
              <a:custGeom>
                <a:rect b="b" l="l" r="r" t="t"/>
                <a:pathLst>
                  <a:path extrusionOk="0" h="4856" w="4883">
                    <a:moveTo>
                      <a:pt x="2442" y="1"/>
                    </a:moveTo>
                    <a:cubicBezTo>
                      <a:pt x="1980" y="1"/>
                      <a:pt x="1628" y="353"/>
                      <a:pt x="1628" y="814"/>
                    </a:cubicBezTo>
                    <a:lnTo>
                      <a:pt x="1628" y="1628"/>
                    </a:lnTo>
                    <a:lnTo>
                      <a:pt x="814" y="1628"/>
                    </a:lnTo>
                    <a:cubicBezTo>
                      <a:pt x="353" y="1628"/>
                      <a:pt x="0" y="1981"/>
                      <a:pt x="0" y="2442"/>
                    </a:cubicBezTo>
                    <a:cubicBezTo>
                      <a:pt x="0" y="2876"/>
                      <a:pt x="353" y="3228"/>
                      <a:pt x="814" y="3228"/>
                    </a:cubicBezTo>
                    <a:lnTo>
                      <a:pt x="1628" y="3228"/>
                    </a:lnTo>
                    <a:lnTo>
                      <a:pt x="1628" y="4042"/>
                    </a:lnTo>
                    <a:cubicBezTo>
                      <a:pt x="1628" y="4503"/>
                      <a:pt x="1980" y="4856"/>
                      <a:pt x="2442" y="4856"/>
                    </a:cubicBezTo>
                    <a:cubicBezTo>
                      <a:pt x="2875" y="4856"/>
                      <a:pt x="3255" y="4503"/>
                      <a:pt x="3255" y="4042"/>
                    </a:cubicBezTo>
                    <a:lnTo>
                      <a:pt x="3255" y="3228"/>
                    </a:lnTo>
                    <a:lnTo>
                      <a:pt x="4069" y="3228"/>
                    </a:lnTo>
                    <a:cubicBezTo>
                      <a:pt x="4503" y="3228"/>
                      <a:pt x="4883" y="2876"/>
                      <a:pt x="4883" y="2442"/>
                    </a:cubicBezTo>
                    <a:cubicBezTo>
                      <a:pt x="4883" y="1981"/>
                      <a:pt x="4530" y="1628"/>
                      <a:pt x="4069" y="1628"/>
                    </a:cubicBezTo>
                    <a:lnTo>
                      <a:pt x="3255" y="1628"/>
                    </a:lnTo>
                    <a:lnTo>
                      <a:pt x="3255" y="814"/>
                    </a:lnTo>
                    <a:cubicBezTo>
                      <a:pt x="3255" y="353"/>
                      <a:pt x="2875" y="1"/>
                      <a:pt x="2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7" name="Google Shape;1007;p43"/>
          <p:cNvGrpSpPr/>
          <p:nvPr/>
        </p:nvGrpSpPr>
        <p:grpSpPr>
          <a:xfrm>
            <a:off x="6003952" y="2242775"/>
            <a:ext cx="1640198" cy="375000"/>
            <a:chOff x="6003952" y="2242775"/>
            <a:chExt cx="1640198" cy="375000"/>
          </a:xfrm>
        </p:grpSpPr>
        <p:sp>
          <p:nvSpPr>
            <p:cNvPr id="1008" name="Google Shape;1008;p43"/>
            <p:cNvSpPr/>
            <p:nvPr/>
          </p:nvSpPr>
          <p:spPr>
            <a:xfrm>
              <a:off x="6351450" y="2242775"/>
              <a:ext cx="1292700" cy="3750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lt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Asia branch</a:t>
              </a:r>
              <a:endParaRPr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grpSp>
          <p:nvGrpSpPr>
            <p:cNvPr id="1009" name="Google Shape;1009;p43"/>
            <p:cNvGrpSpPr/>
            <p:nvPr/>
          </p:nvGrpSpPr>
          <p:grpSpPr>
            <a:xfrm>
              <a:off x="6003952" y="2243218"/>
              <a:ext cx="347486" cy="374098"/>
              <a:chOff x="717202" y="1894943"/>
              <a:chExt cx="347486" cy="374098"/>
            </a:xfrm>
          </p:grpSpPr>
          <p:sp>
            <p:nvSpPr>
              <p:cNvPr id="1010" name="Google Shape;1010;p43"/>
              <p:cNvSpPr/>
              <p:nvPr/>
            </p:nvSpPr>
            <p:spPr>
              <a:xfrm>
                <a:off x="717202" y="1894943"/>
                <a:ext cx="347486" cy="374098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43"/>
              <p:cNvSpPr/>
              <p:nvPr/>
            </p:nvSpPr>
            <p:spPr>
              <a:xfrm>
                <a:off x="841615" y="2032935"/>
                <a:ext cx="98673" cy="98128"/>
              </a:xfrm>
              <a:custGeom>
                <a:rect b="b" l="l" r="r" t="t"/>
                <a:pathLst>
                  <a:path extrusionOk="0" h="4856" w="4883">
                    <a:moveTo>
                      <a:pt x="2442" y="1"/>
                    </a:moveTo>
                    <a:cubicBezTo>
                      <a:pt x="1980" y="1"/>
                      <a:pt x="1628" y="353"/>
                      <a:pt x="1628" y="814"/>
                    </a:cubicBezTo>
                    <a:lnTo>
                      <a:pt x="1628" y="1628"/>
                    </a:lnTo>
                    <a:lnTo>
                      <a:pt x="814" y="1628"/>
                    </a:lnTo>
                    <a:cubicBezTo>
                      <a:pt x="353" y="1628"/>
                      <a:pt x="0" y="1981"/>
                      <a:pt x="0" y="2442"/>
                    </a:cubicBezTo>
                    <a:cubicBezTo>
                      <a:pt x="0" y="2876"/>
                      <a:pt x="353" y="3228"/>
                      <a:pt x="814" y="3228"/>
                    </a:cubicBezTo>
                    <a:lnTo>
                      <a:pt x="1628" y="3228"/>
                    </a:lnTo>
                    <a:lnTo>
                      <a:pt x="1628" y="4042"/>
                    </a:lnTo>
                    <a:cubicBezTo>
                      <a:pt x="1628" y="4503"/>
                      <a:pt x="1980" y="4856"/>
                      <a:pt x="2442" y="4856"/>
                    </a:cubicBezTo>
                    <a:cubicBezTo>
                      <a:pt x="2875" y="4856"/>
                      <a:pt x="3255" y="4503"/>
                      <a:pt x="3255" y="4042"/>
                    </a:cubicBezTo>
                    <a:lnTo>
                      <a:pt x="3255" y="3228"/>
                    </a:lnTo>
                    <a:lnTo>
                      <a:pt x="4069" y="3228"/>
                    </a:lnTo>
                    <a:cubicBezTo>
                      <a:pt x="4503" y="3228"/>
                      <a:pt x="4883" y="2876"/>
                      <a:pt x="4883" y="2442"/>
                    </a:cubicBezTo>
                    <a:cubicBezTo>
                      <a:pt x="4883" y="1981"/>
                      <a:pt x="4530" y="1628"/>
                      <a:pt x="4069" y="1628"/>
                    </a:cubicBezTo>
                    <a:lnTo>
                      <a:pt x="3255" y="1628"/>
                    </a:lnTo>
                    <a:lnTo>
                      <a:pt x="3255" y="814"/>
                    </a:lnTo>
                    <a:cubicBezTo>
                      <a:pt x="3255" y="353"/>
                      <a:pt x="2875" y="1"/>
                      <a:pt x="2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2" name="Google Shape;1012;p43"/>
          <p:cNvGrpSpPr/>
          <p:nvPr/>
        </p:nvGrpSpPr>
        <p:grpSpPr>
          <a:xfrm>
            <a:off x="4245677" y="1578875"/>
            <a:ext cx="1809698" cy="375000"/>
            <a:chOff x="4245677" y="1578875"/>
            <a:chExt cx="1809698" cy="375000"/>
          </a:xfrm>
        </p:grpSpPr>
        <p:sp>
          <p:nvSpPr>
            <p:cNvPr id="1013" name="Google Shape;1013;p43"/>
            <p:cNvSpPr/>
            <p:nvPr/>
          </p:nvSpPr>
          <p:spPr>
            <a:xfrm>
              <a:off x="4593175" y="1578875"/>
              <a:ext cx="1462200" cy="3750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lt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Europe branch</a:t>
              </a:r>
              <a:endParaRPr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grpSp>
          <p:nvGrpSpPr>
            <p:cNvPr id="1014" name="Google Shape;1014;p43"/>
            <p:cNvGrpSpPr/>
            <p:nvPr/>
          </p:nvGrpSpPr>
          <p:grpSpPr>
            <a:xfrm>
              <a:off x="4245677" y="1579318"/>
              <a:ext cx="347486" cy="374098"/>
              <a:chOff x="717202" y="1894943"/>
              <a:chExt cx="347486" cy="374098"/>
            </a:xfrm>
          </p:grpSpPr>
          <p:sp>
            <p:nvSpPr>
              <p:cNvPr id="1015" name="Google Shape;1015;p43"/>
              <p:cNvSpPr/>
              <p:nvPr/>
            </p:nvSpPr>
            <p:spPr>
              <a:xfrm>
                <a:off x="717202" y="1894943"/>
                <a:ext cx="347486" cy="374098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43"/>
              <p:cNvSpPr/>
              <p:nvPr/>
            </p:nvSpPr>
            <p:spPr>
              <a:xfrm>
                <a:off x="841615" y="2032935"/>
                <a:ext cx="98673" cy="98128"/>
              </a:xfrm>
              <a:custGeom>
                <a:rect b="b" l="l" r="r" t="t"/>
                <a:pathLst>
                  <a:path extrusionOk="0" h="4856" w="4883">
                    <a:moveTo>
                      <a:pt x="2442" y="1"/>
                    </a:moveTo>
                    <a:cubicBezTo>
                      <a:pt x="1980" y="1"/>
                      <a:pt x="1628" y="353"/>
                      <a:pt x="1628" y="814"/>
                    </a:cubicBezTo>
                    <a:lnTo>
                      <a:pt x="1628" y="1628"/>
                    </a:lnTo>
                    <a:lnTo>
                      <a:pt x="814" y="1628"/>
                    </a:lnTo>
                    <a:cubicBezTo>
                      <a:pt x="353" y="1628"/>
                      <a:pt x="0" y="1981"/>
                      <a:pt x="0" y="2442"/>
                    </a:cubicBezTo>
                    <a:cubicBezTo>
                      <a:pt x="0" y="2876"/>
                      <a:pt x="353" y="3228"/>
                      <a:pt x="814" y="3228"/>
                    </a:cubicBezTo>
                    <a:lnTo>
                      <a:pt x="1628" y="3228"/>
                    </a:lnTo>
                    <a:lnTo>
                      <a:pt x="1628" y="4042"/>
                    </a:lnTo>
                    <a:cubicBezTo>
                      <a:pt x="1628" y="4503"/>
                      <a:pt x="1980" y="4856"/>
                      <a:pt x="2442" y="4856"/>
                    </a:cubicBezTo>
                    <a:cubicBezTo>
                      <a:pt x="2875" y="4856"/>
                      <a:pt x="3255" y="4503"/>
                      <a:pt x="3255" y="4042"/>
                    </a:cubicBezTo>
                    <a:lnTo>
                      <a:pt x="3255" y="3228"/>
                    </a:lnTo>
                    <a:lnTo>
                      <a:pt x="4069" y="3228"/>
                    </a:lnTo>
                    <a:cubicBezTo>
                      <a:pt x="4503" y="3228"/>
                      <a:pt x="4883" y="2876"/>
                      <a:pt x="4883" y="2442"/>
                    </a:cubicBezTo>
                    <a:cubicBezTo>
                      <a:pt x="4883" y="1981"/>
                      <a:pt x="4530" y="1628"/>
                      <a:pt x="4069" y="1628"/>
                    </a:cubicBezTo>
                    <a:lnTo>
                      <a:pt x="3255" y="1628"/>
                    </a:lnTo>
                    <a:lnTo>
                      <a:pt x="3255" y="814"/>
                    </a:lnTo>
                    <a:cubicBezTo>
                      <a:pt x="3255" y="353"/>
                      <a:pt x="2875" y="1"/>
                      <a:pt x="2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7" name="Google Shape;1017;p43"/>
          <p:cNvGrpSpPr/>
          <p:nvPr/>
        </p:nvGrpSpPr>
        <p:grpSpPr>
          <a:xfrm>
            <a:off x="4593177" y="3030725"/>
            <a:ext cx="1758398" cy="375000"/>
            <a:chOff x="4593177" y="3030725"/>
            <a:chExt cx="1758398" cy="375000"/>
          </a:xfrm>
        </p:grpSpPr>
        <p:sp>
          <p:nvSpPr>
            <p:cNvPr id="1018" name="Google Shape;1018;p43"/>
            <p:cNvSpPr/>
            <p:nvPr/>
          </p:nvSpPr>
          <p:spPr>
            <a:xfrm>
              <a:off x="4940675" y="3030725"/>
              <a:ext cx="1410900" cy="375000"/>
            </a:xfrm>
            <a:prstGeom prst="rect">
              <a:avLst/>
            </a:prstGeom>
            <a:solidFill>
              <a:srgbClr val="2634F9">
                <a:alpha val="53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lt1"/>
                  </a:solidFill>
                  <a:latin typeface="Montserrat"/>
                  <a:ea typeface="Montserrat"/>
                  <a:cs typeface="Montserrat"/>
                  <a:sym typeface="Montserrat"/>
                </a:rPr>
                <a:t>Africa branch</a:t>
              </a:r>
              <a:endParaRPr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grpSp>
          <p:nvGrpSpPr>
            <p:cNvPr id="1019" name="Google Shape;1019;p43"/>
            <p:cNvGrpSpPr/>
            <p:nvPr/>
          </p:nvGrpSpPr>
          <p:grpSpPr>
            <a:xfrm>
              <a:off x="4593177" y="3031168"/>
              <a:ext cx="347486" cy="374098"/>
              <a:chOff x="717202" y="1894943"/>
              <a:chExt cx="347486" cy="374098"/>
            </a:xfrm>
          </p:grpSpPr>
          <p:sp>
            <p:nvSpPr>
              <p:cNvPr id="1020" name="Google Shape;1020;p43"/>
              <p:cNvSpPr/>
              <p:nvPr/>
            </p:nvSpPr>
            <p:spPr>
              <a:xfrm>
                <a:off x="717202" y="1894943"/>
                <a:ext cx="347486" cy="374098"/>
              </a:xfrm>
              <a:custGeom>
                <a:rect b="b" l="l" r="r" t="t"/>
                <a:pathLst>
                  <a:path extrusionOk="0" h="28860" w="28861">
                    <a:moveTo>
                      <a:pt x="0" y="0"/>
                    </a:moveTo>
                    <a:lnTo>
                      <a:pt x="0" y="28860"/>
                    </a:lnTo>
                    <a:lnTo>
                      <a:pt x="28860" y="28860"/>
                    </a:lnTo>
                    <a:lnTo>
                      <a:pt x="288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43"/>
              <p:cNvSpPr/>
              <p:nvPr/>
            </p:nvSpPr>
            <p:spPr>
              <a:xfrm>
                <a:off x="841615" y="2032935"/>
                <a:ext cx="98673" cy="98128"/>
              </a:xfrm>
              <a:custGeom>
                <a:rect b="b" l="l" r="r" t="t"/>
                <a:pathLst>
                  <a:path extrusionOk="0" h="4856" w="4883">
                    <a:moveTo>
                      <a:pt x="2442" y="1"/>
                    </a:moveTo>
                    <a:cubicBezTo>
                      <a:pt x="1980" y="1"/>
                      <a:pt x="1628" y="353"/>
                      <a:pt x="1628" y="814"/>
                    </a:cubicBezTo>
                    <a:lnTo>
                      <a:pt x="1628" y="1628"/>
                    </a:lnTo>
                    <a:lnTo>
                      <a:pt x="814" y="1628"/>
                    </a:lnTo>
                    <a:cubicBezTo>
                      <a:pt x="353" y="1628"/>
                      <a:pt x="0" y="1981"/>
                      <a:pt x="0" y="2442"/>
                    </a:cubicBezTo>
                    <a:cubicBezTo>
                      <a:pt x="0" y="2876"/>
                      <a:pt x="353" y="3228"/>
                      <a:pt x="814" y="3228"/>
                    </a:cubicBezTo>
                    <a:lnTo>
                      <a:pt x="1628" y="3228"/>
                    </a:lnTo>
                    <a:lnTo>
                      <a:pt x="1628" y="4042"/>
                    </a:lnTo>
                    <a:cubicBezTo>
                      <a:pt x="1628" y="4503"/>
                      <a:pt x="1980" y="4856"/>
                      <a:pt x="2442" y="4856"/>
                    </a:cubicBezTo>
                    <a:cubicBezTo>
                      <a:pt x="2875" y="4856"/>
                      <a:pt x="3255" y="4503"/>
                      <a:pt x="3255" y="4042"/>
                    </a:cubicBezTo>
                    <a:lnTo>
                      <a:pt x="3255" y="3228"/>
                    </a:lnTo>
                    <a:lnTo>
                      <a:pt x="4069" y="3228"/>
                    </a:lnTo>
                    <a:cubicBezTo>
                      <a:pt x="4503" y="3228"/>
                      <a:pt x="4883" y="2876"/>
                      <a:pt x="4883" y="2442"/>
                    </a:cubicBezTo>
                    <a:cubicBezTo>
                      <a:pt x="4883" y="1981"/>
                      <a:pt x="4530" y="1628"/>
                      <a:pt x="4069" y="1628"/>
                    </a:cubicBezTo>
                    <a:lnTo>
                      <a:pt x="3255" y="1628"/>
                    </a:lnTo>
                    <a:lnTo>
                      <a:pt x="3255" y="814"/>
                    </a:lnTo>
                    <a:cubicBezTo>
                      <a:pt x="3255" y="353"/>
                      <a:pt x="2875" y="1"/>
                      <a:pt x="2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22" name="Google Shape;1022;p43"/>
          <p:cNvSpPr txBox="1"/>
          <p:nvPr>
            <p:ph idx="4294967295" type="body"/>
          </p:nvPr>
        </p:nvSpPr>
        <p:spPr>
          <a:xfrm>
            <a:off x="2447500" y="4149925"/>
            <a:ext cx="4257300" cy="53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Mercury is </a:t>
            </a:r>
            <a:r>
              <a:rPr lang="en"/>
              <a:t>the smallest planet in the Solar System and also the closest one to the Sun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26" name="Shape 1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Google Shape;1027;p44"/>
          <p:cNvSpPr/>
          <p:nvPr/>
        </p:nvSpPr>
        <p:spPr>
          <a:xfrm>
            <a:off x="3105600" y="2674106"/>
            <a:ext cx="2932800" cy="2932800"/>
          </a:xfrm>
          <a:prstGeom prst="arc">
            <a:avLst>
              <a:gd fmla="val 10848792" name="adj1"/>
              <a:gd fmla="val 0" name="adj2"/>
            </a:avLst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44"/>
          <p:cNvSpPr txBox="1"/>
          <p:nvPr>
            <p:ph type="title"/>
          </p:nvPr>
        </p:nvSpPr>
        <p:spPr>
          <a:xfrm>
            <a:off x="713100" y="445025"/>
            <a:ext cx="6509100" cy="150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</a:t>
            </a:r>
            <a:r>
              <a:rPr lang="en"/>
              <a:t>nfographics Make Your Idea Understandable</a:t>
            </a:r>
            <a:endParaRPr/>
          </a:p>
        </p:txBody>
      </p:sp>
      <p:sp>
        <p:nvSpPr>
          <p:cNvPr id="1029" name="Google Shape;1029;p44"/>
          <p:cNvSpPr txBox="1"/>
          <p:nvPr>
            <p:ph idx="4294967295" type="subTitle"/>
          </p:nvPr>
        </p:nvSpPr>
        <p:spPr>
          <a:xfrm>
            <a:off x="1546925" y="2064025"/>
            <a:ext cx="2312100" cy="63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/>
              <a:t>Venus is named after the Roman goddess of love</a:t>
            </a:r>
            <a:endParaRPr sz="1400"/>
          </a:p>
        </p:txBody>
      </p:sp>
      <p:sp>
        <p:nvSpPr>
          <p:cNvPr id="1030" name="Google Shape;1030;p44"/>
          <p:cNvSpPr txBox="1"/>
          <p:nvPr>
            <p:ph idx="4294967295" type="subTitle"/>
          </p:nvPr>
        </p:nvSpPr>
        <p:spPr>
          <a:xfrm>
            <a:off x="2203900" y="1663825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1" name="Google Shape;1031;p44"/>
          <p:cNvSpPr txBox="1"/>
          <p:nvPr>
            <p:ph idx="4294967295" type="subTitle"/>
          </p:nvPr>
        </p:nvSpPr>
        <p:spPr>
          <a:xfrm>
            <a:off x="423313" y="3533725"/>
            <a:ext cx="2313300" cy="6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Mercury is the closest planet to the Sun 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32" name="Google Shape;1032;p44"/>
          <p:cNvSpPr txBox="1"/>
          <p:nvPr>
            <p:ph idx="4294967295" type="subTitle"/>
          </p:nvPr>
        </p:nvSpPr>
        <p:spPr>
          <a:xfrm>
            <a:off x="1081513" y="3133525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3" name="Google Shape;1033;p44"/>
          <p:cNvSpPr txBox="1"/>
          <p:nvPr>
            <p:ph idx="4294967295" type="subTitle"/>
          </p:nvPr>
        </p:nvSpPr>
        <p:spPr>
          <a:xfrm>
            <a:off x="5295350" y="2064025"/>
            <a:ext cx="2313300" cy="6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/>
              <a:t>Mars is a cold place full of iron oxide dust</a:t>
            </a:r>
            <a:endParaRPr sz="1400"/>
          </a:p>
        </p:txBody>
      </p:sp>
      <p:sp>
        <p:nvSpPr>
          <p:cNvPr id="1034" name="Google Shape;1034;p44"/>
          <p:cNvSpPr txBox="1"/>
          <p:nvPr>
            <p:ph idx="4294967295" type="subTitle"/>
          </p:nvPr>
        </p:nvSpPr>
        <p:spPr>
          <a:xfrm>
            <a:off x="5295350" y="1663825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 sz="16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5" name="Google Shape;1035;p44"/>
          <p:cNvSpPr txBox="1"/>
          <p:nvPr>
            <p:ph idx="4294967295" type="subTitle"/>
          </p:nvPr>
        </p:nvSpPr>
        <p:spPr>
          <a:xfrm>
            <a:off x="6407399" y="3533725"/>
            <a:ext cx="2090100" cy="6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1036" name="Google Shape;1036;p44"/>
          <p:cNvSpPr txBox="1"/>
          <p:nvPr>
            <p:ph idx="4294967295" type="subTitle"/>
          </p:nvPr>
        </p:nvSpPr>
        <p:spPr>
          <a:xfrm>
            <a:off x="6407388" y="3133525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037" name="Google Shape;1037;p44"/>
          <p:cNvGrpSpPr/>
          <p:nvPr/>
        </p:nvGrpSpPr>
        <p:grpSpPr>
          <a:xfrm>
            <a:off x="4145481" y="3012127"/>
            <a:ext cx="853038" cy="1119928"/>
            <a:chOff x="652425" y="1781350"/>
            <a:chExt cx="528950" cy="694400"/>
          </a:xfrm>
        </p:grpSpPr>
        <p:sp>
          <p:nvSpPr>
            <p:cNvPr id="1038" name="Google Shape;1038;p44"/>
            <p:cNvSpPr/>
            <p:nvPr/>
          </p:nvSpPr>
          <p:spPr>
            <a:xfrm>
              <a:off x="652425" y="1781350"/>
              <a:ext cx="528950" cy="694400"/>
            </a:xfrm>
            <a:custGeom>
              <a:rect b="b" l="l" r="r" t="t"/>
              <a:pathLst>
                <a:path extrusionOk="0" h="27776" w="21158">
                  <a:moveTo>
                    <a:pt x="15461" y="1628"/>
                  </a:moveTo>
                  <a:cubicBezTo>
                    <a:pt x="15922" y="1628"/>
                    <a:pt x="16275" y="2008"/>
                    <a:pt x="16275" y="2442"/>
                  </a:cubicBezTo>
                  <a:lnTo>
                    <a:pt x="16275" y="6592"/>
                  </a:lnTo>
                  <a:lnTo>
                    <a:pt x="4883" y="6592"/>
                  </a:lnTo>
                  <a:lnTo>
                    <a:pt x="4883" y="2442"/>
                  </a:lnTo>
                  <a:cubicBezTo>
                    <a:pt x="4883" y="2008"/>
                    <a:pt x="5263" y="1628"/>
                    <a:pt x="5697" y="1628"/>
                  </a:cubicBezTo>
                  <a:close/>
                  <a:moveTo>
                    <a:pt x="3256" y="8219"/>
                  </a:moveTo>
                  <a:lnTo>
                    <a:pt x="3256" y="10633"/>
                  </a:lnTo>
                  <a:cubicBezTo>
                    <a:pt x="3256" y="10931"/>
                    <a:pt x="3256" y="11176"/>
                    <a:pt x="3310" y="11447"/>
                  </a:cubicBezTo>
                  <a:lnTo>
                    <a:pt x="3256" y="11447"/>
                  </a:lnTo>
                  <a:lnTo>
                    <a:pt x="3256" y="11474"/>
                  </a:lnTo>
                  <a:cubicBezTo>
                    <a:pt x="2388" y="11474"/>
                    <a:pt x="1628" y="10714"/>
                    <a:pt x="1628" y="9846"/>
                  </a:cubicBezTo>
                  <a:cubicBezTo>
                    <a:pt x="1628" y="8951"/>
                    <a:pt x="2388" y="8219"/>
                    <a:pt x="3256" y="8219"/>
                  </a:cubicBezTo>
                  <a:close/>
                  <a:moveTo>
                    <a:pt x="16275" y="8219"/>
                  </a:moveTo>
                  <a:lnTo>
                    <a:pt x="16275" y="10660"/>
                  </a:lnTo>
                  <a:cubicBezTo>
                    <a:pt x="16275" y="10931"/>
                    <a:pt x="16248" y="11203"/>
                    <a:pt x="16221" y="11474"/>
                  </a:cubicBezTo>
                  <a:lnTo>
                    <a:pt x="4964" y="11474"/>
                  </a:lnTo>
                  <a:cubicBezTo>
                    <a:pt x="4937" y="11203"/>
                    <a:pt x="4883" y="10931"/>
                    <a:pt x="4883" y="10660"/>
                  </a:cubicBezTo>
                  <a:lnTo>
                    <a:pt x="4883" y="8219"/>
                  </a:lnTo>
                  <a:close/>
                  <a:moveTo>
                    <a:pt x="17902" y="8219"/>
                  </a:moveTo>
                  <a:cubicBezTo>
                    <a:pt x="18825" y="8219"/>
                    <a:pt x="19530" y="8924"/>
                    <a:pt x="19530" y="9846"/>
                  </a:cubicBezTo>
                  <a:cubicBezTo>
                    <a:pt x="19530" y="10714"/>
                    <a:pt x="18798" y="11474"/>
                    <a:pt x="17902" y="11474"/>
                  </a:cubicBezTo>
                  <a:lnTo>
                    <a:pt x="17875" y="11474"/>
                  </a:lnTo>
                  <a:cubicBezTo>
                    <a:pt x="17902" y="11203"/>
                    <a:pt x="17902" y="10931"/>
                    <a:pt x="17902" y="10660"/>
                  </a:cubicBezTo>
                  <a:lnTo>
                    <a:pt x="17902" y="8219"/>
                  </a:lnTo>
                  <a:close/>
                  <a:moveTo>
                    <a:pt x="15733" y="13101"/>
                  </a:moveTo>
                  <a:cubicBezTo>
                    <a:pt x="14837" y="15054"/>
                    <a:pt x="12857" y="16410"/>
                    <a:pt x="10579" y="16410"/>
                  </a:cubicBezTo>
                  <a:cubicBezTo>
                    <a:pt x="8328" y="16410"/>
                    <a:pt x="6348" y="15027"/>
                    <a:pt x="5425" y="13101"/>
                  </a:cubicBezTo>
                  <a:close/>
                  <a:moveTo>
                    <a:pt x="12206" y="17848"/>
                  </a:moveTo>
                  <a:lnTo>
                    <a:pt x="12206" y="19638"/>
                  </a:lnTo>
                  <a:cubicBezTo>
                    <a:pt x="12206" y="20506"/>
                    <a:pt x="11474" y="21266"/>
                    <a:pt x="10579" y="21266"/>
                  </a:cubicBezTo>
                  <a:cubicBezTo>
                    <a:pt x="9711" y="21266"/>
                    <a:pt x="8952" y="20506"/>
                    <a:pt x="8952" y="19638"/>
                  </a:cubicBezTo>
                  <a:lnTo>
                    <a:pt x="8952" y="17848"/>
                  </a:lnTo>
                  <a:cubicBezTo>
                    <a:pt x="9467" y="17984"/>
                    <a:pt x="10037" y="18011"/>
                    <a:pt x="10579" y="18011"/>
                  </a:cubicBezTo>
                  <a:cubicBezTo>
                    <a:pt x="11121" y="18011"/>
                    <a:pt x="11718" y="17929"/>
                    <a:pt x="12206" y="17848"/>
                  </a:cubicBezTo>
                  <a:close/>
                  <a:moveTo>
                    <a:pt x="7053" y="20289"/>
                  </a:moveTo>
                  <a:lnTo>
                    <a:pt x="8789" y="24575"/>
                  </a:lnTo>
                  <a:lnTo>
                    <a:pt x="8789" y="24575"/>
                  </a:lnTo>
                  <a:lnTo>
                    <a:pt x="5371" y="21998"/>
                  </a:lnTo>
                  <a:lnTo>
                    <a:pt x="7053" y="20289"/>
                  </a:lnTo>
                  <a:close/>
                  <a:moveTo>
                    <a:pt x="14159" y="20289"/>
                  </a:moveTo>
                  <a:lnTo>
                    <a:pt x="15868" y="21998"/>
                  </a:lnTo>
                  <a:lnTo>
                    <a:pt x="12451" y="24575"/>
                  </a:lnTo>
                  <a:lnTo>
                    <a:pt x="14159" y="20289"/>
                  </a:lnTo>
                  <a:close/>
                  <a:moveTo>
                    <a:pt x="11366" y="22812"/>
                  </a:moveTo>
                  <a:lnTo>
                    <a:pt x="10579" y="24792"/>
                  </a:lnTo>
                  <a:lnTo>
                    <a:pt x="9820" y="22812"/>
                  </a:lnTo>
                  <a:lnTo>
                    <a:pt x="9820" y="22812"/>
                  </a:lnTo>
                  <a:cubicBezTo>
                    <a:pt x="10037" y="22893"/>
                    <a:pt x="10308" y="22920"/>
                    <a:pt x="10579" y="22920"/>
                  </a:cubicBezTo>
                  <a:cubicBezTo>
                    <a:pt x="10850" y="22920"/>
                    <a:pt x="11121" y="22893"/>
                    <a:pt x="11366" y="22812"/>
                  </a:cubicBezTo>
                  <a:close/>
                  <a:moveTo>
                    <a:pt x="16492" y="20289"/>
                  </a:moveTo>
                  <a:lnTo>
                    <a:pt x="17685" y="20588"/>
                  </a:lnTo>
                  <a:cubicBezTo>
                    <a:pt x="18798" y="20886"/>
                    <a:pt x="19530" y="21862"/>
                    <a:pt x="19530" y="23002"/>
                  </a:cubicBezTo>
                  <a:lnTo>
                    <a:pt x="19530" y="26148"/>
                  </a:lnTo>
                  <a:lnTo>
                    <a:pt x="13020" y="26148"/>
                  </a:lnTo>
                  <a:lnTo>
                    <a:pt x="17577" y="22730"/>
                  </a:lnTo>
                  <a:cubicBezTo>
                    <a:pt x="17767" y="22595"/>
                    <a:pt x="17875" y="22351"/>
                    <a:pt x="17902" y="22106"/>
                  </a:cubicBezTo>
                  <a:cubicBezTo>
                    <a:pt x="17902" y="21862"/>
                    <a:pt x="17848" y="21645"/>
                    <a:pt x="17685" y="21455"/>
                  </a:cubicBezTo>
                  <a:lnTo>
                    <a:pt x="16492" y="20289"/>
                  </a:lnTo>
                  <a:close/>
                  <a:moveTo>
                    <a:pt x="4693" y="20316"/>
                  </a:moveTo>
                  <a:lnTo>
                    <a:pt x="3500" y="21510"/>
                  </a:lnTo>
                  <a:cubicBezTo>
                    <a:pt x="3337" y="21672"/>
                    <a:pt x="3256" y="21917"/>
                    <a:pt x="3256" y="22134"/>
                  </a:cubicBezTo>
                  <a:cubicBezTo>
                    <a:pt x="3256" y="22378"/>
                    <a:pt x="3391" y="22595"/>
                    <a:pt x="3608" y="22757"/>
                  </a:cubicBezTo>
                  <a:lnTo>
                    <a:pt x="8138" y="26175"/>
                  </a:lnTo>
                  <a:lnTo>
                    <a:pt x="1628" y="26175"/>
                  </a:lnTo>
                  <a:lnTo>
                    <a:pt x="1628" y="23002"/>
                  </a:lnTo>
                  <a:cubicBezTo>
                    <a:pt x="1628" y="21862"/>
                    <a:pt x="2388" y="20886"/>
                    <a:pt x="3500" y="20615"/>
                  </a:cubicBezTo>
                  <a:lnTo>
                    <a:pt x="4693" y="20316"/>
                  </a:lnTo>
                  <a:close/>
                  <a:moveTo>
                    <a:pt x="5697" y="1"/>
                  </a:moveTo>
                  <a:cubicBezTo>
                    <a:pt x="4341" y="1"/>
                    <a:pt x="3256" y="1085"/>
                    <a:pt x="3256" y="2442"/>
                  </a:cubicBezTo>
                  <a:lnTo>
                    <a:pt x="3256" y="6592"/>
                  </a:lnTo>
                  <a:cubicBezTo>
                    <a:pt x="1465" y="6592"/>
                    <a:pt x="1" y="8029"/>
                    <a:pt x="1" y="9846"/>
                  </a:cubicBezTo>
                  <a:cubicBezTo>
                    <a:pt x="1" y="11637"/>
                    <a:pt x="1465" y="13101"/>
                    <a:pt x="3256" y="13101"/>
                  </a:cubicBezTo>
                  <a:lnTo>
                    <a:pt x="3662" y="13101"/>
                  </a:lnTo>
                  <a:cubicBezTo>
                    <a:pt x="4313" y="14919"/>
                    <a:pt x="5642" y="16410"/>
                    <a:pt x="7324" y="17251"/>
                  </a:cubicBezTo>
                  <a:lnTo>
                    <a:pt x="7324" y="18011"/>
                  </a:lnTo>
                  <a:lnTo>
                    <a:pt x="3093" y="19069"/>
                  </a:lnTo>
                  <a:cubicBezTo>
                    <a:pt x="1276" y="19503"/>
                    <a:pt x="1" y="21130"/>
                    <a:pt x="1" y="23002"/>
                  </a:cubicBezTo>
                  <a:lnTo>
                    <a:pt x="1" y="26962"/>
                  </a:lnTo>
                  <a:cubicBezTo>
                    <a:pt x="1" y="27396"/>
                    <a:pt x="380" y="27775"/>
                    <a:pt x="814" y="27775"/>
                  </a:cubicBezTo>
                  <a:lnTo>
                    <a:pt x="20344" y="27775"/>
                  </a:lnTo>
                  <a:cubicBezTo>
                    <a:pt x="20805" y="27775"/>
                    <a:pt x="21157" y="27396"/>
                    <a:pt x="21157" y="26962"/>
                  </a:cubicBezTo>
                  <a:lnTo>
                    <a:pt x="21157" y="23002"/>
                  </a:lnTo>
                  <a:cubicBezTo>
                    <a:pt x="21157" y="21130"/>
                    <a:pt x="19910" y="19503"/>
                    <a:pt x="18092" y="19069"/>
                  </a:cubicBezTo>
                  <a:lnTo>
                    <a:pt x="13834" y="18011"/>
                  </a:lnTo>
                  <a:lnTo>
                    <a:pt x="13834" y="17251"/>
                  </a:lnTo>
                  <a:cubicBezTo>
                    <a:pt x="15543" y="16383"/>
                    <a:pt x="16872" y="14892"/>
                    <a:pt x="17496" y="13101"/>
                  </a:cubicBezTo>
                  <a:lnTo>
                    <a:pt x="17902" y="13101"/>
                  </a:lnTo>
                  <a:cubicBezTo>
                    <a:pt x="19720" y="13101"/>
                    <a:pt x="21157" y="11637"/>
                    <a:pt x="21157" y="9846"/>
                  </a:cubicBezTo>
                  <a:cubicBezTo>
                    <a:pt x="21157" y="8029"/>
                    <a:pt x="19720" y="6592"/>
                    <a:pt x="17902" y="6592"/>
                  </a:cubicBezTo>
                  <a:lnTo>
                    <a:pt x="17902" y="2442"/>
                  </a:lnTo>
                  <a:cubicBezTo>
                    <a:pt x="17902" y="1085"/>
                    <a:pt x="16817" y="1"/>
                    <a:pt x="154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855850" y="1822025"/>
              <a:ext cx="122100" cy="124125"/>
            </a:xfrm>
            <a:custGeom>
              <a:rect b="b" l="l" r="r" t="t"/>
              <a:pathLst>
                <a:path extrusionOk="0" h="4965" w="4884">
                  <a:moveTo>
                    <a:pt x="2442" y="1"/>
                  </a:moveTo>
                  <a:cubicBezTo>
                    <a:pt x="2008" y="1"/>
                    <a:pt x="1628" y="381"/>
                    <a:pt x="1628" y="815"/>
                  </a:cubicBezTo>
                  <a:lnTo>
                    <a:pt x="1628" y="1710"/>
                  </a:lnTo>
                  <a:lnTo>
                    <a:pt x="815" y="1710"/>
                  </a:lnTo>
                  <a:cubicBezTo>
                    <a:pt x="381" y="1710"/>
                    <a:pt x="1" y="2062"/>
                    <a:pt x="1" y="2523"/>
                  </a:cubicBezTo>
                  <a:cubicBezTo>
                    <a:pt x="1" y="2957"/>
                    <a:pt x="381" y="3337"/>
                    <a:pt x="815" y="3337"/>
                  </a:cubicBezTo>
                  <a:lnTo>
                    <a:pt x="1628" y="3337"/>
                  </a:lnTo>
                  <a:lnTo>
                    <a:pt x="1628" y="4151"/>
                  </a:lnTo>
                  <a:cubicBezTo>
                    <a:pt x="1628" y="4585"/>
                    <a:pt x="2008" y="4965"/>
                    <a:pt x="2442" y="4965"/>
                  </a:cubicBezTo>
                  <a:cubicBezTo>
                    <a:pt x="2903" y="4965"/>
                    <a:pt x="3256" y="4585"/>
                    <a:pt x="3256" y="4151"/>
                  </a:cubicBezTo>
                  <a:lnTo>
                    <a:pt x="3256" y="3337"/>
                  </a:lnTo>
                  <a:lnTo>
                    <a:pt x="4069" y="3337"/>
                  </a:lnTo>
                  <a:cubicBezTo>
                    <a:pt x="4531" y="3337"/>
                    <a:pt x="4883" y="2957"/>
                    <a:pt x="4883" y="2523"/>
                  </a:cubicBezTo>
                  <a:cubicBezTo>
                    <a:pt x="4883" y="2062"/>
                    <a:pt x="4531" y="1710"/>
                    <a:pt x="4069" y="1710"/>
                  </a:cubicBezTo>
                  <a:lnTo>
                    <a:pt x="3256" y="1710"/>
                  </a:lnTo>
                  <a:lnTo>
                    <a:pt x="3256" y="815"/>
                  </a:lnTo>
                  <a:cubicBezTo>
                    <a:pt x="3256" y="381"/>
                    <a:pt x="2903" y="1"/>
                    <a:pt x="2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44"/>
          <p:cNvGrpSpPr/>
          <p:nvPr/>
        </p:nvGrpSpPr>
        <p:grpSpPr>
          <a:xfrm>
            <a:off x="3041988" y="2732813"/>
            <a:ext cx="3060025" cy="1161163"/>
            <a:chOff x="3096575" y="2905863"/>
            <a:chExt cx="3060025" cy="1161163"/>
          </a:xfrm>
        </p:grpSpPr>
        <p:sp>
          <p:nvSpPr>
            <p:cNvPr id="1041" name="Google Shape;1041;p44"/>
            <p:cNvSpPr/>
            <p:nvPr/>
          </p:nvSpPr>
          <p:spPr>
            <a:xfrm>
              <a:off x="3096575" y="3857625"/>
              <a:ext cx="209400" cy="209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5947200" y="3857625"/>
              <a:ext cx="209400" cy="209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4"/>
            <p:cNvSpPr/>
            <p:nvPr/>
          </p:nvSpPr>
          <p:spPr>
            <a:xfrm>
              <a:off x="3862950" y="2905863"/>
              <a:ext cx="209400" cy="209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4"/>
            <p:cNvSpPr/>
            <p:nvPr/>
          </p:nvSpPr>
          <p:spPr>
            <a:xfrm>
              <a:off x="5201775" y="2905863"/>
              <a:ext cx="209400" cy="209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48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49" name="Google Shape;1049;p45"/>
          <p:cNvCxnSpPr/>
          <p:nvPr/>
        </p:nvCxnSpPr>
        <p:spPr>
          <a:xfrm>
            <a:off x="730800" y="2204725"/>
            <a:ext cx="76824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0" name="Google Shape;1050;p45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Timeline</a:t>
            </a:r>
            <a:endParaRPr/>
          </a:p>
        </p:txBody>
      </p:sp>
      <p:sp>
        <p:nvSpPr>
          <p:cNvPr id="1051" name="Google Shape;1051;p45"/>
          <p:cNvSpPr txBox="1"/>
          <p:nvPr>
            <p:ph idx="4294967295" type="subTitle"/>
          </p:nvPr>
        </p:nvSpPr>
        <p:spPr>
          <a:xfrm>
            <a:off x="730800" y="2031025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Day 01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2" name="Google Shape;1052;p45"/>
          <p:cNvSpPr txBox="1"/>
          <p:nvPr>
            <p:ph idx="4294967295" type="subTitle"/>
          </p:nvPr>
        </p:nvSpPr>
        <p:spPr>
          <a:xfrm>
            <a:off x="2744400" y="2031025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Day 02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3" name="Google Shape;1053;p45"/>
          <p:cNvSpPr txBox="1"/>
          <p:nvPr>
            <p:ph idx="4294967295" type="subTitle"/>
          </p:nvPr>
        </p:nvSpPr>
        <p:spPr>
          <a:xfrm>
            <a:off x="4758000" y="2031025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Day 03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4" name="Google Shape;1054;p45"/>
          <p:cNvSpPr txBox="1"/>
          <p:nvPr>
            <p:ph idx="4294967295" type="subTitle"/>
          </p:nvPr>
        </p:nvSpPr>
        <p:spPr>
          <a:xfrm>
            <a:off x="6771600" y="2031025"/>
            <a:ext cx="1641600" cy="347400"/>
          </a:xfrm>
          <a:prstGeom prst="rect">
            <a:avLst/>
          </a:prstGeom>
          <a:solidFill>
            <a:schemeClr val="accent5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Day 04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5" name="Google Shape;1055;p45"/>
          <p:cNvSpPr txBox="1"/>
          <p:nvPr>
            <p:ph idx="4294967295" type="subTitle"/>
          </p:nvPr>
        </p:nvSpPr>
        <p:spPr>
          <a:xfrm>
            <a:off x="717200" y="2905400"/>
            <a:ext cx="1655100" cy="8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is the second planet from the Sun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56" name="Google Shape;1056;p45"/>
          <p:cNvSpPr txBox="1"/>
          <p:nvPr>
            <p:ph idx="4294967295" type="subTitle"/>
          </p:nvPr>
        </p:nvSpPr>
        <p:spPr>
          <a:xfrm>
            <a:off x="717200" y="2505200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7" name="Google Shape;1057;p45"/>
          <p:cNvSpPr txBox="1"/>
          <p:nvPr>
            <p:ph idx="4294967295" type="subTitle"/>
          </p:nvPr>
        </p:nvSpPr>
        <p:spPr>
          <a:xfrm>
            <a:off x="2737650" y="2905400"/>
            <a:ext cx="1655100" cy="8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Mercury is the closest planet to the Sun 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58" name="Google Shape;1058;p45"/>
          <p:cNvSpPr txBox="1"/>
          <p:nvPr>
            <p:ph idx="4294967295" type="subTitle"/>
          </p:nvPr>
        </p:nvSpPr>
        <p:spPr>
          <a:xfrm>
            <a:off x="2737650" y="2505200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9" name="Google Shape;1059;p45"/>
          <p:cNvSpPr txBox="1"/>
          <p:nvPr>
            <p:ph idx="4294967295" type="subTitle"/>
          </p:nvPr>
        </p:nvSpPr>
        <p:spPr>
          <a:xfrm>
            <a:off x="4758100" y="2905400"/>
            <a:ext cx="1655100" cy="8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Mars is actually a cold place full of iron oxide dust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60" name="Google Shape;1060;p45"/>
          <p:cNvSpPr txBox="1"/>
          <p:nvPr>
            <p:ph idx="4294967295" type="subTitle"/>
          </p:nvPr>
        </p:nvSpPr>
        <p:spPr>
          <a:xfrm>
            <a:off x="4758100" y="2505200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61" name="Google Shape;1061;p45"/>
          <p:cNvSpPr txBox="1"/>
          <p:nvPr>
            <p:ph idx="4294967295" type="subTitle"/>
          </p:nvPr>
        </p:nvSpPr>
        <p:spPr>
          <a:xfrm>
            <a:off x="6764850" y="2905400"/>
            <a:ext cx="1655100" cy="8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Jupiter is the biggest planet </a:t>
            </a:r>
            <a:r>
              <a:rPr lang="en" sz="1400"/>
              <a:t>in the Solar System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62" name="Google Shape;1062;p45"/>
          <p:cNvSpPr txBox="1"/>
          <p:nvPr>
            <p:ph idx="4294967295" type="subTitle"/>
          </p:nvPr>
        </p:nvSpPr>
        <p:spPr>
          <a:xfrm>
            <a:off x="6764850" y="2505200"/>
            <a:ext cx="1655100" cy="4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endParaRPr b="1"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6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46"/>
          <p:cNvSpPr txBox="1"/>
          <p:nvPr>
            <p:ph idx="1" type="subTitle"/>
          </p:nvPr>
        </p:nvSpPr>
        <p:spPr>
          <a:xfrm>
            <a:off x="4723600" y="2423990"/>
            <a:ext cx="3117900" cy="11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 sz="1600"/>
              <a:t>Mercury is the closest planet to the Sun and the smallest one in the Solar System—it’s only a bit larger than our Moon</a:t>
            </a:r>
            <a:endParaRPr sz="1600"/>
          </a:p>
        </p:txBody>
      </p:sp>
      <p:sp>
        <p:nvSpPr>
          <p:cNvPr id="1068" name="Google Shape;1068;p46"/>
          <p:cNvSpPr txBox="1"/>
          <p:nvPr>
            <p:ph type="title"/>
          </p:nvPr>
        </p:nvSpPr>
        <p:spPr>
          <a:xfrm>
            <a:off x="4723600" y="1637325"/>
            <a:ext cx="37074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pic>
        <p:nvPicPr>
          <p:cNvPr id="1069" name="Google Shape;1069;p46"/>
          <p:cNvPicPr preferRelativeResize="0"/>
          <p:nvPr/>
        </p:nvPicPr>
        <p:blipFill rotWithShape="1">
          <a:blip r:embed="rId3">
            <a:alphaModFix/>
          </a:blip>
          <a:srcRect b="0" l="0" r="14434" t="0"/>
          <a:stretch/>
        </p:blipFill>
        <p:spPr>
          <a:xfrm>
            <a:off x="717200" y="539400"/>
            <a:ext cx="3477850" cy="4064700"/>
          </a:xfrm>
          <a:prstGeom prst="rect">
            <a:avLst/>
          </a:prstGeom>
          <a:noFill/>
          <a:ln>
            <a:noFill/>
          </a:ln>
        </p:spPr>
      </p:pic>
      <p:sp>
        <p:nvSpPr>
          <p:cNvPr id="1070" name="Google Shape;1070;p46"/>
          <p:cNvSpPr/>
          <p:nvPr/>
        </p:nvSpPr>
        <p:spPr>
          <a:xfrm>
            <a:off x="4834450" y="2273838"/>
            <a:ext cx="540900" cy="86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46"/>
          <p:cNvSpPr/>
          <p:nvPr/>
        </p:nvSpPr>
        <p:spPr>
          <a:xfrm>
            <a:off x="3713525" y="4122575"/>
            <a:ext cx="481500" cy="4815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46"/>
          <p:cNvSpPr/>
          <p:nvPr/>
        </p:nvSpPr>
        <p:spPr>
          <a:xfrm>
            <a:off x="3232025" y="4122575"/>
            <a:ext cx="481500" cy="4815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46"/>
          <p:cNvSpPr/>
          <p:nvPr/>
        </p:nvSpPr>
        <p:spPr>
          <a:xfrm>
            <a:off x="3713525" y="3641075"/>
            <a:ext cx="481500" cy="481500"/>
          </a:xfrm>
          <a:prstGeom prst="rect">
            <a:avLst/>
          </a:prstGeom>
          <a:solidFill>
            <a:srgbClr val="2634F9">
              <a:alpha val="30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" name="Google Shape;1074;p46"/>
          <p:cNvGrpSpPr/>
          <p:nvPr/>
        </p:nvGrpSpPr>
        <p:grpSpPr>
          <a:xfrm>
            <a:off x="1130830" y="911440"/>
            <a:ext cx="755809" cy="763338"/>
            <a:chOff x="-1042825" y="1873925"/>
            <a:chExt cx="948675" cy="958125"/>
          </a:xfrm>
        </p:grpSpPr>
        <p:sp>
          <p:nvSpPr>
            <p:cNvPr id="1075" name="Google Shape;1075;p46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94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5" name="Google Shape;1095;p47"/>
          <p:cNvPicPr preferRelativeResize="0"/>
          <p:nvPr/>
        </p:nvPicPr>
        <p:blipFill rotWithShape="1">
          <a:blip r:embed="rId3">
            <a:alphaModFix/>
          </a:blip>
          <a:srcRect b="0" l="34073" r="24730" t="0"/>
          <a:stretch/>
        </p:blipFill>
        <p:spPr>
          <a:xfrm>
            <a:off x="5376975" y="0"/>
            <a:ext cx="376702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96" name="Google Shape;1096;p47"/>
          <p:cNvSpPr txBox="1"/>
          <p:nvPr>
            <p:ph type="title"/>
          </p:nvPr>
        </p:nvSpPr>
        <p:spPr>
          <a:xfrm>
            <a:off x="717200" y="441725"/>
            <a:ext cx="2808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References</a:t>
            </a:r>
            <a:endParaRPr/>
          </a:p>
        </p:txBody>
      </p:sp>
      <p:sp>
        <p:nvSpPr>
          <p:cNvPr id="1097" name="Google Shape;1097;p47"/>
          <p:cNvSpPr txBox="1"/>
          <p:nvPr>
            <p:ph idx="1" type="body"/>
          </p:nvPr>
        </p:nvSpPr>
        <p:spPr>
          <a:xfrm>
            <a:off x="717200" y="1389600"/>
            <a:ext cx="4236600" cy="21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34290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  <a:p>
            <a:pPr indent="-304800" lvl="0" marL="34290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  <a:p>
            <a:pPr indent="-304800" lvl="0" marL="34290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  <a:p>
            <a:pPr indent="-304800" lvl="0" marL="34290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  <a:p>
            <a:pPr indent="-304800" lvl="0" marL="34290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  <a:p>
            <a:pPr indent="-304800" lvl="0" marL="342900" rtl="0" algn="l"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●"/>
            </a:pPr>
            <a:r>
              <a:rPr lang="en">
                <a:solidFill>
                  <a:schemeClr val="dk1"/>
                </a:solidFill>
              </a:rPr>
              <a:t>AUTHOR (YEAR). </a:t>
            </a:r>
            <a:r>
              <a:rPr i="1" lang="en">
                <a:solidFill>
                  <a:schemeClr val="dk1"/>
                </a:solidFill>
              </a:rPr>
              <a:t>Title of the publication.</a:t>
            </a:r>
            <a:r>
              <a:rPr lang="en">
                <a:solidFill>
                  <a:schemeClr val="dk1"/>
                </a:solidFill>
              </a:rPr>
              <a:t> Publisher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98" name="Google Shape;1098;p47"/>
          <p:cNvSpPr/>
          <p:nvPr/>
        </p:nvSpPr>
        <p:spPr>
          <a:xfrm>
            <a:off x="4114875" y="3876650"/>
            <a:ext cx="1262100" cy="1262100"/>
          </a:xfrm>
          <a:prstGeom prst="rect">
            <a:avLst/>
          </a:prstGeom>
          <a:solidFill>
            <a:srgbClr val="F2DADA">
              <a:alpha val="55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47"/>
          <p:cNvSpPr/>
          <p:nvPr/>
        </p:nvSpPr>
        <p:spPr>
          <a:xfrm>
            <a:off x="5376975" y="3876650"/>
            <a:ext cx="1262100" cy="12621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47"/>
          <p:cNvSpPr/>
          <p:nvPr/>
        </p:nvSpPr>
        <p:spPr>
          <a:xfrm>
            <a:off x="6629443" y="3300650"/>
            <a:ext cx="576000" cy="5760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" name="Google Shape;1101;p47"/>
          <p:cNvGrpSpPr/>
          <p:nvPr/>
        </p:nvGrpSpPr>
        <p:grpSpPr>
          <a:xfrm>
            <a:off x="5928494" y="537321"/>
            <a:ext cx="1125508" cy="1136719"/>
            <a:chOff x="-1042825" y="1873925"/>
            <a:chExt cx="948675" cy="958125"/>
          </a:xfrm>
        </p:grpSpPr>
        <p:sp>
          <p:nvSpPr>
            <p:cNvPr id="1102" name="Google Shape;1102;p47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7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7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7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7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7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7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7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7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7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7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7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7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7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7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7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2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48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pic>
        <p:nvPicPr>
          <p:cNvPr id="1123" name="Google Shape;1123;p48"/>
          <p:cNvPicPr preferRelativeResize="0"/>
          <p:nvPr/>
        </p:nvPicPr>
        <p:blipFill rotWithShape="1">
          <a:blip r:embed="rId3">
            <a:alphaModFix/>
          </a:blip>
          <a:srcRect b="15547" l="0" r="0" t="0"/>
          <a:stretch/>
        </p:blipFill>
        <p:spPr>
          <a:xfrm>
            <a:off x="1122725" y="1256375"/>
            <a:ext cx="3227900" cy="2044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4" name="Google Shape;1124;p48"/>
          <p:cNvPicPr preferRelativeResize="0"/>
          <p:nvPr/>
        </p:nvPicPr>
        <p:blipFill rotWithShape="1">
          <a:blip r:embed="rId4">
            <a:alphaModFix/>
          </a:blip>
          <a:srcRect b="15547" l="0" r="0" t="0"/>
          <a:stretch/>
        </p:blipFill>
        <p:spPr>
          <a:xfrm>
            <a:off x="4793375" y="1256375"/>
            <a:ext cx="3227900" cy="2044550"/>
          </a:xfrm>
          <a:prstGeom prst="rect">
            <a:avLst/>
          </a:prstGeom>
          <a:noFill/>
          <a:ln>
            <a:noFill/>
          </a:ln>
        </p:spPr>
      </p:pic>
      <p:sp>
        <p:nvSpPr>
          <p:cNvPr id="1125" name="Google Shape;1125;p48"/>
          <p:cNvSpPr/>
          <p:nvPr/>
        </p:nvSpPr>
        <p:spPr>
          <a:xfrm>
            <a:off x="1122725" y="3300925"/>
            <a:ext cx="3228000" cy="1303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48"/>
          <p:cNvSpPr/>
          <p:nvPr/>
        </p:nvSpPr>
        <p:spPr>
          <a:xfrm>
            <a:off x="4793269" y="3300925"/>
            <a:ext cx="3228000" cy="1303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48"/>
          <p:cNvSpPr txBox="1"/>
          <p:nvPr>
            <p:ph idx="4294967295" type="subTitle"/>
          </p:nvPr>
        </p:nvSpPr>
        <p:spPr>
          <a:xfrm>
            <a:off x="1497650" y="375332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1"/>
                </a:solidFill>
              </a:rPr>
              <a:t>Here you could give a brief description about this person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128" name="Google Shape;1128;p48"/>
          <p:cNvSpPr txBox="1"/>
          <p:nvPr>
            <p:ph idx="4294967295" type="subTitle"/>
          </p:nvPr>
        </p:nvSpPr>
        <p:spPr>
          <a:xfrm>
            <a:off x="1497650" y="3405925"/>
            <a:ext cx="2405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Dr. Helena Patterson</a:t>
            </a:r>
            <a:endParaRPr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129" name="Google Shape;1129;p48"/>
          <p:cNvSpPr txBox="1"/>
          <p:nvPr>
            <p:ph idx="4294967295" type="subTitle"/>
          </p:nvPr>
        </p:nvSpPr>
        <p:spPr>
          <a:xfrm>
            <a:off x="5204725" y="3753321"/>
            <a:ext cx="24051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1"/>
                </a:solidFill>
              </a:rPr>
              <a:t>Here you could give a brief description about this person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130" name="Google Shape;1130;p48"/>
          <p:cNvSpPr txBox="1"/>
          <p:nvPr>
            <p:ph idx="4294967295" type="subTitle"/>
          </p:nvPr>
        </p:nvSpPr>
        <p:spPr>
          <a:xfrm>
            <a:off x="5204725" y="3405925"/>
            <a:ext cx="2405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Dr. John Smith</a:t>
            </a:r>
            <a:endParaRPr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34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49"/>
          <p:cNvSpPr txBox="1"/>
          <p:nvPr>
            <p:ph type="ctrTitle"/>
          </p:nvPr>
        </p:nvSpPr>
        <p:spPr>
          <a:xfrm>
            <a:off x="713100" y="640200"/>
            <a:ext cx="28869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1136" name="Google Shape;1136;p49"/>
          <p:cNvSpPr txBox="1"/>
          <p:nvPr/>
        </p:nvSpPr>
        <p:spPr>
          <a:xfrm>
            <a:off x="719750" y="1547400"/>
            <a:ext cx="3428100" cy="168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Do you have any questions?</a:t>
            </a:r>
            <a:endParaRPr sz="18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youremail@freepik.com </a:t>
            </a:r>
            <a:endParaRPr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+91  620 421 838 </a:t>
            </a:r>
            <a:endParaRPr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l">
              <a:spcBef>
                <a:spcPts val="600"/>
              </a:spcBef>
              <a:spcAft>
                <a:spcPts val="600"/>
              </a:spcAft>
              <a:buNone/>
            </a:pPr>
            <a:r>
              <a:rPr lang="en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yourcompany.com</a:t>
            </a:r>
            <a:endParaRPr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137" name="Google Shape;1137;p49"/>
          <p:cNvSpPr txBox="1"/>
          <p:nvPr/>
        </p:nvSpPr>
        <p:spPr>
          <a:xfrm>
            <a:off x="719750" y="4266000"/>
            <a:ext cx="2473500" cy="3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Please keep this slide for attribution.</a:t>
            </a:r>
            <a:endParaRPr sz="10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  <p:pic>
        <p:nvPicPr>
          <p:cNvPr id="1138" name="Google Shape;1138;p49"/>
          <p:cNvPicPr preferRelativeResize="0"/>
          <p:nvPr/>
        </p:nvPicPr>
        <p:blipFill rotWithShape="1">
          <a:blip r:embed="rId3">
            <a:alphaModFix/>
          </a:blip>
          <a:srcRect b="0" l="15361" r="0" t="0"/>
          <a:stretch/>
        </p:blipFill>
        <p:spPr>
          <a:xfrm>
            <a:off x="4790675" y="0"/>
            <a:ext cx="435332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39" name="Google Shape;1139;p49"/>
          <p:cNvSpPr/>
          <p:nvPr/>
        </p:nvSpPr>
        <p:spPr>
          <a:xfrm>
            <a:off x="4790675" y="4148351"/>
            <a:ext cx="990300" cy="990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49"/>
          <p:cNvSpPr/>
          <p:nvPr/>
        </p:nvSpPr>
        <p:spPr>
          <a:xfrm>
            <a:off x="5773522" y="3696350"/>
            <a:ext cx="452100" cy="452100"/>
          </a:xfrm>
          <a:prstGeom prst="rect">
            <a:avLst/>
          </a:prstGeom>
          <a:solidFill>
            <a:srgbClr val="2634F9">
              <a:alpha val="530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" name="Google Shape;1141;p49"/>
          <p:cNvGrpSpPr/>
          <p:nvPr/>
        </p:nvGrpSpPr>
        <p:grpSpPr>
          <a:xfrm>
            <a:off x="5229709" y="364717"/>
            <a:ext cx="1824207" cy="1842379"/>
            <a:chOff x="-1042825" y="1873925"/>
            <a:chExt cx="948675" cy="958125"/>
          </a:xfrm>
        </p:grpSpPr>
        <p:sp>
          <p:nvSpPr>
            <p:cNvPr id="1142" name="Google Shape;1142;p49"/>
            <p:cNvSpPr/>
            <p:nvPr/>
          </p:nvSpPr>
          <p:spPr>
            <a:xfrm>
              <a:off x="-104282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9"/>
            <p:cNvSpPr/>
            <p:nvPr/>
          </p:nvSpPr>
          <p:spPr>
            <a:xfrm>
              <a:off x="-76840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9"/>
            <p:cNvSpPr/>
            <p:nvPr/>
          </p:nvSpPr>
          <p:spPr>
            <a:xfrm>
              <a:off x="-493975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9"/>
            <p:cNvSpPr/>
            <p:nvPr/>
          </p:nvSpPr>
          <p:spPr>
            <a:xfrm>
              <a:off x="-219550" y="187392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9"/>
            <p:cNvSpPr/>
            <p:nvPr/>
          </p:nvSpPr>
          <p:spPr>
            <a:xfrm>
              <a:off x="-104282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9"/>
            <p:cNvSpPr/>
            <p:nvPr/>
          </p:nvSpPr>
          <p:spPr>
            <a:xfrm>
              <a:off x="-104282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9"/>
            <p:cNvSpPr/>
            <p:nvPr/>
          </p:nvSpPr>
          <p:spPr>
            <a:xfrm>
              <a:off x="-104282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9"/>
            <p:cNvSpPr/>
            <p:nvPr/>
          </p:nvSpPr>
          <p:spPr>
            <a:xfrm>
              <a:off x="-76840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9"/>
            <p:cNvSpPr/>
            <p:nvPr/>
          </p:nvSpPr>
          <p:spPr>
            <a:xfrm>
              <a:off x="-493975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9"/>
            <p:cNvSpPr/>
            <p:nvPr/>
          </p:nvSpPr>
          <p:spPr>
            <a:xfrm>
              <a:off x="-219550" y="215150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9"/>
            <p:cNvSpPr/>
            <p:nvPr/>
          </p:nvSpPr>
          <p:spPr>
            <a:xfrm>
              <a:off x="-76840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9"/>
            <p:cNvSpPr/>
            <p:nvPr/>
          </p:nvSpPr>
          <p:spPr>
            <a:xfrm>
              <a:off x="-493975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9"/>
            <p:cNvSpPr/>
            <p:nvPr/>
          </p:nvSpPr>
          <p:spPr>
            <a:xfrm>
              <a:off x="-219550" y="2429075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9"/>
            <p:cNvSpPr/>
            <p:nvPr/>
          </p:nvSpPr>
          <p:spPr>
            <a:xfrm>
              <a:off x="-76840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9"/>
            <p:cNvSpPr/>
            <p:nvPr/>
          </p:nvSpPr>
          <p:spPr>
            <a:xfrm>
              <a:off x="-493975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9"/>
            <p:cNvSpPr/>
            <p:nvPr/>
          </p:nvSpPr>
          <p:spPr>
            <a:xfrm>
              <a:off x="-219550" y="2706650"/>
              <a:ext cx="125400" cy="125400"/>
            </a:xfrm>
            <a:prstGeom prst="ellipse">
              <a:avLst/>
            </a:prstGeom>
            <a:solidFill>
              <a:srgbClr val="F2DADA">
                <a:alpha val="55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6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50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163" name="Google Shape;1163;p50"/>
          <p:cNvSpPr txBox="1"/>
          <p:nvPr/>
        </p:nvSpPr>
        <p:spPr>
          <a:xfrm>
            <a:off x="721200" y="1152475"/>
            <a:ext cx="7700700" cy="4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800"/>
              </a:spcAft>
              <a:buNone/>
            </a:pPr>
            <a:r>
              <a:rPr lang="en"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Here’s an assortment of alternative pictures within the same style with this template.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164" name="Google Shape;1164;p50"/>
          <p:cNvSpPr txBox="1"/>
          <p:nvPr/>
        </p:nvSpPr>
        <p:spPr>
          <a:xfrm>
            <a:off x="721200" y="1531975"/>
            <a:ext cx="7751400" cy="285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PHOTOS</a:t>
            </a:r>
            <a:endParaRPr b="1"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3"/>
              </a:rPr>
              <a:t>Surgeon wearing gloves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/>
              </a:rPr>
              <a:t>Serious surgeon posing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5"/>
              </a:rPr>
              <a:t>Surgeon operating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6"/>
              </a:rPr>
              <a:t>Cheerful doctor talking with elderly patient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7"/>
              </a:rPr>
              <a:t>Medical team in a doctor's office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8"/>
              </a:rPr>
              <a:t>Doctor listening senior patient on hospital hall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9"/>
              </a:rPr>
              <a:t>Male doctor in uniform with stethoscope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0"/>
              </a:rPr>
              <a:t>Beautiful doctor holding a folder with copy space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1"/>
              </a:rPr>
              <a:t>Nurse holding disabled senior woman's hand sitting on wheel chair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2"/>
              </a:rPr>
              <a:t>Front view caregiver holding hands with old woman close-up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68" name="Shape 1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" name="Google Shape;1169;p51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170" name="Google Shape;1170;p51"/>
          <p:cNvSpPr txBox="1"/>
          <p:nvPr>
            <p:ph idx="1" type="body"/>
          </p:nvPr>
        </p:nvSpPr>
        <p:spPr>
          <a:xfrm>
            <a:off x="713100" y="1152475"/>
            <a:ext cx="7717800" cy="3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</p:txBody>
      </p:sp>
      <p:sp>
        <p:nvSpPr>
          <p:cNvPr id="1171" name="Google Shape;1171;p51"/>
          <p:cNvSpPr txBox="1"/>
          <p:nvPr/>
        </p:nvSpPr>
        <p:spPr>
          <a:xfrm>
            <a:off x="721200" y="1531975"/>
            <a:ext cx="3858900" cy="307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PHOTOS</a:t>
            </a:r>
            <a:endParaRPr b="1" sz="12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3"/>
              </a:rPr>
              <a:t>Bearded doctor examining lungs of patient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/>
              </a:rPr>
              <a:t>Close-up of a doctor hand wearing blue gloves holding syringe with needle against white background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5"/>
              </a:rPr>
              <a:t>Close-up of a male doctor with arms crossed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6"/>
              </a:rPr>
              <a:t>Doctor holding clipboard looking at camera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7"/>
              </a:rPr>
              <a:t>Doctor looking at chest x-ray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8"/>
              </a:rPr>
              <a:t>Doctors watching x-ray shot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9"/>
              </a:rPr>
              <a:t>Handsome business man posing front view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0"/>
              </a:rPr>
              <a:t>Mid section of a man having elbow pain standing against grey background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1"/>
              </a:rPr>
              <a:t>Nurse man in uniform and gloves holding injection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172" name="Google Shape;1172;p51"/>
          <p:cNvSpPr txBox="1"/>
          <p:nvPr/>
        </p:nvSpPr>
        <p:spPr>
          <a:xfrm>
            <a:off x="4580100" y="1531975"/>
            <a:ext cx="3858900" cy="302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2"/>
              </a:rPr>
              <a:t>Professional surgeon posing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3"/>
              </a:rPr>
              <a:t>Smiling young doctor with clipboard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4"/>
              </a:rPr>
              <a:t>Surgeon's hand with vaccination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5"/>
              </a:rPr>
              <a:t>Surgeon's vaccine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6"/>
              </a:rPr>
              <a:t>Surgeon wearing gloves in the darkness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7"/>
              </a:rPr>
              <a:t>Surgeon wearing mask in the operation room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173" name="Google Shape;1173;p51"/>
          <p:cNvSpPr txBox="1"/>
          <p:nvPr/>
        </p:nvSpPr>
        <p:spPr>
          <a:xfrm>
            <a:off x="4572000" y="3425800"/>
            <a:ext cx="3858900" cy="67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ICONS</a:t>
            </a:r>
            <a:endParaRPr b="1" sz="12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Muli"/>
              <a:buChar char="●"/>
            </a:pP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18"/>
              </a:rPr>
              <a:t>Plastic Surgery 12</a:t>
            </a:r>
            <a:endParaRPr sz="12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77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/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Credits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4"/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/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84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5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6" name="Google Shape;1186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7" name="Google Shape;1187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/>
              </a:rPr>
              <a:t>https://fonts.google.com/specimen/Montserrat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Muli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/>
              </a:rPr>
              <a:t>https://fonts.google.com/specimen/Muli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8" name="Google Shape;1188;p53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1189" name="Google Shape;1189;p53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2DAD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3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EA4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3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634F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3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7EBE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3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</a:rPr>
                <a:t>#f2dada</a:t>
              </a:r>
              <a:endParaRPr sz="1000">
                <a:solidFill>
                  <a:schemeClr val="dk2"/>
                </a:solidFill>
              </a:endParaRPr>
            </a:p>
          </p:txBody>
        </p:sp>
        <p:sp>
          <p:nvSpPr>
            <p:cNvPr id="1194" name="Google Shape;1194;p53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#9ea4ff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95" name="Google Shape;1195;p53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#2634f9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96" name="Google Shape;1196;p53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</a:rPr>
                <a:t>#f7ebeb</a:t>
              </a:r>
              <a:endParaRPr sz="1000">
                <a:solidFill>
                  <a:schemeClr val="dk2"/>
                </a:solidFill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00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2" name="Google Shape;1202;p5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3" name="Google Shape;1203;p54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1204" name="Google Shape;1204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54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1207" name="Google Shape;1207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54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1212" name="Google Shape;1212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54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1215" name="Google Shape;1215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4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1219" name="Google Shape;1219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54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1222" name="Google Shape;1222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54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1227" name="Google Shape;1227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" name="Google Shape;1231;p54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1232" name="Google Shape;1232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54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1238" name="Google Shape;1238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54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1243" name="Google Shape;1243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" name="Google Shape;1246;p54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1247" name="Google Shape;1247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" name="Google Shape;1253;p54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1254" name="Google Shape;1254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54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1262" name="Google Shape;1262;p5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" name="Google Shape;1266;p54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1267" name="Google Shape;1267;p5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54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1271" name="Google Shape;1271;p5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54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1275" name="Google Shape;1275;p5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" name="Google Shape;1277;p54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8" name="Google Shape;1278;p54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1279" name="Google Shape;1279;p5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54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1284" name="Google Shape;1284;p5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4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54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1287" name="Google Shape;1287;p5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289" name="Google Shape;1289;p54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" name="Google Shape;1290;p54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1291" name="Google Shape;1291;p5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" name="Google Shape;1293;p54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1294" name="Google Shape;1294;p5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" name="Google Shape;1296;p54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1297" name="Google Shape;1297;p5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" name="Google Shape;1299;p54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1300" name="Google Shape;1300;p5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54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1309" name="Google Shape;1309;p5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" name="Google Shape;1330;p54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1331" name="Google Shape;1331;p54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4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4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54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1336" name="Google Shape;1336;p5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54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1349" name="Google Shape;1349;p54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4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54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1352" name="Google Shape;1352;p54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4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4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5" name="Google Shape;1355;p5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5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5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5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" name="Google Shape;1359;p5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360" name="Google Shape;1360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" name="Google Shape;1362;p5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363" name="Google Shape;1363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5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366" name="Google Shape;1366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5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369" name="Google Shape;1369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" name="Google Shape;1371;p5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372" name="Google Shape;1372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" name="Google Shape;1374;p5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375" name="Google Shape;1375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" name="Google Shape;1377;p5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378" name="Google Shape;1378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" name="Google Shape;1380;p5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381" name="Google Shape;1381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" name="Google Shape;1384;p5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385" name="Google Shape;1385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5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389" name="Google Shape;1389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" name="Google Shape;1392;p5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393" name="Google Shape;1393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5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397" name="Google Shape;1397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9" name="Google Shape;1399;p5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5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1" name="Google Shape;1401;p5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" name="Google Shape;1402;p5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" name="Google Shape;1403;p5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4" name="Google Shape;1404;p5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5" name="Google Shape;1405;p5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406" name="Google Shape;1406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5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409" name="Google Shape;1409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5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412" name="Google Shape;1412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4" name="Google Shape;1414;p5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5" name="Google Shape;1415;p5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" name="Google Shape;1416;p5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7" name="Google Shape;1417;p5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418" name="Google Shape;1418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" name="Google Shape;1427;p5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428" name="Google Shape;1428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" name="Google Shape;1430;p5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431" name="Google Shape;1431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" name="Google Shape;1451;p5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452" name="Google Shape;1452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0" name="Google Shape;1530;p5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5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5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5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7" name="Shape 1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8" name="Google Shape;1538;p55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539" name="Google Shape;1539;p5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" name="Google Shape;1545;p55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546" name="Google Shape;1546;p5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8" name="Google Shape;3118;p55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3119" name="Google Shape;3119;p5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0" name="Google Shape;3170;p55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3171" name="Google Shape;3171;p5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3" name="Google Shape;3173;p55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3174" name="Google Shape;3174;p5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6" name="Google Shape;3176;p55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3177" name="Google Shape;3177;p5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9" name="Google Shape;3179;p55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3180" name="Google Shape;3180;p5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2" name="Google Shape;3182;p55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3183" name="Google Shape;3183;p5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85" name="Google Shape;3185;p55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86" name="Google Shape;3186;p55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3187" name="Google Shape;3187;p55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0" name="Google Shape;3190;p55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3191" name="Google Shape;3191;p55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4" name="Google Shape;3194;p55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5" name="Google Shape;3195;p55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3196" name="Google Shape;3196;p5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8" name="Google Shape;3198;p55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9" name="Google Shape;3199;p55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0" name="Google Shape;3200;p55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3201" name="Google Shape;3201;p55"/>
            <p:cNvSpPr/>
            <p:nvPr/>
          </p:nvSpPr>
          <p:spPr>
            <a:xfrm>
              <a:off x="6161116" y="3104229"/>
              <a:ext cx="410157" cy="449935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5"/>
            <p:cNvSpPr/>
            <p:nvPr/>
          </p:nvSpPr>
          <p:spPr>
            <a:xfrm>
              <a:off x="6032245" y="3317811"/>
              <a:ext cx="62137" cy="151163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5"/>
            <p:cNvSpPr/>
            <p:nvPr/>
          </p:nvSpPr>
          <p:spPr>
            <a:xfrm>
              <a:off x="6189159" y="3073176"/>
              <a:ext cx="117109" cy="35870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5"/>
            <p:cNvSpPr/>
            <p:nvPr/>
          </p:nvSpPr>
          <p:spPr>
            <a:xfrm>
              <a:off x="6123036" y="3116815"/>
              <a:ext cx="22729" cy="17096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5"/>
            <p:cNvSpPr/>
            <p:nvPr/>
          </p:nvSpPr>
          <p:spPr>
            <a:xfrm>
              <a:off x="6099493" y="3152223"/>
              <a:ext cx="3998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5"/>
            <p:cNvSpPr/>
            <p:nvPr/>
          </p:nvSpPr>
          <p:spPr>
            <a:xfrm>
              <a:off x="6350890" y="3500386"/>
              <a:ext cx="45147" cy="42584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5"/>
            <p:cNvSpPr/>
            <p:nvPr/>
          </p:nvSpPr>
          <p:spPr>
            <a:xfrm>
              <a:off x="6263064" y="3138409"/>
              <a:ext cx="28464" cy="38690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5"/>
            <p:cNvSpPr/>
            <p:nvPr/>
          </p:nvSpPr>
          <p:spPr>
            <a:xfrm>
              <a:off x="6251907" y="3097504"/>
              <a:ext cx="26006" cy="13687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5"/>
            <p:cNvSpPr/>
            <p:nvPr/>
          </p:nvSpPr>
          <p:spPr>
            <a:xfrm>
              <a:off x="6251498" y="3152108"/>
              <a:ext cx="21605" cy="17009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5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1" name="Google Shape;3211;p55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3212" name="Google Shape;3212;p55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3213" name="Google Shape;3213;p55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5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55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5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5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5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5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5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5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55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3" name="Google Shape;3223;p55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4" name="Google Shape;3224;p55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3225" name="Google Shape;3225;p55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3226" name="Google Shape;3226;p55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3227" name="Google Shape;3227;p55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8" name="Google Shape;3228;p55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9" name="Google Shape;3229;p55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0" name="Google Shape;3230;p55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1" name="Google Shape;3231;p55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232" name="Google Shape;3232;p55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55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55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55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6" name="Google Shape;3236;p5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7" name="Google Shape;3237;p55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3238" name="Google Shape;3238;p55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3239" name="Google Shape;3239;p55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3240" name="Google Shape;3240;p55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1" name="Google Shape;3241;p55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2" name="Google Shape;3242;p55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3" name="Google Shape;3243;p55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4" name="Google Shape;3244;p55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5" name="Google Shape;3245;p55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6" name="Google Shape;3246;p55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7" name="Google Shape;3247;p55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8" name="Google Shape;3248;p55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249" name="Google Shape;3249;p55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5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55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5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3" name="Google Shape;3253;p55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4" name="Google Shape;3254;p55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3255" name="Google Shape;3255;p55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5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5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5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5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5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5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5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5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5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5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5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5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5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5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5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5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5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5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5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5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5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5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5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5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5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5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5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5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5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5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5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5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5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5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5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5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5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5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5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5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5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5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5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5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5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5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5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5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5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5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5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5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5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5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5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5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5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5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5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5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5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5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5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5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5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5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5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5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5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5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5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5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5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5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5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5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5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5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5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5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5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5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5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5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5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5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5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5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5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5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5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5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5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5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5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5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5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5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5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5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5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5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5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5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5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5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5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5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5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5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5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5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5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5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5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5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5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5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5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5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5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5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5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5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5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5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5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5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5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5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5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5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5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5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5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5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5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5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5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5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5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5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5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5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5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5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5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5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5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5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5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5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5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5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5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5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5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5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5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5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5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5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5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5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5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5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5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5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5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5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5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5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5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5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5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5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5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5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5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5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5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5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5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5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5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5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5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5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5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5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5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5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5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5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5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5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5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5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5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5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5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5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5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5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5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5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5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5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5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5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5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5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5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5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5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5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5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5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5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5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5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5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5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5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5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5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5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5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5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5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5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5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5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5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5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5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5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5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5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5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5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5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5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5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5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5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5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5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5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5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5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5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5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5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5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5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5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5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5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5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5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5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5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5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5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5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5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5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5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5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5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5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5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5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5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5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5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5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5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5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5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5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5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5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5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5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5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5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5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5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5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5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5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5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5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5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5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5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5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5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5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5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5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5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5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5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5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5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5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5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5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5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5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5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5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5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5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5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5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5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5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5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5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5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5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5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5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5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5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5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5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5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5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5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5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5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5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5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5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5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5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5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5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5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5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5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5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5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5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5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5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5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5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5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5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5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5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5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5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5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5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5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5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5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5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5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5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5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5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5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5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5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5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5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5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5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5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5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5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5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5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5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5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5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5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5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5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5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5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5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5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5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5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5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5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5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5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5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5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5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5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5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5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5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5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5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5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5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5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5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5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5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5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5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5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5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5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5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5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5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5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5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5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5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5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5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5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5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5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5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5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5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5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5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5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5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5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5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5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5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5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5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5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5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5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5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5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5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5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5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5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5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5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5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5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5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5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5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5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5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5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5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5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5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5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5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5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5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5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5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5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5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5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5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5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5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5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5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5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5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5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5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5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5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5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5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5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5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5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5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5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5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5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5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5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5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5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5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5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5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5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5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5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5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5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5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5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5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5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5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5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5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5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5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5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5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5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5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5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5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5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5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5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5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5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5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5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5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5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5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5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5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5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5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5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5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5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5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5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5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5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5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5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5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5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5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5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5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5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5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5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5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5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5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5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5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5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5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5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5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5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5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5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5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5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5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5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5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5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5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5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5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5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5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5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5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5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5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5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5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5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5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5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5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5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5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5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5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5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5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5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5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5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5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5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5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5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5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5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5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5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5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5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5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5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5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5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5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5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5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5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5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5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5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5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5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5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5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5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5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5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5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5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5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5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5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5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5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5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5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5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5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5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5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5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5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5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5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5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5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5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5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5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5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5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5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5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5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5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5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5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5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5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5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5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5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5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5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5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5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5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5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5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5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5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5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5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5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5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5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5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5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5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5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5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5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5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5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5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5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5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5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5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5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5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5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5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5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5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5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5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5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5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5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5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5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5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5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5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5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5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5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5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5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5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5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5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5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5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5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5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5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5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5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5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5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5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5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5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5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5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5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5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5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5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5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5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5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5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5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5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5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5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5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5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5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5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5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5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5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5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5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5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5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5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5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5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5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5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5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5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5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5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5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5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5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5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5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5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5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5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5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5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5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5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5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5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5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5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5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5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5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5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5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5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5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5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5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5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5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5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5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5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5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5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5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5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5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5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5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5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5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5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5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5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5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5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5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5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5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5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5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5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5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5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5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5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5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5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5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5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5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5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5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5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5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5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5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5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5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5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5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5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5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5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5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5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5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5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5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5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5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5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5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5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5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5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5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5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5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5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5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5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5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5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5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5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5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5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5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5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5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5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5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5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5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5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5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5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5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5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5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5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5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5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5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5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5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5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5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5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5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5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5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5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5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5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5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5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5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5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5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5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5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5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5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5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5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5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5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5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5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5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5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5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5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5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5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5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5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5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5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5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5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5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5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5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5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5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5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5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5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5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5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5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5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5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5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5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5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5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5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5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5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5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5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5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5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5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5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5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5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5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5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5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5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5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5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5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5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5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5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5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5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5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5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5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5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5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5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5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5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5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5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5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5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5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5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5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5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5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5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5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5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5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5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5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5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5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5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5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5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5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5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5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5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5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5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5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5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5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5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5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5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5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5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5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5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5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5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5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5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5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5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5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5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5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5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5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5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5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5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5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5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5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5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5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5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5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5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5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5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5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5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5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5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5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5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5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5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5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5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5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5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5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5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5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5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5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5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5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5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5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5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5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5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5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5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5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5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5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5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5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5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5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5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5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5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5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5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5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5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5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5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5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5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5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5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5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5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5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5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5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5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5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5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5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5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5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5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5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5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5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5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5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5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5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5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5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5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5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5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5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5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5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5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5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5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5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5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5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5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5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5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5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5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5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5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5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5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5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5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5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5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5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5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5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5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5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5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5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5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5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5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5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5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5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5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5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5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5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5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5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5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5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5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5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5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5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5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5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5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5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5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5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5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5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5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5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5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5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5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5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5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5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5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5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5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5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5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5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5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5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5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5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5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5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5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5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5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5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5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5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5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5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5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5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5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5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5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5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5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5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5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5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5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5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5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5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5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5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5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5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5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5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5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5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5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5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5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5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5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5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5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5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5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5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5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5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5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5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5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5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5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5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5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5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5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5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5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5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5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5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5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5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5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5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5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5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5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5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5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5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5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5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5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5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5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5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5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5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5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5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5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5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5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5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5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5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5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5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5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5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5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5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5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5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5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5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5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5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5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5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5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5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5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5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5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5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5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5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5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5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5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5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5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5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5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5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5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5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5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5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5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5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5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5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5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5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5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5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5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5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5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5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5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5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5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5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5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5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5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5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5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5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5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5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5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5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5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5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5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5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5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5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5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5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5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5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5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5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5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5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5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5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5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5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5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5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5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5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5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5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5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5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5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5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5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5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5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5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5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5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5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5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5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5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5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5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5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5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5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5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5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5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5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5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5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5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5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5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5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5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5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5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5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5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5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5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5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5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5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5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5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5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5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5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5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5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5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5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5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5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5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5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5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5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5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5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5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5"/>
            <p:cNvSpPr/>
            <p:nvPr/>
          </p:nvSpPr>
          <p:spPr>
            <a:xfrm>
              <a:off x="2252820" y="1692248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5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5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5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5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5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5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5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5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5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5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5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5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5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5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5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5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5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5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5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5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5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5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5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5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5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5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5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5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5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5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5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5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5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5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5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5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5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5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5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5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5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5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5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5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5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5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5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5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5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5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5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5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5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5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5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5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5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5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5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5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5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5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5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5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5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5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5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5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5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5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5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5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5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5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5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5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5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5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5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5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5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5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5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5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5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5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5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5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5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5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5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5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5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5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5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5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5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5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5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5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5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5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5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5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5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5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5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5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5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5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5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5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5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5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5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5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5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5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5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5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5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5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5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5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5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5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5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5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5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5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5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5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5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5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5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5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5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5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5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5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5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5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5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5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5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5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5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5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5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5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5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5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5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5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5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5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5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5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5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5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5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5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5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5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5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5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5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5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5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5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5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5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5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5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5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5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5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5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5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5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5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5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5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5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5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5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5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5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5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5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5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5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5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5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5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5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5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5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5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5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5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5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5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5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5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5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5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5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5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5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5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5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5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5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5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5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5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5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5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5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5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5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5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5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5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5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5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5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5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5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5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5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5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5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5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5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5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5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5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5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5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5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5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5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5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5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5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5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5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5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5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5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5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5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5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5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5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5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5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5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5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5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5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5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5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5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5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5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5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5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5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5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5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5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5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5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5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5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5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5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5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5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5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5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5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5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5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5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5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5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5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5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5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5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5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5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5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5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5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5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5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5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5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5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5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5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5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5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5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5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5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5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5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5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5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5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5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5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5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5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5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5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5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5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5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5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5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5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5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5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5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5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5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5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5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5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5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5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5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5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5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5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5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5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5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5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5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5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5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5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5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5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5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5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5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5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5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5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5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5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5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5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5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5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5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5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5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5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5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5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5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5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5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5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5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5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5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5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5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5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5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5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5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5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5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5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5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5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5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5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5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5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5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5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5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5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5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5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5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5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5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5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5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5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5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5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5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5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5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5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5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5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5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5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5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5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5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5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5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5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5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5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5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5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5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5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5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5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5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5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5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5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5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5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5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5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5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5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5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5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5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5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5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5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5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5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5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5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5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5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5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5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5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5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5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5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5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5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5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5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5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5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5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5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5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5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5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5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5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5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5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5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5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5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5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5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5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5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5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5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5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5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5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5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5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5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5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5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5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5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5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5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5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5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5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5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5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5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5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5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5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5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5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5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5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5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5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5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5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5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5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5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5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5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5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5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5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5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5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5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5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5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5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5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5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5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5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5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5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5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5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5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5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5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5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5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5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5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5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5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5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5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5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5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5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5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5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5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5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5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5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5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5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5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5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5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5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5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5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5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5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5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5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5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5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5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5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5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5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5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5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5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5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5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5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5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5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5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5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5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5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5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5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5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5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5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5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5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5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5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5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5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5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5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5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5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5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5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5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5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5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5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5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5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5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5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5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5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5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5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5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5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5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5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5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5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5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5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5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5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5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5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5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5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5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5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5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5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5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5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5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5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5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5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5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5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5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5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5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5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5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5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5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5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5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5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5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5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5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5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5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5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5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5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5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5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5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5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5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5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5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5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5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5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5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5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5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5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5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5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5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5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5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5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5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5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5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5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5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5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5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5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5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5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5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5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5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5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5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5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5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5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5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5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5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5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5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5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5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5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5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5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5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5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5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5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5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5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5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5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5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5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5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5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5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5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5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5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5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5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5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5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5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5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5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5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5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5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5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5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5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5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5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5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5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5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5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5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5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5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5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5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5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5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5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5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5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5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5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5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5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5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5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5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5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5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5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5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5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5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5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5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5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5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5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5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5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5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5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5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5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5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5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5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5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5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5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5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5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5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5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5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5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5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5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5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5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5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5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5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5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5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5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5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5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5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5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5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5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5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5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5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5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5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5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5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5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5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5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5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5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5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5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5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5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5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5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5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5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5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5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5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5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5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5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5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5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5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5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5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5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5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5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5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5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5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5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5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5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5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5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5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5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5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5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5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5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5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5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5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5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5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5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5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5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5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5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5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5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5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5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5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5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5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5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5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5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5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5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5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5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5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5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5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5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5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5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5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5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5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5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5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5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5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5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5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5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5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5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5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5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5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5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5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5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5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5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5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5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5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5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5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5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5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5"/>
            <p:cNvSpPr/>
            <p:nvPr/>
          </p:nvSpPr>
          <p:spPr>
            <a:xfrm>
              <a:off x="1447580" y="2072418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5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5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5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5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5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5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5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5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5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5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5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5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5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5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5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5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5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5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5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5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5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5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5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5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5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5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5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5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5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5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5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5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5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5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5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5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5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5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5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5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5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5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5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5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5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5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5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5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5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5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5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5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5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5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5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5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5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5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5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5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5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5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5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5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5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5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5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5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5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5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5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5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5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5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5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5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5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5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5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5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5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5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5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5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5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5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5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5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5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5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5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5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5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5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5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5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5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5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5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5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5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5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5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5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5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5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5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5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5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5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5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5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5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5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5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5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5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5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5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5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5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5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5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5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5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5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5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5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5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5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5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5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5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5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5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5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5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5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5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5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5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5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5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5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5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5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5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5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5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5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5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5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5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5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5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5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5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5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5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5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5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5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5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5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5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5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5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5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5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5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5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5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5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5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5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5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5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5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5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5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5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5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5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5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5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5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5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5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5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5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5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5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5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5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5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5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5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5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5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5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5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5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5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5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5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5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5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5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5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5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5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5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5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5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5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5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5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5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5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5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5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5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5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5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5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5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5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5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5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5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5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5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5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5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5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5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5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5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5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5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5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5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5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5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5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5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5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5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5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5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5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5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5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5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5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5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5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5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5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5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5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5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5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5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5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5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5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5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5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5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5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5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5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5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5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5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5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5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5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5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5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5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5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5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5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5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5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5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5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5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5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5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5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5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5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5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5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5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5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5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5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5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5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5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5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5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5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5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5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5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5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5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5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5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5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5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5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5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5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5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5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5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5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5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5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5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5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5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5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5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5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5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5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5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5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5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5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5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5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5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5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5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5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5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5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5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5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5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5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5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5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5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5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5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5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5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5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5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5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5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5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5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5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5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5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5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5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5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5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5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5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5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5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5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5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5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5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5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5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5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5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5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5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5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5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5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5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5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5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5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5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5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5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5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5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5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5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5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5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5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5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5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5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5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5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5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5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5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5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5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5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5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5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5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5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5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5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5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5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5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5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5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5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5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5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5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5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5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5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5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5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5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5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5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5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5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5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5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5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5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5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5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5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5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5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5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5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5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5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5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5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5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5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5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5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5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5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5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5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5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5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5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5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5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5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5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5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5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5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5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5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5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5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5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5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5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5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5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5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5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5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5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5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5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5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5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5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5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5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5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5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5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5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5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5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5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5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5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5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5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5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5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5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5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5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5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5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5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5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5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5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5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5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5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5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5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5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5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5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5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5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5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5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5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5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5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5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5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5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5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5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5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5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5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5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5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5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5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5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5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5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5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5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5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5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5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5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5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5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5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5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5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5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5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5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5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5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5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5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5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5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5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5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5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5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5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5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5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5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5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5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5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5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5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5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5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5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5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5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5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5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5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5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5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5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5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5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5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5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5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5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5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5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5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5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5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5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5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5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5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5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5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5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5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5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5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5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5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5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5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5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5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5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5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5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5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5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5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5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5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5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5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5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5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5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5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5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5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5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5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5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5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5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5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5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5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5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5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5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5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5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5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5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5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5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5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5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5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5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5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5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5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5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5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5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5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5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5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5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5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5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5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5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5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5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5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5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5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5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5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5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5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5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5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5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5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5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5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5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5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5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5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5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5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5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5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5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5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5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5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5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5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5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5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5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5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5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5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5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5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5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5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5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5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5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5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5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5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5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5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5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5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5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5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5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5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5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5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5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5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5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5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5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5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5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5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5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5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5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5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5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5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5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5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5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5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5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5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5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5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5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5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5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5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5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5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5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5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5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5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5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5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5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5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5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5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5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5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5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5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5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5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5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5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5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5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5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5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5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5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5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5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5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5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5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5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5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5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5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5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5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5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5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5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5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5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5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5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5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5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5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5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5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5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5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5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5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5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5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5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5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5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5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5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5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5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5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5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5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5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5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5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5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5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5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5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5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5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5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5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5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5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5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5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5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5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5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5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5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5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5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5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5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5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5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5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5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5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5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5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5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5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5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5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5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5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5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5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5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5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5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5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5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5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5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5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5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5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5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5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5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5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5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5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5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5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5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5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5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5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5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5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5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5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5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5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5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5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5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5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5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5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5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5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5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5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5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5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5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5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5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5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5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5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5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5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5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5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5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5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5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5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5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5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5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5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5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5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5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5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5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5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5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5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5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5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5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5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5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5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5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5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5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5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5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5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5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5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5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5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5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5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5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5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5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5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5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5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5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5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5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5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5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5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5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5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5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5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5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5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5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5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5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5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5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5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5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5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5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5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5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5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5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5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5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5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5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5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5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5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5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5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5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5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5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5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5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5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5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5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5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5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5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5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5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5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5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5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5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5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5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5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5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5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5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5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5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5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5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5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5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5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5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5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5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5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5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5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5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5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5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5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5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5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5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5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5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5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5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5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5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5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5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5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5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5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5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5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5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5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5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5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5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5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5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5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5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5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5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5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5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5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5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5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5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5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5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5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5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5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5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5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5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5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5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5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5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5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5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5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5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5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5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5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5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5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5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5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5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5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5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5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5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5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5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5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5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5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5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5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5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5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5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5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5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5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5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5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5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5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5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5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5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5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5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5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5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5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5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5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5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5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5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5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5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5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5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5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5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5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5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5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5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5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5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5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5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5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5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5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5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5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5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5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5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5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5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5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5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5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5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5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5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5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5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5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5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5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5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5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5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5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5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5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5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5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5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5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5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5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5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5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5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5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5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5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5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5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5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5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5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5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5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5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5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5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5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5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5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5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5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5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5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5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5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5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5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5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5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5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5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5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5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5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5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5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5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5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5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5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5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5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5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5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5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5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5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5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5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5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5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5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5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5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5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5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5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5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5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5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5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5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5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5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5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5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5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5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5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5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5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5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5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5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5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5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5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5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5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5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5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5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5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5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5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5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5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5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5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5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5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5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5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5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5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5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5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5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5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5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5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5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5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5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5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5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5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5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5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5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5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5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5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5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5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5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5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5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5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5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5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5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5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5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5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5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5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5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5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5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5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5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5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5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5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5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5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5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5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5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5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5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5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5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5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5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5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5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5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5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5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5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5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5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5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5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5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5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5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5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5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5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5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5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5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5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5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5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5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5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5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5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5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5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5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5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5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5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5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5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5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5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5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5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5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5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5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5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5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5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5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5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5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5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5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5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5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5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5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5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5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5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5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5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5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5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5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5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5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5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5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5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5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5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5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5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5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5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5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5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5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5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5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5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5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5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5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5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5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5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5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5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5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5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5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5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5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5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5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5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5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5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5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5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5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5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5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5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5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5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5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5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5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5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5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5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5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5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5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5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5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5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5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5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5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5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5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5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5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5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5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5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5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5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5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5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5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5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5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5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5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5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5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5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5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5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5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5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5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5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5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5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5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5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5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5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5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7223" name="Google Shape;7223;p55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7224" name="Google Shape;7224;p55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25" name="Google Shape;7225;p55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7226" name="Google Shape;7226;p55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7" name="Google Shape;7227;p55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8" name="Google Shape;7228;p55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7229" name="Google Shape;7229;p55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0" name="Google Shape;7230;p55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31" name="Google Shape;7231;p55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7232" name="Google Shape;7232;p55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7233" name="Google Shape;7233;p55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4" name="Google Shape;7234;p55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5" name="Google Shape;7235;p55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7236" name="Google Shape;7236;p55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7" name="Google Shape;7237;p55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8" name="Google Shape;7238;p55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7239" name="Google Shape;7239;p55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0" name="Google Shape;7240;p55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1" name="Google Shape;7241;p55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7242" name="Google Shape;7242;p55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3" name="Google Shape;7243;p55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4" name="Google Shape;7244;p55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7245" name="Google Shape;7245;p55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6" name="Google Shape;7246;p55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47" name="Google Shape;7247;p55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7248" name="Google Shape;7248;p55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7249" name="Google Shape;7249;p55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0" name="Google Shape;7250;p55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1" name="Google Shape;7251;p55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2" name="Google Shape;7252;p55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3" name="Google Shape;7253;p55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4" name="Google Shape;7254;p55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5" name="Google Shape;7255;p55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7256" name="Google Shape;7256;p55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7" name="Google Shape;7257;p55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8" name="Google Shape;7258;p55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7259" name="Google Shape;7259;p55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0" name="Google Shape;7260;p55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1" name="Google Shape;7261;p55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7262" name="Google Shape;7262;p55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3" name="Google Shape;7263;p55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4" name="Google Shape;7264;p55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7265" name="Google Shape;7265;p55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6" name="Google Shape;7266;p55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7" name="Google Shape;7267;p55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7268" name="Google Shape;7268;p55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9" name="Google Shape;7269;p55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0" name="Google Shape;7270;p55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7271" name="Google Shape;7271;p55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2" name="Google Shape;7272;p55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3" name="Google Shape;7273;p55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7274" name="Google Shape;7274;p55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5" name="Google Shape;7275;p55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76" name="Google Shape;7276;p55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7277" name="Google Shape;7277;p55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7278" name="Google Shape;7278;p55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9" name="Google Shape;7279;p55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0" name="Google Shape;7280;p55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1" name="Google Shape;7281;p55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7282" name="Google Shape;7282;p55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3" name="Google Shape;7283;p55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4" name="Google Shape;7284;p55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7285" name="Google Shape;7285;p55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6" name="Google Shape;7286;p55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7" name="Google Shape;7287;p55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7288" name="Google Shape;7288;p55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9" name="Google Shape;7289;p55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0" name="Google Shape;7290;p55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7291" name="Google Shape;7291;p55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2" name="Google Shape;7292;p55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93" name="Google Shape;7293;p55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7294" name="Google Shape;7294;p55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7295" name="Google Shape;7295;p55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6" name="Google Shape;7296;p55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7" name="Google Shape;7297;p55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8" name="Google Shape;7298;p55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9" name="Google Shape;7299;p55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7300" name="Google Shape;7300;p55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1" name="Google Shape;7301;p55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2" name="Google Shape;7302;p55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7303" name="Google Shape;7303;p55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55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5" name="Google Shape;7305;p55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7306" name="Google Shape;7306;p55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55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8" name="Google Shape;7308;p55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7309" name="Google Shape;7309;p55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55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1" name="Google Shape;7311;p55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7312" name="Google Shape;7312;p55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55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4" name="Google Shape;7314;p55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7315" name="Google Shape;7315;p55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55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317" name="Google Shape;7317;p55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7318" name="Google Shape;7318;p55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19" name="Google Shape;7319;p55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7320" name="Google Shape;7320;p55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1" name="Google Shape;7321;p55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2" name="Google Shape;7322;p55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7323" name="Google Shape;7323;p55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4" name="Google Shape;7324;p55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325" name="Google Shape;7325;p55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7326" name="Google Shape;7326;p55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7327" name="Google Shape;7327;p55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55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9" name="Google Shape;7329;p55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0" name="Google Shape;7330;p55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55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2" name="Google Shape;7332;p55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3" name="Google Shape;7333;p55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7334" name="Google Shape;7334;p55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5" name="Google Shape;7335;p55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6" name="Google Shape;7336;p55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7337" name="Google Shape;7337;p55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8" name="Google Shape;7338;p55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9" name="Google Shape;7339;p55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7340" name="Google Shape;7340;p55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1" name="Google Shape;7341;p55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2" name="Google Shape;7342;p55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7343" name="Google Shape;7343;p55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4" name="Google Shape;7344;p55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5" name="Google Shape;7345;p55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7346" name="Google Shape;7346;p55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7" name="Google Shape;7347;p55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8" name="Google Shape;7348;p55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7349" name="Google Shape;7349;p55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0" name="Google Shape;7350;p55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1" name="Google Shape;7351;p55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7352" name="Google Shape;7352;p55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3" name="Google Shape;7353;p55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4" name="Google Shape;7354;p55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7355" name="Google Shape;7355;p55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6" name="Google Shape;7356;p55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7" name="Google Shape;7357;p55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7358" name="Google Shape;7358;p55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9" name="Google Shape;7359;p55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360" name="Google Shape;7360;p55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7361" name="Google Shape;7361;p55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7362" name="Google Shape;7362;p55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3" name="Google Shape;7363;p55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4" name="Google Shape;7364;p55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5" name="Google Shape;7365;p55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6" name="Google Shape;7366;p55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7" name="Google Shape;7367;p55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8" name="Google Shape;7368;p55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9" name="Google Shape;7369;p55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0" name="Google Shape;7370;p55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1" name="Google Shape;7371;p55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2" name="Google Shape;7372;p55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3" name="Google Shape;7373;p55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4" name="Google Shape;7374;p55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5" name="Google Shape;7375;p55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6" name="Google Shape;7376;p55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7" name="Google Shape;7377;p55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8" name="Google Shape;7378;p55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9" name="Google Shape;7379;p55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7380" name="Google Shape;7380;p55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1" name="Google Shape;7381;p55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2" name="Google Shape;7382;p55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7383" name="Google Shape;7383;p55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4" name="Google Shape;7384;p55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5" name="Google Shape;7385;p55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7386" name="Google Shape;7386;p55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7" name="Google Shape;7387;p55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8" name="Google Shape;7388;p55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7389" name="Google Shape;7389;p55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0" name="Google Shape;7390;p55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1" name="Google Shape;7391;p55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7392" name="Google Shape;7392;p55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3" name="Google Shape;7393;p55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4" name="Google Shape;7394;p55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7395" name="Google Shape;7395;p55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6" name="Google Shape;7396;p55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7" name="Google Shape;7397;p55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7398" name="Google Shape;7398;p55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9" name="Google Shape;7399;p55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0" name="Google Shape;7400;p55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7401" name="Google Shape;7401;p55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2" name="Google Shape;7402;p55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3" name="Google Shape;7403;p55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7404" name="Google Shape;7404;p55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5" name="Google Shape;7405;p55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6" name="Google Shape;7406;p55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7407" name="Google Shape;7407;p55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8" name="Google Shape;7408;p55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9" name="Google Shape;7409;p55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7410" name="Google Shape;7410;p55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1" name="Google Shape;7411;p55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2" name="Google Shape;7412;p55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7413" name="Google Shape;7413;p55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4" name="Google Shape;7414;p55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5" name="Google Shape;7415;p55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7416" name="Google Shape;7416;p55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7" name="Google Shape;7417;p55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18" name="Google Shape;7418;p55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7419" name="Google Shape;7419;p55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20" name="Google Shape;7420;p55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7421" name="Google Shape;7421;p55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2" name="Google Shape;7422;p55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423" name="Google Shape;7423;p55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7424" name="Google Shape;7424;p55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5" name="Google Shape;7425;p55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426" name="Google Shape;7426;p55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7427" name="Google Shape;7427;p55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28" name="Google Shape;7428;p55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29" name="Google Shape;7429;p55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30" name="Google Shape;7430;p55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31" name="Google Shape;7431;p55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32" name="Google Shape;7432;p55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33" name="Google Shape;7433;p55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434" name="Google Shape;7434;p55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7435" name="Google Shape;7435;p55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7436" name="Google Shape;7436;p55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37" name="Google Shape;7437;p55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38" name="Google Shape;7438;p55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39" name="Google Shape;7439;p55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0" name="Google Shape;7440;p55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1" name="Google Shape;7441;p55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2" name="Google Shape;7442;p55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3" name="Google Shape;7443;p55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4" name="Google Shape;7444;p55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5" name="Google Shape;7445;p55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6" name="Google Shape;7446;p55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7" name="Google Shape;7447;p55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8" name="Google Shape;7448;p55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449" name="Google Shape;7449;p55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7450" name="Google Shape;7450;p55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451" name="Google Shape;7451;p55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2" name="Google Shape;7452;p55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3" name="Google Shape;7453;p55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4" name="Google Shape;7454;p55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5" name="Google Shape;7455;p55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6" name="Google Shape;7456;p55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7" name="Google Shape;7457;p55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8" name="Google Shape;7458;p55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59" name="Google Shape;7459;p55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0" name="Google Shape;7460;p55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1" name="Google Shape;7461;p55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2" name="Google Shape;7462;p55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3" name="Google Shape;7463;p55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4" name="Google Shape;7464;p55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5" name="Google Shape;7465;p55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6" name="Google Shape;7466;p55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7" name="Google Shape;7467;p55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8" name="Google Shape;7468;p55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69" name="Google Shape;7469;p55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70" name="Google Shape;7470;p55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71" name="Google Shape;7471;p55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72" name="Google Shape;7472;p55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73" name="Google Shape;7473;p55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474" name="Google Shape;7474;p55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475" name="Google Shape;7475;p55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476" name="Google Shape;7476;p55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477" name="Google Shape;7477;p55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478" name="Google Shape;7478;p55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79" name="Google Shape;7479;p55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80" name="Google Shape;7480;p55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81" name="Google Shape;7481;p55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82" name="Google Shape;7482;p55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83" name="Google Shape;7483;p55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484" name="Google Shape;7484;p55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485" name="Google Shape;7485;p55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486" name="Google Shape;7486;p55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87" name="Google Shape;7487;p55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88" name="Google Shape;7488;p55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89" name="Google Shape;7489;p55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0" name="Google Shape;7490;p55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1" name="Google Shape;7491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2" name="Google Shape;7492;p55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3" name="Google Shape;7493;p55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4" name="Google Shape;7494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5" name="Google Shape;7495;p55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6" name="Google Shape;7496;p55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7" name="Google Shape;7497;p55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498" name="Google Shape;7498;p55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499" name="Google Shape;7499;p55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500" name="Google Shape;7500;p55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1" name="Google Shape;7501;p55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2" name="Google Shape;7502;p55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3" name="Google Shape;7503;p55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4" name="Google Shape;7504;p55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5" name="Google Shape;7505;p55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506" name="Google Shape;7506;p55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507" name="Google Shape;7507;p55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508" name="Google Shape;7508;p55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509" name="Google Shape;7509;p55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510" name="Google Shape;7510;p55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511" name="Google Shape;7511;p55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512" name="Google Shape;7512;p55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513" name="Google Shape;7513;p55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514" name="Google Shape;7514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515" name="Google Shape;7515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516" name="Google Shape;7516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517" name="Google Shape;7517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518" name="Google Shape;7518;p55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519" name="Google Shape;7519;p55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520" name="Google Shape;7520;p55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521" name="Google Shape;7521;p55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522" name="Google Shape;7522;p55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523" name="Google Shape;7523;p55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4" name="Google Shape;7524;p55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5" name="Google Shape;7525;p55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526" name="Google Shape;7526;p55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7" name="Google Shape;7527;p55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8" name="Google Shape;7528;p55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529" name="Google Shape;7529;p55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0" name="Google Shape;7530;p55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1" name="Google Shape;7531;p55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532" name="Google Shape;7532;p55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3" name="Google Shape;7533;p55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4" name="Google Shape;7534;p55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535" name="Google Shape;7535;p55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6" name="Google Shape;7536;p55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7" name="Google Shape;7537;p55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538" name="Google Shape;7538;p55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9" name="Google Shape;7539;p55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0" name="Google Shape;7540;p55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541" name="Google Shape;7541;p55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2" name="Google Shape;7542;p55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3" name="Google Shape;7543;p55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544" name="Google Shape;7544;p55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5" name="Google Shape;7545;p55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6" name="Google Shape;7546;p55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547" name="Google Shape;7547;p55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8" name="Google Shape;7548;p55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9" name="Google Shape;7549;p55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550" name="Google Shape;7550;p55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1" name="Google Shape;7551;p55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2" name="Google Shape;7552;p55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553" name="Google Shape;7553;p55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4" name="Google Shape;7554;p55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5" name="Google Shape;7555;p55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556" name="Google Shape;7556;p55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7" name="Google Shape;7557;p55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8" name="Google Shape;7558;p55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559" name="Google Shape;7559;p55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0" name="Google Shape;7560;p55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1" name="Google Shape;7561;p55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562" name="Google Shape;7562;p55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3" name="Google Shape;7563;p55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4" name="Google Shape;7564;p55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565" name="Google Shape;7565;p55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6" name="Google Shape;7566;p55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7" name="Google Shape;7567;p55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568" name="Google Shape;7568;p55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9" name="Google Shape;7569;p55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0" name="Google Shape;7570;p55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571" name="Google Shape;7571;p55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2" name="Google Shape;7572;p55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3" name="Google Shape;7573;p55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574" name="Google Shape;7574;p55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5" name="Google Shape;7575;p55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6" name="Google Shape;7576;p55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577" name="Google Shape;7577;p55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8" name="Google Shape;7578;p55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9" name="Google Shape;7579;p55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580" name="Google Shape;7580;p55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1" name="Google Shape;7581;p55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2" name="Google Shape;7582;p55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583" name="Google Shape;7583;p55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4" name="Google Shape;7584;p55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5" name="Google Shape;7585;p55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586" name="Google Shape;7586;p55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7" name="Google Shape;7587;p55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8" name="Google Shape;7588;p55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589" name="Google Shape;7589;p55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0" name="Google Shape;7590;p55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1" name="Google Shape;7591;p55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592" name="Google Shape;7592;p55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3" name="Google Shape;7593;p55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4" name="Google Shape;7594;p55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595" name="Google Shape;7595;p55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6" name="Google Shape;7596;p55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7" name="Google Shape;7597;p55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598" name="Google Shape;7598;p55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9" name="Google Shape;7599;p55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0" name="Google Shape;7600;p55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601" name="Google Shape;7601;p55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2" name="Google Shape;7602;p55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3" name="Google Shape;7603;p55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604" name="Google Shape;7604;p55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5" name="Google Shape;7605;p55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6" name="Google Shape;7606;p55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607" name="Google Shape;7607;p55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8" name="Google Shape;7608;p55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9" name="Google Shape;7609;p55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610" name="Google Shape;7610;p55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1" name="Google Shape;7611;p55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2" name="Google Shape;7612;p55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613" name="Google Shape;7613;p55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4" name="Google Shape;7614;p55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5" name="Google Shape;7615;p55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616" name="Google Shape;7616;p55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7" name="Google Shape;7617;p55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8" name="Google Shape;7618;p55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619" name="Google Shape;7619;p55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0" name="Google Shape;7620;p55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1" name="Google Shape;7621;p55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622" name="Google Shape;7622;p55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3" name="Google Shape;7623;p55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4" name="Google Shape;7624;p55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625" name="Google Shape;7625;p55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6" name="Google Shape;7626;p55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7" name="Google Shape;7627;p55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628" name="Google Shape;7628;p55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9" name="Google Shape;7629;p55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0" name="Google Shape;7630;p55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631" name="Google Shape;7631;p55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2" name="Google Shape;7632;p55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3" name="Google Shape;7633;p55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634" name="Google Shape;7634;p55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5" name="Google Shape;7635;p55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6" name="Google Shape;7636;p55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637" name="Google Shape;7637;p55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8" name="Google Shape;7638;p55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9" name="Google Shape;7639;p55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640" name="Google Shape;7640;p55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1" name="Google Shape;7641;p55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2" name="Google Shape;7642;p55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643" name="Google Shape;7643;p55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4" name="Google Shape;7644;p55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5" name="Google Shape;7645;p55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646" name="Google Shape;7646;p55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7" name="Google Shape;7647;p55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8" name="Google Shape;7648;p55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649" name="Google Shape;7649;p55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0" name="Google Shape;7650;p55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1" name="Google Shape;7651;p55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652" name="Google Shape;7652;p55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3" name="Google Shape;7653;p55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4" name="Google Shape;7654;p55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655" name="Google Shape;7655;p55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6" name="Google Shape;7656;p55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7" name="Google Shape;7657;p55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658" name="Google Shape;7658;p55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9" name="Google Shape;7659;p55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0" name="Google Shape;7660;p55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661" name="Google Shape;7661;p55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2" name="Google Shape;7662;p55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3" name="Google Shape;7663;p55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664" name="Google Shape;7664;p55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5" name="Google Shape;7665;p55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6" name="Google Shape;7666;p55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667" name="Google Shape;7667;p55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8" name="Google Shape;7668;p55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9" name="Google Shape;7669;p55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670" name="Google Shape;7670;p55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1" name="Google Shape;7671;p55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2" name="Google Shape;7672;p55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673" name="Google Shape;7673;p55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4" name="Google Shape;7674;p55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5" name="Google Shape;7675;p55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676" name="Google Shape;7676;p55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7" name="Google Shape;7677;p55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8" name="Google Shape;7678;p55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679" name="Google Shape;7679;p55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0" name="Google Shape;7680;p55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1" name="Google Shape;7681;p55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682" name="Google Shape;7682;p55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3" name="Google Shape;7683;p55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4" name="Google Shape;7684;p55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685" name="Google Shape;7685;p55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6" name="Google Shape;7686;p55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7" name="Google Shape;7687;p55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688" name="Google Shape;7688;p55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9" name="Google Shape;7689;p55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0" name="Google Shape;7690;p55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691" name="Google Shape;7691;p55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2" name="Google Shape;7692;p55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3" name="Google Shape;7693;p55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694" name="Google Shape;7694;p55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5" name="Google Shape;7695;p55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6" name="Google Shape;7696;p55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697" name="Google Shape;7697;p55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8" name="Google Shape;7698;p55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9" name="Google Shape;7699;p55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700" name="Google Shape;7700;p55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1" name="Google Shape;7701;p55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2" name="Google Shape;7702;p55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703" name="Google Shape;7703;p55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4" name="Google Shape;7704;p55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5" name="Google Shape;7705;p55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706" name="Google Shape;7706;p55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7" name="Google Shape;7707;p55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08" name="Google Shape;7708;p55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55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0" name="Google Shape;7710;p55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711" name="Google Shape;7711;p55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2" name="Google Shape;7712;p55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3" name="Google Shape;7713;p55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714" name="Google Shape;7714;p55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5" name="Google Shape;7715;p55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16" name="Google Shape;7716;p55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55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8" name="Google Shape;7718;p55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719" name="Google Shape;7719;p55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0" name="Google Shape;7720;p55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1" name="Google Shape;7721;p55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722" name="Google Shape;7722;p55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3" name="Google Shape;7723;p55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4" name="Google Shape;7724;p55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725" name="Google Shape;7725;p55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6" name="Google Shape;7726;p55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7" name="Google Shape;7727;p55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728" name="Google Shape;7728;p55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9" name="Google Shape;7729;p55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0" name="Google Shape;7730;p55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731" name="Google Shape;7731;p55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2" name="Google Shape;7732;p55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3" name="Google Shape;7733;p55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734" name="Google Shape;7734;p55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5" name="Google Shape;7735;p55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6" name="Google Shape;7736;p55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737" name="Google Shape;7737;p55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8" name="Google Shape;7738;p55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9" name="Google Shape;7739;p55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740" name="Google Shape;7740;p55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1" name="Google Shape;7741;p55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2" name="Google Shape;7742;p55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743" name="Google Shape;7743;p55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4" name="Google Shape;7744;p55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5" name="Google Shape;7745;p55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746" name="Google Shape;7746;p55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7" name="Google Shape;7747;p55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8" name="Google Shape;7748;p55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749" name="Google Shape;7749;p55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0" name="Google Shape;7750;p55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1" name="Google Shape;7751;p55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752" name="Google Shape;7752;p55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3" name="Google Shape;7753;p55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54" name="Google Shape;7754;p55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55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56" name="Google Shape;7756;p55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757" name="Google Shape;7757;p55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8" name="Google Shape;7758;p55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9" name="Google Shape;7759;p55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760" name="Google Shape;7760;p55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1" name="Google Shape;7761;p55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2" name="Google Shape;7762;p55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763" name="Google Shape;7763;p55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4" name="Google Shape;7764;p55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5" name="Google Shape;7765;p55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766" name="Google Shape;7766;p55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7" name="Google Shape;7767;p55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8" name="Google Shape;7768;p55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769" name="Google Shape;7769;p55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0" name="Google Shape;7770;p55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1" name="Google Shape;7771;p55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772" name="Google Shape;7772;p55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3" name="Google Shape;7773;p55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4" name="Google Shape;7774;p55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775" name="Google Shape;7775;p55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6" name="Google Shape;7776;p55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7" name="Google Shape;7777;p55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778" name="Google Shape;7778;p55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9" name="Google Shape;7779;p55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80" name="Google Shape;7780;p55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781" name="Google Shape;7781;p55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2" name="Google Shape;7782;p55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83" name="Google Shape;7783;p55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784" name="Google Shape;7784;p55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5" name="Google Shape;7785;p55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86" name="Google Shape;7786;p55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787" name="Google Shape;7787;p55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8" name="Google Shape;7788;p55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89" name="Google Shape;7789;p55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790" name="Google Shape;7790;p55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91" name="Google Shape;7791;p55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92" name="Google Shape;7792;p55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793" name="Google Shape;7793;p55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94" name="Google Shape;7794;p55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95" name="Google Shape;7795;p55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796" name="Google Shape;7796;p55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97" name="Google Shape;7797;p55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98" name="Google Shape;7798;p55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799" name="Google Shape;7799;p55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00" name="Google Shape;7800;p55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01" name="Google Shape;7801;p55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802" name="Google Shape;7802;p55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03" name="Google Shape;7803;p55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04" name="Google Shape;7804;p55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805" name="Google Shape;7805;p55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06" name="Google Shape;7806;p55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07" name="Google Shape;7807;p55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808" name="Google Shape;7808;p55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09" name="Google Shape;7809;p55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10" name="Google Shape;7810;p55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811" name="Google Shape;7811;p55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12" name="Google Shape;7812;p55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13" name="Google Shape;7813;p55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814" name="Google Shape;7814;p55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15" name="Google Shape;7815;p55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16" name="Google Shape;7816;p55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817" name="Google Shape;7817;p55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18" name="Google Shape;7818;p55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19" name="Google Shape;7819;p55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820" name="Google Shape;7820;p55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21" name="Google Shape;7821;p55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22" name="Google Shape;7822;p55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823" name="Google Shape;7823;p55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24" name="Google Shape;7824;p55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25" name="Google Shape;7825;p55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826" name="Google Shape;7826;p55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27" name="Google Shape;7827;p55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828" name="Google Shape;7828;p55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9" name="Google Shape;7829;p55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830" name="Google Shape;7830;p55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831" name="Google Shape;7831;p55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32" name="Google Shape;7832;p55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33" name="Google Shape;7833;p55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834" name="Google Shape;7834;p55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35" name="Google Shape;7835;p55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36" name="Google Shape;7836;p55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837" name="Google Shape;7837;p55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38" name="Google Shape;7838;p55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839" name="Google Shape;7839;p55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840" name="Google Shape;7840;p55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841" name="Google Shape;7841;p55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2" name="Google Shape;7842;p55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3" name="Google Shape;7843;p55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4" name="Google Shape;7844;p55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5" name="Google Shape;7845;p55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6" name="Google Shape;7846;p55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7" name="Google Shape;7847;p55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8" name="Google Shape;7848;p55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9" name="Google Shape;7849;p55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0" name="Google Shape;7850;p55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1" name="Google Shape;7851;p55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2" name="Google Shape;7852;p55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3" name="Google Shape;7853;p55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4" name="Google Shape;7854;p55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5" name="Google Shape;7855;p55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6" name="Google Shape;7856;p55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7" name="Google Shape;7857;p55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8" name="Google Shape;7858;p55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9" name="Google Shape;7859;p55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0" name="Google Shape;7860;p55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1" name="Google Shape;7861;p55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2" name="Google Shape;7862;p55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3" name="Google Shape;7863;p55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4" name="Google Shape;7864;p55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5" name="Google Shape;7865;p55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6" name="Google Shape;7866;p55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7" name="Google Shape;7867;p55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8" name="Google Shape;7868;p55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69" name="Google Shape;7869;p55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0" name="Google Shape;7870;p55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1" name="Google Shape;7871;p55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2" name="Google Shape;7872;p55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3" name="Google Shape;7873;p55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4" name="Google Shape;7874;p55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5" name="Google Shape;7875;p55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6" name="Google Shape;7876;p55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7" name="Google Shape;7877;p55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8" name="Google Shape;7878;p55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79" name="Google Shape;7879;p55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0" name="Google Shape;7880;p55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1" name="Google Shape;7881;p55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2" name="Google Shape;7882;p55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3" name="Google Shape;7883;p55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4" name="Google Shape;7884;p55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5" name="Google Shape;7885;p55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6" name="Google Shape;7886;p55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7" name="Google Shape;7887;p55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8" name="Google Shape;7888;p55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9" name="Google Shape;7889;p55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0" name="Google Shape;7890;p55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1" name="Google Shape;7891;p55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2" name="Google Shape;7892;p55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3" name="Google Shape;7893;p55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4" name="Google Shape;7894;p55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5" name="Google Shape;7895;p55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6" name="Google Shape;7896;p55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97" name="Google Shape;7897;p55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898" name="Google Shape;7898;p55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9" name="Google Shape;7899;p55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00" name="Google Shape;7900;p55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901" name="Google Shape;7901;p55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02" name="Google Shape;7902;p55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03" name="Google Shape;7903;p55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904" name="Google Shape;7904;p55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05" name="Google Shape;7905;p55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06" name="Google Shape;7906;p55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907" name="Google Shape;7907;p55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08" name="Google Shape;7908;p55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09" name="Google Shape;7909;p55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910" name="Google Shape;7910;p55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11" name="Google Shape;7911;p55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12" name="Google Shape;7912;p55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913" name="Google Shape;7913;p55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14" name="Google Shape;7914;p55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15" name="Google Shape;7915;p55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916" name="Google Shape;7916;p55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17" name="Google Shape;7917;p55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18" name="Google Shape;7918;p55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919" name="Google Shape;7919;p55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20" name="Google Shape;7920;p55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21" name="Google Shape;7921;p55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922" name="Google Shape;7922;p55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23" name="Google Shape;7923;p55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24" name="Google Shape;7924;p55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925" name="Google Shape;7925;p55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26" name="Google Shape;7926;p55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27" name="Google Shape;7927;p55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928" name="Google Shape;7928;p55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29" name="Google Shape;7929;p55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30" name="Google Shape;7930;p55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1" name="Google Shape;7931;p55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32" name="Google Shape;7932;p55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933" name="Google Shape;7933;p55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34" name="Google Shape;7934;p55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35" name="Google Shape;7935;p55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936" name="Google Shape;7936;p55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37" name="Google Shape;7937;p55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38" name="Google Shape;7938;p55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939" name="Google Shape;7939;p55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0" name="Google Shape;7940;p55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41" name="Google Shape;7941;p55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942" name="Google Shape;7942;p55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3" name="Google Shape;7943;p55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44" name="Google Shape;7944;p55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945" name="Google Shape;7945;p55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6" name="Google Shape;7946;p55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47" name="Google Shape;7947;p55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948" name="Google Shape;7948;p55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9" name="Google Shape;7949;p55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50" name="Google Shape;7950;p55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951" name="Google Shape;7951;p55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52" name="Google Shape;7952;p55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53" name="Google Shape;7953;p55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954" name="Google Shape;7954;p55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55" name="Google Shape;7955;p55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56" name="Google Shape;7956;p55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957" name="Google Shape;7957;p55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58" name="Google Shape;7958;p55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59" name="Google Shape;7959;p55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960" name="Google Shape;7960;p55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61" name="Google Shape;7961;p55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62" name="Google Shape;7962;p55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963" name="Google Shape;7963;p55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64" name="Google Shape;7964;p55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65" name="Google Shape;7965;p55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966" name="Google Shape;7966;p55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67" name="Google Shape;7967;p55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68" name="Google Shape;7968;p55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969" name="Google Shape;7969;p55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0" name="Google Shape;7970;p55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71" name="Google Shape;7971;p55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972" name="Google Shape;7972;p55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3" name="Google Shape;7973;p55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74" name="Google Shape;7974;p55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975" name="Google Shape;7975;p55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6" name="Google Shape;7976;p55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77" name="Google Shape;7977;p55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978" name="Google Shape;7978;p55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9" name="Google Shape;7979;p55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80" name="Google Shape;7980;p55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981" name="Google Shape;7981;p55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82" name="Google Shape;7982;p55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83" name="Google Shape;7983;p55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984" name="Google Shape;7984;p55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85" name="Google Shape;7985;p55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86" name="Google Shape;7986;p55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987" name="Google Shape;7987;p55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88" name="Google Shape;7988;p55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89" name="Google Shape;7989;p55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990" name="Google Shape;7990;p55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91" name="Google Shape;7991;p55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92" name="Google Shape;7992;p55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993" name="Google Shape;7993;p55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94" name="Google Shape;7994;p55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95" name="Google Shape;7995;p55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996" name="Google Shape;7996;p55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97" name="Google Shape;7997;p55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98" name="Google Shape;7998;p55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999" name="Google Shape;7999;p55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0" name="Google Shape;8000;p55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01" name="Google Shape;8001;p55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8002" name="Google Shape;8002;p55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3" name="Google Shape;8003;p55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04" name="Google Shape;8004;p55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8005" name="Google Shape;8005;p55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6" name="Google Shape;8006;p55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07" name="Google Shape;8007;p55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8008" name="Google Shape;8008;p55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9" name="Google Shape;8009;p55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0" name="Google Shape;8010;p55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8011" name="Google Shape;8011;p55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2" name="Google Shape;8012;p55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3" name="Google Shape;8013;p55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8014" name="Google Shape;8014;p55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5" name="Google Shape;8015;p55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6" name="Google Shape;8016;p55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8017" name="Google Shape;8017;p55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8" name="Google Shape;8018;p55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9" name="Google Shape;8019;p55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8020" name="Google Shape;8020;p55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1" name="Google Shape;8021;p55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2" name="Google Shape;8022;p55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8023" name="Google Shape;8023;p55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4" name="Google Shape;8024;p55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5" name="Google Shape;8025;p55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8026" name="Google Shape;8026;p55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7" name="Google Shape;8027;p55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8" name="Google Shape;8028;p55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8029" name="Google Shape;8029;p55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0" name="Google Shape;8030;p55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31" name="Google Shape;8031;p55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8032" name="Google Shape;8032;p55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3" name="Google Shape;8033;p55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37" name="Shape 8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38" name="Google Shape;8038;p56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039" name="Google Shape;8039;p56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040" name="Google Shape;8040;p56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56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56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56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56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5" name="Google Shape;8045;p56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6" name="Google Shape;8046;p56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47" name="Google Shape;8047;p56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048" name="Google Shape;8048;p56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56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56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1" name="Google Shape;8051;p56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2" name="Google Shape;8052;p56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53" name="Google Shape;8053;p56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054" name="Google Shape;8054;p56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055" name="Google Shape;8055;p56"/>
              <p:cNvCxnSpPr>
                <a:endCxn id="8056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7" name="Google Shape;8057;p56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8" name="Google Shape;8058;p56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9" name="Google Shape;8059;p56"/>
              <p:cNvCxnSpPr>
                <a:stCxn id="8056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8060" name="Google Shape;8060;p56"/>
            <p:cNvGrpSpPr/>
            <p:nvPr/>
          </p:nvGrpSpPr>
          <p:grpSpPr>
            <a:xfrm>
              <a:off x="3567462" y="1496185"/>
              <a:ext cx="286587" cy="272914"/>
              <a:chOff x="3567462" y="1496185"/>
              <a:chExt cx="286587" cy="272914"/>
            </a:xfrm>
          </p:grpSpPr>
          <p:cxnSp>
            <p:nvCxnSpPr>
              <p:cNvPr id="8061" name="Google Shape;8061;p56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62" name="Google Shape;8062;p56"/>
              <p:cNvSpPr/>
              <p:nvPr/>
            </p:nvSpPr>
            <p:spPr>
              <a:xfrm>
                <a:off x="3567462" y="1496185"/>
                <a:ext cx="286587" cy="99936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63" name="Google Shape;8063;p56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6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65" name="Google Shape;8065;p56"/>
            <p:cNvGrpSpPr/>
            <p:nvPr/>
          </p:nvGrpSpPr>
          <p:grpSpPr>
            <a:xfrm>
              <a:off x="3929014" y="1960574"/>
              <a:ext cx="286587" cy="242378"/>
              <a:chOff x="3929014" y="1960574"/>
              <a:chExt cx="286587" cy="242378"/>
            </a:xfrm>
          </p:grpSpPr>
          <p:cxnSp>
            <p:nvCxnSpPr>
              <p:cNvPr id="8066" name="Google Shape;8066;p56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67" name="Google Shape;8067;p56"/>
              <p:cNvSpPr/>
              <p:nvPr/>
            </p:nvSpPr>
            <p:spPr>
              <a:xfrm>
                <a:off x="3929014" y="2103016"/>
                <a:ext cx="286587" cy="99936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68" name="Google Shape;8068;p56"/>
            <p:cNvGrpSpPr/>
            <p:nvPr/>
          </p:nvGrpSpPr>
          <p:grpSpPr>
            <a:xfrm>
              <a:off x="4290828" y="1496185"/>
              <a:ext cx="286587" cy="272914"/>
              <a:chOff x="4290828" y="1496185"/>
              <a:chExt cx="286587" cy="272914"/>
            </a:xfrm>
          </p:grpSpPr>
          <p:cxnSp>
            <p:nvCxnSpPr>
              <p:cNvPr id="8069" name="Google Shape;8069;p56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70" name="Google Shape;8070;p56"/>
              <p:cNvSpPr/>
              <p:nvPr/>
            </p:nvSpPr>
            <p:spPr>
              <a:xfrm>
                <a:off x="4290828" y="1496185"/>
                <a:ext cx="286587" cy="99936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71" name="Google Shape;8071;p56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72" name="Google Shape;8072;p56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073" name="Google Shape;8073;p56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74" name="Google Shape;8074;p56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75" name="Google Shape;8075;p56"/>
          <p:cNvGrpSpPr/>
          <p:nvPr/>
        </p:nvGrpSpPr>
        <p:grpSpPr>
          <a:xfrm>
            <a:off x="3512551" y="2358282"/>
            <a:ext cx="1597045" cy="378522"/>
            <a:chOff x="3512551" y="2358282"/>
            <a:chExt cx="1597045" cy="378522"/>
          </a:xfrm>
        </p:grpSpPr>
        <p:grpSp>
          <p:nvGrpSpPr>
            <p:cNvPr id="8076" name="Google Shape;8076;p56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077" name="Google Shape;8077;p56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78" name="Google Shape;8078;p56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79" name="Google Shape;8079;p56"/>
              <p:cNvCxnSpPr>
                <a:stCxn id="8080" idx="6"/>
                <a:endCxn id="8081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082" name="Google Shape;8082;p56"/>
            <p:cNvGrpSpPr/>
            <p:nvPr/>
          </p:nvGrpSpPr>
          <p:grpSpPr>
            <a:xfrm>
              <a:off x="3969644" y="2440153"/>
              <a:ext cx="225853" cy="296651"/>
              <a:chOff x="3969644" y="2440153"/>
              <a:chExt cx="225853" cy="296651"/>
            </a:xfrm>
          </p:grpSpPr>
          <p:cxnSp>
            <p:nvCxnSpPr>
              <p:cNvPr id="8083" name="Google Shape;8083;p56"/>
              <p:cNvCxnSpPr/>
              <p:nvPr/>
            </p:nvCxnSpPr>
            <p:spPr>
              <a:xfrm>
                <a:off x="4082390" y="2637031"/>
                <a:ext cx="0" cy="99772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81" name="Google Shape;8081;p56"/>
              <p:cNvSpPr/>
              <p:nvPr/>
            </p:nvSpPr>
            <p:spPr>
              <a:xfrm>
                <a:off x="3969644" y="2440153"/>
                <a:ext cx="225853" cy="225853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4" name="Google Shape;8084;p56"/>
              <p:cNvSpPr/>
              <p:nvPr/>
            </p:nvSpPr>
            <p:spPr>
              <a:xfrm>
                <a:off x="3998471" y="2468982"/>
                <a:ext cx="168273" cy="168273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85" name="Google Shape;8085;p56"/>
            <p:cNvGrpSpPr/>
            <p:nvPr/>
          </p:nvGrpSpPr>
          <p:grpSpPr>
            <a:xfrm>
              <a:off x="4426818" y="2358282"/>
              <a:ext cx="225613" cy="307569"/>
              <a:chOff x="4426818" y="2358282"/>
              <a:chExt cx="225613" cy="307569"/>
            </a:xfrm>
          </p:grpSpPr>
          <p:cxnSp>
            <p:nvCxnSpPr>
              <p:cNvPr id="8086" name="Google Shape;8086;p56"/>
              <p:cNvCxnSpPr>
                <a:stCxn id="8087" idx="0"/>
              </p:cNvCxnSpPr>
              <p:nvPr/>
            </p:nvCxnSpPr>
            <p:spPr>
              <a:xfrm rot="10800000">
                <a:off x="4539662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88" name="Google Shape;8088;p56"/>
              <p:cNvSpPr/>
              <p:nvPr/>
            </p:nvSpPr>
            <p:spPr>
              <a:xfrm>
                <a:off x="4426818" y="2440153"/>
                <a:ext cx="225613" cy="225698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56"/>
              <p:cNvSpPr/>
              <p:nvPr/>
            </p:nvSpPr>
            <p:spPr>
              <a:xfrm>
                <a:off x="4455644" y="2468982"/>
                <a:ext cx="168035" cy="168035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89" name="Google Shape;8089;p56"/>
            <p:cNvGrpSpPr/>
            <p:nvPr/>
          </p:nvGrpSpPr>
          <p:grpSpPr>
            <a:xfrm>
              <a:off x="4883984" y="2440153"/>
              <a:ext cx="225613" cy="296486"/>
              <a:chOff x="4883984" y="2440153"/>
              <a:chExt cx="225613" cy="296486"/>
            </a:xfrm>
          </p:grpSpPr>
          <p:cxnSp>
            <p:nvCxnSpPr>
              <p:cNvPr id="8090" name="Google Shape;8090;p56"/>
              <p:cNvCxnSpPr/>
              <p:nvPr/>
            </p:nvCxnSpPr>
            <p:spPr>
              <a:xfrm>
                <a:off x="4996858" y="2637031"/>
                <a:ext cx="0" cy="99608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91" name="Google Shape;8091;p56"/>
              <p:cNvSpPr/>
              <p:nvPr/>
            </p:nvSpPr>
            <p:spPr>
              <a:xfrm>
                <a:off x="4883984" y="2440153"/>
                <a:ext cx="225613" cy="225698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56"/>
              <p:cNvSpPr/>
              <p:nvPr/>
            </p:nvSpPr>
            <p:spPr>
              <a:xfrm>
                <a:off x="4912810" y="2468982"/>
                <a:ext cx="168035" cy="168035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3" name="Google Shape;8093;p56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094" name="Google Shape;8094;p56"/>
              <p:cNvCxnSpPr>
                <a:stCxn id="8095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80" name="Google Shape;8080;p5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5" name="Google Shape;8095;p5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96" name="Google Shape;8096;p56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097" name="Google Shape;8097;p56"/>
            <p:cNvCxnSpPr>
              <a:stCxn id="8098" idx="4"/>
              <a:endCxn id="8099" idx="0"/>
            </p:cNvCxnSpPr>
            <p:nvPr/>
          </p:nvCxnSpPr>
          <p:spPr>
            <a:xfrm>
              <a:off x="929975" y="3577875"/>
              <a:ext cx="591600" cy="2748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0" name="Google Shape;8100;p56"/>
            <p:cNvCxnSpPr>
              <a:stCxn id="8099" idx="0"/>
              <a:endCxn id="8101" idx="4"/>
            </p:cNvCxnSpPr>
            <p:nvPr/>
          </p:nvCxnSpPr>
          <p:spPr>
            <a:xfrm flipH="1" rot="10800000">
              <a:off x="1521366" y="3578219"/>
              <a:ext cx="686700" cy="2748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2" name="Google Shape;8102;p56"/>
            <p:cNvCxnSpPr>
              <a:stCxn id="8101" idx="4"/>
              <a:endCxn id="8103" idx="0"/>
            </p:cNvCxnSpPr>
            <p:nvPr/>
          </p:nvCxnSpPr>
          <p:spPr>
            <a:xfrm>
              <a:off x="2208152" y="3577875"/>
              <a:ext cx="686700" cy="2748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4" name="Google Shape;8104;p56"/>
            <p:cNvCxnSpPr>
              <a:stCxn id="8103" idx="0"/>
              <a:endCxn id="8105" idx="4"/>
            </p:cNvCxnSpPr>
            <p:nvPr/>
          </p:nvCxnSpPr>
          <p:spPr>
            <a:xfrm flipH="1" rot="10800000">
              <a:off x="2894933" y="3578218"/>
              <a:ext cx="591600" cy="2748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05" name="Google Shape;8105;p5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06" name="Google Shape;8106;p56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8107" name="Google Shape;8107;p5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56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8113" name="Google Shape;8113;p5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56"/>
          <p:cNvGrpSpPr/>
          <p:nvPr/>
        </p:nvGrpSpPr>
        <p:grpSpPr>
          <a:xfrm>
            <a:off x="6853992" y="3158178"/>
            <a:ext cx="1597092" cy="663663"/>
            <a:chOff x="6796238" y="3158184"/>
            <a:chExt cx="1630351" cy="677483"/>
          </a:xfrm>
        </p:grpSpPr>
        <p:cxnSp>
          <p:nvCxnSpPr>
            <p:cNvPr id="8120" name="Google Shape;8120;p56"/>
            <p:cNvCxnSpPr/>
            <p:nvPr/>
          </p:nvCxnSpPr>
          <p:spPr>
            <a:xfrm>
              <a:off x="7012244" y="3664854"/>
              <a:ext cx="0" cy="170813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121" name="Google Shape;8121;p56"/>
            <p:cNvCxnSpPr/>
            <p:nvPr/>
          </p:nvCxnSpPr>
          <p:spPr>
            <a:xfrm>
              <a:off x="7810957" y="3664854"/>
              <a:ext cx="0" cy="170813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122" name="Google Shape;8122;p56"/>
            <p:cNvCxnSpPr/>
            <p:nvPr/>
          </p:nvCxnSpPr>
          <p:spPr>
            <a:xfrm rot="10800000">
              <a:off x="8196652" y="3170679"/>
              <a:ext cx="0" cy="169947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123" name="Google Shape;8123;p56"/>
            <p:cNvCxnSpPr/>
            <p:nvPr/>
          </p:nvCxnSpPr>
          <p:spPr>
            <a:xfrm rot="10800000">
              <a:off x="7411601" y="3158184"/>
              <a:ext cx="0" cy="170813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8124" name="Google Shape;8124;p56"/>
            <p:cNvGrpSpPr/>
            <p:nvPr/>
          </p:nvGrpSpPr>
          <p:grpSpPr>
            <a:xfrm>
              <a:off x="6796238" y="3311904"/>
              <a:ext cx="1630351" cy="377711"/>
              <a:chOff x="6796238" y="3311904"/>
              <a:chExt cx="1630351" cy="377711"/>
            </a:xfrm>
          </p:grpSpPr>
          <p:sp>
            <p:nvSpPr>
              <p:cNvPr id="8125" name="Google Shape;8125;p56"/>
              <p:cNvSpPr/>
              <p:nvPr/>
            </p:nvSpPr>
            <p:spPr>
              <a:xfrm>
                <a:off x="6796238" y="3311904"/>
                <a:ext cx="798057" cy="377711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6" name="Google Shape;8126;p56"/>
              <p:cNvSpPr/>
              <p:nvPr/>
            </p:nvSpPr>
            <p:spPr>
              <a:xfrm>
                <a:off x="7628207" y="3311904"/>
                <a:ext cx="798382" cy="377711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7" name="Google Shape;8127;p56"/>
              <p:cNvSpPr/>
              <p:nvPr/>
            </p:nvSpPr>
            <p:spPr>
              <a:xfrm>
                <a:off x="7229098" y="3311904"/>
                <a:ext cx="762854" cy="377711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28" name="Google Shape;8128;p56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8129" name="Google Shape;8129;p5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32" name="Google Shape;8132;p56"/>
            <p:cNvCxnSpPr>
              <a:stCxn id="8129" idx="6"/>
              <a:endCxn id="8130" idx="2"/>
            </p:cNvCxnSpPr>
            <p:nvPr/>
          </p:nvCxnSpPr>
          <p:spPr>
            <a:xfrm>
              <a:off x="2414212" y="2496713"/>
              <a:ext cx="767700" cy="9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3" name="Google Shape;8133;p56"/>
            <p:cNvCxnSpPr>
              <a:stCxn id="8130" idx="4"/>
              <a:endCxn id="813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5" name="Google Shape;8135;p56"/>
            <p:cNvCxnSpPr>
              <a:stCxn id="8134" idx="6"/>
              <a:endCxn id="8131" idx="2"/>
            </p:cNvCxnSpPr>
            <p:nvPr/>
          </p:nvCxnSpPr>
          <p:spPr>
            <a:xfrm>
              <a:off x="2414212" y="3328316"/>
              <a:ext cx="767700" cy="9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6" name="Google Shape;8136;p56"/>
            <p:cNvCxnSpPr>
              <a:stCxn id="8131" idx="4"/>
              <a:endCxn id="8137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34" name="Google Shape;8134;p5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39" name="Google Shape;8139;p56"/>
            <p:cNvCxnSpPr>
              <a:endCxn id="8138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40" name="Google Shape;8140;p56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8141" name="Google Shape;8141;p5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56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8147" name="Google Shape;8147;p56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6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6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6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52" name="Google Shape;8152;p56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3" name="Google Shape;8153;p56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4" name="Google Shape;8154;p56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5" name="Google Shape;8155;p56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56" name="Google Shape;8156;p56"/>
          <p:cNvGrpSpPr/>
          <p:nvPr/>
        </p:nvGrpSpPr>
        <p:grpSpPr>
          <a:xfrm>
            <a:off x="732455" y="2742980"/>
            <a:ext cx="1452862" cy="651872"/>
            <a:chOff x="803162" y="2667727"/>
            <a:chExt cx="1412054" cy="633562"/>
          </a:xfrm>
        </p:grpSpPr>
        <p:cxnSp>
          <p:nvCxnSpPr>
            <p:cNvPr id="8157" name="Google Shape;8157;p56"/>
            <p:cNvCxnSpPr>
              <a:stCxn id="8158" idx="2"/>
              <a:endCxn id="8159" idx="0"/>
            </p:cNvCxnSpPr>
            <p:nvPr/>
          </p:nvCxnSpPr>
          <p:spPr>
            <a:xfrm flipH="1" rot="-5400000">
              <a:off x="1629188" y="267277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160" name="Google Shape;8160;p56"/>
            <p:cNvCxnSpPr>
              <a:stCxn id="8161" idx="0"/>
              <a:endCxn id="8158" idx="2"/>
            </p:cNvCxnSpPr>
            <p:nvPr/>
          </p:nvCxnSpPr>
          <p:spPr>
            <a:xfrm rot="-5400000">
              <a:off x="1259904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162" name="Google Shape;8162;p56"/>
            <p:cNvCxnSpPr>
              <a:stCxn id="8161" idx="2"/>
              <a:endCxn id="8163" idx="0"/>
            </p:cNvCxnSpPr>
            <p:nvPr/>
          </p:nvCxnSpPr>
          <p:spPr>
            <a:xfrm flipH="1" rot="-5400000">
              <a:off x="1163454" y="3023483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164" name="Google Shape;8164;p56"/>
            <p:cNvCxnSpPr>
              <a:stCxn id="8165" idx="0"/>
              <a:endCxn id="8161" idx="2"/>
            </p:cNvCxnSpPr>
            <p:nvPr/>
          </p:nvCxnSpPr>
          <p:spPr>
            <a:xfrm rot="-5400000">
              <a:off x="987135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166" name="Google Shape;8166;p56"/>
            <p:cNvCxnSpPr>
              <a:stCxn id="8159" idx="2"/>
              <a:endCxn id="8167" idx="0"/>
            </p:cNvCxnSpPr>
            <p:nvPr/>
          </p:nvCxnSpPr>
          <p:spPr>
            <a:xfrm flipH="1" rot="-5400000">
              <a:off x="1902022" y="3023483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168" name="Google Shape;8168;p56"/>
            <p:cNvCxnSpPr>
              <a:stCxn id="8169" idx="0"/>
              <a:endCxn id="8159" idx="2"/>
            </p:cNvCxnSpPr>
            <p:nvPr/>
          </p:nvCxnSpPr>
          <p:spPr>
            <a:xfrm rot="-5400000">
              <a:off x="1725705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165" name="Google Shape;8165;p56"/>
            <p:cNvSpPr/>
            <p:nvPr/>
          </p:nvSpPr>
          <p:spPr>
            <a:xfrm>
              <a:off x="803162" y="3176238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63" name="Google Shape;8163;p56"/>
            <p:cNvSpPr/>
            <p:nvPr/>
          </p:nvSpPr>
          <p:spPr>
            <a:xfrm>
              <a:off x="1155799" y="3176238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69" name="Google Shape;8169;p56"/>
            <p:cNvSpPr/>
            <p:nvPr/>
          </p:nvSpPr>
          <p:spPr>
            <a:xfrm>
              <a:off x="1541731" y="3176238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67" name="Google Shape;8167;p56"/>
            <p:cNvSpPr/>
            <p:nvPr/>
          </p:nvSpPr>
          <p:spPr>
            <a:xfrm>
              <a:off x="1894368" y="3176238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59" name="Google Shape;8159;p56"/>
            <p:cNvSpPr/>
            <p:nvPr/>
          </p:nvSpPr>
          <p:spPr>
            <a:xfrm>
              <a:off x="1718048" y="2921982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61" name="Google Shape;8161;p56"/>
            <p:cNvSpPr/>
            <p:nvPr/>
          </p:nvSpPr>
          <p:spPr>
            <a:xfrm>
              <a:off x="979480" y="2921982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158" name="Google Shape;8158;p56"/>
            <p:cNvSpPr/>
            <p:nvPr/>
          </p:nvSpPr>
          <p:spPr>
            <a:xfrm>
              <a:off x="1348764" y="2667727"/>
              <a:ext cx="320848" cy="125051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170" name="Google Shape;8170;p56"/>
          <p:cNvGrpSpPr/>
          <p:nvPr/>
        </p:nvGrpSpPr>
        <p:grpSpPr>
          <a:xfrm>
            <a:off x="732447" y="1178518"/>
            <a:ext cx="2518423" cy="209218"/>
            <a:chOff x="803154" y="1111966"/>
            <a:chExt cx="2447684" cy="203341"/>
          </a:xfrm>
        </p:grpSpPr>
        <p:grpSp>
          <p:nvGrpSpPr>
            <p:cNvPr id="8171" name="Google Shape;8171;p56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8172" name="Google Shape;8172;p5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73" name="Google Shape;8173;p5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8174" name="Google Shape;8174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175" name="Google Shape;8175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8176" name="Google Shape;8176;p56"/>
            <p:cNvCxnSpPr/>
            <p:nvPr/>
          </p:nvCxnSpPr>
          <p:spPr>
            <a:xfrm>
              <a:off x="3237251" y="1127387"/>
              <a:ext cx="0" cy="105664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177" name="Google Shape;8177;p56"/>
            <p:cNvSpPr/>
            <p:nvPr/>
          </p:nvSpPr>
          <p:spPr>
            <a:xfrm>
              <a:off x="3223663" y="1111974"/>
              <a:ext cx="27175" cy="27166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78" name="Google Shape;8178;p56"/>
            <p:cNvGrpSpPr/>
            <p:nvPr/>
          </p:nvGrpSpPr>
          <p:grpSpPr>
            <a:xfrm>
              <a:off x="803154" y="1112063"/>
              <a:ext cx="591111" cy="121410"/>
              <a:chOff x="803154" y="1112063"/>
              <a:chExt cx="591111" cy="121410"/>
            </a:xfrm>
          </p:grpSpPr>
          <p:grpSp>
            <p:nvGrpSpPr>
              <p:cNvPr id="8179" name="Google Shape;8179;p56"/>
              <p:cNvGrpSpPr/>
              <p:nvPr/>
            </p:nvGrpSpPr>
            <p:grpSpPr>
              <a:xfrm>
                <a:off x="803154" y="1112063"/>
                <a:ext cx="27174" cy="121091"/>
                <a:chOff x="845575" y="2563700"/>
                <a:chExt cx="92400" cy="411825"/>
              </a:xfrm>
            </p:grpSpPr>
            <p:cxnSp>
              <p:nvCxnSpPr>
                <p:cNvPr id="8180" name="Google Shape;8180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181" name="Google Shape;8181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182" name="Google Shape;8182;p56"/>
              <p:cNvSpPr/>
              <p:nvPr/>
            </p:nvSpPr>
            <p:spPr>
              <a:xfrm>
                <a:off x="818321" y="1194219"/>
                <a:ext cx="575943" cy="39254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3" name="Google Shape;8183;p56"/>
            <p:cNvGrpSpPr/>
            <p:nvPr/>
          </p:nvGrpSpPr>
          <p:grpSpPr>
            <a:xfrm>
              <a:off x="1381934" y="1194217"/>
              <a:ext cx="588259" cy="121091"/>
              <a:chOff x="1381934" y="1194217"/>
              <a:chExt cx="588259" cy="121091"/>
            </a:xfrm>
          </p:grpSpPr>
          <p:grpSp>
            <p:nvGrpSpPr>
              <p:cNvPr id="8184" name="Google Shape;8184;p56"/>
              <p:cNvGrpSpPr/>
              <p:nvPr/>
            </p:nvGrpSpPr>
            <p:grpSpPr>
              <a:xfrm rot="10800000">
                <a:off x="138193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8185" name="Google Shape;8185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186" name="Google Shape;8186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187" name="Google Shape;8187;p56"/>
              <p:cNvSpPr/>
              <p:nvPr/>
            </p:nvSpPr>
            <p:spPr>
              <a:xfrm>
                <a:off x="1394250" y="1194219"/>
                <a:ext cx="575943" cy="39254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8" name="Google Shape;8188;p56"/>
            <p:cNvGrpSpPr/>
            <p:nvPr/>
          </p:nvGrpSpPr>
          <p:grpSpPr>
            <a:xfrm>
              <a:off x="2532104" y="1194217"/>
              <a:ext cx="704905" cy="121091"/>
              <a:chOff x="2532104" y="1194217"/>
              <a:chExt cx="704905" cy="121091"/>
            </a:xfrm>
          </p:grpSpPr>
          <p:grpSp>
            <p:nvGrpSpPr>
              <p:cNvPr id="8189" name="Google Shape;8189;p56"/>
              <p:cNvGrpSpPr/>
              <p:nvPr/>
            </p:nvGrpSpPr>
            <p:grpSpPr>
              <a:xfrm rot="10800000">
                <a:off x="253210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8190" name="Google Shape;8190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191" name="Google Shape;8191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192" name="Google Shape;8192;p56"/>
              <p:cNvSpPr/>
              <p:nvPr/>
            </p:nvSpPr>
            <p:spPr>
              <a:xfrm>
                <a:off x="2546107" y="1194219"/>
                <a:ext cx="690902" cy="39254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93" name="Google Shape;8193;p56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8194" name="Google Shape;8194;p5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8195" name="Google Shape;8195;p5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6" name="Google Shape;8196;p5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7" name="Google Shape;8197;p5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98" name="Google Shape;8198;p5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8199" name="Google Shape;8199;p5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0" name="Google Shape;8200;p5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5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02" name="Google Shape;8202;p5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8203" name="Google Shape;8203;p5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5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5" name="Google Shape;8205;p5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06" name="Google Shape;8206;p5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8207" name="Google Shape;8207;p5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8" name="Google Shape;8208;p5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9" name="Google Shape;8209;p5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10" name="Google Shape;8210;p56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8211" name="Google Shape;8211;p5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56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8222" name="Google Shape;8222;p56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6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6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6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6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6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6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6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6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6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6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6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6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6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6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6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6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6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6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6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6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6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6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6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6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47" name="Google Shape;8247;p56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8248" name="Google Shape;8248;p56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9" name="Google Shape;8249;p56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0" name="Google Shape;8250;p56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1" name="Google Shape;8251;p56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2" name="Google Shape;8252;p56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3" name="Google Shape;8253;p56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4" name="Google Shape;8254;p56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5" name="Google Shape;8255;p56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6" name="Google Shape;8256;p56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56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56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56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56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1" name="Google Shape;8261;p56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2" name="Google Shape;8262;p56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56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56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56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56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7" name="Google Shape;8267;p56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68" name="Google Shape;8268;p56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6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6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6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6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6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6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6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6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6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6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6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6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6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56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283" name="Google Shape;8283;p56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6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6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6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6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6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6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6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6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6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6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6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6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6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6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6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6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6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6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6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6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6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6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6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6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6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6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6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6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6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6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6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6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316" name="Google Shape;8316;p56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317" name="Google Shape;8317;p56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6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6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6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6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6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323" name="Google Shape;8323;p56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324" name="Google Shape;8324;p56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325" name="Google Shape;8325;p56"/>
            <p:cNvGrpSpPr/>
            <p:nvPr/>
          </p:nvGrpSpPr>
          <p:grpSpPr>
            <a:xfrm>
              <a:off x="5287688" y="3173364"/>
              <a:ext cx="1395166" cy="74015"/>
              <a:chOff x="5287688" y="3173364"/>
              <a:chExt cx="1395166" cy="74015"/>
            </a:xfrm>
          </p:grpSpPr>
          <p:cxnSp>
            <p:nvCxnSpPr>
              <p:cNvPr id="8326" name="Google Shape;8326;p56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27" name="Google Shape;8327;p56"/>
              <p:cNvCxnSpPr/>
              <p:nvPr/>
            </p:nvCxnSpPr>
            <p:spPr>
              <a:xfrm>
                <a:off x="5287688" y="3210371"/>
                <a:ext cx="1394835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28" name="Google Shape;8328;p56"/>
              <p:cNvCxnSpPr/>
              <p:nvPr/>
            </p:nvCxnSpPr>
            <p:spPr>
              <a:xfrm>
                <a:off x="5518476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29" name="Google Shape;8329;p56"/>
              <p:cNvCxnSpPr/>
              <p:nvPr/>
            </p:nvCxnSpPr>
            <p:spPr>
              <a:xfrm>
                <a:off x="5287935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30" name="Google Shape;8330;p56"/>
              <p:cNvCxnSpPr/>
              <p:nvPr/>
            </p:nvCxnSpPr>
            <p:spPr>
              <a:xfrm>
                <a:off x="5751239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31" name="Google Shape;8331;p56"/>
              <p:cNvCxnSpPr/>
              <p:nvPr/>
            </p:nvCxnSpPr>
            <p:spPr>
              <a:xfrm>
                <a:off x="5982252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32" name="Google Shape;8332;p56"/>
              <p:cNvCxnSpPr/>
              <p:nvPr/>
            </p:nvCxnSpPr>
            <p:spPr>
              <a:xfrm>
                <a:off x="6216184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33" name="Google Shape;8333;p56"/>
              <p:cNvCxnSpPr/>
              <p:nvPr/>
            </p:nvCxnSpPr>
            <p:spPr>
              <a:xfrm>
                <a:off x="6449534" y="3173364"/>
                <a:ext cx="0" cy="7401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334" name="Google Shape;8334;p56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335" name="Google Shape;8335;p56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336" name="Google Shape;8336;p56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337" name="Google Shape;8337;p56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338" name="Google Shape;8338;p56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339" name="Google Shape;8339;p56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0" name="Google Shape;8340;p56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341" name="Google Shape;8341;p56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342" name="Google Shape;8342;p56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43" name="Google Shape;8343;p56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344" name="Google Shape;8344;p56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345" name="Google Shape;8345;p56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346" name="Google Shape;8346;p56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347" name="Google Shape;8347;p56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48" name="Google Shape;8348;p56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349" name="Google Shape;8349;p56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350" name="Google Shape;8350;p56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351" name="Google Shape;8351;p56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352" name="Google Shape;8352;p56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353" name="Google Shape;8353;p56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354" name="Google Shape;8354;p56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355" name="Google Shape;8355;p56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56" name="Google Shape;8356;p56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357" name="Google Shape;8357;p56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358" name="Google Shape;8358;p56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359" name="Google Shape;8359;p56"/>
          <p:cNvGrpSpPr/>
          <p:nvPr/>
        </p:nvGrpSpPr>
        <p:grpSpPr>
          <a:xfrm>
            <a:off x="732462" y="1766083"/>
            <a:ext cx="962651" cy="810058"/>
            <a:chOff x="732462" y="1766083"/>
            <a:chExt cx="962651" cy="810058"/>
          </a:xfrm>
        </p:grpSpPr>
        <p:grpSp>
          <p:nvGrpSpPr>
            <p:cNvPr id="8360" name="Google Shape;8360;p56"/>
            <p:cNvGrpSpPr/>
            <p:nvPr/>
          </p:nvGrpSpPr>
          <p:grpSpPr>
            <a:xfrm>
              <a:off x="732462" y="1908333"/>
              <a:ext cx="339364" cy="524749"/>
              <a:chOff x="844912" y="1819635"/>
              <a:chExt cx="329831" cy="510010"/>
            </a:xfrm>
          </p:grpSpPr>
          <p:sp>
            <p:nvSpPr>
              <p:cNvPr id="8361" name="Google Shape;8361;p56"/>
              <p:cNvSpPr/>
              <p:nvPr/>
            </p:nvSpPr>
            <p:spPr>
              <a:xfrm>
                <a:off x="844912" y="2015566"/>
                <a:ext cx="118261" cy="11845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56"/>
              <p:cNvSpPr/>
              <p:nvPr/>
            </p:nvSpPr>
            <p:spPr>
              <a:xfrm>
                <a:off x="1013654" y="2074499"/>
                <a:ext cx="148123" cy="238282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56"/>
              <p:cNvSpPr/>
              <p:nvPr/>
            </p:nvSpPr>
            <p:spPr>
              <a:xfrm>
                <a:off x="1013654" y="1836607"/>
                <a:ext cx="148123" cy="238282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4" name="Google Shape;8364;p56"/>
              <p:cNvSpPr/>
              <p:nvPr/>
            </p:nvSpPr>
            <p:spPr>
              <a:xfrm>
                <a:off x="1004031" y="2056625"/>
                <a:ext cx="35952" cy="35952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56"/>
              <p:cNvSpPr/>
              <p:nvPr/>
            </p:nvSpPr>
            <p:spPr>
              <a:xfrm>
                <a:off x="1149398" y="2295742"/>
                <a:ext cx="25346" cy="33902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56"/>
              <p:cNvSpPr/>
              <p:nvPr/>
            </p:nvSpPr>
            <p:spPr>
              <a:xfrm>
                <a:off x="1149398" y="1819635"/>
                <a:ext cx="25346" cy="34026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7" name="Google Shape;8367;p56"/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8368" name="Google Shape;8368;p56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69" name="Google Shape;8369;p56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370" name="Google Shape;8370;p56"/>
                <p:cNvGrpSpPr/>
                <p:nvPr/>
              </p:nvGrpSpPr>
              <p:grpSpPr>
                <a:xfrm>
                  <a:off x="1507666" y="2176104"/>
                  <a:ext cx="166390" cy="273143"/>
                  <a:chOff x="1507666" y="2176104"/>
                  <a:chExt cx="166390" cy="273143"/>
                </a:xfrm>
              </p:grpSpPr>
              <p:sp>
                <p:nvSpPr>
                  <p:cNvPr id="8371" name="Google Shape;8371;p56"/>
                  <p:cNvSpPr/>
                  <p:nvPr/>
                </p:nvSpPr>
                <p:spPr>
                  <a:xfrm>
                    <a:off x="1512966" y="2312791"/>
                    <a:ext cx="75437" cy="66009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2" name="Google Shape;8372;p56"/>
                  <p:cNvSpPr/>
                  <p:nvPr/>
                </p:nvSpPr>
                <p:spPr>
                  <a:xfrm>
                    <a:off x="1588205" y="2193153"/>
                    <a:ext cx="72887" cy="5402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3" name="Google Shape;8373;p56"/>
                  <p:cNvSpPr/>
                  <p:nvPr/>
                </p:nvSpPr>
                <p:spPr>
                  <a:xfrm>
                    <a:off x="1588205" y="2378202"/>
                    <a:ext cx="72887" cy="5403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4" name="Google Shape;8374;p56"/>
                  <p:cNvSpPr/>
                  <p:nvPr/>
                </p:nvSpPr>
                <p:spPr>
                  <a:xfrm>
                    <a:off x="1512966" y="2246980"/>
                    <a:ext cx="75437" cy="6580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5" name="Google Shape;8375;p56"/>
                  <p:cNvSpPr/>
                  <p:nvPr/>
                </p:nvSpPr>
                <p:spPr>
                  <a:xfrm>
                    <a:off x="1507666" y="2294782"/>
                    <a:ext cx="37919" cy="35816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6" name="Google Shape;8376;p56"/>
                  <p:cNvSpPr/>
                  <p:nvPr/>
                </p:nvSpPr>
                <p:spPr>
                  <a:xfrm>
                    <a:off x="1648710" y="2415180"/>
                    <a:ext cx="25346" cy="34067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7" name="Google Shape;8377;p56"/>
                  <p:cNvSpPr/>
                  <p:nvPr/>
                </p:nvSpPr>
                <p:spPr>
                  <a:xfrm>
                    <a:off x="1648710" y="2176104"/>
                    <a:ext cx="25346" cy="3409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378" name="Google Shape;8378;p56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9" name="Google Shape;8379;p56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80" name="Google Shape;8380;p56"/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8381" name="Google Shape;8381;p56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82" name="Google Shape;8382;p56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383" name="Google Shape;8383;p56"/>
                <p:cNvGrpSpPr/>
                <p:nvPr/>
              </p:nvGrpSpPr>
              <p:grpSpPr>
                <a:xfrm>
                  <a:off x="1507666" y="1700120"/>
                  <a:ext cx="166390" cy="272978"/>
                  <a:chOff x="1507666" y="1700120"/>
                  <a:chExt cx="166390" cy="272978"/>
                </a:xfrm>
              </p:grpSpPr>
              <p:sp>
                <p:nvSpPr>
                  <p:cNvPr id="8384" name="Google Shape;8384;p56"/>
                  <p:cNvSpPr/>
                  <p:nvPr/>
                </p:nvSpPr>
                <p:spPr>
                  <a:xfrm>
                    <a:off x="1512966" y="1836607"/>
                    <a:ext cx="75437" cy="66009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85" name="Google Shape;8385;p56"/>
                  <p:cNvSpPr/>
                  <p:nvPr/>
                </p:nvSpPr>
                <p:spPr>
                  <a:xfrm>
                    <a:off x="1588205" y="1716969"/>
                    <a:ext cx="72887" cy="5422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86" name="Google Shape;8386;p56"/>
                  <p:cNvSpPr/>
                  <p:nvPr/>
                </p:nvSpPr>
                <p:spPr>
                  <a:xfrm>
                    <a:off x="1588205" y="1902024"/>
                    <a:ext cx="72887" cy="5402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87" name="Google Shape;8387;p56"/>
                  <p:cNvSpPr/>
                  <p:nvPr/>
                </p:nvSpPr>
                <p:spPr>
                  <a:xfrm>
                    <a:off x="1512966" y="1770990"/>
                    <a:ext cx="75437" cy="65620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88" name="Google Shape;8388;p56"/>
                  <p:cNvSpPr/>
                  <p:nvPr/>
                </p:nvSpPr>
                <p:spPr>
                  <a:xfrm>
                    <a:off x="1507666" y="1818598"/>
                    <a:ext cx="37919" cy="36016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89" name="Google Shape;8389;p56"/>
                  <p:cNvSpPr/>
                  <p:nvPr/>
                </p:nvSpPr>
                <p:spPr>
                  <a:xfrm>
                    <a:off x="1648710" y="1939072"/>
                    <a:ext cx="25346" cy="34026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90" name="Google Shape;8390;p56"/>
                  <p:cNvSpPr/>
                  <p:nvPr/>
                </p:nvSpPr>
                <p:spPr>
                  <a:xfrm>
                    <a:off x="1648710" y="1700120"/>
                    <a:ext cx="25346" cy="33902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391" name="Google Shape;8391;p56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2" name="Google Shape;8392;p56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393" name="Google Shape;8393;p56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8394" name="Google Shape;8394;p56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6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6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6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6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99" name="Google Shape;8399;p56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400" name="Google Shape;8400;p56"/>
          <p:cNvGrpSpPr/>
          <p:nvPr/>
        </p:nvGrpSpPr>
        <p:grpSpPr>
          <a:xfrm>
            <a:off x="6860923" y="3907631"/>
            <a:ext cx="1583229" cy="475842"/>
            <a:chOff x="6953899" y="3907783"/>
            <a:chExt cx="1377320" cy="475842"/>
          </a:xfrm>
        </p:grpSpPr>
        <p:cxnSp>
          <p:nvCxnSpPr>
            <p:cNvPr id="8401" name="Google Shape;8401;p56"/>
            <p:cNvCxnSpPr/>
            <p:nvPr/>
          </p:nvCxnSpPr>
          <p:spPr>
            <a:xfrm rot="10800000">
              <a:off x="7118546" y="4100552"/>
              <a:ext cx="0" cy="185236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2" name="Google Shape;8402;p56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3" name="Google Shape;8403;p56"/>
            <p:cNvCxnSpPr/>
            <p:nvPr/>
          </p:nvCxnSpPr>
          <p:spPr>
            <a:xfrm rot="10800000">
              <a:off x="7848574" y="3907783"/>
              <a:ext cx="0" cy="185236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4" name="Google Shape;8404;p56"/>
            <p:cNvCxnSpPr/>
            <p:nvPr/>
          </p:nvCxnSpPr>
          <p:spPr>
            <a:xfrm>
              <a:off x="8218032" y="3997243"/>
              <a:ext cx="0" cy="197219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5" name="Google Shape;8405;p56"/>
            <p:cNvCxnSpPr/>
            <p:nvPr/>
          </p:nvCxnSpPr>
          <p:spPr>
            <a:xfrm flipH="1">
              <a:off x="6953899" y="3961822"/>
              <a:ext cx="1377320" cy="376718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406" name="Google Shape;8406;p56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407" name="Google Shape;8407;p56"/>
            <p:cNvGrpSpPr/>
            <p:nvPr/>
          </p:nvGrpSpPr>
          <p:grpSpPr>
            <a:xfrm>
              <a:off x="2492145" y="2881565"/>
              <a:ext cx="607243" cy="229690"/>
              <a:chOff x="2492145" y="2881565"/>
              <a:chExt cx="607243" cy="229690"/>
            </a:xfrm>
          </p:grpSpPr>
          <p:sp>
            <p:nvSpPr>
              <p:cNvPr id="8408" name="Google Shape;8408;p56"/>
              <p:cNvSpPr/>
              <p:nvPr/>
            </p:nvSpPr>
            <p:spPr>
              <a:xfrm>
                <a:off x="2530550" y="2913581"/>
                <a:ext cx="530449" cy="165654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56"/>
              <p:cNvSpPr/>
              <p:nvPr/>
            </p:nvSpPr>
            <p:spPr>
              <a:xfrm>
                <a:off x="2886492" y="2881565"/>
                <a:ext cx="212896" cy="229690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0" name="Google Shape;8410;p56"/>
              <p:cNvSpPr/>
              <p:nvPr/>
            </p:nvSpPr>
            <p:spPr>
              <a:xfrm>
                <a:off x="2492145" y="2881565"/>
                <a:ext cx="212878" cy="229690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1" name="Google Shape;8411;p56"/>
            <p:cNvGrpSpPr/>
            <p:nvPr/>
          </p:nvGrpSpPr>
          <p:grpSpPr>
            <a:xfrm>
              <a:off x="2389399" y="2595741"/>
              <a:ext cx="812737" cy="296821"/>
              <a:chOff x="2389399" y="2595741"/>
              <a:chExt cx="812737" cy="296821"/>
            </a:xfrm>
          </p:grpSpPr>
          <p:grpSp>
            <p:nvGrpSpPr>
              <p:cNvPr id="8412" name="Google Shape;8412;p56"/>
              <p:cNvGrpSpPr/>
              <p:nvPr/>
            </p:nvGrpSpPr>
            <p:grpSpPr>
              <a:xfrm>
                <a:off x="2389399" y="2595741"/>
                <a:ext cx="363634" cy="296821"/>
                <a:chOff x="2389399" y="2595741"/>
                <a:chExt cx="363634" cy="296821"/>
              </a:xfrm>
            </p:grpSpPr>
            <p:grpSp>
              <p:nvGrpSpPr>
                <p:cNvPr id="8413" name="Google Shape;8413;p56"/>
                <p:cNvGrpSpPr/>
                <p:nvPr/>
              </p:nvGrpSpPr>
              <p:grpSpPr>
                <a:xfrm>
                  <a:off x="2493852" y="2794333"/>
                  <a:ext cx="259181" cy="98228"/>
                  <a:chOff x="2493852" y="2794333"/>
                  <a:chExt cx="259181" cy="98228"/>
                </a:xfrm>
              </p:grpSpPr>
              <p:sp>
                <p:nvSpPr>
                  <p:cNvPr id="8414" name="Google Shape;8414;p56"/>
                  <p:cNvSpPr/>
                  <p:nvPr/>
                </p:nvSpPr>
                <p:spPr>
                  <a:xfrm>
                    <a:off x="2500419" y="2800896"/>
                    <a:ext cx="246071" cy="85100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5" name="Google Shape;8415;p56"/>
                  <p:cNvSpPr/>
                  <p:nvPr/>
                </p:nvSpPr>
                <p:spPr>
                  <a:xfrm>
                    <a:off x="2493852" y="2794333"/>
                    <a:ext cx="15356" cy="15352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6" name="Google Shape;8416;p56"/>
                  <p:cNvSpPr/>
                  <p:nvPr/>
                </p:nvSpPr>
                <p:spPr>
                  <a:xfrm>
                    <a:off x="2737686" y="2877210"/>
                    <a:ext cx="15347" cy="15352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17" name="Google Shape;8417;p56"/>
                <p:cNvGrpSpPr/>
                <p:nvPr/>
              </p:nvGrpSpPr>
              <p:grpSpPr>
                <a:xfrm>
                  <a:off x="2389399" y="2595741"/>
                  <a:ext cx="224284" cy="182006"/>
                  <a:chOff x="2389399" y="2595741"/>
                  <a:chExt cx="224284" cy="182006"/>
                </a:xfrm>
              </p:grpSpPr>
              <p:sp>
                <p:nvSpPr>
                  <p:cNvPr id="8418" name="Google Shape;8418;p56"/>
                  <p:cNvSpPr/>
                  <p:nvPr/>
                </p:nvSpPr>
                <p:spPr>
                  <a:xfrm>
                    <a:off x="2389399" y="2595741"/>
                    <a:ext cx="224284" cy="182006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9" name="Google Shape;8419;p56"/>
                  <p:cNvSpPr/>
                  <p:nvPr/>
                </p:nvSpPr>
                <p:spPr>
                  <a:xfrm>
                    <a:off x="2430284" y="2686181"/>
                    <a:ext cx="140289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420" name="Google Shape;8420;p56"/>
              <p:cNvGrpSpPr/>
              <p:nvPr/>
            </p:nvGrpSpPr>
            <p:grpSpPr>
              <a:xfrm>
                <a:off x="2683630" y="2595741"/>
                <a:ext cx="224274" cy="296821"/>
                <a:chOff x="2683630" y="2595741"/>
                <a:chExt cx="224274" cy="296821"/>
              </a:xfrm>
            </p:grpSpPr>
            <p:grpSp>
              <p:nvGrpSpPr>
                <p:cNvPr id="8421" name="Google Shape;8421;p56"/>
                <p:cNvGrpSpPr/>
                <p:nvPr/>
              </p:nvGrpSpPr>
              <p:grpSpPr>
                <a:xfrm>
                  <a:off x="2788083" y="2794333"/>
                  <a:ext cx="15352" cy="98228"/>
                  <a:chOff x="2788083" y="2794333"/>
                  <a:chExt cx="15352" cy="98228"/>
                </a:xfrm>
              </p:grpSpPr>
              <p:sp>
                <p:nvSpPr>
                  <p:cNvPr id="8422" name="Google Shape;8422;p56"/>
                  <p:cNvSpPr/>
                  <p:nvPr/>
                </p:nvSpPr>
                <p:spPr>
                  <a:xfrm>
                    <a:off x="2794655" y="2800905"/>
                    <a:ext cx="2212" cy="85091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3" name="Google Shape;8423;p56"/>
                  <p:cNvSpPr/>
                  <p:nvPr/>
                </p:nvSpPr>
                <p:spPr>
                  <a:xfrm>
                    <a:off x="2788083" y="2794333"/>
                    <a:ext cx="15352" cy="15352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4" name="Google Shape;8424;p56"/>
                  <p:cNvSpPr/>
                  <p:nvPr/>
                </p:nvSpPr>
                <p:spPr>
                  <a:xfrm>
                    <a:off x="2788083" y="2877210"/>
                    <a:ext cx="15352" cy="15352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25" name="Google Shape;8425;p56"/>
                <p:cNvGrpSpPr/>
                <p:nvPr/>
              </p:nvGrpSpPr>
              <p:grpSpPr>
                <a:xfrm>
                  <a:off x="2683630" y="2595741"/>
                  <a:ext cx="224274" cy="182006"/>
                  <a:chOff x="2683630" y="2595741"/>
                  <a:chExt cx="224274" cy="182006"/>
                </a:xfrm>
              </p:grpSpPr>
              <p:sp>
                <p:nvSpPr>
                  <p:cNvPr id="8426" name="Google Shape;8426;p56"/>
                  <p:cNvSpPr/>
                  <p:nvPr/>
                </p:nvSpPr>
                <p:spPr>
                  <a:xfrm>
                    <a:off x="2683630" y="2595741"/>
                    <a:ext cx="224274" cy="182006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7" name="Google Shape;8427;p56"/>
                  <p:cNvSpPr/>
                  <p:nvPr/>
                </p:nvSpPr>
                <p:spPr>
                  <a:xfrm>
                    <a:off x="2724889" y="2686181"/>
                    <a:ext cx="140285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428" name="Google Shape;8428;p56"/>
              <p:cNvGrpSpPr/>
              <p:nvPr/>
            </p:nvGrpSpPr>
            <p:grpSpPr>
              <a:xfrm>
                <a:off x="2838475" y="2595741"/>
                <a:ext cx="363660" cy="296821"/>
                <a:chOff x="2838475" y="2595741"/>
                <a:chExt cx="363660" cy="296821"/>
              </a:xfrm>
            </p:grpSpPr>
            <p:grpSp>
              <p:nvGrpSpPr>
                <p:cNvPr id="8429" name="Google Shape;8429;p56"/>
                <p:cNvGrpSpPr/>
                <p:nvPr/>
              </p:nvGrpSpPr>
              <p:grpSpPr>
                <a:xfrm>
                  <a:off x="2838475" y="2794333"/>
                  <a:ext cx="259181" cy="98228"/>
                  <a:chOff x="2838475" y="2794333"/>
                  <a:chExt cx="259181" cy="98228"/>
                </a:xfrm>
              </p:grpSpPr>
              <p:sp>
                <p:nvSpPr>
                  <p:cNvPr id="8430" name="Google Shape;8430;p56"/>
                  <p:cNvSpPr/>
                  <p:nvPr/>
                </p:nvSpPr>
                <p:spPr>
                  <a:xfrm>
                    <a:off x="2845042" y="2800896"/>
                    <a:ext cx="246057" cy="85100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1" name="Google Shape;8431;p56"/>
                  <p:cNvSpPr/>
                  <p:nvPr/>
                </p:nvSpPr>
                <p:spPr>
                  <a:xfrm>
                    <a:off x="3082301" y="2794333"/>
                    <a:ext cx="15356" cy="15352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2" name="Google Shape;8432;p56"/>
                  <p:cNvSpPr/>
                  <p:nvPr/>
                </p:nvSpPr>
                <p:spPr>
                  <a:xfrm>
                    <a:off x="2838475" y="2877210"/>
                    <a:ext cx="15347" cy="15352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33" name="Google Shape;8433;p56"/>
                <p:cNvGrpSpPr/>
                <p:nvPr/>
              </p:nvGrpSpPr>
              <p:grpSpPr>
                <a:xfrm>
                  <a:off x="2977852" y="2595741"/>
                  <a:ext cx="224284" cy="182006"/>
                  <a:chOff x="2977852" y="2595741"/>
                  <a:chExt cx="224284" cy="182006"/>
                </a:xfrm>
              </p:grpSpPr>
              <p:sp>
                <p:nvSpPr>
                  <p:cNvPr id="8434" name="Google Shape;8434;p56"/>
                  <p:cNvSpPr/>
                  <p:nvPr/>
                </p:nvSpPr>
                <p:spPr>
                  <a:xfrm>
                    <a:off x="2977852" y="2595741"/>
                    <a:ext cx="224284" cy="182006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5" name="Google Shape;8435;p56"/>
                  <p:cNvSpPr/>
                  <p:nvPr/>
                </p:nvSpPr>
                <p:spPr>
                  <a:xfrm>
                    <a:off x="3020572" y="2686181"/>
                    <a:ext cx="140289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436" name="Google Shape;8436;p56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437" name="Google Shape;8437;p56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438" name="Google Shape;8438;p56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439" name="Google Shape;8439;p56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0" name="Google Shape;8440;p56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1" name="Google Shape;8441;p56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42" name="Google Shape;8442;p56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443" name="Google Shape;8443;p56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4" name="Google Shape;8444;p56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445" name="Google Shape;8445;p56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446" name="Google Shape;8446;p56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447" name="Google Shape;8447;p56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8" name="Google Shape;8448;p56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9" name="Google Shape;8449;p56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50" name="Google Shape;8450;p56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451" name="Google Shape;8451;p56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2" name="Google Shape;8452;p56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453" name="Google Shape;8453;p56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454" name="Google Shape;8454;p56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455" name="Google Shape;8455;p56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6" name="Google Shape;8456;p56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7" name="Google Shape;8457;p56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58" name="Google Shape;8458;p56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459" name="Google Shape;8459;p56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0" name="Google Shape;8460;p56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64" name="Shape 8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65" name="Google Shape;8465;p57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466" name="Google Shape;8466;p57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467" name="Google Shape;8467;p57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468" name="Google Shape;8468;p57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469" name="Google Shape;8469;p57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470" name="Google Shape;8470;p57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471" name="Google Shape;8471;p57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472" name="Google Shape;8472;p57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473" name="Google Shape;8473;p57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474" name="Google Shape;8474;p57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475" name="Google Shape;8475;p57"/>
            <p:cNvGrpSpPr/>
            <p:nvPr/>
          </p:nvGrpSpPr>
          <p:grpSpPr>
            <a:xfrm>
              <a:off x="1455707" y="3654858"/>
              <a:ext cx="1491153" cy="417660"/>
              <a:chOff x="1455707" y="3654858"/>
              <a:chExt cx="1491153" cy="417660"/>
            </a:xfrm>
          </p:grpSpPr>
          <p:sp>
            <p:nvSpPr>
              <p:cNvPr id="8476" name="Google Shape;8476;p57"/>
              <p:cNvSpPr/>
              <p:nvPr/>
            </p:nvSpPr>
            <p:spPr>
              <a:xfrm>
                <a:off x="1472938" y="3687620"/>
                <a:ext cx="60034" cy="35798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7" name="Google Shape;8477;p57"/>
              <p:cNvSpPr/>
              <p:nvPr/>
            </p:nvSpPr>
            <p:spPr>
              <a:xfrm>
                <a:off x="1490853" y="3669628"/>
                <a:ext cx="54215" cy="34570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8" name="Google Shape;8478;p57"/>
              <p:cNvSpPr/>
              <p:nvPr/>
            </p:nvSpPr>
            <p:spPr>
              <a:xfrm>
                <a:off x="1819181" y="4031425"/>
                <a:ext cx="60034" cy="35798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57"/>
              <p:cNvSpPr/>
              <p:nvPr/>
            </p:nvSpPr>
            <p:spPr>
              <a:xfrm>
                <a:off x="1837096" y="4013433"/>
                <a:ext cx="54215" cy="34570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57"/>
              <p:cNvSpPr/>
              <p:nvPr/>
            </p:nvSpPr>
            <p:spPr>
              <a:xfrm>
                <a:off x="1478676" y="4008202"/>
                <a:ext cx="41354" cy="64317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57"/>
              <p:cNvSpPr/>
              <p:nvPr/>
            </p:nvSpPr>
            <p:spPr>
              <a:xfrm>
                <a:off x="1455707" y="4007971"/>
                <a:ext cx="39515" cy="64169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57"/>
              <p:cNvSpPr/>
              <p:nvPr/>
            </p:nvSpPr>
            <p:spPr>
              <a:xfrm>
                <a:off x="1841579" y="3655090"/>
                <a:ext cx="41354" cy="64317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57"/>
              <p:cNvSpPr/>
              <p:nvPr/>
            </p:nvSpPr>
            <p:spPr>
              <a:xfrm>
                <a:off x="1818610" y="3654858"/>
                <a:ext cx="39515" cy="64169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4" name="Google Shape;8484;p57"/>
              <p:cNvSpPr/>
              <p:nvPr/>
            </p:nvSpPr>
            <p:spPr>
              <a:xfrm>
                <a:off x="2172491" y="4031425"/>
                <a:ext cx="60034" cy="35798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57"/>
              <p:cNvSpPr/>
              <p:nvPr/>
            </p:nvSpPr>
            <p:spPr>
              <a:xfrm>
                <a:off x="2190406" y="4013433"/>
                <a:ext cx="54215" cy="34570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6" name="Google Shape;8486;p57"/>
              <p:cNvSpPr/>
              <p:nvPr/>
            </p:nvSpPr>
            <p:spPr>
              <a:xfrm>
                <a:off x="2194889" y="3655090"/>
                <a:ext cx="41354" cy="64317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7" name="Google Shape;8487;p57"/>
              <p:cNvSpPr/>
              <p:nvPr/>
            </p:nvSpPr>
            <p:spPr>
              <a:xfrm>
                <a:off x="2171920" y="3654858"/>
                <a:ext cx="39515" cy="64169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8" name="Google Shape;8488;p57"/>
              <p:cNvSpPr/>
              <p:nvPr/>
            </p:nvSpPr>
            <p:spPr>
              <a:xfrm>
                <a:off x="2874730" y="3687620"/>
                <a:ext cx="60034" cy="35798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9" name="Google Shape;8489;p57"/>
              <p:cNvSpPr/>
              <p:nvPr/>
            </p:nvSpPr>
            <p:spPr>
              <a:xfrm>
                <a:off x="2892645" y="3669628"/>
                <a:ext cx="54215" cy="34570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57"/>
              <p:cNvSpPr/>
              <p:nvPr/>
            </p:nvSpPr>
            <p:spPr>
              <a:xfrm>
                <a:off x="2901559" y="4005512"/>
                <a:ext cx="41354" cy="64317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57"/>
              <p:cNvSpPr/>
              <p:nvPr/>
            </p:nvSpPr>
            <p:spPr>
              <a:xfrm>
                <a:off x="2878589" y="4005281"/>
                <a:ext cx="39515" cy="64169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57"/>
              <p:cNvSpPr/>
              <p:nvPr/>
            </p:nvSpPr>
            <p:spPr>
              <a:xfrm>
                <a:off x="2525796" y="4031425"/>
                <a:ext cx="60034" cy="35798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3" name="Google Shape;8493;p57"/>
              <p:cNvSpPr/>
              <p:nvPr/>
            </p:nvSpPr>
            <p:spPr>
              <a:xfrm>
                <a:off x="2543711" y="4013433"/>
                <a:ext cx="54215" cy="34570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4" name="Google Shape;8494;p57"/>
              <p:cNvSpPr/>
              <p:nvPr/>
            </p:nvSpPr>
            <p:spPr>
              <a:xfrm>
                <a:off x="2548194" y="3655090"/>
                <a:ext cx="41354" cy="64317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57"/>
              <p:cNvSpPr/>
              <p:nvPr/>
            </p:nvSpPr>
            <p:spPr>
              <a:xfrm>
                <a:off x="2525225" y="3654858"/>
                <a:ext cx="39515" cy="64169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496" name="Google Shape;8496;p57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{07205E2F-6AD5-4DDE-912F-E08CABCD649B}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497" name="Google Shape;8497;p57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498" name="Google Shape;8498;p57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499" name="Google Shape;8499;p57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57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57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57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57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57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57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57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57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8" name="Google Shape;8508;p57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57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57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57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57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57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57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57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57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57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57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57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57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57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57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3" name="Google Shape;8523;p57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524" name="Google Shape;8524;p57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57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57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57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28" name="Google Shape;8528;p5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532" name="Google Shape;8532;p57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{07205E2F-6AD5-4DDE-912F-E08CABCD649B}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533" name="Google Shape;8533;p57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{07205E2F-6AD5-4DDE-912F-E08CABCD649B}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534" name="Google Shape;8534;p57"/>
          <p:cNvGrpSpPr/>
          <p:nvPr/>
        </p:nvGrpSpPr>
        <p:grpSpPr>
          <a:xfrm>
            <a:off x="3377449" y="3352160"/>
            <a:ext cx="2363401" cy="1047062"/>
            <a:chOff x="3358399" y="3285485"/>
            <a:chExt cx="2363401" cy="1047062"/>
          </a:xfrm>
        </p:grpSpPr>
        <p:grpSp>
          <p:nvGrpSpPr>
            <p:cNvPr id="8535" name="Google Shape;8535;p57"/>
            <p:cNvGrpSpPr/>
            <p:nvPr/>
          </p:nvGrpSpPr>
          <p:grpSpPr>
            <a:xfrm>
              <a:off x="3358412" y="3285485"/>
              <a:ext cx="2363388" cy="139537"/>
              <a:chOff x="3358412" y="3285485"/>
              <a:chExt cx="2363388" cy="139537"/>
            </a:xfrm>
          </p:grpSpPr>
          <p:sp>
            <p:nvSpPr>
              <p:cNvPr id="8536" name="Google Shape;8536;p57"/>
              <p:cNvSpPr/>
              <p:nvPr/>
            </p:nvSpPr>
            <p:spPr>
              <a:xfrm>
                <a:off x="3358412" y="3285485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57"/>
              <p:cNvSpPr/>
              <p:nvPr/>
            </p:nvSpPr>
            <p:spPr>
              <a:xfrm>
                <a:off x="3838898" y="3285485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57"/>
              <p:cNvSpPr/>
              <p:nvPr/>
            </p:nvSpPr>
            <p:spPr>
              <a:xfrm>
                <a:off x="4319384" y="3285485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57"/>
              <p:cNvSpPr/>
              <p:nvPr/>
            </p:nvSpPr>
            <p:spPr>
              <a:xfrm>
                <a:off x="4799870" y="3285485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57"/>
              <p:cNvSpPr/>
              <p:nvPr/>
            </p:nvSpPr>
            <p:spPr>
              <a:xfrm>
                <a:off x="5280356" y="3285485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1" name="Google Shape;8541;p57"/>
            <p:cNvGrpSpPr/>
            <p:nvPr/>
          </p:nvGrpSpPr>
          <p:grpSpPr>
            <a:xfrm>
              <a:off x="3358412" y="3466996"/>
              <a:ext cx="2363388" cy="139537"/>
              <a:chOff x="3358412" y="3466996"/>
              <a:chExt cx="2363388" cy="139537"/>
            </a:xfrm>
          </p:grpSpPr>
          <p:sp>
            <p:nvSpPr>
              <p:cNvPr id="8542" name="Google Shape;8542;p57"/>
              <p:cNvSpPr/>
              <p:nvPr/>
            </p:nvSpPr>
            <p:spPr>
              <a:xfrm>
                <a:off x="3358412" y="3466996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57"/>
              <p:cNvSpPr/>
              <p:nvPr/>
            </p:nvSpPr>
            <p:spPr>
              <a:xfrm>
                <a:off x="3838898" y="3466996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57"/>
              <p:cNvSpPr/>
              <p:nvPr/>
            </p:nvSpPr>
            <p:spPr>
              <a:xfrm>
                <a:off x="4319384" y="3466996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57"/>
              <p:cNvSpPr/>
              <p:nvPr/>
            </p:nvSpPr>
            <p:spPr>
              <a:xfrm>
                <a:off x="4799870" y="3466996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57"/>
              <p:cNvSpPr/>
              <p:nvPr/>
            </p:nvSpPr>
            <p:spPr>
              <a:xfrm>
                <a:off x="5280356" y="3466996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7" name="Google Shape;8547;p57"/>
            <p:cNvGrpSpPr/>
            <p:nvPr/>
          </p:nvGrpSpPr>
          <p:grpSpPr>
            <a:xfrm>
              <a:off x="3358412" y="3648507"/>
              <a:ext cx="2363388" cy="139537"/>
              <a:chOff x="3358412" y="3648507"/>
              <a:chExt cx="2363388" cy="139537"/>
            </a:xfrm>
          </p:grpSpPr>
          <p:sp>
            <p:nvSpPr>
              <p:cNvPr id="8548" name="Google Shape;8548;p57"/>
              <p:cNvSpPr/>
              <p:nvPr/>
            </p:nvSpPr>
            <p:spPr>
              <a:xfrm>
                <a:off x="3358412" y="3648507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57"/>
              <p:cNvSpPr/>
              <p:nvPr/>
            </p:nvSpPr>
            <p:spPr>
              <a:xfrm>
                <a:off x="3838898" y="3648507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57"/>
              <p:cNvSpPr/>
              <p:nvPr/>
            </p:nvSpPr>
            <p:spPr>
              <a:xfrm>
                <a:off x="4319384" y="3648507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57"/>
              <p:cNvSpPr/>
              <p:nvPr/>
            </p:nvSpPr>
            <p:spPr>
              <a:xfrm>
                <a:off x="4799870" y="3648507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57"/>
              <p:cNvSpPr/>
              <p:nvPr/>
            </p:nvSpPr>
            <p:spPr>
              <a:xfrm>
                <a:off x="5280356" y="3648507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3" name="Google Shape;8553;p57"/>
            <p:cNvGrpSpPr/>
            <p:nvPr/>
          </p:nvGrpSpPr>
          <p:grpSpPr>
            <a:xfrm>
              <a:off x="3358412" y="3830018"/>
              <a:ext cx="2363388" cy="139537"/>
              <a:chOff x="3358412" y="3830018"/>
              <a:chExt cx="2363388" cy="139537"/>
            </a:xfrm>
          </p:grpSpPr>
          <p:sp>
            <p:nvSpPr>
              <p:cNvPr id="8554" name="Google Shape;8554;p57"/>
              <p:cNvSpPr/>
              <p:nvPr/>
            </p:nvSpPr>
            <p:spPr>
              <a:xfrm>
                <a:off x="3358412" y="3830018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57"/>
              <p:cNvSpPr/>
              <p:nvPr/>
            </p:nvSpPr>
            <p:spPr>
              <a:xfrm>
                <a:off x="3838898" y="3830018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57"/>
              <p:cNvSpPr/>
              <p:nvPr/>
            </p:nvSpPr>
            <p:spPr>
              <a:xfrm>
                <a:off x="4319384" y="3830018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57"/>
              <p:cNvSpPr/>
              <p:nvPr/>
            </p:nvSpPr>
            <p:spPr>
              <a:xfrm>
                <a:off x="4799870" y="3830018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57"/>
              <p:cNvSpPr/>
              <p:nvPr/>
            </p:nvSpPr>
            <p:spPr>
              <a:xfrm>
                <a:off x="5280356" y="3830018"/>
                <a:ext cx="441443" cy="139537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9" name="Google Shape;8559;p57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560" name="Google Shape;8560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5" name="Google Shape;8565;p57"/>
            <p:cNvGrpSpPr/>
            <p:nvPr/>
          </p:nvGrpSpPr>
          <p:grpSpPr>
            <a:xfrm>
              <a:off x="3358412" y="4193010"/>
              <a:ext cx="2363388" cy="139537"/>
              <a:chOff x="3294800" y="4134603"/>
              <a:chExt cx="2638876" cy="152400"/>
            </a:xfrm>
          </p:grpSpPr>
          <p:sp>
            <p:nvSpPr>
              <p:cNvPr id="8566" name="Google Shape;8566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571" name="Google Shape;8571;p57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{07205E2F-6AD5-4DDE-912F-E08CABCD649B}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572" name="Google Shape;8572;p57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573" name="Google Shape;8573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57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576" name="Google Shape;8576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57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579" name="Google Shape;8579;p5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80" name="Google Shape;8580;p5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81" name="Google Shape;8581;p5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82" name="Google Shape;8582;p5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83" name="Google Shape;8583;p5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84" name="Google Shape;8584;p5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85" name="Google Shape;8585;p5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86" name="Google Shape;8586;p5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93" name="Google Shape;8593;p5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94" name="Google Shape;8594;p5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95" name="Google Shape;8595;p5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7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597" name="Google Shape;8597;p5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98" name="Google Shape;8598;p5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99" name="Google Shape;8599;p57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0" name="Google Shape;8600;p57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1" name="Google Shape;8601;p57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2" name="Google Shape;8602;p57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3" name="Google Shape;8603;p57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4" name="Google Shape;8604;p57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5" name="Google Shape;8605;p57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6" name="Google Shape;8606;p57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7" name="Google Shape;8607;p57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8" name="Google Shape;8608;p57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09" name="Google Shape;8609;p57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610" name="Google Shape;8610;p57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611" name="Google Shape;8611;p5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612" name="Google Shape;8612;p5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3" name="Google Shape;8613;p5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4" name="Google Shape;8614;p5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5" name="Google Shape;8615;p5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6" name="Google Shape;8616;p5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7" name="Google Shape;8617;p5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8" name="Google Shape;8618;p5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19" name="Google Shape;8619;p5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20" name="Google Shape;8620;p5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21" name="Google Shape;8621;p5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22" name="Google Shape;8622;p5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623" name="Google Shape;8623;p5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27" name="Shape 8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8" name="Google Shape;8628;p58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629" name="Google Shape;8629;p5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30" name="Google Shape;8630;p5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631" name="Google Shape;8631;p5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632" name="Google Shape;8632;p5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3" name="Google Shape;8633;p5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634" name="Google Shape;8634;p5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635" name="Google Shape;8635;p5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6" name="Google Shape;8636;p5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637" name="Google Shape;8637;p5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638" name="Google Shape;8638;p5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9" name="Google Shape;8639;p5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640" name="Google Shape;8640;p5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641" name="Google Shape;8641;p5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2" name="Google Shape;8642;p5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643" name="Google Shape;8643;p5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644" name="Google Shape;8644;p5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45" name="Google Shape;8645;p58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646" name="Google Shape;8646;p58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58"/>
          <p:cNvGrpSpPr/>
          <p:nvPr/>
        </p:nvGrpSpPr>
        <p:grpSpPr>
          <a:xfrm>
            <a:off x="3242022" y="2072994"/>
            <a:ext cx="685569" cy="723689"/>
            <a:chOff x="3398134" y="2057650"/>
            <a:chExt cx="704087" cy="743236"/>
          </a:xfrm>
        </p:grpSpPr>
        <p:grpSp>
          <p:nvGrpSpPr>
            <p:cNvPr id="8653" name="Google Shape;8653;p58"/>
            <p:cNvGrpSpPr/>
            <p:nvPr/>
          </p:nvGrpSpPr>
          <p:grpSpPr>
            <a:xfrm>
              <a:off x="3398134" y="2290183"/>
              <a:ext cx="315181" cy="219781"/>
              <a:chOff x="3398134" y="2290183"/>
              <a:chExt cx="315181" cy="219781"/>
            </a:xfrm>
          </p:grpSpPr>
          <p:sp>
            <p:nvSpPr>
              <p:cNvPr id="8654" name="Google Shape;8654;p58"/>
              <p:cNvSpPr/>
              <p:nvPr/>
            </p:nvSpPr>
            <p:spPr>
              <a:xfrm>
                <a:off x="3493534" y="2290183"/>
                <a:ext cx="219781" cy="219781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55" name="Google Shape;8655;p58"/>
              <p:cNvCxnSpPr>
                <a:stCxn id="8654" idx="2"/>
              </p:cNvCxnSpPr>
              <p:nvPr/>
            </p:nvCxnSpPr>
            <p:spPr>
              <a:xfrm rot="10800000">
                <a:off x="3398134" y="240007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56" name="Google Shape;8656;p58"/>
            <p:cNvGrpSpPr/>
            <p:nvPr/>
          </p:nvGrpSpPr>
          <p:grpSpPr>
            <a:xfrm>
              <a:off x="3547823" y="2467358"/>
              <a:ext cx="219781" cy="333527"/>
              <a:chOff x="3547823" y="2467358"/>
              <a:chExt cx="219781" cy="333527"/>
            </a:xfrm>
          </p:grpSpPr>
          <p:sp>
            <p:nvSpPr>
              <p:cNvPr id="8657" name="Google Shape;8657;p58"/>
              <p:cNvSpPr/>
              <p:nvPr/>
            </p:nvSpPr>
            <p:spPr>
              <a:xfrm>
                <a:off x="3547823" y="2467358"/>
                <a:ext cx="219781" cy="219781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58" name="Google Shape;8658;p58"/>
              <p:cNvCxnSpPr/>
              <p:nvPr/>
            </p:nvCxnSpPr>
            <p:spPr>
              <a:xfrm rot="10800000">
                <a:off x="3657701" y="2687080"/>
                <a:ext cx="0" cy="113805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59" name="Google Shape;8659;p58"/>
            <p:cNvGrpSpPr/>
            <p:nvPr/>
          </p:nvGrpSpPr>
          <p:grpSpPr>
            <a:xfrm>
              <a:off x="3734138" y="2467358"/>
              <a:ext cx="219781" cy="333527"/>
              <a:chOff x="3734138" y="2467358"/>
              <a:chExt cx="219781" cy="333527"/>
            </a:xfrm>
          </p:grpSpPr>
          <p:sp>
            <p:nvSpPr>
              <p:cNvPr id="8660" name="Google Shape;8660;p58"/>
              <p:cNvSpPr/>
              <p:nvPr/>
            </p:nvSpPr>
            <p:spPr>
              <a:xfrm>
                <a:off x="3734138" y="2467358"/>
                <a:ext cx="219781" cy="219781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61" name="Google Shape;8661;p58"/>
              <p:cNvCxnSpPr/>
              <p:nvPr/>
            </p:nvCxnSpPr>
            <p:spPr>
              <a:xfrm rot="10800000">
                <a:off x="3844020" y="2687080"/>
                <a:ext cx="0" cy="113805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62" name="Google Shape;8662;p58"/>
            <p:cNvGrpSpPr/>
            <p:nvPr/>
          </p:nvGrpSpPr>
          <p:grpSpPr>
            <a:xfrm>
              <a:off x="3787560" y="2288011"/>
              <a:ext cx="314661" cy="219781"/>
              <a:chOff x="3787560" y="2288011"/>
              <a:chExt cx="314661" cy="219781"/>
            </a:xfrm>
          </p:grpSpPr>
          <p:sp>
            <p:nvSpPr>
              <p:cNvPr id="8663" name="Google Shape;8663;p58"/>
              <p:cNvSpPr/>
              <p:nvPr/>
            </p:nvSpPr>
            <p:spPr>
              <a:xfrm>
                <a:off x="3787560" y="2288011"/>
                <a:ext cx="219781" cy="219781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64" name="Google Shape;8664;p58"/>
              <p:cNvCxnSpPr/>
              <p:nvPr/>
            </p:nvCxnSpPr>
            <p:spPr>
              <a:xfrm rot="10800000">
                <a:off x="4007279" y="2400064"/>
                <a:ext cx="94942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65" name="Google Shape;8665;p58"/>
            <p:cNvGrpSpPr/>
            <p:nvPr/>
          </p:nvGrpSpPr>
          <p:grpSpPr>
            <a:xfrm>
              <a:off x="3637290" y="2057650"/>
              <a:ext cx="219781" cy="335485"/>
              <a:chOff x="3637290" y="2057650"/>
              <a:chExt cx="219781" cy="335485"/>
            </a:xfrm>
          </p:grpSpPr>
          <p:sp>
            <p:nvSpPr>
              <p:cNvPr id="8666" name="Google Shape;8666;p58"/>
              <p:cNvSpPr/>
              <p:nvPr/>
            </p:nvSpPr>
            <p:spPr>
              <a:xfrm>
                <a:off x="3637290" y="2173354"/>
                <a:ext cx="219781" cy="219781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67" name="Google Shape;8667;p58"/>
              <p:cNvCxnSpPr/>
              <p:nvPr/>
            </p:nvCxnSpPr>
            <p:spPr>
              <a:xfrm rot="10800000">
                <a:off x="3747169" y="2057650"/>
                <a:ext cx="0" cy="113805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668" name="Google Shape;8668;p58"/>
          <p:cNvGrpSpPr/>
          <p:nvPr/>
        </p:nvGrpSpPr>
        <p:grpSpPr>
          <a:xfrm>
            <a:off x="4917244" y="2079792"/>
            <a:ext cx="710255" cy="710092"/>
            <a:chOff x="5007123" y="2079403"/>
            <a:chExt cx="687698" cy="687541"/>
          </a:xfrm>
        </p:grpSpPr>
        <p:sp>
          <p:nvSpPr>
            <p:cNvPr id="8669" name="Google Shape;8669;p58"/>
            <p:cNvSpPr/>
            <p:nvPr/>
          </p:nvSpPr>
          <p:spPr>
            <a:xfrm>
              <a:off x="5007123" y="2079403"/>
              <a:ext cx="687698" cy="687541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5069448" y="2141702"/>
              <a:ext cx="563048" cy="562943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5146403" y="2218605"/>
              <a:ext cx="409137" cy="409137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5221891" y="2294066"/>
              <a:ext cx="258162" cy="258215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8"/>
          <p:cNvGrpSpPr/>
          <p:nvPr/>
        </p:nvGrpSpPr>
        <p:grpSpPr>
          <a:xfrm>
            <a:off x="5726681" y="2074299"/>
            <a:ext cx="721079" cy="721079"/>
            <a:chOff x="5797446" y="2063053"/>
            <a:chExt cx="698179" cy="698179"/>
          </a:xfrm>
        </p:grpSpPr>
        <p:sp>
          <p:nvSpPr>
            <p:cNvPr id="8674" name="Google Shape;8674;p58"/>
            <p:cNvSpPr/>
            <p:nvPr/>
          </p:nvSpPr>
          <p:spPr>
            <a:xfrm>
              <a:off x="5797446" y="2063053"/>
              <a:ext cx="698179" cy="698179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5872067" y="2212295"/>
              <a:ext cx="548937" cy="548937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5921353" y="2310867"/>
              <a:ext cx="450365" cy="450365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5967936" y="2404033"/>
              <a:ext cx="357199" cy="357199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58"/>
          <p:cNvGrpSpPr/>
          <p:nvPr/>
        </p:nvGrpSpPr>
        <p:grpSpPr>
          <a:xfrm>
            <a:off x="8171828" y="3719904"/>
            <a:ext cx="280576" cy="673160"/>
            <a:chOff x="8075075" y="3754290"/>
            <a:chExt cx="255604" cy="613190"/>
          </a:xfrm>
        </p:grpSpPr>
        <p:grpSp>
          <p:nvGrpSpPr>
            <p:cNvPr id="8679" name="Google Shape;8679;p58"/>
            <p:cNvGrpSpPr/>
            <p:nvPr/>
          </p:nvGrpSpPr>
          <p:grpSpPr>
            <a:xfrm>
              <a:off x="8075075" y="3754290"/>
              <a:ext cx="255604" cy="613190"/>
              <a:chOff x="8075075" y="3754290"/>
              <a:chExt cx="255604" cy="613190"/>
            </a:xfrm>
          </p:grpSpPr>
          <p:sp>
            <p:nvSpPr>
              <p:cNvPr id="8680" name="Google Shape;8680;p58"/>
              <p:cNvSpPr/>
              <p:nvPr/>
            </p:nvSpPr>
            <p:spPr>
              <a:xfrm>
                <a:off x="8075075" y="4252967"/>
                <a:ext cx="255604" cy="114513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58"/>
              <p:cNvSpPr/>
              <p:nvPr/>
            </p:nvSpPr>
            <p:spPr>
              <a:xfrm>
                <a:off x="8075075" y="3754290"/>
                <a:ext cx="255604" cy="498698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82" name="Google Shape;8682;p58"/>
            <p:cNvSpPr/>
            <p:nvPr/>
          </p:nvSpPr>
          <p:spPr>
            <a:xfrm>
              <a:off x="8107762" y="3782257"/>
              <a:ext cx="190275" cy="190275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58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684" name="Google Shape;8684;p5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6" name="Google Shape;8686;p5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7" name="Google Shape;8687;p58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688" name="Google Shape;8688;p58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8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58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691" name="Google Shape;8691;p58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3" name="Google Shape;8693;p58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58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5" name="Google Shape;8695;p58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696" name="Google Shape;8696;p5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58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701" name="Google Shape;8701;p5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58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707" name="Google Shape;8707;p5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58"/>
          <p:cNvGrpSpPr/>
          <p:nvPr/>
        </p:nvGrpSpPr>
        <p:grpSpPr>
          <a:xfrm>
            <a:off x="5434485" y="2924327"/>
            <a:ext cx="1076781" cy="624726"/>
            <a:chOff x="5357937" y="2910889"/>
            <a:chExt cx="1100103" cy="638322"/>
          </a:xfrm>
        </p:grpSpPr>
        <p:grpSp>
          <p:nvGrpSpPr>
            <p:cNvPr id="8711" name="Google Shape;8711;p58"/>
            <p:cNvGrpSpPr/>
            <p:nvPr/>
          </p:nvGrpSpPr>
          <p:grpSpPr>
            <a:xfrm>
              <a:off x="5929791" y="3263088"/>
              <a:ext cx="528250" cy="286122"/>
              <a:chOff x="5929791" y="3263088"/>
              <a:chExt cx="528250" cy="286122"/>
            </a:xfrm>
          </p:grpSpPr>
          <p:sp>
            <p:nvSpPr>
              <p:cNvPr id="8712" name="Google Shape;8712;p58"/>
              <p:cNvSpPr/>
              <p:nvPr/>
            </p:nvSpPr>
            <p:spPr>
              <a:xfrm>
                <a:off x="5929791" y="3263088"/>
                <a:ext cx="330335" cy="28612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713" name="Google Shape;8713;p58"/>
              <p:cNvSpPr/>
              <p:nvPr/>
            </p:nvSpPr>
            <p:spPr>
              <a:xfrm>
                <a:off x="6247886" y="3331025"/>
                <a:ext cx="210154" cy="216576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714" name="Google Shape;8714;p58"/>
            <p:cNvGrpSpPr/>
            <p:nvPr/>
          </p:nvGrpSpPr>
          <p:grpSpPr>
            <a:xfrm>
              <a:off x="5357937" y="3263089"/>
              <a:ext cx="529488" cy="286122"/>
              <a:chOff x="5357937" y="3263089"/>
              <a:chExt cx="529488" cy="286122"/>
            </a:xfrm>
          </p:grpSpPr>
          <p:sp>
            <p:nvSpPr>
              <p:cNvPr id="8715" name="Google Shape;8715;p58"/>
              <p:cNvSpPr/>
              <p:nvPr/>
            </p:nvSpPr>
            <p:spPr>
              <a:xfrm>
                <a:off x="5557090" y="3263089"/>
                <a:ext cx="330335" cy="28612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716" name="Google Shape;8716;p58"/>
              <p:cNvSpPr/>
              <p:nvPr/>
            </p:nvSpPr>
            <p:spPr>
              <a:xfrm flipH="1">
                <a:off x="5357937" y="3332559"/>
                <a:ext cx="210154" cy="216576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717" name="Google Shape;8717;p58"/>
            <p:cNvGrpSpPr/>
            <p:nvPr/>
          </p:nvGrpSpPr>
          <p:grpSpPr>
            <a:xfrm>
              <a:off x="5550335" y="2910889"/>
              <a:ext cx="523962" cy="611903"/>
              <a:chOff x="5550335" y="2910889"/>
              <a:chExt cx="523962" cy="611903"/>
            </a:xfrm>
          </p:grpSpPr>
          <p:sp>
            <p:nvSpPr>
              <p:cNvPr id="8718" name="Google Shape;8718;p58"/>
              <p:cNvSpPr/>
              <p:nvPr/>
            </p:nvSpPr>
            <p:spPr>
              <a:xfrm>
                <a:off x="5743962" y="3236669"/>
                <a:ext cx="330335" cy="28612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719" name="Google Shape;8719;p58"/>
              <p:cNvSpPr/>
              <p:nvPr/>
            </p:nvSpPr>
            <p:spPr>
              <a:xfrm flipH="1">
                <a:off x="5550335" y="2910889"/>
                <a:ext cx="210154" cy="327506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720" name="Google Shape;8720;p58"/>
            <p:cNvGrpSpPr/>
            <p:nvPr/>
          </p:nvGrpSpPr>
          <p:grpSpPr>
            <a:xfrm>
              <a:off x="5743962" y="2919100"/>
              <a:ext cx="624099" cy="286122"/>
              <a:chOff x="5743962" y="2919100"/>
              <a:chExt cx="624099" cy="286122"/>
            </a:xfrm>
          </p:grpSpPr>
          <p:sp>
            <p:nvSpPr>
              <p:cNvPr id="8721" name="Google Shape;8721;p58"/>
              <p:cNvSpPr/>
              <p:nvPr/>
            </p:nvSpPr>
            <p:spPr>
              <a:xfrm>
                <a:off x="5743962" y="2919100"/>
                <a:ext cx="330335" cy="28612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722" name="Google Shape;8722;p58"/>
              <p:cNvSpPr/>
              <p:nvPr/>
            </p:nvSpPr>
            <p:spPr>
              <a:xfrm>
                <a:off x="6060335" y="2920591"/>
                <a:ext cx="307725" cy="283486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723" name="Google Shape;8723;p58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724" name="Google Shape;8724;p58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5" name="Google Shape;8725;p58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6" name="Google Shape;8726;p58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7" name="Google Shape;8727;p58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8" name="Google Shape;8728;p58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9" name="Google Shape;8729;p58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730" name="Google Shape;8730;p58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731" name="Google Shape;8731;p58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732" name="Google Shape;8732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3" name="Google Shape;8733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5" name="Google Shape;8735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6" name="Google Shape;8736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7" name="Google Shape;8737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8" name="Google Shape;8738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9" name="Google Shape;8739;p58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740" name="Google Shape;8740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1" name="Google Shape;8741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2" name="Google Shape;8742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4" name="Google Shape;8744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5" name="Google Shape;8745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747" name="Google Shape;8747;p58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748" name="Google Shape;8748;p58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8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52" name="Google Shape;8752;p58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753" name="Google Shape;8753;p58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58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58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58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7" name="Google Shape;8757;p58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758" name="Google Shape;8758;p58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58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58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58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2" name="Google Shape;8762;p58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763" name="Google Shape;8763;p58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58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5" name="Google Shape;8765;p58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6" name="Google Shape;8766;p58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7" name="Google Shape;8767;p58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768" name="Google Shape;8768;p58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9" name="Google Shape;8769;p58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58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1" name="Google Shape;8771;p58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72" name="Google Shape;8772;p58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8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8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76" name="Google Shape;8776;p58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777" name="Google Shape;8777;p58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58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9" name="Google Shape;8779;p58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58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81" name="Google Shape;8781;p58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782" name="Google Shape;8782;p58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58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58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58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86" name="Google Shape;8786;p58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787" name="Google Shape;8787;p58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8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8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8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8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58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796" name="Google Shape;8796;p58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797" name="Google Shape;8797;p58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58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58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0" name="Google Shape;8800;p58"/>
            <p:cNvGrpSpPr/>
            <p:nvPr/>
          </p:nvGrpSpPr>
          <p:grpSpPr>
            <a:xfrm>
              <a:off x="884610" y="3864082"/>
              <a:ext cx="1118583" cy="527293"/>
              <a:chOff x="890961" y="3865463"/>
              <a:chExt cx="1115237" cy="525715"/>
            </a:xfrm>
          </p:grpSpPr>
          <p:sp>
            <p:nvSpPr>
              <p:cNvPr id="8801" name="Google Shape;8801;p58"/>
              <p:cNvSpPr/>
              <p:nvPr/>
            </p:nvSpPr>
            <p:spPr>
              <a:xfrm>
                <a:off x="1070568" y="3865463"/>
                <a:ext cx="756508" cy="330089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58"/>
              <p:cNvSpPr/>
              <p:nvPr/>
            </p:nvSpPr>
            <p:spPr>
              <a:xfrm>
                <a:off x="890961" y="4013171"/>
                <a:ext cx="362022" cy="378007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58"/>
              <p:cNvSpPr/>
              <p:nvPr/>
            </p:nvSpPr>
            <p:spPr>
              <a:xfrm>
                <a:off x="1645508" y="4013554"/>
                <a:ext cx="360690" cy="377624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4" name="Google Shape;8804;p58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805" name="Google Shape;8805;p58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58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58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58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58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58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11" name="Google Shape;8811;p58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812" name="Google Shape;8812;p58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813" name="Google Shape;8813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5" name="Google Shape;8815;p58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816" name="Google Shape;8816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8" name="Google Shape;8818;p58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819" name="Google Shape;8819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1" name="Google Shape;8821;p58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822" name="Google Shape;8822;p58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58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4" name="Google Shape;8824;p58"/>
          <p:cNvGrpSpPr/>
          <p:nvPr/>
        </p:nvGrpSpPr>
        <p:grpSpPr>
          <a:xfrm>
            <a:off x="2286512" y="3714337"/>
            <a:ext cx="1324924" cy="678123"/>
            <a:chOff x="2413923" y="3711366"/>
            <a:chExt cx="1374117" cy="703301"/>
          </a:xfrm>
        </p:grpSpPr>
        <p:grpSp>
          <p:nvGrpSpPr>
            <p:cNvPr id="8825" name="Google Shape;8825;p58"/>
            <p:cNvGrpSpPr/>
            <p:nvPr/>
          </p:nvGrpSpPr>
          <p:grpSpPr>
            <a:xfrm>
              <a:off x="2413923" y="3711366"/>
              <a:ext cx="1374117" cy="703301"/>
              <a:chOff x="2413923" y="3711366"/>
              <a:chExt cx="1374117" cy="703301"/>
            </a:xfrm>
          </p:grpSpPr>
          <p:sp>
            <p:nvSpPr>
              <p:cNvPr id="8826" name="Google Shape;8826;p58"/>
              <p:cNvSpPr/>
              <p:nvPr/>
            </p:nvSpPr>
            <p:spPr>
              <a:xfrm>
                <a:off x="2484774" y="3827200"/>
                <a:ext cx="1231176" cy="58746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27" name="Google Shape;8827;p58"/>
              <p:cNvGrpSpPr/>
              <p:nvPr/>
            </p:nvGrpSpPr>
            <p:grpSpPr>
              <a:xfrm>
                <a:off x="2600284" y="3808654"/>
                <a:ext cx="234394" cy="137897"/>
                <a:chOff x="2600284" y="3808654"/>
                <a:chExt cx="234394" cy="137897"/>
              </a:xfrm>
            </p:grpSpPr>
            <p:sp>
              <p:nvSpPr>
                <p:cNvPr id="8828" name="Google Shape;8828;p58"/>
                <p:cNvSpPr/>
                <p:nvPr/>
              </p:nvSpPr>
              <p:spPr>
                <a:xfrm>
                  <a:off x="2767890" y="3879764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29" name="Google Shape;8829;p58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830" name="Google Shape;8830;p58"/>
              <p:cNvGrpSpPr/>
              <p:nvPr/>
            </p:nvGrpSpPr>
            <p:grpSpPr>
              <a:xfrm>
                <a:off x="3359659" y="3805664"/>
                <a:ext cx="232294" cy="140888"/>
                <a:chOff x="3359659" y="3805664"/>
                <a:chExt cx="232294" cy="140888"/>
              </a:xfrm>
            </p:grpSpPr>
            <p:sp>
              <p:nvSpPr>
                <p:cNvPr id="8831" name="Google Shape;8831;p58"/>
                <p:cNvSpPr/>
                <p:nvPr/>
              </p:nvSpPr>
              <p:spPr>
                <a:xfrm>
                  <a:off x="3359659" y="3879764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32" name="Google Shape;8832;p58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833" name="Google Shape;8833;p58"/>
              <p:cNvGrpSpPr/>
              <p:nvPr/>
            </p:nvGrpSpPr>
            <p:grpSpPr>
              <a:xfrm>
                <a:off x="3067316" y="3711366"/>
                <a:ext cx="66788" cy="166697"/>
                <a:chOff x="3067316" y="3711366"/>
                <a:chExt cx="66788" cy="166697"/>
              </a:xfrm>
            </p:grpSpPr>
            <p:sp>
              <p:nvSpPr>
                <p:cNvPr id="8834" name="Google Shape;8834;p58"/>
                <p:cNvSpPr/>
                <p:nvPr/>
              </p:nvSpPr>
              <p:spPr>
                <a:xfrm>
                  <a:off x="3067316" y="381127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35" name="Google Shape;8835;p58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836" name="Google Shape;8836;p58"/>
              <p:cNvGrpSpPr/>
              <p:nvPr/>
            </p:nvGrpSpPr>
            <p:grpSpPr>
              <a:xfrm>
                <a:off x="2413923" y="4058666"/>
                <a:ext cx="224007" cy="66788"/>
                <a:chOff x="2413923" y="4058666"/>
                <a:chExt cx="224007" cy="66788"/>
              </a:xfrm>
            </p:grpSpPr>
            <p:sp>
              <p:nvSpPr>
                <p:cNvPr id="8837" name="Google Shape;8837;p58"/>
                <p:cNvSpPr/>
                <p:nvPr/>
              </p:nvSpPr>
              <p:spPr>
                <a:xfrm>
                  <a:off x="2571142" y="405866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38" name="Google Shape;8838;p58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839" name="Google Shape;8839;p58"/>
              <p:cNvGrpSpPr/>
              <p:nvPr/>
            </p:nvGrpSpPr>
            <p:grpSpPr>
              <a:xfrm>
                <a:off x="3564643" y="4058666"/>
                <a:ext cx="223397" cy="66788"/>
                <a:chOff x="3564643" y="4058666"/>
                <a:chExt cx="223397" cy="66788"/>
              </a:xfrm>
            </p:grpSpPr>
            <p:sp>
              <p:nvSpPr>
                <p:cNvPr id="8840" name="Google Shape;8840;p58"/>
                <p:cNvSpPr/>
                <p:nvPr/>
              </p:nvSpPr>
              <p:spPr>
                <a:xfrm>
                  <a:off x="3564643" y="405866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41" name="Google Shape;8841;p58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842" name="Google Shape;8842;p58"/>
            <p:cNvGrpSpPr/>
            <p:nvPr/>
          </p:nvGrpSpPr>
          <p:grpSpPr>
            <a:xfrm>
              <a:off x="2633353" y="3965763"/>
              <a:ext cx="934017" cy="445681"/>
              <a:chOff x="2633353" y="3965763"/>
              <a:chExt cx="934017" cy="445681"/>
            </a:xfrm>
          </p:grpSpPr>
          <p:sp>
            <p:nvSpPr>
              <p:cNvPr id="8843" name="Google Shape;8843;p58"/>
              <p:cNvSpPr/>
              <p:nvPr/>
            </p:nvSpPr>
            <p:spPr>
              <a:xfrm>
                <a:off x="2633353" y="3965763"/>
                <a:ext cx="934017" cy="44568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58"/>
              <p:cNvSpPr/>
              <p:nvPr/>
            </p:nvSpPr>
            <p:spPr>
              <a:xfrm>
                <a:off x="2702006" y="4030399"/>
                <a:ext cx="798563" cy="381034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45" name="Google Shape;8845;p58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846" name="Google Shape;8846;p5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58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856" name="Google Shape;8856;p58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857" name="Google Shape;8857;p58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858" name="Google Shape;8858;p58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9" name="Google Shape;8859;p58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860" name="Google Shape;8860;p58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861" name="Google Shape;8861;p58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2" name="Google Shape;8862;p58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3" name="Google Shape;8863;p58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864" name="Google Shape;8864;p58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5" name="Google Shape;8865;p58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866" name="Google Shape;8866;p58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867" name="Google Shape;8867;p58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58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58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58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71" name="Google Shape;8871;p58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872" name="Google Shape;8872;p58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8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8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8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8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8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78" name="Google Shape;8878;p58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879" name="Google Shape;8879;p58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58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58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58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58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58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85" name="Google Shape;8885;p58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886" name="Google Shape;8886;p58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7" name="Google Shape;8887;p58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8" name="Google Shape;8888;p58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9" name="Google Shape;8889;p58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0" name="Google Shape;8890;p58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1" name="Google Shape;8891;p58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2" name="Google Shape;8892;p58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893" name="Google Shape;8893;p58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894" name="Google Shape;8894;p58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8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8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8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8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8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8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8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8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8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8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8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8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8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908" name="Google Shape;8908;p58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8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8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8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8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8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8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8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58"/>
          <p:cNvGrpSpPr/>
          <p:nvPr/>
        </p:nvGrpSpPr>
        <p:grpSpPr>
          <a:xfrm>
            <a:off x="3709828" y="2927550"/>
            <a:ext cx="1617932" cy="621701"/>
            <a:chOff x="3862800" y="3038525"/>
            <a:chExt cx="1329006" cy="510680"/>
          </a:xfrm>
        </p:grpSpPr>
        <p:sp>
          <p:nvSpPr>
            <p:cNvPr id="8917" name="Google Shape;8917;p58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8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19" name="Google Shape;8919;p58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920" name="Google Shape;8920;p58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58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2" name="Google Shape;8922;p58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923" name="Google Shape;8923;p58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58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5" name="Google Shape;8925;p58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926" name="Google Shape;8926;p58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58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8" name="Google Shape;8928;p58"/>
            <p:cNvGrpSpPr/>
            <p:nvPr/>
          </p:nvGrpSpPr>
          <p:grpSpPr>
            <a:xfrm>
              <a:off x="3862800" y="3038525"/>
              <a:ext cx="1329006" cy="510680"/>
              <a:chOff x="3862800" y="3038525"/>
              <a:chExt cx="1329006" cy="510680"/>
            </a:xfrm>
          </p:grpSpPr>
          <p:sp>
            <p:nvSpPr>
              <p:cNvPr id="8929" name="Google Shape;8929;p58"/>
              <p:cNvSpPr/>
              <p:nvPr/>
            </p:nvSpPr>
            <p:spPr>
              <a:xfrm>
                <a:off x="4370175" y="3441875"/>
                <a:ext cx="821631" cy="107330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58"/>
              <p:cNvSpPr/>
              <p:nvPr/>
            </p:nvSpPr>
            <p:spPr>
              <a:xfrm>
                <a:off x="3862800" y="3038525"/>
                <a:ext cx="507990" cy="510584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31" name="Google Shape;8931;p58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932" name="Google Shape;8932;p58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8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8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8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8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8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8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8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8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8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8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8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4" name="Google Shape;8944;p58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945" name="Google Shape;8945;p58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946" name="Google Shape;8946;p58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58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58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58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58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58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58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58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58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58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58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58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58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58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58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58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58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58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58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58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58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58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58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58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58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58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58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3" name="Google Shape;8973;p58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974" name="Google Shape;8974;p58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58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58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58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58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79" name="Google Shape;8979;p58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980" name="Google Shape;8980;p58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981" name="Google Shape;8981;p58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82" name="Google Shape;8982;p58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3" name="Google Shape;8983;p58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984" name="Google Shape;8984;p58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85" name="Google Shape;8985;p58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6" name="Google Shape;8986;p58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987" name="Google Shape;8987;p58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88" name="Google Shape;8988;p58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9" name="Google Shape;8989;p58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990" name="Google Shape;8990;p58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91" name="Google Shape;8991;p58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92" name="Google Shape;8992;p58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58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994" name="Google Shape;8994;p58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995" name="Google Shape;8995;p58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58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58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98" name="Google Shape;8998;p58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999" name="Google Shape;8999;p58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58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58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02" name="Google Shape;9002;p58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003" name="Google Shape;9003;p58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8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5" name="Google Shape;9005;p58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006" name="Google Shape;9006;p58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007" name="Google Shape;9007;p58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58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9" name="Google Shape;9009;p58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010" name="Google Shape;9010;p58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58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2" name="Google Shape;9012;p58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013" name="Google Shape;9013;p58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58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5" name="Google Shape;9015;p58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016" name="Google Shape;9016;p58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58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18" name="Google Shape;9018;p58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58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020" name="Google Shape;9020;p58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8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8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8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8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8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29" name="Shape 9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30" name="Google Shape;9030;p59"/>
          <p:cNvGrpSpPr/>
          <p:nvPr/>
        </p:nvGrpSpPr>
        <p:grpSpPr>
          <a:xfrm>
            <a:off x="729238" y="1179665"/>
            <a:ext cx="1636188" cy="1526215"/>
            <a:chOff x="729238" y="1179665"/>
            <a:chExt cx="1636188" cy="1526215"/>
          </a:xfrm>
        </p:grpSpPr>
        <p:grpSp>
          <p:nvGrpSpPr>
            <p:cNvPr id="9031" name="Google Shape;9031;p59"/>
            <p:cNvGrpSpPr/>
            <p:nvPr/>
          </p:nvGrpSpPr>
          <p:grpSpPr>
            <a:xfrm>
              <a:off x="729238" y="1179665"/>
              <a:ext cx="80771" cy="1526215"/>
              <a:chOff x="729238" y="1179665"/>
              <a:chExt cx="80771" cy="1526215"/>
            </a:xfrm>
          </p:grpSpPr>
          <p:sp>
            <p:nvSpPr>
              <p:cNvPr id="9032" name="Google Shape;9032;p59"/>
              <p:cNvSpPr/>
              <p:nvPr/>
            </p:nvSpPr>
            <p:spPr>
              <a:xfrm>
                <a:off x="729238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59"/>
              <p:cNvSpPr/>
              <p:nvPr/>
            </p:nvSpPr>
            <p:spPr>
              <a:xfrm>
                <a:off x="729238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59"/>
              <p:cNvSpPr/>
              <p:nvPr/>
            </p:nvSpPr>
            <p:spPr>
              <a:xfrm>
                <a:off x="729238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5" name="Google Shape;9035;p59"/>
              <p:cNvSpPr/>
              <p:nvPr/>
            </p:nvSpPr>
            <p:spPr>
              <a:xfrm>
                <a:off x="729238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59"/>
              <p:cNvSpPr/>
              <p:nvPr/>
            </p:nvSpPr>
            <p:spPr>
              <a:xfrm>
                <a:off x="729238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59"/>
              <p:cNvSpPr/>
              <p:nvPr/>
            </p:nvSpPr>
            <p:spPr>
              <a:xfrm>
                <a:off x="729238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59"/>
              <p:cNvSpPr/>
              <p:nvPr/>
            </p:nvSpPr>
            <p:spPr>
              <a:xfrm>
                <a:off x="729238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59"/>
              <p:cNvSpPr/>
              <p:nvPr/>
            </p:nvSpPr>
            <p:spPr>
              <a:xfrm>
                <a:off x="72923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59"/>
              <p:cNvSpPr/>
              <p:nvPr/>
            </p:nvSpPr>
            <p:spPr>
              <a:xfrm>
                <a:off x="72923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59"/>
              <p:cNvSpPr/>
              <p:nvPr/>
            </p:nvSpPr>
            <p:spPr>
              <a:xfrm>
                <a:off x="72923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42" name="Google Shape;9042;p59"/>
            <p:cNvGrpSpPr/>
            <p:nvPr/>
          </p:nvGrpSpPr>
          <p:grpSpPr>
            <a:xfrm>
              <a:off x="903098" y="1179665"/>
              <a:ext cx="80771" cy="1526215"/>
              <a:chOff x="903098" y="1179665"/>
              <a:chExt cx="80771" cy="1526215"/>
            </a:xfrm>
          </p:grpSpPr>
          <p:sp>
            <p:nvSpPr>
              <p:cNvPr id="9043" name="Google Shape;9043;p59"/>
              <p:cNvSpPr/>
              <p:nvPr/>
            </p:nvSpPr>
            <p:spPr>
              <a:xfrm>
                <a:off x="903098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59"/>
              <p:cNvSpPr/>
              <p:nvPr/>
            </p:nvSpPr>
            <p:spPr>
              <a:xfrm>
                <a:off x="903098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59"/>
              <p:cNvSpPr/>
              <p:nvPr/>
            </p:nvSpPr>
            <p:spPr>
              <a:xfrm>
                <a:off x="903098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59"/>
              <p:cNvSpPr/>
              <p:nvPr/>
            </p:nvSpPr>
            <p:spPr>
              <a:xfrm>
                <a:off x="903098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59"/>
              <p:cNvSpPr/>
              <p:nvPr/>
            </p:nvSpPr>
            <p:spPr>
              <a:xfrm>
                <a:off x="903098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59"/>
              <p:cNvSpPr/>
              <p:nvPr/>
            </p:nvSpPr>
            <p:spPr>
              <a:xfrm>
                <a:off x="903098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59"/>
              <p:cNvSpPr/>
              <p:nvPr/>
            </p:nvSpPr>
            <p:spPr>
              <a:xfrm>
                <a:off x="903098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59"/>
              <p:cNvSpPr/>
              <p:nvPr/>
            </p:nvSpPr>
            <p:spPr>
              <a:xfrm>
                <a:off x="90309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59"/>
              <p:cNvSpPr/>
              <p:nvPr/>
            </p:nvSpPr>
            <p:spPr>
              <a:xfrm>
                <a:off x="90309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59"/>
              <p:cNvSpPr/>
              <p:nvPr/>
            </p:nvSpPr>
            <p:spPr>
              <a:xfrm>
                <a:off x="90309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53" name="Google Shape;9053;p59"/>
            <p:cNvGrpSpPr/>
            <p:nvPr/>
          </p:nvGrpSpPr>
          <p:grpSpPr>
            <a:xfrm>
              <a:off x="1076958" y="1179665"/>
              <a:ext cx="80771" cy="1526215"/>
              <a:chOff x="1076958" y="1179665"/>
              <a:chExt cx="80771" cy="1526215"/>
            </a:xfrm>
          </p:grpSpPr>
          <p:sp>
            <p:nvSpPr>
              <p:cNvPr id="9054" name="Google Shape;9054;p59"/>
              <p:cNvSpPr/>
              <p:nvPr/>
            </p:nvSpPr>
            <p:spPr>
              <a:xfrm>
                <a:off x="1076958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59"/>
              <p:cNvSpPr/>
              <p:nvPr/>
            </p:nvSpPr>
            <p:spPr>
              <a:xfrm>
                <a:off x="1076958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59"/>
              <p:cNvSpPr/>
              <p:nvPr/>
            </p:nvSpPr>
            <p:spPr>
              <a:xfrm>
                <a:off x="1076958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59"/>
              <p:cNvSpPr/>
              <p:nvPr/>
            </p:nvSpPr>
            <p:spPr>
              <a:xfrm>
                <a:off x="1076958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59"/>
              <p:cNvSpPr/>
              <p:nvPr/>
            </p:nvSpPr>
            <p:spPr>
              <a:xfrm>
                <a:off x="1076958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59"/>
              <p:cNvSpPr/>
              <p:nvPr/>
            </p:nvSpPr>
            <p:spPr>
              <a:xfrm>
                <a:off x="1076958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59"/>
              <p:cNvSpPr/>
              <p:nvPr/>
            </p:nvSpPr>
            <p:spPr>
              <a:xfrm>
                <a:off x="1076958" y="214302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59"/>
              <p:cNvSpPr/>
              <p:nvPr/>
            </p:nvSpPr>
            <p:spPr>
              <a:xfrm>
                <a:off x="107695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59"/>
              <p:cNvSpPr/>
              <p:nvPr/>
            </p:nvSpPr>
            <p:spPr>
              <a:xfrm>
                <a:off x="107695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59"/>
              <p:cNvSpPr/>
              <p:nvPr/>
            </p:nvSpPr>
            <p:spPr>
              <a:xfrm>
                <a:off x="107695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4" name="Google Shape;9064;p59"/>
            <p:cNvGrpSpPr/>
            <p:nvPr/>
          </p:nvGrpSpPr>
          <p:grpSpPr>
            <a:xfrm>
              <a:off x="1247707" y="1179665"/>
              <a:ext cx="80771" cy="1526215"/>
              <a:chOff x="1247707" y="1179665"/>
              <a:chExt cx="80771" cy="1526215"/>
            </a:xfrm>
          </p:grpSpPr>
          <p:sp>
            <p:nvSpPr>
              <p:cNvPr id="9065" name="Google Shape;9065;p59"/>
              <p:cNvSpPr/>
              <p:nvPr/>
            </p:nvSpPr>
            <p:spPr>
              <a:xfrm>
                <a:off x="1247707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59"/>
              <p:cNvSpPr/>
              <p:nvPr/>
            </p:nvSpPr>
            <p:spPr>
              <a:xfrm>
                <a:off x="1247707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59"/>
              <p:cNvSpPr/>
              <p:nvPr/>
            </p:nvSpPr>
            <p:spPr>
              <a:xfrm>
                <a:off x="1247707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59"/>
              <p:cNvSpPr/>
              <p:nvPr/>
            </p:nvSpPr>
            <p:spPr>
              <a:xfrm>
                <a:off x="1247707" y="166175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59"/>
              <p:cNvSpPr/>
              <p:nvPr/>
            </p:nvSpPr>
            <p:spPr>
              <a:xfrm>
                <a:off x="1247707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59"/>
              <p:cNvSpPr/>
              <p:nvPr/>
            </p:nvSpPr>
            <p:spPr>
              <a:xfrm>
                <a:off x="1247707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59"/>
              <p:cNvSpPr/>
              <p:nvPr/>
            </p:nvSpPr>
            <p:spPr>
              <a:xfrm>
                <a:off x="1247707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59"/>
              <p:cNvSpPr/>
              <p:nvPr/>
            </p:nvSpPr>
            <p:spPr>
              <a:xfrm>
                <a:off x="1247707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59"/>
              <p:cNvSpPr/>
              <p:nvPr/>
            </p:nvSpPr>
            <p:spPr>
              <a:xfrm>
                <a:off x="124770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59"/>
              <p:cNvSpPr/>
              <p:nvPr/>
            </p:nvSpPr>
            <p:spPr>
              <a:xfrm>
                <a:off x="124770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75" name="Google Shape;9075;p59"/>
            <p:cNvGrpSpPr/>
            <p:nvPr/>
          </p:nvGrpSpPr>
          <p:grpSpPr>
            <a:xfrm>
              <a:off x="1421567" y="1179665"/>
              <a:ext cx="80771" cy="1526215"/>
              <a:chOff x="1421567" y="1179665"/>
              <a:chExt cx="80771" cy="1526215"/>
            </a:xfrm>
          </p:grpSpPr>
          <p:sp>
            <p:nvSpPr>
              <p:cNvPr id="9076" name="Google Shape;9076;p59"/>
              <p:cNvSpPr/>
              <p:nvPr/>
            </p:nvSpPr>
            <p:spPr>
              <a:xfrm>
                <a:off x="1421567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59"/>
              <p:cNvSpPr/>
              <p:nvPr/>
            </p:nvSpPr>
            <p:spPr>
              <a:xfrm>
                <a:off x="1421567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59"/>
              <p:cNvSpPr/>
              <p:nvPr/>
            </p:nvSpPr>
            <p:spPr>
              <a:xfrm>
                <a:off x="1421567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59"/>
              <p:cNvSpPr/>
              <p:nvPr/>
            </p:nvSpPr>
            <p:spPr>
              <a:xfrm>
                <a:off x="1421567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59"/>
              <p:cNvSpPr/>
              <p:nvPr/>
            </p:nvSpPr>
            <p:spPr>
              <a:xfrm>
                <a:off x="1421567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59"/>
              <p:cNvSpPr/>
              <p:nvPr/>
            </p:nvSpPr>
            <p:spPr>
              <a:xfrm>
                <a:off x="1421567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59"/>
              <p:cNvSpPr/>
              <p:nvPr/>
            </p:nvSpPr>
            <p:spPr>
              <a:xfrm>
                <a:off x="1421567" y="214302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59"/>
              <p:cNvSpPr/>
              <p:nvPr/>
            </p:nvSpPr>
            <p:spPr>
              <a:xfrm>
                <a:off x="1421567" y="2303717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59"/>
              <p:cNvSpPr/>
              <p:nvPr/>
            </p:nvSpPr>
            <p:spPr>
              <a:xfrm>
                <a:off x="142156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59"/>
              <p:cNvSpPr/>
              <p:nvPr/>
            </p:nvSpPr>
            <p:spPr>
              <a:xfrm>
                <a:off x="142156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6" name="Google Shape;9086;p59"/>
            <p:cNvGrpSpPr/>
            <p:nvPr/>
          </p:nvGrpSpPr>
          <p:grpSpPr>
            <a:xfrm>
              <a:off x="1592327" y="1179665"/>
              <a:ext cx="80771" cy="1526215"/>
              <a:chOff x="1592327" y="1179665"/>
              <a:chExt cx="80771" cy="1526215"/>
            </a:xfrm>
          </p:grpSpPr>
          <p:sp>
            <p:nvSpPr>
              <p:cNvPr id="9087" name="Google Shape;9087;p59"/>
              <p:cNvSpPr/>
              <p:nvPr/>
            </p:nvSpPr>
            <p:spPr>
              <a:xfrm>
                <a:off x="1592327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59"/>
              <p:cNvSpPr/>
              <p:nvPr/>
            </p:nvSpPr>
            <p:spPr>
              <a:xfrm>
                <a:off x="1592327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59"/>
              <p:cNvSpPr/>
              <p:nvPr/>
            </p:nvSpPr>
            <p:spPr>
              <a:xfrm>
                <a:off x="1592327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59"/>
              <p:cNvSpPr/>
              <p:nvPr/>
            </p:nvSpPr>
            <p:spPr>
              <a:xfrm>
                <a:off x="1592327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59"/>
              <p:cNvSpPr/>
              <p:nvPr/>
            </p:nvSpPr>
            <p:spPr>
              <a:xfrm>
                <a:off x="1592327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59"/>
              <p:cNvSpPr/>
              <p:nvPr/>
            </p:nvSpPr>
            <p:spPr>
              <a:xfrm>
                <a:off x="1592327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59"/>
              <p:cNvSpPr/>
              <p:nvPr/>
            </p:nvSpPr>
            <p:spPr>
              <a:xfrm>
                <a:off x="1592327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59"/>
              <p:cNvSpPr/>
              <p:nvPr/>
            </p:nvSpPr>
            <p:spPr>
              <a:xfrm>
                <a:off x="1592327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59"/>
              <p:cNvSpPr/>
              <p:nvPr/>
            </p:nvSpPr>
            <p:spPr>
              <a:xfrm>
                <a:off x="159232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59"/>
              <p:cNvSpPr/>
              <p:nvPr/>
            </p:nvSpPr>
            <p:spPr>
              <a:xfrm>
                <a:off x="159232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97" name="Google Shape;9097;p59"/>
            <p:cNvGrpSpPr/>
            <p:nvPr/>
          </p:nvGrpSpPr>
          <p:grpSpPr>
            <a:xfrm>
              <a:off x="1766187" y="1179665"/>
              <a:ext cx="80771" cy="1526215"/>
              <a:chOff x="1766187" y="1179665"/>
              <a:chExt cx="80771" cy="1526215"/>
            </a:xfrm>
          </p:grpSpPr>
          <p:sp>
            <p:nvSpPr>
              <p:cNvPr id="9098" name="Google Shape;9098;p59"/>
              <p:cNvSpPr/>
              <p:nvPr/>
            </p:nvSpPr>
            <p:spPr>
              <a:xfrm>
                <a:off x="1766187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59"/>
              <p:cNvSpPr/>
              <p:nvPr/>
            </p:nvSpPr>
            <p:spPr>
              <a:xfrm>
                <a:off x="1766187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59"/>
              <p:cNvSpPr/>
              <p:nvPr/>
            </p:nvSpPr>
            <p:spPr>
              <a:xfrm>
                <a:off x="1766187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1" name="Google Shape;9101;p59"/>
              <p:cNvSpPr/>
              <p:nvPr/>
            </p:nvSpPr>
            <p:spPr>
              <a:xfrm>
                <a:off x="1766187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59"/>
              <p:cNvSpPr/>
              <p:nvPr/>
            </p:nvSpPr>
            <p:spPr>
              <a:xfrm>
                <a:off x="1766187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59"/>
              <p:cNvSpPr/>
              <p:nvPr/>
            </p:nvSpPr>
            <p:spPr>
              <a:xfrm>
                <a:off x="1766187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4" name="Google Shape;9104;p59"/>
              <p:cNvSpPr/>
              <p:nvPr/>
            </p:nvSpPr>
            <p:spPr>
              <a:xfrm>
                <a:off x="1766187" y="214302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5" name="Google Shape;9105;p59"/>
              <p:cNvSpPr/>
              <p:nvPr/>
            </p:nvSpPr>
            <p:spPr>
              <a:xfrm>
                <a:off x="1766187" y="2303717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59"/>
              <p:cNvSpPr/>
              <p:nvPr/>
            </p:nvSpPr>
            <p:spPr>
              <a:xfrm>
                <a:off x="1766187" y="2464413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59"/>
              <p:cNvSpPr/>
              <p:nvPr/>
            </p:nvSpPr>
            <p:spPr>
              <a:xfrm>
                <a:off x="176618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8" name="Google Shape;9108;p59"/>
            <p:cNvGrpSpPr/>
            <p:nvPr/>
          </p:nvGrpSpPr>
          <p:grpSpPr>
            <a:xfrm>
              <a:off x="1936935" y="1179665"/>
              <a:ext cx="80771" cy="1526215"/>
              <a:chOff x="1936935" y="1179665"/>
              <a:chExt cx="80771" cy="1526215"/>
            </a:xfrm>
          </p:grpSpPr>
          <p:sp>
            <p:nvSpPr>
              <p:cNvPr id="9109" name="Google Shape;9109;p59"/>
              <p:cNvSpPr/>
              <p:nvPr/>
            </p:nvSpPr>
            <p:spPr>
              <a:xfrm>
                <a:off x="1936935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59"/>
              <p:cNvSpPr/>
              <p:nvPr/>
            </p:nvSpPr>
            <p:spPr>
              <a:xfrm>
                <a:off x="1936935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59"/>
              <p:cNvSpPr/>
              <p:nvPr/>
            </p:nvSpPr>
            <p:spPr>
              <a:xfrm>
                <a:off x="1936935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59"/>
              <p:cNvSpPr/>
              <p:nvPr/>
            </p:nvSpPr>
            <p:spPr>
              <a:xfrm>
                <a:off x="1936935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59"/>
              <p:cNvSpPr/>
              <p:nvPr/>
            </p:nvSpPr>
            <p:spPr>
              <a:xfrm>
                <a:off x="1936935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59"/>
              <p:cNvSpPr/>
              <p:nvPr/>
            </p:nvSpPr>
            <p:spPr>
              <a:xfrm>
                <a:off x="1936935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59"/>
              <p:cNvSpPr/>
              <p:nvPr/>
            </p:nvSpPr>
            <p:spPr>
              <a:xfrm>
                <a:off x="193693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59"/>
              <p:cNvSpPr/>
              <p:nvPr/>
            </p:nvSpPr>
            <p:spPr>
              <a:xfrm>
                <a:off x="193693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59"/>
              <p:cNvSpPr/>
              <p:nvPr/>
            </p:nvSpPr>
            <p:spPr>
              <a:xfrm>
                <a:off x="193693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59"/>
              <p:cNvSpPr/>
              <p:nvPr/>
            </p:nvSpPr>
            <p:spPr>
              <a:xfrm>
                <a:off x="193693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9" name="Google Shape;9119;p59"/>
            <p:cNvGrpSpPr/>
            <p:nvPr/>
          </p:nvGrpSpPr>
          <p:grpSpPr>
            <a:xfrm>
              <a:off x="2110795" y="1179665"/>
              <a:ext cx="80771" cy="1526215"/>
              <a:chOff x="2110795" y="1179665"/>
              <a:chExt cx="80771" cy="1526215"/>
            </a:xfrm>
          </p:grpSpPr>
          <p:sp>
            <p:nvSpPr>
              <p:cNvPr id="9120" name="Google Shape;9120;p59"/>
              <p:cNvSpPr/>
              <p:nvPr/>
            </p:nvSpPr>
            <p:spPr>
              <a:xfrm>
                <a:off x="2110795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59"/>
              <p:cNvSpPr/>
              <p:nvPr/>
            </p:nvSpPr>
            <p:spPr>
              <a:xfrm>
                <a:off x="2110795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59"/>
              <p:cNvSpPr/>
              <p:nvPr/>
            </p:nvSpPr>
            <p:spPr>
              <a:xfrm>
                <a:off x="2110795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59"/>
              <p:cNvSpPr/>
              <p:nvPr/>
            </p:nvSpPr>
            <p:spPr>
              <a:xfrm>
                <a:off x="2110795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59"/>
              <p:cNvSpPr/>
              <p:nvPr/>
            </p:nvSpPr>
            <p:spPr>
              <a:xfrm>
                <a:off x="2110795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59"/>
              <p:cNvSpPr/>
              <p:nvPr/>
            </p:nvSpPr>
            <p:spPr>
              <a:xfrm>
                <a:off x="2110795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59"/>
              <p:cNvSpPr/>
              <p:nvPr/>
            </p:nvSpPr>
            <p:spPr>
              <a:xfrm>
                <a:off x="211079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59"/>
              <p:cNvSpPr/>
              <p:nvPr/>
            </p:nvSpPr>
            <p:spPr>
              <a:xfrm>
                <a:off x="211079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59"/>
              <p:cNvSpPr/>
              <p:nvPr/>
            </p:nvSpPr>
            <p:spPr>
              <a:xfrm>
                <a:off x="211079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59"/>
              <p:cNvSpPr/>
              <p:nvPr/>
            </p:nvSpPr>
            <p:spPr>
              <a:xfrm>
                <a:off x="211079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0" name="Google Shape;9130;p59"/>
            <p:cNvGrpSpPr/>
            <p:nvPr/>
          </p:nvGrpSpPr>
          <p:grpSpPr>
            <a:xfrm>
              <a:off x="2284655" y="1179665"/>
              <a:ext cx="80771" cy="1526215"/>
              <a:chOff x="2284655" y="1179665"/>
              <a:chExt cx="80771" cy="1526215"/>
            </a:xfrm>
          </p:grpSpPr>
          <p:sp>
            <p:nvSpPr>
              <p:cNvPr id="9131" name="Google Shape;9131;p59"/>
              <p:cNvSpPr/>
              <p:nvPr/>
            </p:nvSpPr>
            <p:spPr>
              <a:xfrm>
                <a:off x="2284655" y="1179665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59"/>
              <p:cNvSpPr/>
              <p:nvPr/>
            </p:nvSpPr>
            <p:spPr>
              <a:xfrm>
                <a:off x="2284655" y="134036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59"/>
              <p:cNvSpPr/>
              <p:nvPr/>
            </p:nvSpPr>
            <p:spPr>
              <a:xfrm>
                <a:off x="2284655" y="150105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59"/>
              <p:cNvSpPr/>
              <p:nvPr/>
            </p:nvSpPr>
            <p:spPr>
              <a:xfrm>
                <a:off x="2284655" y="1661752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59"/>
              <p:cNvSpPr/>
              <p:nvPr/>
            </p:nvSpPr>
            <p:spPr>
              <a:xfrm>
                <a:off x="2284655" y="1821630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59"/>
              <p:cNvSpPr/>
              <p:nvPr/>
            </p:nvSpPr>
            <p:spPr>
              <a:xfrm>
                <a:off x="2284655" y="1982326"/>
                <a:ext cx="80771" cy="80771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59"/>
              <p:cNvSpPr/>
              <p:nvPr/>
            </p:nvSpPr>
            <p:spPr>
              <a:xfrm>
                <a:off x="228465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59"/>
              <p:cNvSpPr/>
              <p:nvPr/>
            </p:nvSpPr>
            <p:spPr>
              <a:xfrm>
                <a:off x="228465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59"/>
              <p:cNvSpPr/>
              <p:nvPr/>
            </p:nvSpPr>
            <p:spPr>
              <a:xfrm>
                <a:off x="228465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59"/>
              <p:cNvSpPr/>
              <p:nvPr/>
            </p:nvSpPr>
            <p:spPr>
              <a:xfrm>
                <a:off x="228465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41" name="Google Shape;9141;p59"/>
          <p:cNvGrpSpPr/>
          <p:nvPr/>
        </p:nvGrpSpPr>
        <p:grpSpPr>
          <a:xfrm>
            <a:off x="2623904" y="1198803"/>
            <a:ext cx="1364147" cy="1102032"/>
            <a:chOff x="2623904" y="1198803"/>
            <a:chExt cx="1364147" cy="1102032"/>
          </a:xfrm>
        </p:grpSpPr>
        <p:grpSp>
          <p:nvGrpSpPr>
            <p:cNvPr id="9142" name="Google Shape;9142;p59"/>
            <p:cNvGrpSpPr/>
            <p:nvPr/>
          </p:nvGrpSpPr>
          <p:grpSpPr>
            <a:xfrm>
              <a:off x="2623907" y="1198803"/>
              <a:ext cx="1364144" cy="272899"/>
              <a:chOff x="2623907" y="1198803"/>
              <a:chExt cx="1364144" cy="272899"/>
            </a:xfrm>
          </p:grpSpPr>
          <p:sp>
            <p:nvSpPr>
              <p:cNvPr id="9143" name="Google Shape;9143;p59"/>
              <p:cNvSpPr/>
              <p:nvPr/>
            </p:nvSpPr>
            <p:spPr>
              <a:xfrm>
                <a:off x="3715152" y="1198803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59"/>
              <p:cNvSpPr/>
              <p:nvPr/>
            </p:nvSpPr>
            <p:spPr>
              <a:xfrm>
                <a:off x="2623907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59"/>
              <p:cNvSpPr/>
              <p:nvPr/>
            </p:nvSpPr>
            <p:spPr>
              <a:xfrm>
                <a:off x="2896718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59"/>
              <p:cNvSpPr/>
              <p:nvPr/>
            </p:nvSpPr>
            <p:spPr>
              <a:xfrm>
                <a:off x="3169529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59"/>
              <p:cNvSpPr/>
              <p:nvPr/>
            </p:nvSpPr>
            <p:spPr>
              <a:xfrm>
                <a:off x="3442341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48" name="Google Shape;9148;p59"/>
            <p:cNvGrpSpPr/>
            <p:nvPr/>
          </p:nvGrpSpPr>
          <p:grpSpPr>
            <a:xfrm>
              <a:off x="2623904" y="1476964"/>
              <a:ext cx="1364144" cy="272899"/>
              <a:chOff x="2623904" y="1476964"/>
              <a:chExt cx="1364144" cy="272899"/>
            </a:xfrm>
          </p:grpSpPr>
          <p:sp>
            <p:nvSpPr>
              <p:cNvPr id="9149" name="Google Shape;9149;p59"/>
              <p:cNvSpPr/>
              <p:nvPr/>
            </p:nvSpPr>
            <p:spPr>
              <a:xfrm>
                <a:off x="3169527" y="1476964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0" name="Google Shape;9150;p59"/>
              <p:cNvSpPr/>
              <p:nvPr/>
            </p:nvSpPr>
            <p:spPr>
              <a:xfrm>
                <a:off x="3442338" y="1476964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59"/>
              <p:cNvSpPr/>
              <p:nvPr/>
            </p:nvSpPr>
            <p:spPr>
              <a:xfrm>
                <a:off x="3715149" y="1476964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59"/>
              <p:cNvSpPr/>
              <p:nvPr/>
            </p:nvSpPr>
            <p:spPr>
              <a:xfrm>
                <a:off x="2623904" y="1476964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59"/>
              <p:cNvSpPr/>
              <p:nvPr/>
            </p:nvSpPr>
            <p:spPr>
              <a:xfrm>
                <a:off x="2896716" y="1476964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54" name="Google Shape;9154;p59"/>
            <p:cNvGrpSpPr/>
            <p:nvPr/>
          </p:nvGrpSpPr>
          <p:grpSpPr>
            <a:xfrm>
              <a:off x="2623907" y="1749775"/>
              <a:ext cx="1364144" cy="272899"/>
              <a:chOff x="2623907" y="1749775"/>
              <a:chExt cx="1364144" cy="272899"/>
            </a:xfrm>
          </p:grpSpPr>
          <p:sp>
            <p:nvSpPr>
              <p:cNvPr id="9155" name="Google Shape;9155;p59"/>
              <p:cNvSpPr/>
              <p:nvPr/>
            </p:nvSpPr>
            <p:spPr>
              <a:xfrm>
                <a:off x="3442341" y="1749775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6" name="Google Shape;9156;p59"/>
              <p:cNvSpPr/>
              <p:nvPr/>
            </p:nvSpPr>
            <p:spPr>
              <a:xfrm>
                <a:off x="3715152" y="1749775"/>
                <a:ext cx="272899" cy="272899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59"/>
              <p:cNvSpPr/>
              <p:nvPr/>
            </p:nvSpPr>
            <p:spPr>
              <a:xfrm>
                <a:off x="2623907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59"/>
              <p:cNvSpPr/>
              <p:nvPr/>
            </p:nvSpPr>
            <p:spPr>
              <a:xfrm>
                <a:off x="2896718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59"/>
              <p:cNvSpPr/>
              <p:nvPr/>
            </p:nvSpPr>
            <p:spPr>
              <a:xfrm>
                <a:off x="3169529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60" name="Google Shape;9160;p59"/>
            <p:cNvGrpSpPr/>
            <p:nvPr/>
          </p:nvGrpSpPr>
          <p:grpSpPr>
            <a:xfrm>
              <a:off x="2623904" y="2027936"/>
              <a:ext cx="1364144" cy="272899"/>
              <a:chOff x="2623904" y="2027936"/>
              <a:chExt cx="1364144" cy="272899"/>
            </a:xfrm>
          </p:grpSpPr>
          <p:sp>
            <p:nvSpPr>
              <p:cNvPr id="9161" name="Google Shape;9161;p59"/>
              <p:cNvSpPr/>
              <p:nvPr/>
            </p:nvSpPr>
            <p:spPr>
              <a:xfrm>
                <a:off x="2623904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59"/>
              <p:cNvSpPr/>
              <p:nvPr/>
            </p:nvSpPr>
            <p:spPr>
              <a:xfrm>
                <a:off x="2896716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59"/>
              <p:cNvSpPr/>
              <p:nvPr/>
            </p:nvSpPr>
            <p:spPr>
              <a:xfrm>
                <a:off x="3169527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59"/>
              <p:cNvSpPr/>
              <p:nvPr/>
            </p:nvSpPr>
            <p:spPr>
              <a:xfrm>
                <a:off x="3442338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59"/>
              <p:cNvSpPr/>
              <p:nvPr/>
            </p:nvSpPr>
            <p:spPr>
              <a:xfrm>
                <a:off x="3715149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66" name="Google Shape;9166;p59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9167" name="Google Shape;9167;p5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59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9186" name="Google Shape;9186;p5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9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59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9189" name="Google Shape;9189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9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59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9192" name="Google Shape;9192;p5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9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9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59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9201" name="Google Shape;9201;p5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59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9207" name="Google Shape;9207;p5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5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9213" name="Google Shape;9213;p5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9214" name="Google Shape;9214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6" name="Google Shape;9216;p5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9217" name="Google Shape;9217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8" name="Google Shape;9218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9" name="Google Shape;9219;p5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9220" name="Google Shape;9220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1" name="Google Shape;9221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2" name="Google Shape;9222;p5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9223" name="Google Shape;9223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5" name="Google Shape;9225;p5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9226" name="Google Shape;9226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28" name="Google Shape;9228;p59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9229" name="Google Shape;9229;p59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9230" name="Google Shape;9230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31" name="Google Shape;9231;p5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9232" name="Google Shape;9232;p59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9233" name="Google Shape;9233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34" name="Google Shape;9234;p5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9235" name="Google Shape;9235;p59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9236" name="Google Shape;9236;p5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9237" name="Google Shape;9237;p5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9238" name="Google Shape;9238;p5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39" name="Google Shape;9239;p5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240" name="Google Shape;9240;p59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9241" name="Google Shape;9241;p59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9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9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9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9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9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9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9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9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9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9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9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9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59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9255" name="Google Shape;9255;p59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56" name="Google Shape;9256;p59"/>
            <p:cNvCxnSpPr>
              <a:stCxn id="925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57" name="Google Shape;9257;p59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58" name="Google Shape;9258;p59"/>
            <p:cNvCxnSpPr>
              <a:endCxn id="9257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59" name="Google Shape;9259;p59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60" name="Google Shape;9260;p59"/>
            <p:cNvCxnSpPr>
              <a:stCxn id="9259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61" name="Google Shape;9261;p59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62" name="Google Shape;9262;p59"/>
            <p:cNvCxnSpPr>
              <a:endCxn id="926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263" name="Google Shape;9263;p59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9264" name="Google Shape;9264;p59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9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9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9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5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9269" name="Google Shape;9269;p59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270" name="Google Shape;9270;p59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59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59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59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59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59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59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77" name="Google Shape;9277;p59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278" name="Google Shape;9278;p59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59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59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59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59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59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59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85" name="Google Shape;9285;p59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286" name="Google Shape;9286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93" name="Google Shape;9293;p59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294" name="Google Shape;9294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7" name="Google Shape;9297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8" name="Google Shape;9298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9" name="Google Shape;9299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0" name="Google Shape;9300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01" name="Google Shape;9301;p59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302" name="Google Shape;9302;p59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3" name="Google Shape;9303;p59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4" name="Google Shape;9304;p59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5" name="Google Shape;9305;p59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6" name="Google Shape;9306;p59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7" name="Google Shape;9307;p59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59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09" name="Google Shape;9309;p5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310" name="Google Shape;9310;p5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11" name="Google Shape;9311;p5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312" name="Google Shape;9312;p59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313" name="Google Shape;9313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20" name="Google Shape;9320;p59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321" name="Google Shape;9321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28" name="Google Shape;9328;p59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329" name="Google Shape;9329;p5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333" name="Google Shape;9333;p59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334" name="Google Shape;9334;p59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335" name="Google Shape;9335;p59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336" name="Google Shape;9336;p59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337" name="Google Shape;9337;p59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59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339" name="Google Shape;9339;p59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9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9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9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9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9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9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9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59"/>
          <p:cNvGrpSpPr/>
          <p:nvPr/>
        </p:nvGrpSpPr>
        <p:grpSpPr>
          <a:xfrm>
            <a:off x="5900602" y="1193063"/>
            <a:ext cx="1299869" cy="1023338"/>
            <a:chOff x="5900602" y="1193063"/>
            <a:chExt cx="1299869" cy="1023338"/>
          </a:xfrm>
        </p:grpSpPr>
        <p:grpSp>
          <p:nvGrpSpPr>
            <p:cNvPr id="9348" name="Google Shape;9348;p59"/>
            <p:cNvGrpSpPr/>
            <p:nvPr/>
          </p:nvGrpSpPr>
          <p:grpSpPr>
            <a:xfrm>
              <a:off x="6743564" y="1193063"/>
              <a:ext cx="456907" cy="700379"/>
              <a:chOff x="6743564" y="1193063"/>
              <a:chExt cx="456907" cy="700379"/>
            </a:xfrm>
          </p:grpSpPr>
          <p:grpSp>
            <p:nvGrpSpPr>
              <p:cNvPr id="9349" name="Google Shape;9349;p59"/>
              <p:cNvGrpSpPr/>
              <p:nvPr/>
            </p:nvGrpSpPr>
            <p:grpSpPr>
              <a:xfrm>
                <a:off x="6743564" y="1690724"/>
                <a:ext cx="214416" cy="202717"/>
                <a:chOff x="6743564" y="1690724"/>
                <a:chExt cx="214416" cy="202717"/>
              </a:xfrm>
            </p:grpSpPr>
            <p:sp>
              <p:nvSpPr>
                <p:cNvPr id="9350" name="Google Shape;9350;p59"/>
                <p:cNvSpPr/>
                <p:nvPr/>
              </p:nvSpPr>
              <p:spPr>
                <a:xfrm rot="-5400000">
                  <a:off x="6796935" y="1637353"/>
                  <a:ext cx="107673" cy="214416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1" name="Google Shape;9351;p59"/>
                <p:cNvSpPr/>
                <p:nvPr/>
              </p:nvSpPr>
              <p:spPr>
                <a:xfrm rot="-5400000">
                  <a:off x="6797062" y="1744953"/>
                  <a:ext cx="95052" cy="201926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2" name="Google Shape;9352;p59"/>
              <p:cNvGrpSpPr/>
              <p:nvPr/>
            </p:nvGrpSpPr>
            <p:grpSpPr>
              <a:xfrm>
                <a:off x="6915505" y="1193063"/>
                <a:ext cx="284966" cy="589637"/>
                <a:chOff x="6915505" y="1193063"/>
                <a:chExt cx="284966" cy="589637"/>
              </a:xfrm>
            </p:grpSpPr>
            <p:sp>
              <p:nvSpPr>
                <p:cNvPr id="9353" name="Google Shape;9353;p59"/>
                <p:cNvSpPr/>
                <p:nvPr/>
              </p:nvSpPr>
              <p:spPr>
                <a:xfrm>
                  <a:off x="6915505" y="1193063"/>
                  <a:ext cx="284966" cy="63652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54" name="Google Shape;9354;p59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55" name="Google Shape;9355;p59"/>
            <p:cNvGrpSpPr/>
            <p:nvPr/>
          </p:nvGrpSpPr>
          <p:grpSpPr>
            <a:xfrm>
              <a:off x="6520337" y="1193063"/>
              <a:ext cx="341833" cy="801589"/>
              <a:chOff x="6520337" y="1193063"/>
              <a:chExt cx="341833" cy="801589"/>
            </a:xfrm>
          </p:grpSpPr>
          <p:grpSp>
            <p:nvGrpSpPr>
              <p:cNvPr id="9356" name="Google Shape;9356;p59"/>
              <p:cNvGrpSpPr/>
              <p:nvPr/>
            </p:nvGrpSpPr>
            <p:grpSpPr>
              <a:xfrm>
                <a:off x="6520337" y="1589514"/>
                <a:ext cx="213964" cy="405138"/>
                <a:chOff x="6520337" y="1589514"/>
                <a:chExt cx="213964" cy="405138"/>
              </a:xfrm>
            </p:grpSpPr>
            <p:sp>
              <p:nvSpPr>
                <p:cNvPr id="9357" name="Google Shape;9357;p59"/>
                <p:cNvSpPr/>
                <p:nvPr/>
              </p:nvSpPr>
              <p:spPr>
                <a:xfrm rot="-5400000">
                  <a:off x="6522864" y="1586987"/>
                  <a:ext cx="208867" cy="213920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8" name="Google Shape;9358;p59"/>
                <p:cNvSpPr/>
                <p:nvPr/>
              </p:nvSpPr>
              <p:spPr>
                <a:xfrm rot="-5400000">
                  <a:off x="6529205" y="1789556"/>
                  <a:ext cx="196263" cy="213929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9" name="Google Shape;9359;p59"/>
              <p:cNvGrpSpPr/>
              <p:nvPr/>
            </p:nvGrpSpPr>
            <p:grpSpPr>
              <a:xfrm>
                <a:off x="6577204" y="1193063"/>
                <a:ext cx="284966" cy="453562"/>
                <a:chOff x="6577204" y="1193063"/>
                <a:chExt cx="284966" cy="453562"/>
              </a:xfrm>
            </p:grpSpPr>
            <p:sp>
              <p:nvSpPr>
                <p:cNvPr id="9360" name="Google Shape;9360;p59"/>
                <p:cNvSpPr/>
                <p:nvPr/>
              </p:nvSpPr>
              <p:spPr>
                <a:xfrm>
                  <a:off x="6577204" y="1193063"/>
                  <a:ext cx="284966" cy="63652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61" name="Google Shape;9361;p59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62" name="Google Shape;9362;p59"/>
            <p:cNvGrpSpPr/>
            <p:nvPr/>
          </p:nvGrpSpPr>
          <p:grpSpPr>
            <a:xfrm>
              <a:off x="6238903" y="1193063"/>
              <a:ext cx="300491" cy="901782"/>
              <a:chOff x="6238903" y="1193063"/>
              <a:chExt cx="300491" cy="901782"/>
            </a:xfrm>
          </p:grpSpPr>
          <p:grpSp>
            <p:nvGrpSpPr>
              <p:cNvPr id="9363" name="Google Shape;9363;p59"/>
              <p:cNvGrpSpPr/>
              <p:nvPr/>
            </p:nvGrpSpPr>
            <p:grpSpPr>
              <a:xfrm>
                <a:off x="6290865" y="1489295"/>
                <a:ext cx="248530" cy="605550"/>
                <a:chOff x="6290865" y="1489295"/>
                <a:chExt cx="248530" cy="605550"/>
              </a:xfrm>
            </p:grpSpPr>
            <p:sp>
              <p:nvSpPr>
                <p:cNvPr id="9364" name="Google Shape;9364;p59"/>
                <p:cNvSpPr/>
                <p:nvPr/>
              </p:nvSpPr>
              <p:spPr>
                <a:xfrm rot="-5400000">
                  <a:off x="6260587" y="1519573"/>
                  <a:ext cx="309086" cy="248530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65" name="Google Shape;9365;p59"/>
                <p:cNvSpPr/>
                <p:nvPr/>
              </p:nvSpPr>
              <p:spPr>
                <a:xfrm rot="-5400000">
                  <a:off x="6266915" y="1822365"/>
                  <a:ext cx="296456" cy="248504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66" name="Google Shape;9366;p59"/>
              <p:cNvGrpSpPr/>
              <p:nvPr/>
            </p:nvGrpSpPr>
            <p:grpSpPr>
              <a:xfrm>
                <a:off x="6238903" y="1193063"/>
                <a:ext cx="284966" cy="327512"/>
                <a:chOff x="6238903" y="1193063"/>
                <a:chExt cx="284966" cy="327512"/>
              </a:xfrm>
            </p:grpSpPr>
            <p:sp>
              <p:nvSpPr>
                <p:cNvPr id="9367" name="Google Shape;9367;p59"/>
                <p:cNvSpPr/>
                <p:nvPr/>
              </p:nvSpPr>
              <p:spPr>
                <a:xfrm>
                  <a:off x="6238903" y="1193063"/>
                  <a:ext cx="284966" cy="63652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68" name="Google Shape;9368;p59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69" name="Google Shape;9369;p59"/>
            <p:cNvGrpSpPr/>
            <p:nvPr/>
          </p:nvGrpSpPr>
          <p:grpSpPr>
            <a:xfrm>
              <a:off x="5900602" y="1193063"/>
              <a:ext cx="444365" cy="1023338"/>
              <a:chOff x="5900602" y="1193063"/>
              <a:chExt cx="444365" cy="1023338"/>
            </a:xfrm>
          </p:grpSpPr>
          <p:grpSp>
            <p:nvGrpSpPr>
              <p:cNvPr id="9370" name="Google Shape;9370;p59"/>
              <p:cNvGrpSpPr/>
              <p:nvPr/>
            </p:nvGrpSpPr>
            <p:grpSpPr>
              <a:xfrm>
                <a:off x="6046501" y="1367757"/>
                <a:ext cx="298465" cy="848644"/>
                <a:chOff x="6046501" y="1367757"/>
                <a:chExt cx="298465" cy="848644"/>
              </a:xfrm>
            </p:grpSpPr>
            <p:sp>
              <p:nvSpPr>
                <p:cNvPr id="9371" name="Google Shape;9371;p59"/>
                <p:cNvSpPr/>
                <p:nvPr/>
              </p:nvSpPr>
              <p:spPr>
                <a:xfrm rot="-5400000">
                  <a:off x="5980413" y="1433845"/>
                  <a:ext cx="430641" cy="298465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72" name="Google Shape;9372;p59"/>
                <p:cNvSpPr/>
                <p:nvPr/>
              </p:nvSpPr>
              <p:spPr>
                <a:xfrm rot="-5400000">
                  <a:off x="5986741" y="1858175"/>
                  <a:ext cx="418012" cy="298439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73" name="Google Shape;9373;p59"/>
              <p:cNvGrpSpPr/>
              <p:nvPr/>
            </p:nvGrpSpPr>
            <p:grpSpPr>
              <a:xfrm>
                <a:off x="5900602" y="1193063"/>
                <a:ext cx="284966" cy="182312"/>
                <a:chOff x="5900602" y="1193063"/>
                <a:chExt cx="284966" cy="182312"/>
              </a:xfrm>
            </p:grpSpPr>
            <p:sp>
              <p:nvSpPr>
                <p:cNvPr id="9374" name="Google Shape;9374;p59"/>
                <p:cNvSpPr/>
                <p:nvPr/>
              </p:nvSpPr>
              <p:spPr>
                <a:xfrm>
                  <a:off x="5900602" y="1193063"/>
                  <a:ext cx="284966" cy="63652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75" name="Google Shape;9375;p5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376" name="Google Shape;9376;p59"/>
          <p:cNvGrpSpPr/>
          <p:nvPr/>
        </p:nvGrpSpPr>
        <p:grpSpPr>
          <a:xfrm>
            <a:off x="7238484" y="1193208"/>
            <a:ext cx="1219413" cy="1051379"/>
            <a:chOff x="7287122" y="1165658"/>
            <a:chExt cx="1219413" cy="1051379"/>
          </a:xfrm>
        </p:grpSpPr>
        <p:grpSp>
          <p:nvGrpSpPr>
            <p:cNvPr id="9377" name="Google Shape;9377;p59"/>
            <p:cNvGrpSpPr/>
            <p:nvPr/>
          </p:nvGrpSpPr>
          <p:grpSpPr>
            <a:xfrm>
              <a:off x="7287162" y="1969723"/>
              <a:ext cx="1219372" cy="247314"/>
              <a:chOff x="7287162" y="1969723"/>
              <a:chExt cx="1219372" cy="247314"/>
            </a:xfrm>
          </p:grpSpPr>
          <p:sp>
            <p:nvSpPr>
              <p:cNvPr id="9378" name="Google Shape;9378;p59"/>
              <p:cNvSpPr/>
              <p:nvPr/>
            </p:nvSpPr>
            <p:spPr>
              <a:xfrm flipH="1">
                <a:off x="8366239" y="1969723"/>
                <a:ext cx="140295" cy="247314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79" name="Google Shape;9379;p59"/>
              <p:cNvGrpSpPr/>
              <p:nvPr/>
            </p:nvGrpSpPr>
            <p:grpSpPr>
              <a:xfrm>
                <a:off x="7287162" y="2063892"/>
                <a:ext cx="1151713" cy="73432"/>
                <a:chOff x="7287162" y="2063892"/>
                <a:chExt cx="1151713" cy="73432"/>
              </a:xfrm>
            </p:grpSpPr>
            <p:sp>
              <p:nvSpPr>
                <p:cNvPr id="9380" name="Google Shape;9380;p59"/>
                <p:cNvSpPr/>
                <p:nvPr/>
              </p:nvSpPr>
              <p:spPr>
                <a:xfrm flipH="1">
                  <a:off x="7287162" y="2063892"/>
                  <a:ext cx="507062" cy="73432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81" name="Google Shape;9381;p5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82" name="Google Shape;9382;p59"/>
            <p:cNvGrpSpPr/>
            <p:nvPr/>
          </p:nvGrpSpPr>
          <p:grpSpPr>
            <a:xfrm>
              <a:off x="7287122" y="1712201"/>
              <a:ext cx="1219403" cy="246780"/>
              <a:chOff x="7287122" y="1712201"/>
              <a:chExt cx="1219403" cy="246780"/>
            </a:xfrm>
          </p:grpSpPr>
          <p:sp>
            <p:nvSpPr>
              <p:cNvPr id="9383" name="Google Shape;9383;p59"/>
              <p:cNvSpPr/>
              <p:nvPr/>
            </p:nvSpPr>
            <p:spPr>
              <a:xfrm flipH="1">
                <a:off x="8226234" y="1712201"/>
                <a:ext cx="280291" cy="246780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84" name="Google Shape;9384;p5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385" name="Google Shape;9385;p5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86" name="Google Shape;9386;p5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87" name="Google Shape;9387;p59"/>
            <p:cNvGrpSpPr/>
            <p:nvPr/>
          </p:nvGrpSpPr>
          <p:grpSpPr>
            <a:xfrm>
              <a:off x="7287162" y="1447520"/>
              <a:ext cx="1219363" cy="286683"/>
              <a:chOff x="7287162" y="1447520"/>
              <a:chExt cx="1219363" cy="286683"/>
            </a:xfrm>
          </p:grpSpPr>
          <p:sp>
            <p:nvSpPr>
              <p:cNvPr id="9388" name="Google Shape;9388;p59"/>
              <p:cNvSpPr/>
              <p:nvPr/>
            </p:nvSpPr>
            <p:spPr>
              <a:xfrm flipH="1">
                <a:off x="8087641" y="1447520"/>
                <a:ext cx="418884" cy="286683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89" name="Google Shape;9389;p59"/>
              <p:cNvGrpSpPr/>
              <p:nvPr/>
            </p:nvGrpSpPr>
            <p:grpSpPr>
              <a:xfrm>
                <a:off x="7287162" y="1581977"/>
                <a:ext cx="852763" cy="73432"/>
                <a:chOff x="7287162" y="1581977"/>
                <a:chExt cx="852763" cy="73432"/>
              </a:xfrm>
            </p:grpSpPr>
            <p:sp>
              <p:nvSpPr>
                <p:cNvPr id="9390" name="Google Shape;9390;p59"/>
                <p:cNvSpPr/>
                <p:nvPr/>
              </p:nvSpPr>
              <p:spPr>
                <a:xfrm flipH="1">
                  <a:off x="7287162" y="1581977"/>
                  <a:ext cx="507062" cy="73432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91" name="Google Shape;9391;p5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92" name="Google Shape;9392;p59"/>
            <p:cNvGrpSpPr/>
            <p:nvPr/>
          </p:nvGrpSpPr>
          <p:grpSpPr>
            <a:xfrm>
              <a:off x="7287162" y="1165658"/>
              <a:ext cx="1219363" cy="344284"/>
              <a:chOff x="7287162" y="1165658"/>
              <a:chExt cx="1219363" cy="344284"/>
            </a:xfrm>
          </p:grpSpPr>
          <p:sp>
            <p:nvSpPr>
              <p:cNvPr id="9393" name="Google Shape;9393;p59"/>
              <p:cNvSpPr/>
              <p:nvPr/>
            </p:nvSpPr>
            <p:spPr>
              <a:xfrm flipH="1">
                <a:off x="7919504" y="1165658"/>
                <a:ext cx="587021" cy="344284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94" name="Google Shape;9394;p59"/>
              <p:cNvGrpSpPr/>
              <p:nvPr/>
            </p:nvGrpSpPr>
            <p:grpSpPr>
              <a:xfrm>
                <a:off x="7287162" y="1341025"/>
                <a:ext cx="695663" cy="73423"/>
                <a:chOff x="7287162" y="1341025"/>
                <a:chExt cx="695663" cy="73423"/>
              </a:xfrm>
            </p:grpSpPr>
            <p:sp>
              <p:nvSpPr>
                <p:cNvPr id="9395" name="Google Shape;9395;p59"/>
                <p:cNvSpPr/>
                <p:nvPr/>
              </p:nvSpPr>
              <p:spPr>
                <a:xfrm flipH="1">
                  <a:off x="7287162" y="1341025"/>
                  <a:ext cx="507062" cy="73423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96" name="Google Shape;9396;p5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00" name="Shape 9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01" name="Google Shape;9401;p60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9402" name="Google Shape;9402;p60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0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0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0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0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0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09" name="Google Shape;9409;p60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9410" name="Google Shape;9410;p60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60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2" name="Google Shape;9412;p60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13" name="Google Shape;9413;p60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0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0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9416" name="Google Shape;9416;p60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9417" name="Google Shape;9417;p60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60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19" name="Google Shape;9419;p60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0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0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0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0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0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9426" name="Google Shape;9426;p60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9427" name="Google Shape;9427;p60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60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29" name="Google Shape;9429;p60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0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0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3" name="Google Shape;9433;p60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4" name="Google Shape;9434;p60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5" name="Google Shape;9435;p60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6" name="Google Shape;9436;p60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9437" name="Google Shape;9437;p60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0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0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0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0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0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0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0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0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0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0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0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0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0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0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0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0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0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0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0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0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0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0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0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0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0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0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0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0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0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0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0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0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0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0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0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0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0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0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0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0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0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0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0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0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0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0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0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0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0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0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0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0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0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0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0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0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0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0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0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0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0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0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0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0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0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0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0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0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0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0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0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0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0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0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0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0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0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0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0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0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0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0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0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0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31" name="Google Shape;9531;p60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9532" name="Google Shape;9532;p60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60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60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60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60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60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60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9" name="Google Shape;9539;p60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60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1" name="Google Shape;9541;p60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2" name="Google Shape;9542;p60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60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60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60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46" name="Google Shape;9546;p60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0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0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0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0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0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0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0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4" name="Google Shape;9554;p60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9555" name="Google Shape;9555;p60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56" name="Google Shape;9556;p60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9557" name="Google Shape;9557;p60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60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60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60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60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60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63" name="Google Shape;9563;p60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9564" name="Google Shape;9564;p60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65" name="Google Shape;9565;p60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9566" name="Google Shape;9566;p60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7" name="Google Shape;9567;p60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60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60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60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60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72" name="Google Shape;9572;p60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9573" name="Google Shape;9573;p60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9574" name="Google Shape;9574;p60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60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60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60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8" name="Google Shape;9578;p60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9" name="Google Shape;9579;p60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60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81" name="Google Shape;9581;p60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0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0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0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0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60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9587" name="Google Shape;9587;p60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88" name="Google Shape;9588;p60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9589" name="Google Shape;9589;p60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0" name="Google Shape;9590;p60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591" name="Google Shape;9591;p60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9592" name="Google Shape;9592;p60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3" name="Google Shape;9593;p60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4" name="Google Shape;9594;p60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5" name="Google Shape;9595;p60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6" name="Google Shape;9596;p60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7" name="Google Shape;9597;p60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8" name="Google Shape;9598;p60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9" name="Google Shape;9599;p60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0" name="Google Shape;9600;p60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1" name="Google Shape;9601;p60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2" name="Google Shape;9602;p60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3" name="Google Shape;9603;p60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4" name="Google Shape;9604;p60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5" name="Google Shape;9605;p60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6" name="Google Shape;9606;p60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7" name="Google Shape;9607;p60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8" name="Google Shape;9608;p60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9" name="Google Shape;9609;p60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0" name="Google Shape;9610;p60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1" name="Google Shape;9611;p60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2" name="Google Shape;9612;p60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13" name="Google Shape;9613;p60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9614" name="Google Shape;9614;p60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0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0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0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60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9619" name="Google Shape;9619;p60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9620" name="Google Shape;9620;p60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1" name="Google Shape;9621;p60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60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3" name="Google Shape;9623;p60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4" name="Google Shape;9624;p60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5" name="Google Shape;9625;p60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9626" name="Google Shape;9626;p60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7" name="Google Shape;9627;p60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8" name="Google Shape;9628;p60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9" name="Google Shape;9629;p60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0" name="Google Shape;9630;p60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31" name="Google Shape;9631;p60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9632" name="Google Shape;9632;p60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3" name="Google Shape;9633;p60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4" name="Google Shape;9634;p60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60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60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37" name="Google Shape;963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38" name="Google Shape;9638;p60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9639" name="Google Shape;9639;p60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9640" name="Google Shape;9640;p60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60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60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60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44" name="Google Shape;9644;p60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9645" name="Google Shape;9645;p60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46" name="Google Shape;9646;p60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9647" name="Google Shape;9647;p60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8" name="Google Shape;9648;p60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9" name="Google Shape;9649;p60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0" name="Google Shape;9650;p60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51" name="Google Shape;9651;p60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9652" name="Google Shape;9652;p60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9653" name="Google Shape;9653;p60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4" name="Google Shape;9654;p60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5" name="Google Shape;9655;p60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6" name="Google Shape;9656;p60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7" name="Google Shape;9657;p60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8" name="Google Shape;9658;p60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9" name="Google Shape;9659;p60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0" name="Google Shape;9660;p60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1" name="Google Shape;9661;p60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2" name="Google Shape;9662;p60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3" name="Google Shape;9663;p60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4" name="Google Shape;9664;p60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5" name="Google Shape;9665;p60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6" name="Google Shape;9666;p60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7" name="Google Shape;9667;p60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8" name="Google Shape;9668;p60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9" name="Google Shape;9669;p60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0" name="Google Shape;9670;p60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1" name="Google Shape;9671;p60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2" name="Google Shape;9672;p60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3" name="Google Shape;9673;p60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4" name="Google Shape;9674;p60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5" name="Google Shape;9675;p60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6" name="Google Shape;9676;p60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7" name="Google Shape;9677;p60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8" name="Google Shape;9678;p60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60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60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1" name="Google Shape;9681;p60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82" name="Google Shape;9682;p60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0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4" name="Google Shape;9684;p60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9685" name="Google Shape;9685;p60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0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7" name="Google Shape;9687;p60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8" name="Google Shape;9688;p60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9689" name="Google Shape;9689;p60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0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0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0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0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0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0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0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0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0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9" name="Google Shape;9699;p60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9700" name="Google Shape;9700;p60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01" name="Google Shape;9701;p60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9702" name="Google Shape;9702;p60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3" name="Google Shape;9703;p60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60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5" name="Google Shape;9705;p60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6" name="Google Shape;9706;p60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7" name="Google Shape;9707;p60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8" name="Google Shape;9708;p60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60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60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1" name="Google Shape;9711;p60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2" name="Google Shape;9712;p60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3" name="Google Shape;9713;p60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4" name="Google Shape;9714;p60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5" name="Google Shape;9715;p60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6" name="Google Shape;9716;p60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7" name="Google Shape;9717;p60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8" name="Google Shape;9718;p60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9" name="Google Shape;9719;p60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0" name="Google Shape;9720;p60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1" name="Google Shape;9721;p60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2" name="Google Shape;9722;p60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60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60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60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6" name="Google Shape;9726;p60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60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8" name="Google Shape;9728;p60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60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0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60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60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0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60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60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60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7" name="Google Shape;9737;p60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8" name="Google Shape;9738;p60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9" name="Google Shape;9739;p60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0" name="Google Shape;9740;p60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1" name="Google Shape;9741;p60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2" name="Google Shape;9742;p60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3" name="Google Shape;9743;p60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4" name="Google Shape;9744;p60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5" name="Google Shape;9745;p60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6" name="Google Shape;9746;p60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7" name="Google Shape;9747;p60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8" name="Google Shape;9748;p60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9" name="Google Shape;9749;p60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0" name="Google Shape;9750;p60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1" name="Google Shape;9751;p60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2" name="Google Shape;9752;p60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3" name="Google Shape;9753;p60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60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60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60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60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60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60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60" name="Google Shape;9760;p60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9761" name="Google Shape;9761;p60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62" name="Google Shape;9762;p60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9763" name="Google Shape;9763;p60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60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60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60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60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8" name="Google Shape;9768;p60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60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60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60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60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60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60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60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6" name="Google Shape;9776;p60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7" name="Google Shape;9777;p60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60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9" name="Google Shape;9779;p60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0" name="Google Shape;9780;p60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1" name="Google Shape;9781;p60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2" name="Google Shape;9782;p60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60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60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5" name="Google Shape;9785;p60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6" name="Google Shape;9786;p60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7" name="Google Shape;9787;p60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60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60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60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1" name="Google Shape;9791;p60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2" name="Google Shape;9792;p60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3" name="Google Shape;9793;p60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4" name="Google Shape;9794;p60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5" name="Google Shape;9795;p60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6" name="Google Shape;9796;p60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60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60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60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0" name="Google Shape;9800;p60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1" name="Google Shape;9801;p60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60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60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60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60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60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60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60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60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0" name="Google Shape;9810;p60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1" name="Google Shape;9811;p60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2" name="Google Shape;9812;p60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3" name="Google Shape;9813;p60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60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5" name="Google Shape;9815;p60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60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60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60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9" name="Google Shape;9819;p60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60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60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60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0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60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60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60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60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60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0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60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60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60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60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60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0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60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60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60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60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60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60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60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3" name="Google Shape;9843;p60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60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60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60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0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60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60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60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60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60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60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60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60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60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60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60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9" name="Google Shape;9859;p60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60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60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60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60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60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60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60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60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60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60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0" name="Google Shape;9870;p60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1" name="Google Shape;9871;p60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60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60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60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5" name="Google Shape;9875;p60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60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60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60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79" name="Google Shape;9879;p60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9880" name="Google Shape;9880;p60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81" name="Google Shape;9881;p60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9882" name="Google Shape;9882;p60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60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60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60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60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60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60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60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60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60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60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893" name="Google Shape;9893;p60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97" name="Shape 9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8" name="Google Shape;9898;p61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9" name="Google Shape;9899;p61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9900" name="Google Shape;9900;p61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01" name="Google Shape;9901;p61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9902" name="Google Shape;9902;p61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61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61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61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61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7" name="Google Shape;9907;p61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61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61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61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61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61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61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61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61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1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61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61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61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61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61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61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61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61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61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61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61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61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61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61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61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61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61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61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61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61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7" name="Google Shape;9937;p61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61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61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61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1" name="Google Shape;9941;p61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61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61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61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5" name="Google Shape;9945;p61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61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7" name="Google Shape;9947;p61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8" name="Google Shape;9948;p61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61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61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61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61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61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4" name="Google Shape;9954;p61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5" name="Google Shape;9955;p61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6" name="Google Shape;9956;p61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7" name="Google Shape;9957;p61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61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61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61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61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61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61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964" name="Google Shape;9964;p61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5" name="Google Shape;9965;p61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6" name="Google Shape;9966;p61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7" name="Google Shape;9967;p61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8" name="Google Shape;9968;p61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9" name="Google Shape;9969;p61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9970" name="Google Shape;9970;p61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9971" name="Google Shape;9971;p61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61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73" name="Google Shape;9973;p61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9974" name="Google Shape;9974;p61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61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61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61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61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61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61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61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61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61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61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61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61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61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61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61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61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61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61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61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61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61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61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61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61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61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0" name="Google Shape;10000;p61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1" name="Google Shape;10001;p61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61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61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61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61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61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61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61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61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61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1" name="Google Shape;10011;p61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2" name="Google Shape;10012;p61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61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61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61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61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7" name="Google Shape;10017;p61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61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61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61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61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2" name="Google Shape;10022;p61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3" name="Google Shape;10023;p61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4" name="Google Shape;10024;p61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61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61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61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61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61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61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61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61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61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61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61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61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61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61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61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61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61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61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61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61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61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61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61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61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61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61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61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61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61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61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61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61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61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61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61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61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61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61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61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61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61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61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61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61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61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61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61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61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61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61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61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61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61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61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61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61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61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61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61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61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61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61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61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61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61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61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61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61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61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61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61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61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61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61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61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61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61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61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61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04" name="Google Shape;10104;p61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61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10106" name="Google Shape;10106;p61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10107" name="Google Shape;10107;p61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61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9" name="Google Shape;10109;p61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10110" name="Google Shape;10110;p61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61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61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61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61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61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61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61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61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61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61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61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61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61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61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61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61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61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61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61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61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61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61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61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61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61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61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61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8" name="Google Shape;10138;p61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61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61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61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61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61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61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61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61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61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61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61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61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61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61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61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61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61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61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61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61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61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61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61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61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61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61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61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61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61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61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61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61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71" name="Google Shape;10171;p61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2" name="Google Shape;10172;p61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10173" name="Google Shape;10173;p61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1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1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6" name="Google Shape;10176;p61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7" name="Google Shape;10177;p61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8" name="Google Shape;10178;p61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9" name="Google Shape;10179;p61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0" name="Google Shape;10180;p61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1" name="Google Shape;10181;p61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2" name="Google Shape;10182;p61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3" name="Google Shape;10183;p61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4" name="Google Shape;10184;p61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10185" name="Google Shape;10185;p61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10186" name="Google Shape;10186;p61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61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61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61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90" name="Google Shape;10190;p61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1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1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1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1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1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1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1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1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1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1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1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1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1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4" name="Google Shape;10204;p61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10205" name="Google Shape;10205;p61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10206" name="Google Shape;10206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8" name="Google Shape;10208;p61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10209" name="Google Shape;10209;p61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0" name="Google Shape;10210;p61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1" name="Google Shape;10211;p61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61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61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61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61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61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17" name="Google Shape;10217;p61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10218" name="Google Shape;10218;p61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10219" name="Google Shape;10219;p61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20" name="Google Shape;10220;p61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10221" name="Google Shape;10221;p61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2" name="Google Shape;10222;p61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3" name="Google Shape;10223;p61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4" name="Google Shape;10224;p61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5" name="Google Shape;10225;p61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6" name="Google Shape;10226;p61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7" name="Google Shape;10227;p61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8" name="Google Shape;10228;p61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9" name="Google Shape;10229;p61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0" name="Google Shape;10230;p61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1" name="Google Shape;10231;p61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2" name="Google Shape;10232;p61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3" name="Google Shape;10233;p61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4" name="Google Shape;10234;p61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5" name="Google Shape;10235;p61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6" name="Google Shape;10236;p61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7" name="Google Shape;10237;p61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8" name="Google Shape;10238;p61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9" name="Google Shape;10239;p61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0" name="Google Shape;10240;p61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1" name="Google Shape;10241;p61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2" name="Google Shape;10242;p61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3" name="Google Shape;10243;p61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244" name="Google Shape;10244;p61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10245" name="Google Shape;10245;p61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10246" name="Google Shape;10246;p61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7" name="Google Shape;10247;p61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8" name="Google Shape;10248;p61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10249" name="Google Shape;10249;p61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0" name="Google Shape;10250;p61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1" name="Google Shape;10251;p61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10252" name="Google Shape;10252;p61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3" name="Google Shape;10253;p61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4" name="Google Shape;10254;p61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10255" name="Google Shape;10255;p61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6" name="Google Shape;10256;p61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7" name="Google Shape;10257;p61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10258" name="Google Shape;10258;p61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9" name="Google Shape;10259;p61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260" name="Google Shape;10260;p61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10261" name="Google Shape;10261;p61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10262" name="Google Shape;10262;p61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3" name="Google Shape;10263;p61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64" name="Google Shape;10264;p61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10265" name="Google Shape;10265;p61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6" name="Google Shape;10266;p61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67" name="Google Shape;10267;p61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10268" name="Google Shape;10268;p61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9" name="Google Shape;10269;p61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0" name="Google Shape;10270;p61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10271" name="Google Shape;10271;p61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2" name="Google Shape;10272;p61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3" name="Google Shape;10273;p61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10274" name="Google Shape;10274;p61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5" name="Google Shape;10275;p61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276" name="Google Shape;10276;p61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10277" name="Google Shape;10277;p61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10278" name="Google Shape;10278;p61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79" name="Google Shape;10279;p61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10280" name="Google Shape;10280;p61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1" name="Google Shape;10281;p61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2" name="Google Shape;10282;p61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283" name="Google Shape;10283;p61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284" name="Google Shape;10284;p61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1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86" name="Google Shape;10286;p61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10287" name="Google Shape;10287;p61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8" name="Google Shape;10288;p61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9" name="Google Shape;10289;p61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90" name="Google Shape;10290;p61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10291" name="Google Shape;10291;p61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61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61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94" name="Google Shape;10294;p61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10295" name="Google Shape;10295;p61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10296" name="Google Shape;10296;p61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7" name="Google Shape;10297;p61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61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61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00" name="Google Shape;10300;p61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10301" name="Google Shape;10301;p61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61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61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4" name="Google Shape;10304;p61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5" name="Google Shape;10305;p61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61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61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61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61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10" name="Google Shape;10310;p61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10311" name="Google Shape;10311;p61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12" name="Google Shape;10312;p61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10313" name="Google Shape;10313;p61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14" name="Google Shape;10314;p61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10315" name="Google Shape;10315;p61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16" name="Google Shape;10316;p61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317" name="Google Shape;10317;p61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61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61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20" name="Google Shape;10320;p61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10321" name="Google Shape;10321;p61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2" name="Google Shape;10322;p61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3" name="Google Shape;10323;p61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324" name="Google Shape;10324;p61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61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26" name="Google Shape;10326;p61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10327" name="Google Shape;10327;p61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1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9" name="Google Shape;10329;p61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10330" name="Google Shape;10330;p61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1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1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3" name="Google Shape;10333;p61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10334" name="Google Shape;10334;p61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35" name="Google Shape;10335;p61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10336" name="Google Shape;10336;p61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10337" name="Google Shape;10337;p61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8" name="Google Shape;10338;p61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39" name="Google Shape;10339;p61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10340" name="Google Shape;10340;p61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1" name="Google Shape;10341;p61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2" name="Google Shape;10342;p61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3" name="Google Shape;10343;p61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4" name="Google Shape;10344;p61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5" name="Google Shape;10345;p61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6" name="Google Shape;10346;p61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7" name="Google Shape;10347;p61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8" name="Google Shape;10348;p61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9" name="Google Shape;10349;p61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0" name="Google Shape;10350;p61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1" name="Google Shape;10351;p61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2" name="Google Shape;10352;p61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3" name="Google Shape;10353;p61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4" name="Google Shape;10354;p61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5" name="Google Shape;10355;p61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6" name="Google Shape;10356;p61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7" name="Google Shape;10357;p61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8" name="Google Shape;10358;p61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9" name="Google Shape;10359;p61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0" name="Google Shape;10360;p61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1" name="Google Shape;10361;p61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2" name="Google Shape;10362;p61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3" name="Google Shape;10363;p61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4" name="Google Shape;10364;p61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5" name="Google Shape;10365;p61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6" name="Google Shape;10366;p61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7" name="Google Shape;10367;p61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8" name="Google Shape;10368;p61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9" name="Google Shape;10369;p61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0" name="Google Shape;10370;p61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1" name="Google Shape;10371;p61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2" name="Google Shape;10372;p61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3" name="Google Shape;10373;p61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4" name="Google Shape;10374;p61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5" name="Google Shape;10375;p61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6" name="Google Shape;10376;p61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7" name="Google Shape;10377;p61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8" name="Google Shape;10378;p61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9" name="Google Shape;10379;p61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0" name="Google Shape;10380;p61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1" name="Google Shape;10381;p61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2" name="Google Shape;10382;p61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3" name="Google Shape;10383;p61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4" name="Google Shape;10384;p61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5" name="Google Shape;10385;p61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6" name="Google Shape;10386;p61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7" name="Google Shape;10387;p61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8" name="Google Shape;10388;p61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9" name="Google Shape;10389;p61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0" name="Google Shape;10390;p61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1" name="Google Shape;10391;p61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2" name="Google Shape;10392;p61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3" name="Google Shape;10393;p61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4" name="Google Shape;10394;p61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5" name="Google Shape;10395;p61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6" name="Google Shape;10396;p61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7" name="Google Shape;10397;p61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8" name="Google Shape;10398;p61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9" name="Google Shape;10399;p61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0" name="Google Shape;10400;p61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1" name="Google Shape;10401;p61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2" name="Google Shape;10402;p61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3" name="Google Shape;10403;p61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4" name="Google Shape;10404;p61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5" name="Google Shape;10405;p61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6" name="Google Shape;10406;p61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7" name="Google Shape;10407;p61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8" name="Google Shape;10408;p61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9" name="Google Shape;10409;p61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0" name="Google Shape;10410;p61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1" name="Google Shape;10411;p61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2" name="Google Shape;10412;p61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3" name="Google Shape;10413;p61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4" name="Google Shape;10414;p61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5" name="Google Shape;10415;p61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6" name="Google Shape;10416;p61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7" name="Google Shape;10417;p61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8" name="Google Shape;10418;p61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9" name="Google Shape;10419;p61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0" name="Google Shape;10420;p61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1" name="Google Shape;10421;p61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2" name="Google Shape;10422;p61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3" name="Google Shape;10423;p61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4" name="Google Shape;10424;p61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5" name="Google Shape;10425;p61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6" name="Google Shape;10426;p61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7" name="Google Shape;10427;p61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8" name="Google Shape;10428;p61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9" name="Google Shape;10429;p61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0" name="Google Shape;10430;p61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1" name="Google Shape;10431;p61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2" name="Google Shape;10432;p61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3" name="Google Shape;10433;p61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4" name="Google Shape;10434;p61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5" name="Google Shape;10435;p61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6" name="Google Shape;10436;p61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7" name="Google Shape;10437;p61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8" name="Google Shape;10438;p61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9" name="Google Shape;10439;p61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0" name="Google Shape;10440;p61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1" name="Google Shape;10441;p61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2" name="Google Shape;10442;p61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3" name="Google Shape;10443;p61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4" name="Google Shape;10444;p61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5" name="Google Shape;10445;p61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6" name="Google Shape;10446;p61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7" name="Google Shape;10447;p61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8" name="Google Shape;10448;p61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9" name="Google Shape;10449;p61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0" name="Google Shape;10450;p61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1" name="Google Shape;10451;p61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2" name="Google Shape;10452;p61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3" name="Google Shape;10453;p61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4" name="Google Shape;10454;p61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5" name="Google Shape;10455;p61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6" name="Google Shape;10456;p61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7" name="Google Shape;10457;p61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8" name="Google Shape;10458;p61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9" name="Google Shape;10459;p61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0" name="Google Shape;10460;p61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1" name="Google Shape;10461;p61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2" name="Google Shape;10462;p61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3" name="Google Shape;10463;p61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4" name="Google Shape;10464;p61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5" name="Google Shape;10465;p61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6" name="Google Shape;10466;p61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7" name="Google Shape;10467;p61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8" name="Google Shape;10468;p61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9" name="Google Shape;10469;p61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470" name="Google Shape;10470;p61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1" name="Google Shape;10471;p61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10472" name="Google Shape;10472;p61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73" name="Google Shape;10473;p61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10474" name="Google Shape;10474;p61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5" name="Google Shape;10475;p61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76" name="Google Shape;10476;p61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10477" name="Google Shape;10477;p61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10478" name="Google Shape;10478;p61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9" name="Google Shape;10479;p61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0" name="Google Shape;10480;p61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1" name="Google Shape;10481;p61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482" name="Google Shape;10482;p61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3" name="Google Shape;10483;p61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4" name="Google Shape;10484;p61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5" name="Google Shape;10485;p61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6" name="Google Shape;10486;p61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7" name="Google Shape;10487;p61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8" name="Google Shape;10488;p61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9" name="Google Shape;10489;p61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0" name="Google Shape;10490;p61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1" name="Google Shape;10491;p61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2" name="Google Shape;10492;p61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3" name="Google Shape;10493;p61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4" name="Google Shape;10494;p61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5" name="Google Shape;10495;p61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6" name="Google Shape;10496;p61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7" name="Google Shape;10497;p61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98" name="Google Shape;10498;p61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10499" name="Google Shape;10499;p61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0" name="Google Shape;10500;p61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501" name="Google Shape;10501;p61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2" name="Google Shape;10502;p61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10503" name="Google Shape;10503;p61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1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1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1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510" name="Shape 10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11" name="Google Shape;10511;p62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10512" name="Google Shape;10512;p62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13" name="Google Shape;10513;p62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10514" name="Google Shape;10514;p62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15" name="Google Shape;10515;p62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10516" name="Google Shape;10516;p62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517" name="Google Shape;10517;p62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10518" name="Google Shape;10518;p62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19" name="Google Shape;10519;p62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20" name="Google Shape;10520;p62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0521" name="Google Shape;10521;p62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10522" name="Google Shape;10522;p62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523" name="Google Shape;10523;p62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0524" name="Google Shape;10524;p62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525" name="Google Shape;10525;p62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26" name="Google Shape;10526;p62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10527" name="Google Shape;10527;p62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28" name="Google Shape;10528;p62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10529" name="Google Shape;10529;p62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30" name="Google Shape;10530;p62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10531" name="Google Shape;10531;p62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532" name="Google Shape;10532;p62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10533" name="Google Shape;10533;p62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4" name="Google Shape;10534;p62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5" name="Google Shape;10535;p62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6" name="Google Shape;10536;p62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7" name="Google Shape;10537;p62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8" name="Google Shape;10538;p62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39" name="Google Shape;10539;p62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0" name="Google Shape;10540;p62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1" name="Google Shape;10541;p62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2" name="Google Shape;10542;p62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3" name="Google Shape;10543;p62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4" name="Google Shape;10544;p62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5" name="Google Shape;10545;p62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6" name="Google Shape;10546;p62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7" name="Google Shape;10547;p62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8" name="Google Shape;10548;p62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49" name="Google Shape;10549;p62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0" name="Google Shape;10550;p62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1" name="Google Shape;10551;p62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2" name="Google Shape;10552;p62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3" name="Google Shape;10553;p62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4" name="Google Shape;10554;p62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5" name="Google Shape;10555;p62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6" name="Google Shape;10556;p62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7" name="Google Shape;10557;p62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8" name="Google Shape;10558;p62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59" name="Google Shape;10559;p62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0" name="Google Shape;10560;p62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1" name="Google Shape;10561;p62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2" name="Google Shape;10562;p62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3" name="Google Shape;10563;p62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4" name="Google Shape;10564;p62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5" name="Google Shape;10565;p62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6" name="Google Shape;10566;p62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7" name="Google Shape;10567;p62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8" name="Google Shape;10568;p62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69" name="Google Shape;10569;p62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0" name="Google Shape;10570;p62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1" name="Google Shape;10571;p62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2" name="Google Shape;10572;p62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3" name="Google Shape;10573;p62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4" name="Google Shape;10574;p62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5" name="Google Shape;10575;p62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6" name="Google Shape;10576;p62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7" name="Google Shape;10577;p62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8" name="Google Shape;10578;p62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79" name="Google Shape;10579;p62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80" name="Google Shape;10580;p62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81" name="Google Shape;10581;p62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82" name="Google Shape;10582;p62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83" name="Google Shape;10583;p62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84" name="Google Shape;10584;p62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585" name="Google Shape;10585;p62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86" name="Google Shape;10586;p62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10587" name="Google Shape;10587;p62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88" name="Google Shape;10588;p62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10589" name="Google Shape;10589;p62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90" name="Google Shape;10590;p62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10591" name="Google Shape;10591;p62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592" name="Google Shape;10592;p62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10593" name="Google Shape;10593;p62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4" name="Google Shape;10594;p62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5" name="Google Shape;10595;p62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6" name="Google Shape;10596;p62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7" name="Google Shape;10597;p62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8" name="Google Shape;10598;p62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599" name="Google Shape;10599;p62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0" name="Google Shape;10600;p62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1" name="Google Shape;10601;p62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2" name="Google Shape;10602;p62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3" name="Google Shape;10603;p62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4" name="Google Shape;10604;p62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5" name="Google Shape;10605;p62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6" name="Google Shape;10606;p62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7" name="Google Shape;10607;p62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8" name="Google Shape;10608;p62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09" name="Google Shape;10609;p62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0" name="Google Shape;10610;p62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1" name="Google Shape;10611;p62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2" name="Google Shape;10612;p62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3" name="Google Shape;10613;p62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4" name="Google Shape;10614;p62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5" name="Google Shape;10615;p62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6" name="Google Shape;10616;p62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7" name="Google Shape;10617;p62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8" name="Google Shape;10618;p62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9" name="Google Shape;10619;p62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0" name="Google Shape;10620;p62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1" name="Google Shape;10621;p62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2" name="Google Shape;10622;p62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3" name="Google Shape;10623;p62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4" name="Google Shape;10624;p62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5" name="Google Shape;10625;p62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6" name="Google Shape;10626;p62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7" name="Google Shape;10627;p62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8" name="Google Shape;10628;p62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29" name="Google Shape;10629;p62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0" name="Google Shape;10630;p62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1" name="Google Shape;10631;p62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2" name="Google Shape;10632;p62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3" name="Google Shape;10633;p62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4" name="Google Shape;10634;p62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5" name="Google Shape;10635;p62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6" name="Google Shape;10636;p62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37" name="Google Shape;10637;p62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638" name="Google Shape;10638;p62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39" name="Google Shape;10639;p62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10640" name="Google Shape;10640;p62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641" name="Google Shape;10641;p62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10642" name="Google Shape;10642;p62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643" name="Google Shape;10643;p62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10644" name="Google Shape;10644;p62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645" name="Google Shape;10645;p62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10646" name="Google Shape;10646;p62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10647" name="Google Shape;10647;p62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48" name="Google Shape;10648;p62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0649" name="Google Shape;10649;p62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50" name="Google Shape;10650;p62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651" name="Google Shape;10651;p62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52" name="Google Shape;10652;p62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10653" name="Google Shape;10653;p62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654" name="Google Shape;10654;p62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10655" name="Google Shape;10655;p62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6" name="Google Shape;10656;p62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657" name="Google Shape;10657;p62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10658" name="Google Shape;10658;p62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659" name="Google Shape;10659;p62"/>
                <p:cNvGrpSpPr/>
                <p:nvPr/>
              </p:nvGrpSpPr>
              <p:grpSpPr>
                <a:xfrm>
                  <a:off x="5939032" y="1575983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10660" name="Google Shape;10660;p62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10661" name="Google Shape;10661;p62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2" name="Google Shape;10662;p62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3" name="Google Shape;10663;p62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4" name="Google Shape;10664;p62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5" name="Google Shape;10665;p62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6" name="Google Shape;10666;p62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7" name="Google Shape;10667;p62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8" name="Google Shape;10668;p62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69" name="Google Shape;10669;p62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0" name="Google Shape;10670;p62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1" name="Google Shape;10671;p62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2" name="Google Shape;10672;p62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3" name="Google Shape;10673;p62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4" name="Google Shape;10674;p62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5" name="Google Shape;10675;p62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6" name="Google Shape;10676;p62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7" name="Google Shape;10677;p62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8" name="Google Shape;10678;p62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79" name="Google Shape;10679;p62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0" name="Google Shape;10680;p62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1" name="Google Shape;10681;p62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2" name="Google Shape;10682;p62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3" name="Google Shape;10683;p62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4" name="Google Shape;10684;p62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5" name="Google Shape;10685;p62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6" name="Google Shape;10686;p62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7" name="Google Shape;10687;p62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8" name="Google Shape;10688;p62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89" name="Google Shape;10689;p62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0" name="Google Shape;10690;p62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1" name="Google Shape;10691;p62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2" name="Google Shape;10692;p62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3" name="Google Shape;10693;p62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4" name="Google Shape;10694;p62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5" name="Google Shape;10695;p62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6" name="Google Shape;10696;p62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7" name="Google Shape;10697;p62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8" name="Google Shape;10698;p62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99" name="Google Shape;10699;p62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700" name="Google Shape;10700;p62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701" name="Google Shape;10701;p62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0702" name="Google Shape;10702;p62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703" name="Google Shape;10703;p62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04" name="Google Shape;10704;p62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10705" name="Google Shape;10705;p62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2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07" name="Google Shape;10707;p62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10708" name="Google Shape;10708;p62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9" name="Google Shape;10709;p62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0" name="Google Shape;10710;p62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1" name="Google Shape;10711;p62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2" name="Google Shape;10712;p62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3" name="Google Shape;10713;p62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4" name="Google Shape;10714;p62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5" name="Google Shape;10715;p62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6" name="Google Shape;10716;p62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7" name="Google Shape;10717;p62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8" name="Google Shape;10718;p62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9" name="Google Shape;10719;p62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0" name="Google Shape;10720;p62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1" name="Google Shape;10721;p62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2" name="Google Shape;10722;p62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3" name="Google Shape;10723;p62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4" name="Google Shape;10724;p62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5" name="Google Shape;10725;p62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6" name="Google Shape;10726;p62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7" name="Google Shape;10727;p62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8" name="Google Shape;10728;p62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9" name="Google Shape;10729;p62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0" name="Google Shape;10730;p62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1" name="Google Shape;10731;p62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2" name="Google Shape;10732;p62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3" name="Google Shape;10733;p62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4" name="Google Shape;10734;p62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5" name="Google Shape;10735;p62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6" name="Google Shape;10736;p62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7" name="Google Shape;10737;p62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8" name="Google Shape;10738;p62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9" name="Google Shape;10739;p62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0" name="Google Shape;10740;p62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1" name="Google Shape;10741;p62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2" name="Google Shape;10742;p62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3" name="Google Shape;10743;p62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4" name="Google Shape;10744;p62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5" name="Google Shape;10745;p62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6" name="Google Shape;10746;p62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7" name="Google Shape;10747;p62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8" name="Google Shape;10748;p62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9" name="Google Shape;10749;p62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0" name="Google Shape;10750;p62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1" name="Google Shape;10751;p62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2" name="Google Shape;10752;p62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3" name="Google Shape;10753;p62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4" name="Google Shape;10754;p62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5" name="Google Shape;10755;p62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6" name="Google Shape;10756;p62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7" name="Google Shape;10757;p62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58" name="Google Shape;10758;p62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10759" name="Google Shape;10759;p62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60" name="Google Shape;10760;p62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10761" name="Google Shape;10761;p62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762" name="Google Shape;10762;p62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10763" name="Google Shape;10763;p62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4" name="Google Shape;10764;p62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5" name="Google Shape;10765;p62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6" name="Google Shape;10766;p62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7" name="Google Shape;10767;p62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8" name="Google Shape;10768;p62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9" name="Google Shape;10769;p62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0" name="Google Shape;10770;p62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1" name="Google Shape;10771;p62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2" name="Google Shape;10772;p62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3" name="Google Shape;10773;p62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4" name="Google Shape;10774;p62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5" name="Google Shape;10775;p62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6" name="Google Shape;10776;p62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7" name="Google Shape;10777;p62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8" name="Google Shape;10778;p62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9" name="Google Shape;10779;p62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0" name="Google Shape;10780;p62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1" name="Google Shape;10781;p62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2" name="Google Shape;10782;p62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3" name="Google Shape;10783;p62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4" name="Google Shape;10784;p62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5" name="Google Shape;10785;p62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6" name="Google Shape;10786;p62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7" name="Google Shape;10787;p62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8" name="Google Shape;10788;p62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9" name="Google Shape;10789;p62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0" name="Google Shape;10790;p62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1" name="Google Shape;10791;p62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2" name="Google Shape;10792;p62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3" name="Google Shape;10793;p62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4" name="Google Shape;10794;p62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5" name="Google Shape;10795;p62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6" name="Google Shape;10796;p62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7" name="Google Shape;10797;p62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8" name="Google Shape;10798;p62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9" name="Google Shape;10799;p62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0" name="Google Shape;10800;p62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1" name="Google Shape;10801;p62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2" name="Google Shape;10802;p62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3" name="Google Shape;10803;p62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4" name="Google Shape;10804;p62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5" name="Google Shape;10805;p62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6" name="Google Shape;10806;p62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7" name="Google Shape;10807;p62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808" name="Google Shape;10808;p62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10809" name="Google Shape;10809;p62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10" name="Google Shape;10810;p62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10811" name="Google Shape;10811;p62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812" name="Google Shape;10812;p62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10813" name="Google Shape;10813;p62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10814" name="Google Shape;10814;p62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15" name="Google Shape;10815;p62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816" name="Google Shape;10816;p62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7" name="Google Shape;10817;p62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8" name="Google Shape;10818;p62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9" name="Google Shape;10819;p62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820" name="Google Shape;10820;p62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10821" name="Google Shape;10821;p62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22" name="Google Shape;10822;p62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10823" name="Google Shape;10823;p62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824" name="Google Shape;10824;p62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10825" name="Google Shape;10825;p62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6" name="Google Shape;10826;p62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7" name="Google Shape;10827;p62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8" name="Google Shape;10828;p62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9" name="Google Shape;10829;p62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0" name="Google Shape;10830;p62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1" name="Google Shape;10831;p62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2" name="Google Shape;10832;p62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3" name="Google Shape;10833;p62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4" name="Google Shape;10834;p62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5" name="Google Shape;10835;p62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6" name="Google Shape;10836;p62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7" name="Google Shape;10837;p62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8" name="Google Shape;10838;p62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9" name="Google Shape;10839;p62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0" name="Google Shape;10840;p62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1" name="Google Shape;10841;p62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2" name="Google Shape;10842;p62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3" name="Google Shape;10843;p62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4" name="Google Shape;10844;p62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5" name="Google Shape;10845;p62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6" name="Google Shape;10846;p62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7" name="Google Shape;10847;p62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8" name="Google Shape;10848;p62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9" name="Google Shape;10849;p62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0" name="Google Shape;10850;p62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1" name="Google Shape;10851;p62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2" name="Google Shape;10852;p62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3" name="Google Shape;10853;p62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4" name="Google Shape;10854;p62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5" name="Google Shape;10855;p62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6" name="Google Shape;10856;p62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7" name="Google Shape;10857;p62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8" name="Google Shape;10858;p62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9" name="Google Shape;10859;p62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0" name="Google Shape;10860;p62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1" name="Google Shape;10861;p62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2" name="Google Shape;10862;p62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3" name="Google Shape;10863;p62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4" name="Google Shape;10864;p62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5" name="Google Shape;10865;p62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6" name="Google Shape;10866;p62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7" name="Google Shape;10867;p62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8" name="Google Shape;10868;p62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9" name="Google Shape;10869;p62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0" name="Google Shape;10870;p62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1" name="Google Shape;10871;p62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2" name="Google Shape;10872;p62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3" name="Google Shape;10873;p62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4" name="Google Shape;10874;p62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5" name="Google Shape;10875;p62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6" name="Google Shape;10876;p62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7" name="Google Shape;10877;p62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8" name="Google Shape;10878;p62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9" name="Google Shape;10879;p62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0" name="Google Shape;10880;p62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1" name="Google Shape;10881;p62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2" name="Google Shape;10882;p62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3" name="Google Shape;10883;p62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4" name="Google Shape;10884;p62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5" name="Google Shape;10885;p62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6" name="Google Shape;10886;p62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7" name="Google Shape;10887;p62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8" name="Google Shape;10888;p62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9" name="Google Shape;10889;p62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0" name="Google Shape;10890;p62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91" name="Google Shape;10891;p62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10892" name="Google Shape;10892;p62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3" name="Google Shape;10893;p62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4" name="Google Shape;10894;p62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0895" name="Google Shape;10895;p62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6" name="Google Shape;10896;p62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10897" name="Google Shape;10897;p62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98" name="Google Shape;10898;p62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10899" name="Google Shape;10899;p62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00" name="Google Shape;10900;p62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10901" name="Google Shape;10901;p62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10902" name="Google Shape;10902;p62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3" name="Google Shape;10903;p62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4" name="Google Shape;10904;p62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5" name="Google Shape;10905;p62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6" name="Google Shape;10906;p62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7" name="Google Shape;10907;p62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8" name="Google Shape;10908;p62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9" name="Google Shape;10909;p62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0" name="Google Shape;10910;p62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1" name="Google Shape;10911;p62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2" name="Google Shape;10912;p62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3" name="Google Shape;10913;p62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4" name="Google Shape;10914;p62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5" name="Google Shape;10915;p62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6" name="Google Shape;10916;p62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7" name="Google Shape;10917;p62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8" name="Google Shape;10918;p62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9" name="Google Shape;10919;p62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0" name="Google Shape;10920;p62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1" name="Google Shape;10921;p62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2" name="Google Shape;10922;p62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3" name="Google Shape;10923;p62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4" name="Google Shape;10924;p62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5" name="Google Shape;10925;p62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6" name="Google Shape;10926;p62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7" name="Google Shape;10927;p62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8" name="Google Shape;10928;p62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9" name="Google Shape;10929;p62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0" name="Google Shape;10930;p62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1" name="Google Shape;10931;p62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2" name="Google Shape;10932;p62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3" name="Google Shape;10933;p62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4" name="Google Shape;10934;p62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5" name="Google Shape;10935;p62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6" name="Google Shape;10936;p62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7" name="Google Shape;10937;p62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8" name="Google Shape;10938;p62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9" name="Google Shape;10939;p62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40" name="Google Shape;10940;p62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941" name="Google Shape;10941;p62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942" name="Google Shape;10942;p62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10943" name="Google Shape;10943;p62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44" name="Google Shape;10944;p62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10945" name="Google Shape;10945;p62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46" name="Google Shape;10946;p62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10947" name="Google Shape;10947;p62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948" name="Google Shape;10948;p62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10949" name="Google Shape;10949;p62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0" name="Google Shape;10950;p62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1" name="Google Shape;10951;p62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2" name="Google Shape;10952;p62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3" name="Google Shape;10953;p62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4" name="Google Shape;10954;p62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5" name="Google Shape;10955;p62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6" name="Google Shape;10956;p62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7" name="Google Shape;10957;p62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8" name="Google Shape;10958;p62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59" name="Google Shape;10959;p62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0" name="Google Shape;10960;p62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1" name="Google Shape;10961;p62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2" name="Google Shape;10962;p62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3" name="Google Shape;10963;p62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4" name="Google Shape;10964;p62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5" name="Google Shape;10965;p62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6" name="Google Shape;10966;p62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7" name="Google Shape;10967;p62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8" name="Google Shape;10968;p62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9" name="Google Shape;10969;p62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0" name="Google Shape;10970;p62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1" name="Google Shape;10971;p62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2" name="Google Shape;10972;p62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3" name="Google Shape;10973;p62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4" name="Google Shape;10974;p62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5" name="Google Shape;10975;p62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6" name="Google Shape;10976;p62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7" name="Google Shape;10977;p62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8" name="Google Shape;10978;p62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9" name="Google Shape;10979;p62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0" name="Google Shape;10980;p62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1" name="Google Shape;10981;p62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2" name="Google Shape;10982;p62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3" name="Google Shape;10983;p62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4" name="Google Shape;10984;p62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5" name="Google Shape;10985;p62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6" name="Google Shape;10986;p62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7" name="Google Shape;10987;p62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8" name="Google Shape;10988;p62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9" name="Google Shape;10989;p62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0" name="Google Shape;10990;p62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1" name="Google Shape;10991;p62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2" name="Google Shape;10992;p62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3" name="Google Shape;10993;p62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4" name="Google Shape;10994;p62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5" name="Google Shape;10995;p62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6" name="Google Shape;10996;p62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7" name="Google Shape;10997;p62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8" name="Google Shape;10998;p62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9" name="Google Shape;10999;p62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0" name="Google Shape;11000;p62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1" name="Google Shape;11001;p62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2" name="Google Shape;11002;p62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3" name="Google Shape;11003;p62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4" name="Google Shape;11004;p62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5" name="Google Shape;11005;p62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6" name="Google Shape;11006;p62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7" name="Google Shape;11007;p62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8" name="Google Shape;11008;p62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9" name="Google Shape;11009;p62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0" name="Google Shape;11010;p62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1" name="Google Shape;11011;p62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2" name="Google Shape;11012;p62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3" name="Google Shape;11013;p62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4" name="Google Shape;11014;p62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1015" name="Google Shape;11015;p62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11016" name="Google Shape;11016;p62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017" name="Google Shape;11017;p62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018" name="Google Shape;11018;p62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11019" name="Google Shape;11019;p62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020" name="Google Shape;11020;p62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1" name="Google Shape;11021;p62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2" name="Google Shape;11022;p62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3" name="Google Shape;11023;p62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4" name="Google Shape;11024;p62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5" name="Google Shape;11025;p62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6" name="Google Shape;11026;p62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11027" name="Google Shape;11027;p62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2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2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2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1" name="Google Shape;11031;p62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11032" name="Google Shape;11032;p62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2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2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2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6" name="Google Shape;11036;p62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11037" name="Google Shape;11037;p62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38" name="Google Shape;11038;p62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11039" name="Google Shape;11039;p62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040" name="Google Shape;11040;p62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11041" name="Google Shape;11041;p62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042" name="Google Shape;11042;p62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11043" name="Google Shape;11043;p62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44" name="Google Shape;11044;p62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45" name="Google Shape;11045;p62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46" name="Google Shape;11046;p62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1047" name="Google Shape;11047;p62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048" name="Google Shape;11048;p62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49" name="Google Shape;11049;p62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11050" name="Google Shape;11050;p62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51" name="Google Shape;11051;p62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11052" name="Google Shape;11052;p62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3" name="Google Shape;11053;p62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4" name="Google Shape;11054;p62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5" name="Google Shape;11055;p62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6" name="Google Shape;11056;p62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7" name="Google Shape;11057;p62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8" name="Google Shape;11058;p62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062" name="Shape 1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3" name="Google Shape;11063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64" name="Google Shape;11064;p63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/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65" name="Google Shape;11065;p63"/>
          <p:cNvGrpSpPr/>
          <p:nvPr/>
        </p:nvGrpSpPr>
        <p:grpSpPr>
          <a:xfrm>
            <a:off x="845855" y="2307733"/>
            <a:ext cx="340168" cy="298978"/>
            <a:chOff x="892750" y="267400"/>
            <a:chExt cx="483125" cy="424625"/>
          </a:xfrm>
        </p:grpSpPr>
        <p:sp>
          <p:nvSpPr>
            <p:cNvPr id="11066" name="Google Shape;11066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67" name="Google Shape;11067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68" name="Google Shape;11068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069" name="Google Shape;11069;p63"/>
          <p:cNvGrpSpPr/>
          <p:nvPr/>
        </p:nvGrpSpPr>
        <p:grpSpPr>
          <a:xfrm>
            <a:off x="1284289" y="2287121"/>
            <a:ext cx="298996" cy="340204"/>
            <a:chOff x="1516475" y="238075"/>
            <a:chExt cx="424650" cy="483175"/>
          </a:xfrm>
        </p:grpSpPr>
        <p:sp>
          <p:nvSpPr>
            <p:cNvPr id="11070" name="Google Shape;11070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71" name="Google Shape;11071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072" name="Google Shape;11072;p63"/>
          <p:cNvGrpSpPr/>
          <p:nvPr/>
        </p:nvGrpSpPr>
        <p:grpSpPr>
          <a:xfrm>
            <a:off x="1677380" y="2367520"/>
            <a:ext cx="341488" cy="179405"/>
            <a:chOff x="2080675" y="352325"/>
            <a:chExt cx="485000" cy="254800"/>
          </a:xfrm>
        </p:grpSpPr>
        <p:sp>
          <p:nvSpPr>
            <p:cNvPr id="11073" name="Google Shape;11073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74" name="Google Shape;11074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075" name="Google Shape;11075;p63"/>
          <p:cNvGrpSpPr/>
          <p:nvPr/>
        </p:nvGrpSpPr>
        <p:grpSpPr>
          <a:xfrm>
            <a:off x="2126559" y="2287138"/>
            <a:ext cx="298996" cy="340168"/>
            <a:chOff x="2705375" y="238125"/>
            <a:chExt cx="424650" cy="483125"/>
          </a:xfrm>
        </p:grpSpPr>
        <p:sp>
          <p:nvSpPr>
            <p:cNvPr id="11076" name="Google Shape;11076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77" name="Google Shape;11077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78" name="Google Shape;11078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79" name="Google Shape;11079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080" name="Google Shape;11080;p63"/>
          <p:cNvGrpSpPr/>
          <p:nvPr/>
        </p:nvGrpSpPr>
        <p:grpSpPr>
          <a:xfrm>
            <a:off x="2542700" y="2287455"/>
            <a:ext cx="301161" cy="339535"/>
            <a:chOff x="3299850" y="238575"/>
            <a:chExt cx="427725" cy="482225"/>
          </a:xfrm>
        </p:grpSpPr>
        <p:sp>
          <p:nvSpPr>
            <p:cNvPr id="11081" name="Google Shape;11081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2" name="Google Shape;11082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3" name="Google Shape;11083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4" name="Google Shape;11084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5" name="Google Shape;11085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086" name="Google Shape;11086;p63"/>
          <p:cNvGrpSpPr/>
          <p:nvPr/>
        </p:nvGrpSpPr>
        <p:grpSpPr>
          <a:xfrm>
            <a:off x="2929622" y="2287138"/>
            <a:ext cx="352455" cy="340168"/>
            <a:chOff x="3857225" y="238125"/>
            <a:chExt cx="500575" cy="483125"/>
          </a:xfrm>
        </p:grpSpPr>
        <p:sp>
          <p:nvSpPr>
            <p:cNvPr id="11087" name="Google Shape;11087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8" name="Google Shape;11088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89" name="Google Shape;11089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0" name="Google Shape;11090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1" name="Google Shape;11091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2" name="Google Shape;11092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3" name="Google Shape;11093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094" name="Google Shape;11094;p63"/>
          <p:cNvSpPr/>
          <p:nvPr/>
        </p:nvSpPr>
        <p:spPr>
          <a:xfrm>
            <a:off x="3347096" y="2287135"/>
            <a:ext cx="352455" cy="340116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095" name="Google Shape;11095;p63"/>
          <p:cNvGrpSpPr/>
          <p:nvPr/>
        </p:nvGrpSpPr>
        <p:grpSpPr>
          <a:xfrm>
            <a:off x="3776398" y="2287165"/>
            <a:ext cx="340186" cy="340116"/>
            <a:chOff x="5053900" y="238200"/>
            <a:chExt cx="483150" cy="483050"/>
          </a:xfrm>
        </p:grpSpPr>
        <p:sp>
          <p:nvSpPr>
            <p:cNvPr id="11096" name="Google Shape;11096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7" name="Google Shape;11097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8" name="Google Shape;11098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099" name="Google Shape;11099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00" name="Google Shape;11100;p63"/>
          <p:cNvGrpSpPr/>
          <p:nvPr/>
        </p:nvGrpSpPr>
        <p:grpSpPr>
          <a:xfrm>
            <a:off x="4190348" y="2287138"/>
            <a:ext cx="340168" cy="340168"/>
            <a:chOff x="5648375" y="238125"/>
            <a:chExt cx="483125" cy="483125"/>
          </a:xfrm>
        </p:grpSpPr>
        <p:sp>
          <p:nvSpPr>
            <p:cNvPr id="11101" name="Google Shape;11101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2" name="Google Shape;11102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3" name="Google Shape;11103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4" name="Google Shape;11104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5" name="Google Shape;11105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6" name="Google Shape;11106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7" name="Google Shape;11107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8" name="Google Shape;11108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09" name="Google Shape;11109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0" name="Google Shape;11110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11" name="Google Shape;11111;p63"/>
          <p:cNvGrpSpPr/>
          <p:nvPr/>
        </p:nvGrpSpPr>
        <p:grpSpPr>
          <a:xfrm>
            <a:off x="4607035" y="2287138"/>
            <a:ext cx="340168" cy="340168"/>
            <a:chOff x="6242825" y="238125"/>
            <a:chExt cx="483125" cy="483125"/>
          </a:xfrm>
        </p:grpSpPr>
        <p:sp>
          <p:nvSpPr>
            <p:cNvPr id="11112" name="Google Shape;11112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3" name="Google Shape;11113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4" name="Google Shape;11114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15" name="Google Shape;11115;p63"/>
          <p:cNvGrpSpPr/>
          <p:nvPr/>
        </p:nvGrpSpPr>
        <p:grpSpPr>
          <a:xfrm>
            <a:off x="844156" y="2727362"/>
            <a:ext cx="343566" cy="298943"/>
            <a:chOff x="889275" y="861850"/>
            <a:chExt cx="487950" cy="424575"/>
          </a:xfrm>
        </p:grpSpPr>
        <p:sp>
          <p:nvSpPr>
            <p:cNvPr id="11116" name="Google Shape;11116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7" name="Google Shape;11117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8" name="Google Shape;11118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19" name="Google Shape;11119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20" name="Google Shape;11120;p63"/>
          <p:cNvSpPr/>
          <p:nvPr/>
        </p:nvSpPr>
        <p:spPr>
          <a:xfrm>
            <a:off x="1282125" y="2706628"/>
            <a:ext cx="302974" cy="34020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121" name="Google Shape;11121;p63"/>
          <p:cNvSpPr/>
          <p:nvPr/>
        </p:nvSpPr>
        <p:spPr>
          <a:xfrm>
            <a:off x="1677131" y="2706628"/>
            <a:ext cx="341506" cy="34020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22" name="Google Shape;11122;p63"/>
          <p:cNvGrpSpPr/>
          <p:nvPr/>
        </p:nvGrpSpPr>
        <p:grpSpPr>
          <a:xfrm>
            <a:off x="2105973" y="2706749"/>
            <a:ext cx="340168" cy="340168"/>
            <a:chOff x="2676100" y="832575"/>
            <a:chExt cx="483125" cy="483125"/>
          </a:xfrm>
        </p:grpSpPr>
        <p:sp>
          <p:nvSpPr>
            <p:cNvPr id="11123" name="Google Shape;11123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24" name="Google Shape;11124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25" name="Google Shape;11125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26" name="Google Shape;11126;p63"/>
          <p:cNvGrpSpPr/>
          <p:nvPr/>
        </p:nvGrpSpPr>
        <p:grpSpPr>
          <a:xfrm>
            <a:off x="2517477" y="2706749"/>
            <a:ext cx="351610" cy="340168"/>
            <a:chOff x="3270550" y="832575"/>
            <a:chExt cx="499375" cy="483125"/>
          </a:xfrm>
        </p:grpSpPr>
        <p:sp>
          <p:nvSpPr>
            <p:cNvPr id="11127" name="Google Shape;11127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28" name="Google Shape;11128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29" name="Google Shape;11129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30" name="Google Shape;11130;p63"/>
          <p:cNvGrpSpPr/>
          <p:nvPr/>
        </p:nvGrpSpPr>
        <p:grpSpPr>
          <a:xfrm>
            <a:off x="2935756" y="2717381"/>
            <a:ext cx="340186" cy="318904"/>
            <a:chOff x="3865000" y="847675"/>
            <a:chExt cx="483150" cy="452925"/>
          </a:xfrm>
        </p:grpSpPr>
        <p:sp>
          <p:nvSpPr>
            <p:cNvPr id="11131" name="Google Shape;11131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32" name="Google Shape;11132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33" name="Google Shape;11133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34" name="Google Shape;11134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35" name="Google Shape;11135;p63"/>
          <p:cNvGrpSpPr/>
          <p:nvPr/>
        </p:nvGrpSpPr>
        <p:grpSpPr>
          <a:xfrm>
            <a:off x="3351439" y="2727300"/>
            <a:ext cx="344798" cy="299066"/>
            <a:chOff x="4452900" y="861750"/>
            <a:chExt cx="489700" cy="424750"/>
          </a:xfrm>
        </p:grpSpPr>
        <p:sp>
          <p:nvSpPr>
            <p:cNvPr id="11136" name="Google Shape;11136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37" name="Google Shape;11137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38" name="Google Shape;11138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39" name="Google Shape;11139;p63"/>
          <p:cNvGrpSpPr/>
          <p:nvPr/>
        </p:nvGrpSpPr>
        <p:grpSpPr>
          <a:xfrm>
            <a:off x="3768671" y="2706758"/>
            <a:ext cx="355641" cy="340151"/>
            <a:chOff x="5049750" y="832600"/>
            <a:chExt cx="505100" cy="483100"/>
          </a:xfrm>
        </p:grpSpPr>
        <p:sp>
          <p:nvSpPr>
            <p:cNvPr id="11140" name="Google Shape;11140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41" name="Google Shape;11141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42" name="Google Shape;11142;p63"/>
          <p:cNvSpPr/>
          <p:nvPr/>
        </p:nvSpPr>
        <p:spPr>
          <a:xfrm>
            <a:off x="4188930" y="2731276"/>
            <a:ext cx="341700" cy="290899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43" name="Google Shape;11143;p63"/>
          <p:cNvGrpSpPr/>
          <p:nvPr/>
        </p:nvGrpSpPr>
        <p:grpSpPr>
          <a:xfrm>
            <a:off x="4627621" y="2706749"/>
            <a:ext cx="298996" cy="340168"/>
            <a:chOff x="6272100" y="832575"/>
            <a:chExt cx="424650" cy="483125"/>
          </a:xfrm>
        </p:grpSpPr>
        <p:sp>
          <p:nvSpPr>
            <p:cNvPr id="11144" name="Google Shape;11144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45" name="Google Shape;11145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46" name="Google Shape;11146;p63"/>
          <p:cNvGrpSpPr/>
          <p:nvPr/>
        </p:nvGrpSpPr>
        <p:grpSpPr>
          <a:xfrm>
            <a:off x="845828" y="3125798"/>
            <a:ext cx="340221" cy="340186"/>
            <a:chOff x="893650" y="1428000"/>
            <a:chExt cx="483200" cy="483150"/>
          </a:xfrm>
        </p:grpSpPr>
        <p:sp>
          <p:nvSpPr>
            <p:cNvPr id="11147" name="Google Shape;11147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48" name="Google Shape;11148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49" name="Google Shape;11149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50" name="Google Shape;11150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51" name="Google Shape;11151;p63"/>
          <p:cNvSpPr/>
          <p:nvPr/>
        </p:nvSpPr>
        <p:spPr>
          <a:xfrm>
            <a:off x="1263531" y="3186074"/>
            <a:ext cx="340168" cy="21925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152" name="Google Shape;11152;p63"/>
          <p:cNvSpPr/>
          <p:nvPr/>
        </p:nvSpPr>
        <p:spPr>
          <a:xfrm>
            <a:off x="1671076" y="3125647"/>
            <a:ext cx="353617" cy="340133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53" name="Google Shape;11153;p63"/>
          <p:cNvGrpSpPr/>
          <p:nvPr/>
        </p:nvGrpSpPr>
        <p:grpSpPr>
          <a:xfrm>
            <a:off x="2099646" y="3146463"/>
            <a:ext cx="352825" cy="298855"/>
            <a:chOff x="2676100" y="1456375"/>
            <a:chExt cx="501100" cy="424450"/>
          </a:xfrm>
        </p:grpSpPr>
        <p:sp>
          <p:nvSpPr>
            <p:cNvPr id="11154" name="Google Shape;11154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55" name="Google Shape;11155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56" name="Google Shape;11156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57" name="Google Shape;11157;p63"/>
          <p:cNvGrpSpPr/>
          <p:nvPr/>
        </p:nvGrpSpPr>
        <p:grpSpPr>
          <a:xfrm>
            <a:off x="2523170" y="3125806"/>
            <a:ext cx="340221" cy="340168"/>
            <a:chOff x="3270475" y="1427025"/>
            <a:chExt cx="483200" cy="483125"/>
          </a:xfrm>
        </p:grpSpPr>
        <p:sp>
          <p:nvSpPr>
            <p:cNvPr id="11158" name="Google Shape;11158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59" name="Google Shape;11159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60" name="Google Shape;11160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61" name="Google Shape;11161;p63"/>
          <p:cNvGrpSpPr/>
          <p:nvPr/>
        </p:nvGrpSpPr>
        <p:grpSpPr>
          <a:xfrm>
            <a:off x="2934083" y="3125780"/>
            <a:ext cx="343530" cy="340221"/>
            <a:chOff x="3860250" y="1427025"/>
            <a:chExt cx="487900" cy="483200"/>
          </a:xfrm>
        </p:grpSpPr>
        <p:sp>
          <p:nvSpPr>
            <p:cNvPr id="11162" name="Google Shape;11162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63" name="Google Shape;11163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64" name="Google Shape;11164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65" name="Google Shape;11165;p63"/>
          <p:cNvSpPr/>
          <p:nvPr/>
        </p:nvSpPr>
        <p:spPr>
          <a:xfrm>
            <a:off x="3353203" y="3125629"/>
            <a:ext cx="340239" cy="340168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166" name="Google Shape;11166;p63"/>
          <p:cNvSpPr/>
          <p:nvPr/>
        </p:nvSpPr>
        <p:spPr>
          <a:xfrm>
            <a:off x="3774142" y="3125620"/>
            <a:ext cx="343530" cy="340186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67" name="Google Shape;11167;p63"/>
          <p:cNvGrpSpPr/>
          <p:nvPr/>
        </p:nvGrpSpPr>
        <p:grpSpPr>
          <a:xfrm>
            <a:off x="4190322" y="3125806"/>
            <a:ext cx="340221" cy="340168"/>
            <a:chOff x="5648375" y="1427025"/>
            <a:chExt cx="483200" cy="483125"/>
          </a:xfrm>
        </p:grpSpPr>
        <p:sp>
          <p:nvSpPr>
            <p:cNvPr id="11168" name="Google Shape;11168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69" name="Google Shape;11169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70" name="Google Shape;11170;p63"/>
          <p:cNvGrpSpPr/>
          <p:nvPr/>
        </p:nvGrpSpPr>
        <p:grpSpPr>
          <a:xfrm>
            <a:off x="4604808" y="3125789"/>
            <a:ext cx="344622" cy="340204"/>
            <a:chOff x="6238300" y="1426975"/>
            <a:chExt cx="489450" cy="483175"/>
          </a:xfrm>
        </p:grpSpPr>
        <p:sp>
          <p:nvSpPr>
            <p:cNvPr id="11171" name="Google Shape;11171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72" name="Google Shape;11172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73" name="Google Shape;11173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74" name="Google Shape;11174;p63"/>
          <p:cNvSpPr/>
          <p:nvPr/>
        </p:nvSpPr>
        <p:spPr>
          <a:xfrm>
            <a:off x="865437" y="3545273"/>
            <a:ext cx="300792" cy="338725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75" name="Google Shape;11175;p63"/>
          <p:cNvGrpSpPr/>
          <p:nvPr/>
        </p:nvGrpSpPr>
        <p:grpSpPr>
          <a:xfrm>
            <a:off x="1263703" y="3544794"/>
            <a:ext cx="340168" cy="340186"/>
            <a:chOff x="1487200" y="2021475"/>
            <a:chExt cx="483125" cy="483150"/>
          </a:xfrm>
        </p:grpSpPr>
        <p:sp>
          <p:nvSpPr>
            <p:cNvPr id="11176" name="Google Shape;11176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77" name="Google Shape;11177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78" name="Google Shape;11178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79" name="Google Shape;11179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80" name="Google Shape;11180;p63"/>
          <p:cNvGrpSpPr/>
          <p:nvPr/>
        </p:nvGrpSpPr>
        <p:grpSpPr>
          <a:xfrm>
            <a:off x="1678040" y="3565398"/>
            <a:ext cx="340168" cy="298978"/>
            <a:chOff x="2081650" y="2050750"/>
            <a:chExt cx="483125" cy="424625"/>
          </a:xfrm>
        </p:grpSpPr>
        <p:sp>
          <p:nvSpPr>
            <p:cNvPr id="11181" name="Google Shape;11181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2" name="Google Shape;11182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3" name="Google Shape;11183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4" name="Google Shape;11184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5" name="Google Shape;11185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6" name="Google Shape;11186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87" name="Google Shape;11187;p63"/>
          <p:cNvGrpSpPr/>
          <p:nvPr/>
        </p:nvGrpSpPr>
        <p:grpSpPr>
          <a:xfrm>
            <a:off x="2105973" y="3588721"/>
            <a:ext cx="340168" cy="252332"/>
            <a:chOff x="2676100" y="2083800"/>
            <a:chExt cx="483125" cy="358375"/>
          </a:xfrm>
        </p:grpSpPr>
        <p:sp>
          <p:nvSpPr>
            <p:cNvPr id="11188" name="Google Shape;11188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89" name="Google Shape;11189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190" name="Google Shape;11190;p63"/>
          <p:cNvGrpSpPr/>
          <p:nvPr/>
        </p:nvGrpSpPr>
        <p:grpSpPr>
          <a:xfrm>
            <a:off x="2531487" y="3554766"/>
            <a:ext cx="323587" cy="320242"/>
            <a:chOff x="3282325" y="2035675"/>
            <a:chExt cx="459575" cy="454825"/>
          </a:xfrm>
        </p:grpSpPr>
        <p:sp>
          <p:nvSpPr>
            <p:cNvPr id="11191" name="Google Shape;11191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92" name="Google Shape;11192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93" name="Google Shape;11193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94" name="Google Shape;11194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195" name="Google Shape;11195;p63"/>
          <p:cNvSpPr/>
          <p:nvPr/>
        </p:nvSpPr>
        <p:spPr>
          <a:xfrm>
            <a:off x="2940184" y="3556291"/>
            <a:ext cx="330434" cy="316687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196" name="Google Shape;11196;p63"/>
          <p:cNvSpPr/>
          <p:nvPr/>
        </p:nvSpPr>
        <p:spPr>
          <a:xfrm>
            <a:off x="3373188" y="3544543"/>
            <a:ext cx="300263" cy="340186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197" name="Google Shape;11197;p63"/>
          <p:cNvGrpSpPr/>
          <p:nvPr/>
        </p:nvGrpSpPr>
        <p:grpSpPr>
          <a:xfrm>
            <a:off x="3776187" y="3544803"/>
            <a:ext cx="340608" cy="340168"/>
            <a:chOff x="5053900" y="2021500"/>
            <a:chExt cx="483750" cy="483125"/>
          </a:xfrm>
        </p:grpSpPr>
        <p:sp>
          <p:nvSpPr>
            <p:cNvPr id="11198" name="Google Shape;11198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199" name="Google Shape;11199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0" name="Google Shape;11200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1" name="Google Shape;11201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2" name="Google Shape;11202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3" name="Google Shape;11203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4" name="Google Shape;11204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5" name="Google Shape;11205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06" name="Google Shape;11206;p63"/>
          <p:cNvSpPr/>
          <p:nvPr/>
        </p:nvSpPr>
        <p:spPr>
          <a:xfrm>
            <a:off x="4249525" y="3544640"/>
            <a:ext cx="220489" cy="339992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07" name="Google Shape;11207;p63"/>
          <p:cNvGrpSpPr/>
          <p:nvPr/>
        </p:nvGrpSpPr>
        <p:grpSpPr>
          <a:xfrm>
            <a:off x="4601286" y="3547971"/>
            <a:ext cx="351663" cy="333831"/>
            <a:chOff x="6222125" y="2025975"/>
            <a:chExt cx="499450" cy="474125"/>
          </a:xfrm>
        </p:grpSpPr>
        <p:sp>
          <p:nvSpPr>
            <p:cNvPr id="11208" name="Google Shape;11208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09" name="Google Shape;11209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10" name="Google Shape;11210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11" name="Google Shape;11211;p63"/>
          <p:cNvGrpSpPr/>
          <p:nvPr/>
        </p:nvGrpSpPr>
        <p:grpSpPr>
          <a:xfrm>
            <a:off x="5058848" y="2364541"/>
            <a:ext cx="335504" cy="185953"/>
            <a:chOff x="896050" y="2725450"/>
            <a:chExt cx="476500" cy="264100"/>
          </a:xfrm>
        </p:grpSpPr>
        <p:sp>
          <p:nvSpPr>
            <p:cNvPr id="11212" name="Google Shape;11212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13" name="Google Shape;11213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14" name="Google Shape;11214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15" name="Google Shape;11215;p63"/>
          <p:cNvGrpSpPr/>
          <p:nvPr/>
        </p:nvGrpSpPr>
        <p:grpSpPr>
          <a:xfrm>
            <a:off x="5489588" y="2287425"/>
            <a:ext cx="340168" cy="340186"/>
            <a:chOff x="1487200" y="2615925"/>
            <a:chExt cx="483125" cy="483150"/>
          </a:xfrm>
        </p:grpSpPr>
        <p:sp>
          <p:nvSpPr>
            <p:cNvPr id="11216" name="Google Shape;11216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17" name="Google Shape;11217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18" name="Google Shape;11218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19" name="Google Shape;11219;p63"/>
          <p:cNvGrpSpPr/>
          <p:nvPr/>
        </p:nvGrpSpPr>
        <p:grpSpPr>
          <a:xfrm>
            <a:off x="5889537" y="2287425"/>
            <a:ext cx="353564" cy="340186"/>
            <a:chOff x="2077575" y="2615925"/>
            <a:chExt cx="502150" cy="483150"/>
          </a:xfrm>
        </p:grpSpPr>
        <p:sp>
          <p:nvSpPr>
            <p:cNvPr id="11220" name="Google Shape;11220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1" name="Google Shape;11221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2" name="Google Shape;11222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3" name="Google Shape;11223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24" name="Google Shape;11224;p63"/>
          <p:cNvGrpSpPr/>
          <p:nvPr/>
        </p:nvGrpSpPr>
        <p:grpSpPr>
          <a:xfrm>
            <a:off x="6313326" y="2303452"/>
            <a:ext cx="334536" cy="308132"/>
            <a:chOff x="2680100" y="2638725"/>
            <a:chExt cx="475125" cy="437625"/>
          </a:xfrm>
        </p:grpSpPr>
        <p:sp>
          <p:nvSpPr>
            <p:cNvPr id="11225" name="Google Shape;11225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6" name="Google Shape;11226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7" name="Google Shape;11227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28" name="Google Shape;11228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29" name="Google Shape;11229;p63"/>
          <p:cNvGrpSpPr/>
          <p:nvPr/>
        </p:nvGrpSpPr>
        <p:grpSpPr>
          <a:xfrm>
            <a:off x="6778965" y="2287425"/>
            <a:ext cx="239183" cy="340186"/>
            <a:chOff x="3342275" y="2615925"/>
            <a:chExt cx="339700" cy="483150"/>
          </a:xfrm>
        </p:grpSpPr>
        <p:sp>
          <p:nvSpPr>
            <p:cNvPr id="11230" name="Google Shape;11230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31" name="Google Shape;11231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32" name="Google Shape;11232;p63"/>
          <p:cNvSpPr/>
          <p:nvPr/>
        </p:nvSpPr>
        <p:spPr>
          <a:xfrm>
            <a:off x="7172212" y="2287100"/>
            <a:ext cx="279052" cy="340186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233" name="Google Shape;11233;p63"/>
          <p:cNvSpPr/>
          <p:nvPr/>
        </p:nvSpPr>
        <p:spPr>
          <a:xfrm>
            <a:off x="7565246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234" name="Google Shape;11234;p63"/>
          <p:cNvSpPr/>
          <p:nvPr/>
        </p:nvSpPr>
        <p:spPr>
          <a:xfrm>
            <a:off x="7990101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35" name="Google Shape;11235;p63"/>
          <p:cNvGrpSpPr/>
          <p:nvPr/>
        </p:nvGrpSpPr>
        <p:grpSpPr>
          <a:xfrm>
            <a:off x="6415846" y="3956426"/>
            <a:ext cx="339482" cy="339271"/>
            <a:chOff x="5648900" y="2616600"/>
            <a:chExt cx="482150" cy="481850"/>
          </a:xfrm>
        </p:grpSpPr>
        <p:sp>
          <p:nvSpPr>
            <p:cNvPr id="11236" name="Google Shape;11236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37" name="Google Shape;11237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38" name="Google Shape;11238;p63"/>
          <p:cNvGrpSpPr/>
          <p:nvPr/>
        </p:nvGrpSpPr>
        <p:grpSpPr>
          <a:xfrm>
            <a:off x="4735130" y="3963142"/>
            <a:ext cx="325626" cy="325694"/>
            <a:chOff x="6242825" y="2615925"/>
            <a:chExt cx="483125" cy="483225"/>
          </a:xfrm>
        </p:grpSpPr>
        <p:sp>
          <p:nvSpPr>
            <p:cNvPr id="11239" name="Google Shape;11239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0" name="Google Shape;11240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1" name="Google Shape;11241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2" name="Google Shape;11242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3" name="Google Shape;11243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44" name="Google Shape;11244;p63"/>
          <p:cNvSpPr/>
          <p:nvPr/>
        </p:nvSpPr>
        <p:spPr>
          <a:xfrm>
            <a:off x="5053509" y="2716141"/>
            <a:ext cx="345977" cy="32117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45" name="Google Shape;11245;p63"/>
          <p:cNvGrpSpPr/>
          <p:nvPr/>
        </p:nvGrpSpPr>
        <p:grpSpPr>
          <a:xfrm>
            <a:off x="5488629" y="2707036"/>
            <a:ext cx="342087" cy="340186"/>
            <a:chOff x="1487200" y="3210375"/>
            <a:chExt cx="485850" cy="483150"/>
          </a:xfrm>
        </p:grpSpPr>
        <p:sp>
          <p:nvSpPr>
            <p:cNvPr id="11246" name="Google Shape;11246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7" name="Google Shape;11247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48" name="Google Shape;11248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49" name="Google Shape;11249;p63"/>
          <p:cNvSpPr/>
          <p:nvPr/>
        </p:nvSpPr>
        <p:spPr>
          <a:xfrm>
            <a:off x="5895994" y="2739750"/>
            <a:ext cx="340168" cy="273948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250" name="Google Shape;11250;p63"/>
          <p:cNvSpPr/>
          <p:nvPr/>
        </p:nvSpPr>
        <p:spPr>
          <a:xfrm>
            <a:off x="6310174" y="2774289"/>
            <a:ext cx="340221" cy="204858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51" name="Google Shape;11251;p63"/>
          <p:cNvGrpSpPr/>
          <p:nvPr/>
        </p:nvGrpSpPr>
        <p:grpSpPr>
          <a:xfrm>
            <a:off x="6727988" y="2707027"/>
            <a:ext cx="341136" cy="340204"/>
            <a:chOff x="3269875" y="3210400"/>
            <a:chExt cx="484500" cy="483175"/>
          </a:xfrm>
        </p:grpSpPr>
        <p:sp>
          <p:nvSpPr>
            <p:cNvPr id="11252" name="Google Shape;11252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53" name="Google Shape;11253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54" name="Google Shape;11254;p63"/>
          <p:cNvGrpSpPr/>
          <p:nvPr/>
        </p:nvGrpSpPr>
        <p:grpSpPr>
          <a:xfrm>
            <a:off x="7227082" y="2706666"/>
            <a:ext cx="170216" cy="340925"/>
            <a:chOff x="3985700" y="3210375"/>
            <a:chExt cx="241750" cy="484200"/>
          </a:xfrm>
        </p:grpSpPr>
        <p:sp>
          <p:nvSpPr>
            <p:cNvPr id="11255" name="Google Shape;11255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56" name="Google Shape;11256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57" name="Google Shape;11257;p63"/>
          <p:cNvGrpSpPr/>
          <p:nvPr/>
        </p:nvGrpSpPr>
        <p:grpSpPr>
          <a:xfrm>
            <a:off x="7566351" y="2707678"/>
            <a:ext cx="339007" cy="338901"/>
            <a:chOff x="4460225" y="3211300"/>
            <a:chExt cx="481475" cy="481325"/>
          </a:xfrm>
        </p:grpSpPr>
        <p:sp>
          <p:nvSpPr>
            <p:cNvPr id="11258" name="Google Shape;11258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59" name="Google Shape;11259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60" name="Google Shape;11260;p63"/>
          <p:cNvSpPr/>
          <p:nvPr/>
        </p:nvSpPr>
        <p:spPr>
          <a:xfrm>
            <a:off x="7990101" y="2726454"/>
            <a:ext cx="340186" cy="300545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61" name="Google Shape;11261;p63"/>
          <p:cNvGrpSpPr/>
          <p:nvPr/>
        </p:nvGrpSpPr>
        <p:grpSpPr>
          <a:xfrm>
            <a:off x="6859688" y="3985756"/>
            <a:ext cx="342034" cy="280654"/>
            <a:chOff x="5647000" y="3252650"/>
            <a:chExt cx="485775" cy="398600"/>
          </a:xfrm>
        </p:grpSpPr>
        <p:sp>
          <p:nvSpPr>
            <p:cNvPr id="11262" name="Google Shape;11262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63" name="Google Shape;11263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64" name="Google Shape;11264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65" name="Google Shape;11265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66" name="Google Shape;11266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67" name="Google Shape;11267;p63"/>
          <p:cNvGrpSpPr/>
          <p:nvPr/>
        </p:nvGrpSpPr>
        <p:grpSpPr>
          <a:xfrm>
            <a:off x="5165128" y="3991768"/>
            <a:ext cx="326536" cy="268454"/>
            <a:chOff x="6242450" y="3252800"/>
            <a:chExt cx="484475" cy="398300"/>
          </a:xfrm>
        </p:grpSpPr>
        <p:sp>
          <p:nvSpPr>
            <p:cNvPr id="11268" name="Google Shape;11268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69" name="Google Shape;11269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70" name="Google Shape;11270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71" name="Google Shape;11271;p63"/>
          <p:cNvGrpSpPr/>
          <p:nvPr/>
        </p:nvGrpSpPr>
        <p:grpSpPr>
          <a:xfrm>
            <a:off x="5077111" y="3126102"/>
            <a:ext cx="298978" cy="340168"/>
            <a:chOff x="922025" y="3804850"/>
            <a:chExt cx="424625" cy="483125"/>
          </a:xfrm>
        </p:grpSpPr>
        <p:sp>
          <p:nvSpPr>
            <p:cNvPr id="11272" name="Google Shape;11272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73" name="Google Shape;11273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74" name="Google Shape;11274;p63"/>
          <p:cNvSpPr/>
          <p:nvPr/>
        </p:nvSpPr>
        <p:spPr>
          <a:xfrm>
            <a:off x="5485351" y="3125004"/>
            <a:ext cx="348301" cy="341418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75" name="Google Shape;11275;p63"/>
          <p:cNvGrpSpPr/>
          <p:nvPr/>
        </p:nvGrpSpPr>
        <p:grpSpPr>
          <a:xfrm>
            <a:off x="5909841" y="3126102"/>
            <a:ext cx="312955" cy="340168"/>
            <a:chOff x="2100300" y="3804850"/>
            <a:chExt cx="444475" cy="483125"/>
          </a:xfrm>
        </p:grpSpPr>
        <p:sp>
          <p:nvSpPr>
            <p:cNvPr id="11276" name="Google Shape;11276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77" name="Google Shape;11277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78" name="Google Shape;11278;p63"/>
          <p:cNvGrpSpPr/>
          <p:nvPr/>
        </p:nvGrpSpPr>
        <p:grpSpPr>
          <a:xfrm>
            <a:off x="6333463" y="3126102"/>
            <a:ext cx="294261" cy="340168"/>
            <a:chOff x="2708700" y="3804850"/>
            <a:chExt cx="417925" cy="483125"/>
          </a:xfrm>
        </p:grpSpPr>
        <p:sp>
          <p:nvSpPr>
            <p:cNvPr id="11279" name="Google Shape;11279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0" name="Google Shape;11280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1" name="Google Shape;11281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2" name="Google Shape;11282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283" name="Google Shape;11283;p63"/>
          <p:cNvSpPr/>
          <p:nvPr/>
        </p:nvSpPr>
        <p:spPr>
          <a:xfrm>
            <a:off x="6728094" y="3166169"/>
            <a:ext cx="340168" cy="2590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1284" name="Google Shape;11284;p63"/>
          <p:cNvSpPr/>
          <p:nvPr/>
        </p:nvSpPr>
        <p:spPr>
          <a:xfrm>
            <a:off x="7154806" y="3125620"/>
            <a:ext cx="313870" cy="340186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285" name="Google Shape;11285;p63"/>
          <p:cNvGrpSpPr/>
          <p:nvPr/>
        </p:nvGrpSpPr>
        <p:grpSpPr>
          <a:xfrm>
            <a:off x="7570338" y="3127378"/>
            <a:ext cx="331033" cy="337616"/>
            <a:chOff x="4467450" y="3808475"/>
            <a:chExt cx="470150" cy="479500"/>
          </a:xfrm>
        </p:grpSpPr>
        <p:sp>
          <p:nvSpPr>
            <p:cNvPr id="11286" name="Google Shape;11286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7" name="Google Shape;11287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8" name="Google Shape;11288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89" name="Google Shape;11289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90" name="Google Shape;11290;p63"/>
          <p:cNvGrpSpPr/>
          <p:nvPr/>
        </p:nvGrpSpPr>
        <p:grpSpPr>
          <a:xfrm>
            <a:off x="7990685" y="3126102"/>
            <a:ext cx="340186" cy="340168"/>
            <a:chOff x="5053900" y="3804850"/>
            <a:chExt cx="483150" cy="483125"/>
          </a:xfrm>
        </p:grpSpPr>
        <p:sp>
          <p:nvSpPr>
            <p:cNvPr id="11291" name="Google Shape;11291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2" name="Google Shape;11292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3" name="Google Shape;11293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4" name="Google Shape;11294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295" name="Google Shape;11295;p63"/>
          <p:cNvGrpSpPr/>
          <p:nvPr/>
        </p:nvGrpSpPr>
        <p:grpSpPr>
          <a:xfrm>
            <a:off x="7306081" y="3956021"/>
            <a:ext cx="340168" cy="340168"/>
            <a:chOff x="5648375" y="3804850"/>
            <a:chExt cx="483125" cy="483125"/>
          </a:xfrm>
        </p:grpSpPr>
        <p:sp>
          <p:nvSpPr>
            <p:cNvPr id="11296" name="Google Shape;11296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7" name="Google Shape;11297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8" name="Google Shape;11298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299" name="Google Shape;11299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00" name="Google Shape;11300;p63"/>
          <p:cNvGrpSpPr/>
          <p:nvPr/>
        </p:nvGrpSpPr>
        <p:grpSpPr>
          <a:xfrm>
            <a:off x="5596036" y="3968278"/>
            <a:ext cx="280923" cy="315449"/>
            <a:chOff x="6276025" y="3812400"/>
            <a:chExt cx="416800" cy="468025"/>
          </a:xfrm>
        </p:grpSpPr>
        <p:sp>
          <p:nvSpPr>
            <p:cNvPr id="11301" name="Google Shape;11301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02" name="Google Shape;11302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03" name="Google Shape;11303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04" name="Google Shape;11304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05" name="Google Shape;11305;p63"/>
          <p:cNvGrpSpPr/>
          <p:nvPr/>
        </p:nvGrpSpPr>
        <p:grpSpPr>
          <a:xfrm>
            <a:off x="5055293" y="3545089"/>
            <a:ext cx="342615" cy="340186"/>
            <a:chOff x="890400" y="4399350"/>
            <a:chExt cx="486600" cy="483150"/>
          </a:xfrm>
        </p:grpSpPr>
        <p:sp>
          <p:nvSpPr>
            <p:cNvPr id="11306" name="Google Shape;11306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07" name="Google Shape;11307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08" name="Google Shape;11308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09" name="Google Shape;11309;p63"/>
          <p:cNvGrpSpPr/>
          <p:nvPr/>
        </p:nvGrpSpPr>
        <p:grpSpPr>
          <a:xfrm>
            <a:off x="5489588" y="3560368"/>
            <a:ext cx="340168" cy="309628"/>
            <a:chOff x="1487200" y="4421025"/>
            <a:chExt cx="483125" cy="439750"/>
          </a:xfrm>
        </p:grpSpPr>
        <p:sp>
          <p:nvSpPr>
            <p:cNvPr id="11310" name="Google Shape;11310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11" name="Google Shape;11311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12" name="Google Shape;11312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13" name="Google Shape;11313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14" name="Google Shape;11314;p63"/>
          <p:cNvGrpSpPr/>
          <p:nvPr/>
        </p:nvGrpSpPr>
        <p:grpSpPr>
          <a:xfrm>
            <a:off x="5893867" y="3545107"/>
            <a:ext cx="344903" cy="340151"/>
            <a:chOff x="2079300" y="4399325"/>
            <a:chExt cx="489850" cy="483100"/>
          </a:xfrm>
        </p:grpSpPr>
        <p:sp>
          <p:nvSpPr>
            <p:cNvPr id="11315" name="Google Shape;11315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16" name="Google Shape;11316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317" name="Google Shape;11317;p63"/>
          <p:cNvSpPr/>
          <p:nvPr/>
        </p:nvSpPr>
        <p:spPr>
          <a:xfrm>
            <a:off x="6330757" y="3544569"/>
            <a:ext cx="299049" cy="340133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318" name="Google Shape;11318;p63"/>
          <p:cNvGrpSpPr/>
          <p:nvPr/>
        </p:nvGrpSpPr>
        <p:grpSpPr>
          <a:xfrm>
            <a:off x="6760439" y="3545107"/>
            <a:ext cx="276236" cy="340151"/>
            <a:chOff x="3316000" y="4399325"/>
            <a:chExt cx="392325" cy="483100"/>
          </a:xfrm>
        </p:grpSpPr>
        <p:sp>
          <p:nvSpPr>
            <p:cNvPr id="11319" name="Google Shape;11319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20" name="Google Shape;11320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21" name="Google Shape;11321;p63"/>
          <p:cNvGrpSpPr/>
          <p:nvPr/>
        </p:nvGrpSpPr>
        <p:grpSpPr>
          <a:xfrm>
            <a:off x="7185179" y="3545089"/>
            <a:ext cx="254022" cy="340186"/>
            <a:chOff x="3926225" y="4399275"/>
            <a:chExt cx="360775" cy="483150"/>
          </a:xfrm>
        </p:grpSpPr>
        <p:sp>
          <p:nvSpPr>
            <p:cNvPr id="11322" name="Google Shape;11322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23" name="Google Shape;11323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324" name="Google Shape;11324;p63"/>
          <p:cNvSpPr/>
          <p:nvPr/>
        </p:nvSpPr>
        <p:spPr>
          <a:xfrm>
            <a:off x="7645633" y="3544578"/>
            <a:ext cx="179387" cy="340116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325" name="Google Shape;11325;p63"/>
          <p:cNvGrpSpPr/>
          <p:nvPr/>
        </p:nvGrpSpPr>
        <p:grpSpPr>
          <a:xfrm>
            <a:off x="7990738" y="3545151"/>
            <a:ext cx="340080" cy="340063"/>
            <a:chOff x="5053975" y="4399375"/>
            <a:chExt cx="483000" cy="482975"/>
          </a:xfrm>
        </p:grpSpPr>
        <p:sp>
          <p:nvSpPr>
            <p:cNvPr id="11326" name="Google Shape;11326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27" name="Google Shape;11327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28" name="Google Shape;11328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29" name="Google Shape;11329;p63"/>
          <p:cNvGrpSpPr/>
          <p:nvPr/>
        </p:nvGrpSpPr>
        <p:grpSpPr>
          <a:xfrm>
            <a:off x="7750609" y="3956042"/>
            <a:ext cx="340168" cy="340168"/>
            <a:chOff x="5648375" y="4399300"/>
            <a:chExt cx="483125" cy="483125"/>
          </a:xfrm>
        </p:grpSpPr>
        <p:sp>
          <p:nvSpPr>
            <p:cNvPr id="11330" name="Google Shape;11330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31" name="Google Shape;11331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32" name="Google Shape;11332;p63"/>
          <p:cNvGrpSpPr/>
          <p:nvPr/>
        </p:nvGrpSpPr>
        <p:grpSpPr>
          <a:xfrm>
            <a:off x="5981331" y="3974637"/>
            <a:ext cx="330007" cy="302744"/>
            <a:chOff x="6239575" y="4416275"/>
            <a:chExt cx="489625" cy="449175"/>
          </a:xfrm>
        </p:grpSpPr>
        <p:sp>
          <p:nvSpPr>
            <p:cNvPr id="11333" name="Google Shape;11333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34" name="Google Shape;11334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35" name="Google Shape;11335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36" name="Google Shape;11336;p63"/>
          <p:cNvGrpSpPr/>
          <p:nvPr/>
        </p:nvGrpSpPr>
        <p:grpSpPr>
          <a:xfrm>
            <a:off x="3084610" y="3971815"/>
            <a:ext cx="308234" cy="308234"/>
            <a:chOff x="892750" y="4993750"/>
            <a:chExt cx="483125" cy="483125"/>
          </a:xfrm>
        </p:grpSpPr>
        <p:sp>
          <p:nvSpPr>
            <p:cNvPr id="11337" name="Google Shape;11337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38" name="Google Shape;11338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39" name="Google Shape;11339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40" name="Google Shape;11340;p63"/>
          <p:cNvGrpSpPr/>
          <p:nvPr/>
        </p:nvGrpSpPr>
        <p:grpSpPr>
          <a:xfrm>
            <a:off x="3497219" y="3971815"/>
            <a:ext cx="308234" cy="308234"/>
            <a:chOff x="1487200" y="4993750"/>
            <a:chExt cx="483125" cy="483125"/>
          </a:xfrm>
        </p:grpSpPr>
        <p:sp>
          <p:nvSpPr>
            <p:cNvPr id="11341" name="Google Shape;11341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42" name="Google Shape;11342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43" name="Google Shape;11343;p63"/>
          <p:cNvGrpSpPr/>
          <p:nvPr/>
        </p:nvGrpSpPr>
        <p:grpSpPr>
          <a:xfrm>
            <a:off x="3909829" y="3971815"/>
            <a:ext cx="308234" cy="308234"/>
            <a:chOff x="2081650" y="4993750"/>
            <a:chExt cx="483125" cy="483125"/>
          </a:xfrm>
        </p:grpSpPr>
        <p:sp>
          <p:nvSpPr>
            <p:cNvPr id="11344" name="Google Shape;11344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45" name="Google Shape;11345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46" name="Google Shape;11346;p63"/>
          <p:cNvGrpSpPr/>
          <p:nvPr/>
        </p:nvGrpSpPr>
        <p:grpSpPr>
          <a:xfrm>
            <a:off x="1491328" y="3979188"/>
            <a:ext cx="293982" cy="293982"/>
            <a:chOff x="2676100" y="4993750"/>
            <a:chExt cx="483125" cy="483125"/>
          </a:xfrm>
        </p:grpSpPr>
        <p:sp>
          <p:nvSpPr>
            <p:cNvPr id="11347" name="Google Shape;11347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48" name="Google Shape;11348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49" name="Google Shape;11349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50" name="Google Shape;11350;p63"/>
          <p:cNvGrpSpPr/>
          <p:nvPr/>
        </p:nvGrpSpPr>
        <p:grpSpPr>
          <a:xfrm>
            <a:off x="4322435" y="3971815"/>
            <a:ext cx="308234" cy="308234"/>
            <a:chOff x="3270550" y="4993750"/>
            <a:chExt cx="483125" cy="483125"/>
          </a:xfrm>
        </p:grpSpPr>
        <p:sp>
          <p:nvSpPr>
            <p:cNvPr id="11351" name="Google Shape;11351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52" name="Google Shape;11352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53" name="Google Shape;11353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1354" name="Google Shape;11354;p63"/>
          <p:cNvSpPr/>
          <p:nvPr/>
        </p:nvSpPr>
        <p:spPr>
          <a:xfrm>
            <a:off x="1889555" y="3978931"/>
            <a:ext cx="293997" cy="294073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1355" name="Google Shape;11355;p63"/>
          <p:cNvGrpSpPr/>
          <p:nvPr/>
        </p:nvGrpSpPr>
        <p:grpSpPr>
          <a:xfrm>
            <a:off x="2288093" y="3979142"/>
            <a:ext cx="293997" cy="294073"/>
            <a:chOff x="4459450" y="4993700"/>
            <a:chExt cx="483150" cy="483275"/>
          </a:xfrm>
        </p:grpSpPr>
        <p:sp>
          <p:nvSpPr>
            <p:cNvPr id="11356" name="Google Shape;11356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57" name="Google Shape;11357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1358" name="Google Shape;11358;p63"/>
          <p:cNvGrpSpPr/>
          <p:nvPr/>
        </p:nvGrpSpPr>
        <p:grpSpPr>
          <a:xfrm>
            <a:off x="2686471" y="3979142"/>
            <a:ext cx="293997" cy="294073"/>
            <a:chOff x="5053900" y="4993700"/>
            <a:chExt cx="483150" cy="483275"/>
          </a:xfrm>
        </p:grpSpPr>
        <p:sp>
          <p:nvSpPr>
            <p:cNvPr id="11359" name="Google Shape;11359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1360" name="Google Shape;11360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364" name="Shape 1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5" name="Google Shape;11365;p64"/>
          <p:cNvSpPr/>
          <p:nvPr/>
        </p:nvSpPr>
        <p:spPr>
          <a:xfrm>
            <a:off x="844100" y="1534006"/>
            <a:ext cx="323667" cy="373560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6" name="Google Shape;11366;p64"/>
          <p:cNvSpPr/>
          <p:nvPr/>
        </p:nvSpPr>
        <p:spPr>
          <a:xfrm>
            <a:off x="844104" y="1998611"/>
            <a:ext cx="383008" cy="338738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7" name="Google Shape;11367;p64"/>
          <p:cNvSpPr/>
          <p:nvPr/>
        </p:nvSpPr>
        <p:spPr>
          <a:xfrm>
            <a:off x="852434" y="2428395"/>
            <a:ext cx="366348" cy="373412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8" name="Google Shape;11368;p64"/>
          <p:cNvGrpSpPr/>
          <p:nvPr/>
        </p:nvGrpSpPr>
        <p:grpSpPr>
          <a:xfrm>
            <a:off x="2987728" y="1561903"/>
            <a:ext cx="371882" cy="373766"/>
            <a:chOff x="-41270450" y="1973375"/>
            <a:chExt cx="315850" cy="317450"/>
          </a:xfrm>
        </p:grpSpPr>
        <p:sp>
          <p:nvSpPr>
            <p:cNvPr id="11369" name="Google Shape;11369;p6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3" name="Google Shape;11373;p64"/>
          <p:cNvGrpSpPr/>
          <p:nvPr/>
        </p:nvGrpSpPr>
        <p:grpSpPr>
          <a:xfrm>
            <a:off x="3005407" y="2008859"/>
            <a:ext cx="395871" cy="372088"/>
            <a:chOff x="-41291625" y="2339025"/>
            <a:chExt cx="336225" cy="316025"/>
          </a:xfrm>
        </p:grpSpPr>
        <p:sp>
          <p:nvSpPr>
            <p:cNvPr id="11374" name="Google Shape;11374;p6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6" name="Google Shape;11376;p64"/>
          <p:cNvSpPr/>
          <p:nvPr/>
        </p:nvSpPr>
        <p:spPr>
          <a:xfrm>
            <a:off x="2982027" y="2195874"/>
            <a:ext cx="0" cy="29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7" name="Google Shape;11377;p64"/>
          <p:cNvSpPr/>
          <p:nvPr/>
        </p:nvSpPr>
        <p:spPr>
          <a:xfrm>
            <a:off x="3016426" y="2441147"/>
            <a:ext cx="376503" cy="373442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8" name="Google Shape;11378;p64"/>
          <p:cNvSpPr/>
          <p:nvPr/>
        </p:nvSpPr>
        <p:spPr>
          <a:xfrm>
            <a:off x="1807487" y="2877846"/>
            <a:ext cx="231859" cy="372824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9" name="Google Shape;11379;p64"/>
          <p:cNvSpPr/>
          <p:nvPr/>
        </p:nvSpPr>
        <p:spPr>
          <a:xfrm>
            <a:off x="1759274" y="3307876"/>
            <a:ext cx="328289" cy="374914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0" name="Google Shape;11380;p64"/>
          <p:cNvSpPr/>
          <p:nvPr/>
        </p:nvSpPr>
        <p:spPr>
          <a:xfrm>
            <a:off x="1735189" y="3801910"/>
            <a:ext cx="372824" cy="374060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1" name="Google Shape;11381;p64"/>
          <p:cNvSpPr/>
          <p:nvPr/>
        </p:nvSpPr>
        <p:spPr>
          <a:xfrm>
            <a:off x="3953247" y="2878081"/>
            <a:ext cx="374678" cy="372353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82" name="Google Shape;11382;p64"/>
          <p:cNvGrpSpPr/>
          <p:nvPr/>
        </p:nvGrpSpPr>
        <p:grpSpPr>
          <a:xfrm>
            <a:off x="1229534" y="1533910"/>
            <a:ext cx="396931" cy="373147"/>
            <a:chOff x="-42804750" y="1949600"/>
            <a:chExt cx="337125" cy="316925"/>
          </a:xfrm>
        </p:grpSpPr>
        <p:sp>
          <p:nvSpPr>
            <p:cNvPr id="11383" name="Google Shape;11383;p6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6" name="Google Shape;11386;p64"/>
          <p:cNvGrpSpPr/>
          <p:nvPr/>
        </p:nvGrpSpPr>
        <p:grpSpPr>
          <a:xfrm>
            <a:off x="1292211" y="1986607"/>
            <a:ext cx="335706" cy="364258"/>
            <a:chOff x="-42778750" y="2320125"/>
            <a:chExt cx="285125" cy="309375"/>
          </a:xfrm>
        </p:grpSpPr>
        <p:sp>
          <p:nvSpPr>
            <p:cNvPr id="11387" name="Google Shape;11387;p6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9" name="Google Shape;11389;p64"/>
          <p:cNvGrpSpPr/>
          <p:nvPr/>
        </p:nvGrpSpPr>
        <p:grpSpPr>
          <a:xfrm>
            <a:off x="1269879" y="2433612"/>
            <a:ext cx="375591" cy="374678"/>
            <a:chOff x="-42796875" y="2680675"/>
            <a:chExt cx="319000" cy="318225"/>
          </a:xfrm>
        </p:grpSpPr>
        <p:sp>
          <p:nvSpPr>
            <p:cNvPr id="11390" name="Google Shape;11390;p6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5" name="Google Shape;11395;p64"/>
          <p:cNvSpPr/>
          <p:nvPr/>
        </p:nvSpPr>
        <p:spPr>
          <a:xfrm>
            <a:off x="3439644" y="1559525"/>
            <a:ext cx="375591" cy="373030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6" name="Google Shape;11396;p64"/>
          <p:cNvSpPr/>
          <p:nvPr/>
        </p:nvSpPr>
        <p:spPr>
          <a:xfrm>
            <a:off x="3459773" y="2040992"/>
            <a:ext cx="380241" cy="31810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7" name="Google Shape;11397;p64"/>
          <p:cNvSpPr/>
          <p:nvPr/>
        </p:nvSpPr>
        <p:spPr>
          <a:xfrm>
            <a:off x="3469303" y="2441147"/>
            <a:ext cx="375620" cy="372441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8" name="Google Shape;11398;p64"/>
          <p:cNvSpPr/>
          <p:nvPr/>
        </p:nvSpPr>
        <p:spPr>
          <a:xfrm>
            <a:off x="2230466" y="2877846"/>
            <a:ext cx="268977" cy="37096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9" name="Google Shape;11399;p64"/>
          <p:cNvSpPr/>
          <p:nvPr/>
        </p:nvSpPr>
        <p:spPr>
          <a:xfrm>
            <a:off x="2117481" y="3661407"/>
            <a:ext cx="29" cy="29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00" name="Google Shape;11400;p64"/>
          <p:cNvGrpSpPr/>
          <p:nvPr/>
        </p:nvGrpSpPr>
        <p:grpSpPr>
          <a:xfrm>
            <a:off x="2168150" y="3311887"/>
            <a:ext cx="390426" cy="369586"/>
            <a:chOff x="-39055650" y="2315975"/>
            <a:chExt cx="331600" cy="313900"/>
          </a:xfrm>
        </p:grpSpPr>
        <p:sp>
          <p:nvSpPr>
            <p:cNvPr id="11401" name="Google Shape;11401;p6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3" name="Google Shape;11403;p64"/>
          <p:cNvSpPr/>
          <p:nvPr/>
        </p:nvSpPr>
        <p:spPr>
          <a:xfrm>
            <a:off x="2174857" y="3829888"/>
            <a:ext cx="374649" cy="31810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4" name="Google Shape;11404;p64"/>
          <p:cNvSpPr/>
          <p:nvPr/>
        </p:nvSpPr>
        <p:spPr>
          <a:xfrm>
            <a:off x="3995440" y="3297221"/>
            <a:ext cx="290288" cy="375355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05" name="Google Shape;11405;p64"/>
          <p:cNvGrpSpPr/>
          <p:nvPr/>
        </p:nvGrpSpPr>
        <p:grpSpPr>
          <a:xfrm>
            <a:off x="1659816" y="1534087"/>
            <a:ext cx="380241" cy="371793"/>
            <a:chOff x="-42430625" y="1949750"/>
            <a:chExt cx="322950" cy="315775"/>
          </a:xfrm>
        </p:grpSpPr>
        <p:sp>
          <p:nvSpPr>
            <p:cNvPr id="11406" name="Google Shape;11406;p6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0" name="Google Shape;11410;p64"/>
          <p:cNvSpPr/>
          <p:nvPr/>
        </p:nvSpPr>
        <p:spPr>
          <a:xfrm>
            <a:off x="1719036" y="1981654"/>
            <a:ext cx="324609" cy="372824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1" name="Google Shape;11411;p64"/>
          <p:cNvSpPr/>
          <p:nvPr/>
        </p:nvSpPr>
        <p:spPr>
          <a:xfrm>
            <a:off x="1696509" y="2414097"/>
            <a:ext cx="370057" cy="372647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2" name="Google Shape;11412;p64"/>
          <p:cNvSpPr/>
          <p:nvPr/>
        </p:nvSpPr>
        <p:spPr>
          <a:xfrm>
            <a:off x="3917021" y="1568326"/>
            <a:ext cx="373766" cy="340357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3" name="Google Shape;11413;p64"/>
          <p:cNvSpPr/>
          <p:nvPr/>
        </p:nvSpPr>
        <p:spPr>
          <a:xfrm>
            <a:off x="3936416" y="2007614"/>
            <a:ext cx="379329" cy="373766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4" name="Google Shape;11414;p64"/>
          <p:cNvSpPr/>
          <p:nvPr/>
        </p:nvSpPr>
        <p:spPr>
          <a:xfrm>
            <a:off x="3906859" y="2439940"/>
            <a:ext cx="373766" cy="373736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5" name="Google Shape;11415;p64"/>
          <p:cNvSpPr/>
          <p:nvPr/>
        </p:nvSpPr>
        <p:spPr>
          <a:xfrm>
            <a:off x="2616350" y="2874814"/>
            <a:ext cx="374678" cy="375620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6" name="Google Shape;11416;p64"/>
          <p:cNvGrpSpPr/>
          <p:nvPr/>
        </p:nvGrpSpPr>
        <p:grpSpPr>
          <a:xfrm>
            <a:off x="2623344" y="3310032"/>
            <a:ext cx="372824" cy="372058"/>
            <a:chOff x="-38686275" y="2314400"/>
            <a:chExt cx="316650" cy="316000"/>
          </a:xfrm>
        </p:grpSpPr>
        <p:sp>
          <p:nvSpPr>
            <p:cNvPr id="11417" name="Google Shape;11417;p6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9" name="Google Shape;11419;p64"/>
          <p:cNvGrpSpPr/>
          <p:nvPr/>
        </p:nvGrpSpPr>
        <p:grpSpPr>
          <a:xfrm>
            <a:off x="2621946" y="3802072"/>
            <a:ext cx="375620" cy="373736"/>
            <a:chOff x="-38686275" y="2682250"/>
            <a:chExt cx="319025" cy="317425"/>
          </a:xfrm>
        </p:grpSpPr>
        <p:sp>
          <p:nvSpPr>
            <p:cNvPr id="11420" name="Google Shape;11420;p6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2" name="Google Shape;11422;p64"/>
          <p:cNvGrpSpPr/>
          <p:nvPr/>
        </p:nvGrpSpPr>
        <p:grpSpPr>
          <a:xfrm>
            <a:off x="3940328" y="3800615"/>
            <a:ext cx="391368" cy="376650"/>
            <a:chOff x="-37534750" y="2668075"/>
            <a:chExt cx="332400" cy="319900"/>
          </a:xfrm>
        </p:grpSpPr>
        <p:sp>
          <p:nvSpPr>
            <p:cNvPr id="11423" name="Google Shape;11423;p6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5" name="Google Shape;11425;p64"/>
          <p:cNvSpPr/>
          <p:nvPr/>
        </p:nvSpPr>
        <p:spPr>
          <a:xfrm>
            <a:off x="2106751" y="1533329"/>
            <a:ext cx="375591" cy="372588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6" name="Google Shape;11426;p64"/>
          <p:cNvGrpSpPr/>
          <p:nvPr/>
        </p:nvGrpSpPr>
        <p:grpSpPr>
          <a:xfrm>
            <a:off x="2131694" y="1981750"/>
            <a:ext cx="375591" cy="374060"/>
            <a:chOff x="-42062025" y="2316000"/>
            <a:chExt cx="319000" cy="317700"/>
          </a:xfrm>
        </p:grpSpPr>
        <p:sp>
          <p:nvSpPr>
            <p:cNvPr id="11427" name="Google Shape;11427;p6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9" name="Google Shape;11429;p64"/>
          <p:cNvSpPr/>
          <p:nvPr/>
        </p:nvSpPr>
        <p:spPr>
          <a:xfrm>
            <a:off x="2135027" y="2413185"/>
            <a:ext cx="378387" cy="375296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0" name="Google Shape;11430;p64"/>
          <p:cNvGrpSpPr/>
          <p:nvPr/>
        </p:nvGrpSpPr>
        <p:grpSpPr>
          <a:xfrm>
            <a:off x="876569" y="2892853"/>
            <a:ext cx="330143" cy="368173"/>
            <a:chOff x="-40150450" y="1977325"/>
            <a:chExt cx="280400" cy="312700"/>
          </a:xfrm>
        </p:grpSpPr>
        <p:sp>
          <p:nvSpPr>
            <p:cNvPr id="11431" name="Google Shape;11431;p6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64"/>
          <p:cNvGrpSpPr/>
          <p:nvPr/>
        </p:nvGrpSpPr>
        <p:grpSpPr>
          <a:xfrm>
            <a:off x="870534" y="3352072"/>
            <a:ext cx="342211" cy="372824"/>
            <a:chOff x="-40160700" y="2339625"/>
            <a:chExt cx="290650" cy="316650"/>
          </a:xfrm>
        </p:grpSpPr>
        <p:sp>
          <p:nvSpPr>
            <p:cNvPr id="11436" name="Google Shape;11436;p6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64"/>
          <p:cNvGrpSpPr/>
          <p:nvPr/>
        </p:nvGrpSpPr>
        <p:grpSpPr>
          <a:xfrm>
            <a:off x="852359" y="3802529"/>
            <a:ext cx="375591" cy="372824"/>
            <a:chOff x="-40171725" y="2705875"/>
            <a:chExt cx="319000" cy="316650"/>
          </a:xfrm>
        </p:grpSpPr>
        <p:sp>
          <p:nvSpPr>
            <p:cNvPr id="11441" name="Google Shape;11441;p6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3" name="Google Shape;11443;p64"/>
          <p:cNvGrpSpPr/>
          <p:nvPr/>
        </p:nvGrpSpPr>
        <p:grpSpPr>
          <a:xfrm>
            <a:off x="3109957" y="2876984"/>
            <a:ext cx="272686" cy="373766"/>
            <a:chOff x="-38275925" y="1946600"/>
            <a:chExt cx="231600" cy="317450"/>
          </a:xfrm>
        </p:grpSpPr>
        <p:sp>
          <p:nvSpPr>
            <p:cNvPr id="11444" name="Google Shape;11444;p6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6" name="Google Shape;11446;p64"/>
          <p:cNvSpPr/>
          <p:nvPr/>
        </p:nvSpPr>
        <p:spPr>
          <a:xfrm>
            <a:off x="3057873" y="3308700"/>
            <a:ext cx="374678" cy="374089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7" name="Google Shape;11447;p64"/>
          <p:cNvSpPr/>
          <p:nvPr/>
        </p:nvSpPr>
        <p:spPr>
          <a:xfrm>
            <a:off x="3137950" y="3801601"/>
            <a:ext cx="219821" cy="374678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8" name="Google Shape;11448;p64"/>
          <p:cNvGrpSpPr/>
          <p:nvPr/>
        </p:nvGrpSpPr>
        <p:grpSpPr>
          <a:xfrm>
            <a:off x="2173841" y="4274426"/>
            <a:ext cx="382096" cy="371911"/>
            <a:chOff x="-37190575" y="1951325"/>
            <a:chExt cx="324525" cy="315875"/>
          </a:xfrm>
        </p:grpSpPr>
        <p:sp>
          <p:nvSpPr>
            <p:cNvPr id="11449" name="Google Shape;11449;p6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54" name="Google Shape;11454;p64"/>
          <p:cNvSpPr/>
          <p:nvPr/>
        </p:nvSpPr>
        <p:spPr>
          <a:xfrm>
            <a:off x="2541596" y="1531475"/>
            <a:ext cx="378387" cy="373736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5" name="Google Shape;11455;p64"/>
          <p:cNvGrpSpPr/>
          <p:nvPr/>
        </p:nvGrpSpPr>
        <p:grpSpPr>
          <a:xfrm>
            <a:off x="2574144" y="2060577"/>
            <a:ext cx="373736" cy="293055"/>
            <a:chOff x="-41694200" y="2382950"/>
            <a:chExt cx="317425" cy="248900"/>
          </a:xfrm>
        </p:grpSpPr>
        <p:sp>
          <p:nvSpPr>
            <p:cNvPr id="11456" name="Google Shape;11456;p6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8" name="Google Shape;11458;p64"/>
          <p:cNvGrpSpPr/>
          <p:nvPr/>
        </p:nvGrpSpPr>
        <p:grpSpPr>
          <a:xfrm>
            <a:off x="2570967" y="2413885"/>
            <a:ext cx="375591" cy="373766"/>
            <a:chOff x="-41695775" y="2683025"/>
            <a:chExt cx="319000" cy="317450"/>
          </a:xfrm>
        </p:grpSpPr>
        <p:sp>
          <p:nvSpPr>
            <p:cNvPr id="11459" name="Google Shape;11459;p6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2" name="Google Shape;11462;p64"/>
          <p:cNvGrpSpPr/>
          <p:nvPr/>
        </p:nvGrpSpPr>
        <p:grpSpPr>
          <a:xfrm>
            <a:off x="1313266" y="2906655"/>
            <a:ext cx="342211" cy="375620"/>
            <a:chOff x="-39792875" y="1971800"/>
            <a:chExt cx="290650" cy="319025"/>
          </a:xfrm>
        </p:grpSpPr>
        <p:sp>
          <p:nvSpPr>
            <p:cNvPr id="11463" name="Google Shape;11463;p6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5" name="Google Shape;11465;p64"/>
          <p:cNvGrpSpPr/>
          <p:nvPr/>
        </p:nvGrpSpPr>
        <p:grpSpPr>
          <a:xfrm>
            <a:off x="1322068" y="3337731"/>
            <a:ext cx="324609" cy="374825"/>
            <a:chOff x="-39783425" y="2337925"/>
            <a:chExt cx="275700" cy="318350"/>
          </a:xfrm>
        </p:grpSpPr>
        <p:sp>
          <p:nvSpPr>
            <p:cNvPr id="11466" name="Google Shape;11466;p6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8" name="Google Shape;11468;p64"/>
          <p:cNvSpPr/>
          <p:nvPr/>
        </p:nvSpPr>
        <p:spPr>
          <a:xfrm>
            <a:off x="1296433" y="3802308"/>
            <a:ext cx="371911" cy="373265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9" name="Google Shape;11469;p64"/>
          <p:cNvGrpSpPr/>
          <p:nvPr/>
        </p:nvGrpSpPr>
        <p:grpSpPr>
          <a:xfrm>
            <a:off x="3490328" y="2878839"/>
            <a:ext cx="383950" cy="372618"/>
            <a:chOff x="-37956150" y="1948175"/>
            <a:chExt cx="326100" cy="316475"/>
          </a:xfrm>
        </p:grpSpPr>
        <p:sp>
          <p:nvSpPr>
            <p:cNvPr id="11470" name="Google Shape;11470;p6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3" name="Google Shape;11473;p64"/>
          <p:cNvGrpSpPr/>
          <p:nvPr/>
        </p:nvGrpSpPr>
        <p:grpSpPr>
          <a:xfrm>
            <a:off x="3497847" y="3386092"/>
            <a:ext cx="375620" cy="243015"/>
            <a:chOff x="-37953000" y="2379000"/>
            <a:chExt cx="319025" cy="206400"/>
          </a:xfrm>
        </p:grpSpPr>
        <p:sp>
          <p:nvSpPr>
            <p:cNvPr id="11474" name="Google Shape;11474;p6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79" name="Google Shape;11479;p64"/>
          <p:cNvSpPr/>
          <p:nvPr/>
        </p:nvSpPr>
        <p:spPr>
          <a:xfrm>
            <a:off x="3490950" y="3801601"/>
            <a:ext cx="385805" cy="374678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0" name="Google Shape;11480;p64"/>
          <p:cNvSpPr/>
          <p:nvPr/>
        </p:nvSpPr>
        <p:spPr>
          <a:xfrm>
            <a:off x="2669201" y="4273482"/>
            <a:ext cx="268977" cy="373766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1" name="Google Shape;11481;p64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2" name="Google Shape;11482;p64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3" name="Google Shape;11483;p64"/>
          <p:cNvSpPr/>
          <p:nvPr/>
        </p:nvSpPr>
        <p:spPr>
          <a:xfrm>
            <a:off x="4866545" y="1581240"/>
            <a:ext cx="353180" cy="314589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84" name="Google Shape;11484;p64"/>
          <p:cNvGrpSpPr/>
          <p:nvPr/>
        </p:nvGrpSpPr>
        <p:grpSpPr>
          <a:xfrm>
            <a:off x="4865594" y="2008353"/>
            <a:ext cx="354107" cy="355063"/>
            <a:chOff x="-28467625" y="2331750"/>
            <a:chExt cx="296150" cy="296950"/>
          </a:xfrm>
        </p:grpSpPr>
        <p:sp>
          <p:nvSpPr>
            <p:cNvPr id="11485" name="Google Shape;11485;p6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64"/>
          <p:cNvGrpSpPr/>
          <p:nvPr/>
        </p:nvGrpSpPr>
        <p:grpSpPr>
          <a:xfrm>
            <a:off x="4879719" y="2451434"/>
            <a:ext cx="325858" cy="351327"/>
            <a:chOff x="-28461325" y="2701925"/>
            <a:chExt cx="272525" cy="293825"/>
          </a:xfrm>
        </p:grpSpPr>
        <p:sp>
          <p:nvSpPr>
            <p:cNvPr id="11488" name="Google Shape;11488;p6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1" name="Google Shape;11491;p64"/>
          <p:cNvGrpSpPr/>
          <p:nvPr/>
        </p:nvGrpSpPr>
        <p:grpSpPr>
          <a:xfrm>
            <a:off x="7103910" y="1625071"/>
            <a:ext cx="354107" cy="226974"/>
            <a:chOff x="-26585200" y="2025375"/>
            <a:chExt cx="296150" cy="189825"/>
          </a:xfrm>
        </p:grpSpPr>
        <p:sp>
          <p:nvSpPr>
            <p:cNvPr id="11492" name="Google Shape;11492;p6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7" name="Google Shape;11497;p64"/>
          <p:cNvGrpSpPr/>
          <p:nvPr/>
        </p:nvGrpSpPr>
        <p:grpSpPr>
          <a:xfrm>
            <a:off x="7104373" y="2009294"/>
            <a:ext cx="353180" cy="353180"/>
            <a:chOff x="-26584425" y="2340425"/>
            <a:chExt cx="295375" cy="295375"/>
          </a:xfrm>
        </p:grpSpPr>
        <p:sp>
          <p:nvSpPr>
            <p:cNvPr id="11498" name="Google Shape;11498;p6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64"/>
          <p:cNvGrpSpPr/>
          <p:nvPr/>
        </p:nvGrpSpPr>
        <p:grpSpPr>
          <a:xfrm>
            <a:off x="7099202" y="2450388"/>
            <a:ext cx="363523" cy="353419"/>
            <a:chOff x="-26585200" y="2710400"/>
            <a:chExt cx="304025" cy="295575"/>
          </a:xfrm>
        </p:grpSpPr>
        <p:sp>
          <p:nvSpPr>
            <p:cNvPr id="11504" name="Google Shape;11504;p6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6" name="Google Shape;11516;p64"/>
          <p:cNvGrpSpPr/>
          <p:nvPr/>
        </p:nvGrpSpPr>
        <p:grpSpPr>
          <a:xfrm>
            <a:off x="5754337" y="2891866"/>
            <a:ext cx="354136" cy="353210"/>
            <a:chOff x="-24709875" y="1970225"/>
            <a:chExt cx="296175" cy="295400"/>
          </a:xfrm>
        </p:grpSpPr>
        <p:sp>
          <p:nvSpPr>
            <p:cNvPr id="11517" name="Google Shape;11517;p6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9" name="Google Shape;11519;p64"/>
          <p:cNvGrpSpPr/>
          <p:nvPr/>
        </p:nvGrpSpPr>
        <p:grpSpPr>
          <a:xfrm>
            <a:off x="5786352" y="3338744"/>
            <a:ext cx="290107" cy="354107"/>
            <a:chOff x="-24683100" y="2340425"/>
            <a:chExt cx="242625" cy="296150"/>
          </a:xfrm>
        </p:grpSpPr>
        <p:sp>
          <p:nvSpPr>
            <p:cNvPr id="11520" name="Google Shape;11520;p6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24" name="Google Shape;11524;p64"/>
          <p:cNvSpPr/>
          <p:nvPr/>
        </p:nvSpPr>
        <p:spPr>
          <a:xfrm>
            <a:off x="5786789" y="3779910"/>
            <a:ext cx="290077" cy="354136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25" name="Google Shape;11525;p64"/>
          <p:cNvGrpSpPr/>
          <p:nvPr/>
        </p:nvGrpSpPr>
        <p:grpSpPr>
          <a:xfrm>
            <a:off x="7992594" y="2891866"/>
            <a:ext cx="360713" cy="353210"/>
            <a:chOff x="-22881800" y="1971800"/>
            <a:chExt cx="301675" cy="295400"/>
          </a:xfrm>
        </p:grpSpPr>
        <p:sp>
          <p:nvSpPr>
            <p:cNvPr id="11526" name="Google Shape;11526;p6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2" name="Google Shape;11532;p64"/>
          <p:cNvSpPr/>
          <p:nvPr/>
        </p:nvSpPr>
        <p:spPr>
          <a:xfrm>
            <a:off x="5326091" y="1561466"/>
            <a:ext cx="314589" cy="354136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3" name="Google Shape;11533;p64"/>
          <p:cNvSpPr/>
          <p:nvPr/>
        </p:nvSpPr>
        <p:spPr>
          <a:xfrm>
            <a:off x="5304434" y="2008907"/>
            <a:ext cx="357903" cy="353897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4" name="Google Shape;11534;p64"/>
          <p:cNvGrpSpPr/>
          <p:nvPr/>
        </p:nvGrpSpPr>
        <p:grpSpPr>
          <a:xfrm>
            <a:off x="5368939" y="2450029"/>
            <a:ext cx="227930" cy="354136"/>
            <a:chOff x="-28043900" y="2701925"/>
            <a:chExt cx="190625" cy="296175"/>
          </a:xfrm>
        </p:grpSpPr>
        <p:sp>
          <p:nvSpPr>
            <p:cNvPr id="11535" name="Google Shape;11535;p6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0" name="Google Shape;11540;p64"/>
          <p:cNvGrpSpPr/>
          <p:nvPr/>
        </p:nvGrpSpPr>
        <p:grpSpPr>
          <a:xfrm>
            <a:off x="7541805" y="1561968"/>
            <a:ext cx="354136" cy="353180"/>
            <a:chOff x="-26215025" y="1971025"/>
            <a:chExt cx="296175" cy="295375"/>
          </a:xfrm>
        </p:grpSpPr>
        <p:sp>
          <p:nvSpPr>
            <p:cNvPr id="11541" name="Google Shape;11541;p6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9" name="Google Shape;11549;p64"/>
          <p:cNvGrpSpPr/>
          <p:nvPr/>
        </p:nvGrpSpPr>
        <p:grpSpPr>
          <a:xfrm>
            <a:off x="7541327" y="2009758"/>
            <a:ext cx="355093" cy="352253"/>
            <a:chOff x="-26215825" y="2341200"/>
            <a:chExt cx="296975" cy="294600"/>
          </a:xfrm>
        </p:grpSpPr>
        <p:sp>
          <p:nvSpPr>
            <p:cNvPr id="11550" name="Google Shape;11550;p6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2" name="Google Shape;11552;p64"/>
          <p:cNvGrpSpPr/>
          <p:nvPr/>
        </p:nvGrpSpPr>
        <p:grpSpPr>
          <a:xfrm>
            <a:off x="7573357" y="2450508"/>
            <a:ext cx="291033" cy="353180"/>
            <a:chOff x="-26179575" y="2710600"/>
            <a:chExt cx="243400" cy="295375"/>
          </a:xfrm>
        </p:grpSpPr>
        <p:sp>
          <p:nvSpPr>
            <p:cNvPr id="11553" name="Google Shape;11553;p6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64"/>
          <p:cNvGrpSpPr/>
          <p:nvPr/>
        </p:nvGrpSpPr>
        <p:grpSpPr>
          <a:xfrm>
            <a:off x="6212417" y="2891881"/>
            <a:ext cx="337187" cy="353180"/>
            <a:chOff x="-24328675" y="1971025"/>
            <a:chExt cx="282000" cy="295375"/>
          </a:xfrm>
        </p:grpSpPr>
        <p:sp>
          <p:nvSpPr>
            <p:cNvPr id="11557" name="Google Shape;11557;p6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9" name="Google Shape;11559;p64"/>
          <p:cNvGrpSpPr/>
          <p:nvPr/>
        </p:nvGrpSpPr>
        <p:grpSpPr>
          <a:xfrm>
            <a:off x="6214778" y="3339207"/>
            <a:ext cx="332464" cy="353180"/>
            <a:chOff x="-24330250" y="2340425"/>
            <a:chExt cx="278050" cy="295375"/>
          </a:xfrm>
        </p:grpSpPr>
        <p:sp>
          <p:nvSpPr>
            <p:cNvPr id="11560" name="Google Shape;11560;p6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7" name="Google Shape;11567;p64"/>
          <p:cNvGrpSpPr/>
          <p:nvPr/>
        </p:nvGrpSpPr>
        <p:grpSpPr>
          <a:xfrm>
            <a:off x="6204420" y="3780420"/>
            <a:ext cx="353180" cy="353180"/>
            <a:chOff x="-24338900" y="2710600"/>
            <a:chExt cx="295375" cy="295375"/>
          </a:xfrm>
        </p:grpSpPr>
        <p:sp>
          <p:nvSpPr>
            <p:cNvPr id="11568" name="Google Shape;11568;p6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0" name="Google Shape;11570;p64"/>
          <p:cNvGrpSpPr/>
          <p:nvPr/>
        </p:nvGrpSpPr>
        <p:grpSpPr>
          <a:xfrm>
            <a:off x="7995419" y="3339805"/>
            <a:ext cx="355063" cy="351984"/>
            <a:chOff x="-22859750" y="2335900"/>
            <a:chExt cx="296950" cy="294375"/>
          </a:xfrm>
        </p:grpSpPr>
        <p:sp>
          <p:nvSpPr>
            <p:cNvPr id="11571" name="Google Shape;11571;p6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4" name="Google Shape;11574;p64"/>
          <p:cNvGrpSpPr/>
          <p:nvPr/>
        </p:nvGrpSpPr>
        <p:grpSpPr>
          <a:xfrm>
            <a:off x="5774767" y="1561953"/>
            <a:ext cx="311749" cy="353210"/>
            <a:chOff x="-27710725" y="1959200"/>
            <a:chExt cx="260725" cy="295400"/>
          </a:xfrm>
        </p:grpSpPr>
        <p:sp>
          <p:nvSpPr>
            <p:cNvPr id="11575" name="Google Shape;11575;p6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7" name="Google Shape;11577;p64"/>
          <p:cNvGrpSpPr/>
          <p:nvPr/>
        </p:nvGrpSpPr>
        <p:grpSpPr>
          <a:xfrm>
            <a:off x="5752631" y="2070499"/>
            <a:ext cx="356020" cy="230770"/>
            <a:chOff x="-27728850" y="2382950"/>
            <a:chExt cx="297750" cy="193000"/>
          </a:xfrm>
        </p:grpSpPr>
        <p:sp>
          <p:nvSpPr>
            <p:cNvPr id="11578" name="Google Shape;11578;p6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81" name="Google Shape;11581;p64"/>
          <p:cNvSpPr/>
          <p:nvPr/>
        </p:nvSpPr>
        <p:spPr>
          <a:xfrm>
            <a:off x="5753569" y="2456827"/>
            <a:ext cx="355093" cy="340476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2" name="Google Shape;11582;p64"/>
          <p:cNvSpPr/>
          <p:nvPr/>
        </p:nvSpPr>
        <p:spPr>
          <a:xfrm>
            <a:off x="7984417" y="1561466"/>
            <a:ext cx="354136" cy="354136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3" name="Google Shape;11583;p64"/>
          <p:cNvGrpSpPr/>
          <p:nvPr/>
        </p:nvGrpSpPr>
        <p:grpSpPr>
          <a:xfrm>
            <a:off x="7983975" y="2018710"/>
            <a:ext cx="354136" cy="334348"/>
            <a:chOff x="-25844850" y="2357750"/>
            <a:chExt cx="296175" cy="279625"/>
          </a:xfrm>
        </p:grpSpPr>
        <p:sp>
          <p:nvSpPr>
            <p:cNvPr id="11584" name="Google Shape;11584;p6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0" name="Google Shape;11590;p64"/>
          <p:cNvSpPr/>
          <p:nvPr/>
        </p:nvSpPr>
        <p:spPr>
          <a:xfrm>
            <a:off x="7982071" y="2450116"/>
            <a:ext cx="358830" cy="353897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91" name="Google Shape;11591;p64"/>
          <p:cNvGrpSpPr/>
          <p:nvPr/>
        </p:nvGrpSpPr>
        <p:grpSpPr>
          <a:xfrm>
            <a:off x="6712883" y="2891866"/>
            <a:ext cx="228887" cy="353210"/>
            <a:chOff x="-23917525" y="1970225"/>
            <a:chExt cx="191425" cy="295400"/>
          </a:xfrm>
        </p:grpSpPr>
        <p:sp>
          <p:nvSpPr>
            <p:cNvPr id="11592" name="Google Shape;11592;p6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5" name="Google Shape;11595;p64"/>
          <p:cNvGrpSpPr/>
          <p:nvPr/>
        </p:nvGrpSpPr>
        <p:grpSpPr>
          <a:xfrm>
            <a:off x="6668164" y="3338744"/>
            <a:ext cx="318325" cy="354107"/>
            <a:chOff x="-23952175" y="2340425"/>
            <a:chExt cx="266225" cy="296150"/>
          </a:xfrm>
        </p:grpSpPr>
        <p:sp>
          <p:nvSpPr>
            <p:cNvPr id="11596" name="Google Shape;11596;p6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8" name="Google Shape;11598;p64"/>
          <p:cNvSpPr/>
          <p:nvPr/>
        </p:nvSpPr>
        <p:spPr>
          <a:xfrm>
            <a:off x="6641253" y="3780732"/>
            <a:ext cx="372969" cy="352492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99" name="Google Shape;11599;p64"/>
          <p:cNvGrpSpPr/>
          <p:nvPr/>
        </p:nvGrpSpPr>
        <p:grpSpPr>
          <a:xfrm>
            <a:off x="8053336" y="3779000"/>
            <a:ext cx="239230" cy="356020"/>
            <a:chOff x="-22811700" y="2700350"/>
            <a:chExt cx="200075" cy="297750"/>
          </a:xfrm>
        </p:grpSpPr>
        <p:sp>
          <p:nvSpPr>
            <p:cNvPr id="11600" name="Google Shape;11600;p6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3" name="Google Shape;11603;p64"/>
          <p:cNvGrpSpPr/>
          <p:nvPr/>
        </p:nvGrpSpPr>
        <p:grpSpPr>
          <a:xfrm>
            <a:off x="6201787" y="1561490"/>
            <a:ext cx="355063" cy="354136"/>
            <a:chOff x="-27358650" y="1961575"/>
            <a:chExt cx="296950" cy="296175"/>
          </a:xfrm>
        </p:grpSpPr>
        <p:sp>
          <p:nvSpPr>
            <p:cNvPr id="11604" name="Google Shape;11604;p6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06" name="Google Shape;11606;p64"/>
          <p:cNvSpPr/>
          <p:nvPr/>
        </p:nvSpPr>
        <p:spPr>
          <a:xfrm>
            <a:off x="6243686" y="2009236"/>
            <a:ext cx="272201" cy="353240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7" name="Google Shape;11607;p64"/>
          <p:cNvSpPr/>
          <p:nvPr/>
        </p:nvSpPr>
        <p:spPr>
          <a:xfrm>
            <a:off x="6202255" y="2449997"/>
            <a:ext cx="355063" cy="354136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8" name="Google Shape;11608;p64"/>
          <p:cNvSpPr/>
          <p:nvPr/>
        </p:nvSpPr>
        <p:spPr>
          <a:xfrm>
            <a:off x="4883479" y="2892321"/>
            <a:ext cx="322122" cy="352253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9" name="Google Shape;11609;p64"/>
          <p:cNvGrpSpPr/>
          <p:nvPr/>
        </p:nvGrpSpPr>
        <p:grpSpPr>
          <a:xfrm>
            <a:off x="4865631" y="3349565"/>
            <a:ext cx="356946" cy="332464"/>
            <a:chOff x="-25477800" y="2357750"/>
            <a:chExt cx="298525" cy="278050"/>
          </a:xfrm>
        </p:grpSpPr>
        <p:sp>
          <p:nvSpPr>
            <p:cNvPr id="11610" name="Google Shape;11610;p6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12" name="Google Shape;11612;p64"/>
          <p:cNvSpPr/>
          <p:nvPr/>
        </p:nvSpPr>
        <p:spPr>
          <a:xfrm>
            <a:off x="4867009" y="3780313"/>
            <a:ext cx="355063" cy="353329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13" name="Google Shape;11613;p64"/>
          <p:cNvGrpSpPr/>
          <p:nvPr/>
        </p:nvGrpSpPr>
        <p:grpSpPr>
          <a:xfrm>
            <a:off x="7100357" y="2891881"/>
            <a:ext cx="354136" cy="353180"/>
            <a:chOff x="-23599325" y="1971025"/>
            <a:chExt cx="296175" cy="295375"/>
          </a:xfrm>
        </p:grpSpPr>
        <p:sp>
          <p:nvSpPr>
            <p:cNvPr id="11614" name="Google Shape;11614;p6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16" name="Google Shape;11616;p64"/>
          <p:cNvSpPr/>
          <p:nvPr/>
        </p:nvSpPr>
        <p:spPr>
          <a:xfrm>
            <a:off x="7101239" y="3338237"/>
            <a:ext cx="353180" cy="355063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7" name="Google Shape;11617;p64"/>
          <p:cNvSpPr/>
          <p:nvPr/>
        </p:nvSpPr>
        <p:spPr>
          <a:xfrm>
            <a:off x="7098877" y="3791209"/>
            <a:ext cx="357903" cy="331538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8" name="Google Shape;11618;p64"/>
          <p:cNvSpPr/>
          <p:nvPr/>
        </p:nvSpPr>
        <p:spPr>
          <a:xfrm>
            <a:off x="6201949" y="4272972"/>
            <a:ext cx="356020" cy="354136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19" name="Google Shape;11619;p64"/>
          <p:cNvGrpSpPr/>
          <p:nvPr/>
        </p:nvGrpSpPr>
        <p:grpSpPr>
          <a:xfrm>
            <a:off x="6644801" y="1561609"/>
            <a:ext cx="360713" cy="353897"/>
            <a:chOff x="-26993200" y="1961775"/>
            <a:chExt cx="301675" cy="295975"/>
          </a:xfrm>
        </p:grpSpPr>
        <p:sp>
          <p:nvSpPr>
            <p:cNvPr id="11620" name="Google Shape;11620;p6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3" name="Google Shape;11623;p64"/>
          <p:cNvGrpSpPr/>
          <p:nvPr/>
        </p:nvGrpSpPr>
        <p:grpSpPr>
          <a:xfrm>
            <a:off x="6669761" y="2009294"/>
            <a:ext cx="310792" cy="353180"/>
            <a:chOff x="-26970350" y="2332550"/>
            <a:chExt cx="259925" cy="295375"/>
          </a:xfrm>
        </p:grpSpPr>
        <p:sp>
          <p:nvSpPr>
            <p:cNvPr id="11624" name="Google Shape;11624;p6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6" name="Google Shape;11626;p64"/>
          <p:cNvGrpSpPr/>
          <p:nvPr/>
        </p:nvGrpSpPr>
        <p:grpSpPr>
          <a:xfrm>
            <a:off x="6649046" y="2482059"/>
            <a:ext cx="352223" cy="290077"/>
            <a:chOff x="-26986100" y="2735800"/>
            <a:chExt cx="294575" cy="242600"/>
          </a:xfrm>
        </p:grpSpPr>
        <p:sp>
          <p:nvSpPr>
            <p:cNvPr id="11627" name="Google Shape;11627;p6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9" name="Google Shape;11629;p64"/>
          <p:cNvSpPr/>
          <p:nvPr/>
        </p:nvSpPr>
        <p:spPr>
          <a:xfrm>
            <a:off x="5308694" y="2891857"/>
            <a:ext cx="353180" cy="35318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30" name="Google Shape;11630;p64"/>
          <p:cNvGrpSpPr/>
          <p:nvPr/>
        </p:nvGrpSpPr>
        <p:grpSpPr>
          <a:xfrm>
            <a:off x="5308265" y="3338744"/>
            <a:ext cx="353180" cy="354107"/>
            <a:chOff x="-25104475" y="2340425"/>
            <a:chExt cx="295375" cy="296150"/>
          </a:xfrm>
        </p:grpSpPr>
        <p:sp>
          <p:nvSpPr>
            <p:cNvPr id="11631" name="Google Shape;11631;p6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0" name="Google Shape;11640;p64"/>
          <p:cNvSpPr/>
          <p:nvPr/>
        </p:nvSpPr>
        <p:spPr>
          <a:xfrm>
            <a:off x="5306811" y="3825122"/>
            <a:ext cx="356946" cy="263712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41" name="Google Shape;11641;p64"/>
          <p:cNvGrpSpPr/>
          <p:nvPr/>
        </p:nvGrpSpPr>
        <p:grpSpPr>
          <a:xfrm>
            <a:off x="7548093" y="2891403"/>
            <a:ext cx="355063" cy="354136"/>
            <a:chOff x="-23229925" y="1970225"/>
            <a:chExt cx="296950" cy="296175"/>
          </a:xfrm>
        </p:grpSpPr>
        <p:sp>
          <p:nvSpPr>
            <p:cNvPr id="11642" name="Google Shape;11642;p6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6" name="Google Shape;11646;p64"/>
          <p:cNvGrpSpPr/>
          <p:nvPr/>
        </p:nvGrpSpPr>
        <p:grpSpPr>
          <a:xfrm>
            <a:off x="7590466" y="3338266"/>
            <a:ext cx="270318" cy="355063"/>
            <a:chOff x="-23177950" y="2340425"/>
            <a:chExt cx="226075" cy="296950"/>
          </a:xfrm>
        </p:grpSpPr>
        <p:sp>
          <p:nvSpPr>
            <p:cNvPr id="11647" name="Google Shape;11647;p6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9" name="Google Shape;11649;p64"/>
          <p:cNvGrpSpPr/>
          <p:nvPr/>
        </p:nvGrpSpPr>
        <p:grpSpPr>
          <a:xfrm>
            <a:off x="7548556" y="3779942"/>
            <a:ext cx="354136" cy="354136"/>
            <a:chOff x="-23229150" y="2710600"/>
            <a:chExt cx="296175" cy="296175"/>
          </a:xfrm>
        </p:grpSpPr>
        <p:sp>
          <p:nvSpPr>
            <p:cNvPr id="11650" name="Google Shape;11650;p6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2" name="Google Shape;11652;p64"/>
          <p:cNvSpPr/>
          <p:nvPr/>
        </p:nvSpPr>
        <p:spPr>
          <a:xfrm>
            <a:off x="6650549" y="4273454"/>
            <a:ext cx="354136" cy="35318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656" name="Shape 1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7" name="Google Shape;11657;p65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8" name="Google Shape;11658;p65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59" name="Google Shape;11659;p65"/>
          <p:cNvGrpSpPr/>
          <p:nvPr/>
        </p:nvGrpSpPr>
        <p:grpSpPr>
          <a:xfrm>
            <a:off x="854368" y="1541720"/>
            <a:ext cx="366269" cy="366240"/>
            <a:chOff x="-65131525" y="1914325"/>
            <a:chExt cx="316650" cy="316625"/>
          </a:xfrm>
        </p:grpSpPr>
        <p:sp>
          <p:nvSpPr>
            <p:cNvPr id="11660" name="Google Shape;11660;p6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2" name="Google Shape;11662;p65"/>
          <p:cNvGrpSpPr/>
          <p:nvPr/>
        </p:nvGrpSpPr>
        <p:grpSpPr>
          <a:xfrm>
            <a:off x="854368" y="2022007"/>
            <a:ext cx="366269" cy="366269"/>
            <a:chOff x="-65131525" y="2281350"/>
            <a:chExt cx="316650" cy="316650"/>
          </a:xfrm>
        </p:grpSpPr>
        <p:sp>
          <p:nvSpPr>
            <p:cNvPr id="11663" name="Google Shape;11663;p6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5" name="Google Shape;11665;p65"/>
          <p:cNvGrpSpPr/>
          <p:nvPr/>
        </p:nvGrpSpPr>
        <p:grpSpPr>
          <a:xfrm>
            <a:off x="857564" y="2487006"/>
            <a:ext cx="359878" cy="367165"/>
            <a:chOff x="-65129950" y="2646800"/>
            <a:chExt cx="311125" cy="317425"/>
          </a:xfrm>
        </p:grpSpPr>
        <p:sp>
          <p:nvSpPr>
            <p:cNvPr id="11666" name="Google Shape;11666;p6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8" name="Google Shape;11668;p65"/>
          <p:cNvGrpSpPr/>
          <p:nvPr/>
        </p:nvGrpSpPr>
        <p:grpSpPr>
          <a:xfrm>
            <a:off x="3060897" y="1540332"/>
            <a:ext cx="368987" cy="369016"/>
            <a:chOff x="-63252250" y="1930850"/>
            <a:chExt cx="319000" cy="319025"/>
          </a:xfrm>
        </p:grpSpPr>
        <p:sp>
          <p:nvSpPr>
            <p:cNvPr id="11669" name="Google Shape;11669;p6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71" name="Google Shape;11671;p65"/>
          <p:cNvSpPr/>
          <p:nvPr/>
        </p:nvSpPr>
        <p:spPr>
          <a:xfrm>
            <a:off x="3052893" y="2021169"/>
            <a:ext cx="372371" cy="367946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2" name="Google Shape;11672;p65"/>
          <p:cNvGrpSpPr/>
          <p:nvPr/>
        </p:nvGrpSpPr>
        <p:grpSpPr>
          <a:xfrm>
            <a:off x="3061808" y="2486543"/>
            <a:ext cx="367165" cy="368091"/>
            <a:chOff x="-63250675" y="2664125"/>
            <a:chExt cx="317425" cy="318225"/>
          </a:xfrm>
        </p:grpSpPr>
        <p:sp>
          <p:nvSpPr>
            <p:cNvPr id="11673" name="Google Shape;11673;p6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65"/>
          <p:cNvGrpSpPr/>
          <p:nvPr/>
        </p:nvGrpSpPr>
        <p:grpSpPr>
          <a:xfrm>
            <a:off x="1738471" y="2962950"/>
            <a:ext cx="363522" cy="361266"/>
            <a:chOff x="-61354075" y="1940500"/>
            <a:chExt cx="314275" cy="312325"/>
          </a:xfrm>
        </p:grpSpPr>
        <p:sp>
          <p:nvSpPr>
            <p:cNvPr id="11676" name="Google Shape;11676;p6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0" name="Google Shape;11680;p65"/>
          <p:cNvGrpSpPr/>
          <p:nvPr/>
        </p:nvGrpSpPr>
        <p:grpSpPr>
          <a:xfrm>
            <a:off x="1737098" y="3411502"/>
            <a:ext cx="366269" cy="336195"/>
            <a:chOff x="-61354875" y="2322300"/>
            <a:chExt cx="316650" cy="290650"/>
          </a:xfrm>
        </p:grpSpPr>
        <p:sp>
          <p:nvSpPr>
            <p:cNvPr id="11681" name="Google Shape;11681;p6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4" name="Google Shape;11684;p65"/>
          <p:cNvGrpSpPr/>
          <p:nvPr/>
        </p:nvGrpSpPr>
        <p:grpSpPr>
          <a:xfrm>
            <a:off x="1737098" y="3839066"/>
            <a:ext cx="366269" cy="366269"/>
            <a:chOff x="-61354875" y="2671225"/>
            <a:chExt cx="316650" cy="316650"/>
          </a:xfrm>
        </p:grpSpPr>
        <p:sp>
          <p:nvSpPr>
            <p:cNvPr id="11685" name="Google Shape;11685;p6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0" name="Google Shape;11690;p65"/>
          <p:cNvGrpSpPr/>
          <p:nvPr/>
        </p:nvGrpSpPr>
        <p:grpSpPr>
          <a:xfrm>
            <a:off x="3952502" y="2958801"/>
            <a:ext cx="368987" cy="369566"/>
            <a:chOff x="-59502375" y="1904375"/>
            <a:chExt cx="319000" cy="319500"/>
          </a:xfrm>
        </p:grpSpPr>
        <p:sp>
          <p:nvSpPr>
            <p:cNvPr id="11691" name="Google Shape;11691;p6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4" name="Google Shape;11694;p65"/>
          <p:cNvGrpSpPr/>
          <p:nvPr/>
        </p:nvGrpSpPr>
        <p:grpSpPr>
          <a:xfrm>
            <a:off x="1298621" y="1543007"/>
            <a:ext cx="368987" cy="363666"/>
            <a:chOff x="-64774725" y="1916550"/>
            <a:chExt cx="319000" cy="314400"/>
          </a:xfrm>
        </p:grpSpPr>
        <p:sp>
          <p:nvSpPr>
            <p:cNvPr id="11695" name="Google Shape;11695;p6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65"/>
          <p:cNvGrpSpPr/>
          <p:nvPr/>
        </p:nvGrpSpPr>
        <p:grpSpPr>
          <a:xfrm>
            <a:off x="1299979" y="2020186"/>
            <a:ext cx="366269" cy="369913"/>
            <a:chOff x="-64764500" y="2280550"/>
            <a:chExt cx="316650" cy="319800"/>
          </a:xfrm>
        </p:grpSpPr>
        <p:sp>
          <p:nvSpPr>
            <p:cNvPr id="11698" name="Google Shape;11698;p6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00" name="Google Shape;11700;p65"/>
          <p:cNvSpPr/>
          <p:nvPr/>
        </p:nvSpPr>
        <p:spPr>
          <a:xfrm>
            <a:off x="1316753" y="2487454"/>
            <a:ext cx="319799" cy="366269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01" name="Google Shape;11701;p65"/>
          <p:cNvGrpSpPr/>
          <p:nvPr/>
        </p:nvGrpSpPr>
        <p:grpSpPr>
          <a:xfrm>
            <a:off x="3512023" y="1579963"/>
            <a:ext cx="365344" cy="289753"/>
            <a:chOff x="-62882850" y="1999375"/>
            <a:chExt cx="315850" cy="250500"/>
          </a:xfrm>
        </p:grpSpPr>
        <p:sp>
          <p:nvSpPr>
            <p:cNvPr id="11702" name="Google Shape;11702;p6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4" name="Google Shape;11704;p65"/>
          <p:cNvGrpSpPr/>
          <p:nvPr/>
        </p:nvGrpSpPr>
        <p:grpSpPr>
          <a:xfrm>
            <a:off x="3503362" y="2021545"/>
            <a:ext cx="382665" cy="367194"/>
            <a:chOff x="-62890750" y="2296300"/>
            <a:chExt cx="330825" cy="317450"/>
          </a:xfrm>
        </p:grpSpPr>
        <p:sp>
          <p:nvSpPr>
            <p:cNvPr id="11705" name="Google Shape;11705;p6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65"/>
          <p:cNvGrpSpPr/>
          <p:nvPr/>
        </p:nvGrpSpPr>
        <p:grpSpPr>
          <a:xfrm>
            <a:off x="3512023" y="2487006"/>
            <a:ext cx="365344" cy="367165"/>
            <a:chOff x="-62882850" y="2664925"/>
            <a:chExt cx="315850" cy="317425"/>
          </a:xfrm>
        </p:grpSpPr>
        <p:sp>
          <p:nvSpPr>
            <p:cNvPr id="11709" name="Google Shape;11709;p6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1" name="Google Shape;11711;p65"/>
          <p:cNvSpPr/>
          <p:nvPr/>
        </p:nvSpPr>
        <p:spPr>
          <a:xfrm>
            <a:off x="2175712" y="2961302"/>
            <a:ext cx="369016" cy="364563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12" name="Google Shape;11712;p65"/>
          <p:cNvGrpSpPr/>
          <p:nvPr/>
        </p:nvGrpSpPr>
        <p:grpSpPr>
          <a:xfrm>
            <a:off x="2183172" y="3399646"/>
            <a:ext cx="366269" cy="359907"/>
            <a:chOff x="-60988625" y="2310475"/>
            <a:chExt cx="316650" cy="311150"/>
          </a:xfrm>
        </p:grpSpPr>
        <p:sp>
          <p:nvSpPr>
            <p:cNvPr id="11713" name="Google Shape;11713;p6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9" name="Google Shape;11719;p65"/>
          <p:cNvGrpSpPr/>
          <p:nvPr/>
        </p:nvGrpSpPr>
        <p:grpSpPr>
          <a:xfrm>
            <a:off x="2183634" y="3837809"/>
            <a:ext cx="365344" cy="368785"/>
            <a:chOff x="-60987050" y="2671400"/>
            <a:chExt cx="315850" cy="318825"/>
          </a:xfrm>
        </p:grpSpPr>
        <p:sp>
          <p:nvSpPr>
            <p:cNvPr id="11720" name="Google Shape;11720;p6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2" name="Google Shape;11722;p65"/>
          <p:cNvGrpSpPr/>
          <p:nvPr/>
        </p:nvGrpSpPr>
        <p:grpSpPr>
          <a:xfrm>
            <a:off x="3952500" y="3400571"/>
            <a:ext cx="368987" cy="358056"/>
            <a:chOff x="-59481900" y="2290800"/>
            <a:chExt cx="319000" cy="309550"/>
          </a:xfrm>
        </p:grpSpPr>
        <p:sp>
          <p:nvSpPr>
            <p:cNvPr id="11723" name="Google Shape;11723;p6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9" name="Google Shape;11729;p65"/>
          <p:cNvGrpSpPr/>
          <p:nvPr/>
        </p:nvGrpSpPr>
        <p:grpSpPr>
          <a:xfrm>
            <a:off x="1741805" y="1541344"/>
            <a:ext cx="368987" cy="366992"/>
            <a:chOff x="-64401400" y="1914475"/>
            <a:chExt cx="319000" cy="317275"/>
          </a:xfrm>
        </p:grpSpPr>
        <p:sp>
          <p:nvSpPr>
            <p:cNvPr id="11730" name="Google Shape;11730;p6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3" name="Google Shape;11733;p65"/>
          <p:cNvGrpSpPr/>
          <p:nvPr/>
        </p:nvGrpSpPr>
        <p:grpSpPr>
          <a:xfrm>
            <a:off x="1806493" y="2022383"/>
            <a:ext cx="239610" cy="365517"/>
            <a:chOff x="-64343900" y="2282125"/>
            <a:chExt cx="207150" cy="316000"/>
          </a:xfrm>
        </p:grpSpPr>
        <p:sp>
          <p:nvSpPr>
            <p:cNvPr id="11734" name="Google Shape;11734;p6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6" name="Google Shape;11736;p65"/>
          <p:cNvSpPr/>
          <p:nvPr/>
        </p:nvSpPr>
        <p:spPr>
          <a:xfrm>
            <a:off x="1736288" y="2485633"/>
            <a:ext cx="367165" cy="369913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37" name="Google Shape;11737;p65"/>
          <p:cNvGrpSpPr/>
          <p:nvPr/>
        </p:nvGrpSpPr>
        <p:grpSpPr>
          <a:xfrm>
            <a:off x="3986941" y="1541604"/>
            <a:ext cx="318873" cy="366471"/>
            <a:chOff x="-62496925" y="1931475"/>
            <a:chExt cx="275675" cy="316825"/>
          </a:xfrm>
        </p:grpSpPr>
        <p:sp>
          <p:nvSpPr>
            <p:cNvPr id="11738" name="Google Shape;11738;p6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0" name="Google Shape;11740;p65"/>
          <p:cNvGrpSpPr/>
          <p:nvPr/>
        </p:nvGrpSpPr>
        <p:grpSpPr>
          <a:xfrm>
            <a:off x="3963691" y="2021429"/>
            <a:ext cx="365373" cy="367426"/>
            <a:chOff x="-62516625" y="2297875"/>
            <a:chExt cx="315875" cy="317650"/>
          </a:xfrm>
        </p:grpSpPr>
        <p:sp>
          <p:nvSpPr>
            <p:cNvPr id="11741" name="Google Shape;11741;p6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3" name="Google Shape;11743;p65"/>
          <p:cNvGrpSpPr/>
          <p:nvPr/>
        </p:nvGrpSpPr>
        <p:grpSpPr>
          <a:xfrm>
            <a:off x="3962332" y="2503388"/>
            <a:ext cx="368091" cy="334402"/>
            <a:chOff x="-62518200" y="2692475"/>
            <a:chExt cx="318225" cy="289100"/>
          </a:xfrm>
        </p:grpSpPr>
        <p:sp>
          <p:nvSpPr>
            <p:cNvPr id="11744" name="Google Shape;11744;p6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6" name="Google Shape;11746;p65"/>
          <p:cNvGrpSpPr/>
          <p:nvPr/>
        </p:nvGrpSpPr>
        <p:grpSpPr>
          <a:xfrm>
            <a:off x="2648986" y="2960912"/>
            <a:ext cx="309793" cy="365344"/>
            <a:chOff x="-60597975" y="1939525"/>
            <a:chExt cx="267825" cy="315850"/>
          </a:xfrm>
        </p:grpSpPr>
        <p:sp>
          <p:nvSpPr>
            <p:cNvPr id="11747" name="Google Shape;11747;p6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9" name="Google Shape;11749;p65"/>
          <p:cNvGrpSpPr/>
          <p:nvPr/>
        </p:nvGrpSpPr>
        <p:grpSpPr>
          <a:xfrm>
            <a:off x="2619389" y="3395337"/>
            <a:ext cx="368987" cy="368525"/>
            <a:chOff x="-60620800" y="2304600"/>
            <a:chExt cx="319000" cy="318600"/>
          </a:xfrm>
        </p:grpSpPr>
        <p:sp>
          <p:nvSpPr>
            <p:cNvPr id="11750" name="Google Shape;11750;p6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3" name="Google Shape;11753;p65"/>
          <p:cNvGrpSpPr/>
          <p:nvPr/>
        </p:nvGrpSpPr>
        <p:grpSpPr>
          <a:xfrm>
            <a:off x="2620748" y="3890988"/>
            <a:ext cx="366269" cy="262426"/>
            <a:chOff x="-60621600" y="2716100"/>
            <a:chExt cx="316650" cy="226875"/>
          </a:xfrm>
        </p:grpSpPr>
        <p:sp>
          <p:nvSpPr>
            <p:cNvPr id="11754" name="Google Shape;11754;p6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6" name="Google Shape;11756;p65"/>
          <p:cNvGrpSpPr/>
          <p:nvPr/>
        </p:nvGrpSpPr>
        <p:grpSpPr>
          <a:xfrm>
            <a:off x="3957965" y="3839081"/>
            <a:ext cx="358056" cy="366240"/>
            <a:chOff x="-59475600" y="2658625"/>
            <a:chExt cx="309550" cy="316625"/>
          </a:xfrm>
        </p:grpSpPr>
        <p:sp>
          <p:nvSpPr>
            <p:cNvPr id="11757" name="Google Shape;11757;p6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4" name="Google Shape;11764;p65"/>
          <p:cNvSpPr/>
          <p:nvPr/>
        </p:nvSpPr>
        <p:spPr>
          <a:xfrm>
            <a:off x="2175657" y="1542168"/>
            <a:ext cx="365373" cy="365344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5" name="Google Shape;11765;p65"/>
          <p:cNvSpPr/>
          <p:nvPr/>
        </p:nvSpPr>
        <p:spPr>
          <a:xfrm>
            <a:off x="2203001" y="2020634"/>
            <a:ext cx="310690" cy="369016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6" name="Google Shape;11766;p65"/>
          <p:cNvGrpSpPr/>
          <p:nvPr/>
        </p:nvGrpSpPr>
        <p:grpSpPr>
          <a:xfrm>
            <a:off x="2233086" y="2487006"/>
            <a:ext cx="263294" cy="367165"/>
            <a:chOff x="-63987100" y="2646800"/>
            <a:chExt cx="227625" cy="317425"/>
          </a:xfrm>
        </p:grpSpPr>
        <p:sp>
          <p:nvSpPr>
            <p:cNvPr id="11767" name="Google Shape;11767;p6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9" name="Google Shape;11769;p65"/>
          <p:cNvGrpSpPr/>
          <p:nvPr/>
        </p:nvGrpSpPr>
        <p:grpSpPr>
          <a:xfrm>
            <a:off x="852428" y="2958627"/>
            <a:ext cx="358056" cy="369913"/>
            <a:chOff x="-62148000" y="1930075"/>
            <a:chExt cx="309550" cy="319800"/>
          </a:xfrm>
        </p:grpSpPr>
        <p:sp>
          <p:nvSpPr>
            <p:cNvPr id="11770" name="Google Shape;11770;p6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2" name="Google Shape;11772;p65"/>
          <p:cNvGrpSpPr/>
          <p:nvPr/>
        </p:nvGrpSpPr>
        <p:grpSpPr>
          <a:xfrm>
            <a:off x="849695" y="3396913"/>
            <a:ext cx="363522" cy="365373"/>
            <a:chOff x="-62150375" y="2297875"/>
            <a:chExt cx="314275" cy="315875"/>
          </a:xfrm>
        </p:grpSpPr>
        <p:sp>
          <p:nvSpPr>
            <p:cNvPr id="11773" name="Google Shape;11773;p6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8" name="Google Shape;11778;p65"/>
          <p:cNvGrpSpPr/>
          <p:nvPr/>
        </p:nvGrpSpPr>
        <p:grpSpPr>
          <a:xfrm>
            <a:off x="848322" y="3838156"/>
            <a:ext cx="366269" cy="368091"/>
            <a:chOff x="-62150375" y="2664925"/>
            <a:chExt cx="316650" cy="318225"/>
          </a:xfrm>
        </p:grpSpPr>
        <p:sp>
          <p:nvSpPr>
            <p:cNvPr id="11779" name="Google Shape;11779;p6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65"/>
          <p:cNvGrpSpPr/>
          <p:nvPr/>
        </p:nvGrpSpPr>
        <p:grpSpPr>
          <a:xfrm>
            <a:off x="3065911" y="2959133"/>
            <a:ext cx="367165" cy="368901"/>
            <a:chOff x="-60254550" y="1938025"/>
            <a:chExt cx="317425" cy="318925"/>
          </a:xfrm>
        </p:grpSpPr>
        <p:sp>
          <p:nvSpPr>
            <p:cNvPr id="11784" name="Google Shape;11784;p6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8" name="Google Shape;11788;p65"/>
          <p:cNvGrpSpPr/>
          <p:nvPr/>
        </p:nvGrpSpPr>
        <p:grpSpPr>
          <a:xfrm>
            <a:off x="3040249" y="3396389"/>
            <a:ext cx="366648" cy="366420"/>
            <a:chOff x="6479471" y="2079003"/>
            <a:chExt cx="348923" cy="348706"/>
          </a:xfrm>
        </p:grpSpPr>
        <p:sp>
          <p:nvSpPr>
            <p:cNvPr id="11789" name="Google Shape;11789;p6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90" name="Google Shape;11790;p6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11791" name="Google Shape;11791;p6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2" name="Google Shape;11792;p6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3" name="Google Shape;11793;p6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4" name="Google Shape;11794;p6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5" name="Google Shape;11795;p6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6" name="Google Shape;11796;p6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7" name="Google Shape;11797;p6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98" name="Google Shape;11798;p65"/>
          <p:cNvGrpSpPr/>
          <p:nvPr/>
        </p:nvGrpSpPr>
        <p:grpSpPr>
          <a:xfrm>
            <a:off x="3094149" y="3837707"/>
            <a:ext cx="310690" cy="368987"/>
            <a:chOff x="-60232500" y="2671225"/>
            <a:chExt cx="268600" cy="319000"/>
          </a:xfrm>
        </p:grpSpPr>
        <p:sp>
          <p:nvSpPr>
            <p:cNvPr id="11799" name="Google Shape;11799;p6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1" name="Google Shape;11801;p65"/>
          <p:cNvGrpSpPr/>
          <p:nvPr/>
        </p:nvGrpSpPr>
        <p:grpSpPr>
          <a:xfrm>
            <a:off x="2179643" y="4286341"/>
            <a:ext cx="365373" cy="368987"/>
            <a:chOff x="-59100700" y="1911950"/>
            <a:chExt cx="315875" cy="319000"/>
          </a:xfrm>
        </p:grpSpPr>
        <p:sp>
          <p:nvSpPr>
            <p:cNvPr id="11802" name="Google Shape;11802;p6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2" name="Google Shape;11812;p65"/>
          <p:cNvGrpSpPr/>
          <p:nvPr/>
        </p:nvGrpSpPr>
        <p:grpSpPr>
          <a:xfrm>
            <a:off x="2621810" y="1541821"/>
            <a:ext cx="379918" cy="366038"/>
            <a:chOff x="-63665750" y="1914325"/>
            <a:chExt cx="328450" cy="316450"/>
          </a:xfrm>
        </p:grpSpPr>
        <p:sp>
          <p:nvSpPr>
            <p:cNvPr id="11813" name="Google Shape;11813;p6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5" name="Google Shape;11815;p65"/>
          <p:cNvGrpSpPr/>
          <p:nvPr/>
        </p:nvGrpSpPr>
        <p:grpSpPr>
          <a:xfrm>
            <a:off x="2626814" y="2020865"/>
            <a:ext cx="369913" cy="368554"/>
            <a:chOff x="-63666550" y="2278975"/>
            <a:chExt cx="319800" cy="318625"/>
          </a:xfrm>
        </p:grpSpPr>
        <p:sp>
          <p:nvSpPr>
            <p:cNvPr id="11816" name="Google Shape;11816;p6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8" name="Google Shape;11818;p65"/>
          <p:cNvGrpSpPr/>
          <p:nvPr/>
        </p:nvGrpSpPr>
        <p:grpSpPr>
          <a:xfrm>
            <a:off x="2624081" y="2486890"/>
            <a:ext cx="375378" cy="367397"/>
            <a:chOff x="-63669700" y="2646600"/>
            <a:chExt cx="324525" cy="317625"/>
          </a:xfrm>
        </p:grpSpPr>
        <p:sp>
          <p:nvSpPr>
            <p:cNvPr id="11819" name="Google Shape;11819;p6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1" name="Google Shape;11821;p65"/>
          <p:cNvGrpSpPr/>
          <p:nvPr/>
        </p:nvGrpSpPr>
        <p:grpSpPr>
          <a:xfrm>
            <a:off x="1286361" y="2960218"/>
            <a:ext cx="366269" cy="366732"/>
            <a:chOff x="-61784125" y="1931250"/>
            <a:chExt cx="316650" cy="317050"/>
          </a:xfrm>
        </p:grpSpPr>
        <p:sp>
          <p:nvSpPr>
            <p:cNvPr id="11822" name="Google Shape;11822;p6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6" name="Google Shape;11826;p65"/>
          <p:cNvGrpSpPr/>
          <p:nvPr/>
        </p:nvGrpSpPr>
        <p:grpSpPr>
          <a:xfrm>
            <a:off x="1286360" y="3396465"/>
            <a:ext cx="366269" cy="366269"/>
            <a:chOff x="-61783350" y="2297100"/>
            <a:chExt cx="316650" cy="316650"/>
          </a:xfrm>
        </p:grpSpPr>
        <p:sp>
          <p:nvSpPr>
            <p:cNvPr id="11827" name="Google Shape;11827;p6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9" name="Google Shape;11829;p65"/>
          <p:cNvGrpSpPr/>
          <p:nvPr/>
        </p:nvGrpSpPr>
        <p:grpSpPr>
          <a:xfrm>
            <a:off x="1286360" y="3837548"/>
            <a:ext cx="366269" cy="369305"/>
            <a:chOff x="-61782550" y="2664925"/>
            <a:chExt cx="316650" cy="319275"/>
          </a:xfrm>
        </p:grpSpPr>
        <p:sp>
          <p:nvSpPr>
            <p:cNvPr id="11830" name="Google Shape;11830;p6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3" name="Google Shape;11833;p65"/>
          <p:cNvGrpSpPr/>
          <p:nvPr/>
        </p:nvGrpSpPr>
        <p:grpSpPr>
          <a:xfrm>
            <a:off x="3508137" y="2968936"/>
            <a:ext cx="367165" cy="349294"/>
            <a:chOff x="-59889100" y="1945025"/>
            <a:chExt cx="317425" cy="301975"/>
          </a:xfrm>
        </p:grpSpPr>
        <p:sp>
          <p:nvSpPr>
            <p:cNvPr id="11834" name="Google Shape;11834;p6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8" name="Google Shape;11838;p65"/>
          <p:cNvSpPr/>
          <p:nvPr/>
        </p:nvSpPr>
        <p:spPr>
          <a:xfrm>
            <a:off x="3501697" y="3436096"/>
            <a:ext cx="368091" cy="28700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9" name="Google Shape;11839;p65"/>
          <p:cNvGrpSpPr/>
          <p:nvPr/>
        </p:nvGrpSpPr>
        <p:grpSpPr>
          <a:xfrm>
            <a:off x="3507226" y="3839471"/>
            <a:ext cx="368987" cy="365459"/>
            <a:chOff x="-59889100" y="2671925"/>
            <a:chExt cx="319000" cy="315950"/>
          </a:xfrm>
        </p:grpSpPr>
        <p:sp>
          <p:nvSpPr>
            <p:cNvPr id="11840" name="Google Shape;11840;p6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4" name="Google Shape;11844;p65"/>
          <p:cNvGrpSpPr/>
          <p:nvPr/>
        </p:nvGrpSpPr>
        <p:grpSpPr>
          <a:xfrm>
            <a:off x="2620204" y="4281976"/>
            <a:ext cx="367165" cy="366269"/>
            <a:chOff x="-59092025" y="2296300"/>
            <a:chExt cx="317425" cy="316650"/>
          </a:xfrm>
        </p:grpSpPr>
        <p:sp>
          <p:nvSpPr>
            <p:cNvPr id="11845" name="Google Shape;11845;p6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6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7" name="Google Shape;11847;p65"/>
          <p:cNvGrpSpPr/>
          <p:nvPr/>
        </p:nvGrpSpPr>
        <p:grpSpPr>
          <a:xfrm>
            <a:off x="4865611" y="1532895"/>
            <a:ext cx="353174" cy="347599"/>
            <a:chOff x="683125" y="1955275"/>
            <a:chExt cx="299325" cy="294600"/>
          </a:xfrm>
        </p:grpSpPr>
        <p:sp>
          <p:nvSpPr>
            <p:cNvPr id="11848" name="Google Shape;11848;p6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2" name="Google Shape;11852;p65"/>
          <p:cNvGrpSpPr/>
          <p:nvPr/>
        </p:nvGrpSpPr>
        <p:grpSpPr>
          <a:xfrm>
            <a:off x="4866541" y="1983453"/>
            <a:ext cx="351315" cy="349486"/>
            <a:chOff x="685475" y="2318350"/>
            <a:chExt cx="297750" cy="296200"/>
          </a:xfrm>
        </p:grpSpPr>
        <p:sp>
          <p:nvSpPr>
            <p:cNvPr id="11853" name="Google Shape;11853;p6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6" name="Google Shape;11856;p65"/>
          <p:cNvSpPr/>
          <p:nvPr/>
        </p:nvSpPr>
        <p:spPr>
          <a:xfrm>
            <a:off x="4867924" y="2425254"/>
            <a:ext cx="348513" cy="349427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7" name="Google Shape;11857;p65"/>
          <p:cNvGrpSpPr/>
          <p:nvPr/>
        </p:nvGrpSpPr>
        <p:grpSpPr>
          <a:xfrm>
            <a:off x="7094699" y="1532659"/>
            <a:ext cx="309517" cy="348071"/>
            <a:chOff x="2523000" y="1954875"/>
            <a:chExt cx="262325" cy="295000"/>
          </a:xfrm>
        </p:grpSpPr>
        <p:sp>
          <p:nvSpPr>
            <p:cNvPr id="11858" name="Google Shape;11858;p6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0" name="Google Shape;11860;p65"/>
          <p:cNvGrpSpPr/>
          <p:nvPr/>
        </p:nvGrpSpPr>
        <p:grpSpPr>
          <a:xfrm>
            <a:off x="7073800" y="1983925"/>
            <a:ext cx="351315" cy="348542"/>
            <a:chOff x="2508825" y="2318350"/>
            <a:chExt cx="297750" cy="295400"/>
          </a:xfrm>
        </p:grpSpPr>
        <p:sp>
          <p:nvSpPr>
            <p:cNvPr id="11861" name="Google Shape;11861;p6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3" name="Google Shape;11863;p65"/>
          <p:cNvSpPr/>
          <p:nvPr/>
        </p:nvSpPr>
        <p:spPr>
          <a:xfrm>
            <a:off x="7074663" y="2425254"/>
            <a:ext cx="349457" cy="349427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4" name="Google Shape;11864;p65"/>
          <p:cNvGrpSpPr/>
          <p:nvPr/>
        </p:nvGrpSpPr>
        <p:grpSpPr>
          <a:xfrm>
            <a:off x="5747373" y="2897978"/>
            <a:ext cx="347599" cy="348513"/>
            <a:chOff x="4321150" y="1946600"/>
            <a:chExt cx="294600" cy="295375"/>
          </a:xfrm>
        </p:grpSpPr>
        <p:sp>
          <p:nvSpPr>
            <p:cNvPr id="11865" name="Google Shape;11865;p6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8" name="Google Shape;11868;p65"/>
          <p:cNvSpPr/>
          <p:nvPr/>
        </p:nvSpPr>
        <p:spPr>
          <a:xfrm>
            <a:off x="5744000" y="3398060"/>
            <a:ext cx="354117" cy="326242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9" name="Google Shape;11869;p65"/>
          <p:cNvSpPr/>
          <p:nvPr/>
        </p:nvSpPr>
        <p:spPr>
          <a:xfrm>
            <a:off x="5744472" y="3836225"/>
            <a:ext cx="353174" cy="348513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0" name="Google Shape;11870;p65"/>
          <p:cNvSpPr/>
          <p:nvPr/>
        </p:nvSpPr>
        <p:spPr>
          <a:xfrm>
            <a:off x="8020096" y="2898870"/>
            <a:ext cx="224004" cy="34665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1" name="Google Shape;11871;p65"/>
          <p:cNvSpPr/>
          <p:nvPr/>
        </p:nvSpPr>
        <p:spPr>
          <a:xfrm>
            <a:off x="5310365" y="1531929"/>
            <a:ext cx="351286" cy="34945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72" name="Google Shape;11872;p65"/>
          <p:cNvGrpSpPr/>
          <p:nvPr/>
        </p:nvGrpSpPr>
        <p:grpSpPr>
          <a:xfrm>
            <a:off x="5309921" y="1983925"/>
            <a:ext cx="352230" cy="348542"/>
            <a:chOff x="1049375" y="2318350"/>
            <a:chExt cx="298525" cy="295400"/>
          </a:xfrm>
        </p:grpSpPr>
        <p:sp>
          <p:nvSpPr>
            <p:cNvPr id="11873" name="Google Shape;11873;p6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7" name="Google Shape;11877;p65"/>
          <p:cNvGrpSpPr/>
          <p:nvPr/>
        </p:nvGrpSpPr>
        <p:grpSpPr>
          <a:xfrm>
            <a:off x="5310393" y="2424376"/>
            <a:ext cx="351286" cy="351286"/>
            <a:chOff x="1049375" y="2680675"/>
            <a:chExt cx="297725" cy="297725"/>
          </a:xfrm>
        </p:grpSpPr>
        <p:sp>
          <p:nvSpPr>
            <p:cNvPr id="11878" name="Google Shape;11878;p6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0" name="Google Shape;11880;p65"/>
          <p:cNvGrpSpPr/>
          <p:nvPr/>
        </p:nvGrpSpPr>
        <p:grpSpPr>
          <a:xfrm>
            <a:off x="7523845" y="1532423"/>
            <a:ext cx="348513" cy="348542"/>
            <a:chOff x="2872725" y="1954475"/>
            <a:chExt cx="295375" cy="295400"/>
          </a:xfrm>
        </p:grpSpPr>
        <p:sp>
          <p:nvSpPr>
            <p:cNvPr id="11881" name="Google Shape;11881;p6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4" name="Google Shape;11884;p65"/>
          <p:cNvGrpSpPr/>
          <p:nvPr/>
        </p:nvGrpSpPr>
        <p:grpSpPr>
          <a:xfrm>
            <a:off x="7545216" y="1982996"/>
            <a:ext cx="305771" cy="350401"/>
            <a:chOff x="2890050" y="2318350"/>
            <a:chExt cx="259150" cy="296975"/>
          </a:xfrm>
        </p:grpSpPr>
        <p:sp>
          <p:nvSpPr>
            <p:cNvPr id="11885" name="Google Shape;11885;p6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7" name="Google Shape;11887;p65"/>
          <p:cNvSpPr/>
          <p:nvPr/>
        </p:nvSpPr>
        <p:spPr>
          <a:xfrm>
            <a:off x="7585093" y="2424782"/>
            <a:ext cx="225862" cy="35037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88" name="Google Shape;11888;p65"/>
          <p:cNvGrpSpPr/>
          <p:nvPr/>
        </p:nvGrpSpPr>
        <p:grpSpPr>
          <a:xfrm>
            <a:off x="6187732" y="2898450"/>
            <a:ext cx="347569" cy="347569"/>
            <a:chOff x="4685050" y="1945825"/>
            <a:chExt cx="294575" cy="294575"/>
          </a:xfrm>
        </p:grpSpPr>
        <p:sp>
          <p:nvSpPr>
            <p:cNvPr id="11889" name="Google Shape;11889;p6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94" name="Google Shape;11894;p65"/>
          <p:cNvSpPr/>
          <p:nvPr/>
        </p:nvSpPr>
        <p:spPr>
          <a:xfrm>
            <a:off x="6187137" y="3387382"/>
            <a:ext cx="348513" cy="347599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5" name="Google Shape;11895;p65"/>
          <p:cNvSpPr/>
          <p:nvPr/>
        </p:nvSpPr>
        <p:spPr>
          <a:xfrm>
            <a:off x="6208050" y="3835296"/>
            <a:ext cx="306686" cy="35037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96" name="Google Shape;11896;p65"/>
          <p:cNvGrpSpPr/>
          <p:nvPr/>
        </p:nvGrpSpPr>
        <p:grpSpPr>
          <a:xfrm>
            <a:off x="7958004" y="3387425"/>
            <a:ext cx="348513" cy="347599"/>
            <a:chOff x="6131900" y="2301825"/>
            <a:chExt cx="295375" cy="294600"/>
          </a:xfrm>
        </p:grpSpPr>
        <p:sp>
          <p:nvSpPr>
            <p:cNvPr id="11897" name="Google Shape;11897;p6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65"/>
          <p:cNvGrpSpPr/>
          <p:nvPr/>
        </p:nvGrpSpPr>
        <p:grpSpPr>
          <a:xfrm>
            <a:off x="5753997" y="1531966"/>
            <a:ext cx="351315" cy="349457"/>
            <a:chOff x="1412450" y="1954475"/>
            <a:chExt cx="297750" cy="296175"/>
          </a:xfrm>
        </p:grpSpPr>
        <p:sp>
          <p:nvSpPr>
            <p:cNvPr id="11902" name="Google Shape;11902;p6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4" name="Google Shape;11904;p65"/>
          <p:cNvSpPr/>
          <p:nvPr/>
        </p:nvSpPr>
        <p:spPr>
          <a:xfrm>
            <a:off x="5755346" y="1985282"/>
            <a:ext cx="348542" cy="345740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5" name="Google Shape;11905;p65"/>
          <p:cNvGrpSpPr/>
          <p:nvPr/>
        </p:nvGrpSpPr>
        <p:grpSpPr>
          <a:xfrm>
            <a:off x="5753997" y="2424494"/>
            <a:ext cx="351315" cy="351050"/>
            <a:chOff x="1413250" y="2680675"/>
            <a:chExt cx="297750" cy="297525"/>
          </a:xfrm>
        </p:grpSpPr>
        <p:sp>
          <p:nvSpPr>
            <p:cNvPr id="11906" name="Google Shape;11906;p6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0" name="Google Shape;11910;p65"/>
          <p:cNvSpPr/>
          <p:nvPr/>
        </p:nvSpPr>
        <p:spPr>
          <a:xfrm>
            <a:off x="8012357" y="1531944"/>
            <a:ext cx="270463" cy="349427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1" name="Google Shape;11911;p65"/>
          <p:cNvSpPr/>
          <p:nvPr/>
        </p:nvSpPr>
        <p:spPr>
          <a:xfrm>
            <a:off x="7964498" y="1984131"/>
            <a:ext cx="366182" cy="348041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2" name="Google Shape;11912;p65"/>
          <p:cNvSpPr/>
          <p:nvPr/>
        </p:nvSpPr>
        <p:spPr>
          <a:xfrm>
            <a:off x="7971931" y="2425254"/>
            <a:ext cx="351315" cy="349427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3" name="Google Shape;11913;p65"/>
          <p:cNvGrpSpPr/>
          <p:nvPr/>
        </p:nvGrpSpPr>
        <p:grpSpPr>
          <a:xfrm>
            <a:off x="6630407" y="2898111"/>
            <a:ext cx="350371" cy="348247"/>
            <a:chOff x="5045775" y="1946400"/>
            <a:chExt cx="296950" cy="295150"/>
          </a:xfrm>
        </p:grpSpPr>
        <p:sp>
          <p:nvSpPr>
            <p:cNvPr id="11914" name="Google Shape;11914;p6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6" name="Google Shape;11916;p65"/>
          <p:cNvGrpSpPr/>
          <p:nvPr/>
        </p:nvGrpSpPr>
        <p:grpSpPr>
          <a:xfrm>
            <a:off x="6629006" y="3406938"/>
            <a:ext cx="353174" cy="308573"/>
            <a:chOff x="5046550" y="2327025"/>
            <a:chExt cx="299325" cy="261525"/>
          </a:xfrm>
        </p:grpSpPr>
        <p:sp>
          <p:nvSpPr>
            <p:cNvPr id="11917" name="Google Shape;11917;p6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0" name="Google Shape;11920;p65"/>
          <p:cNvSpPr/>
          <p:nvPr/>
        </p:nvSpPr>
        <p:spPr>
          <a:xfrm>
            <a:off x="6707866" y="3835296"/>
            <a:ext cx="195185" cy="35037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1" name="Google Shape;11921;p65"/>
          <p:cNvGrpSpPr/>
          <p:nvPr/>
        </p:nvGrpSpPr>
        <p:grpSpPr>
          <a:xfrm>
            <a:off x="7956604" y="3836276"/>
            <a:ext cx="351315" cy="348513"/>
            <a:chOff x="6167350" y="2672800"/>
            <a:chExt cx="297750" cy="295375"/>
          </a:xfrm>
        </p:grpSpPr>
        <p:sp>
          <p:nvSpPr>
            <p:cNvPr id="11922" name="Google Shape;11922;p6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7" name="Google Shape;11927;p65"/>
          <p:cNvGrpSpPr/>
          <p:nvPr/>
        </p:nvGrpSpPr>
        <p:grpSpPr>
          <a:xfrm>
            <a:off x="6197601" y="1531509"/>
            <a:ext cx="347599" cy="350371"/>
            <a:chOff x="1777925" y="1953700"/>
            <a:chExt cx="294600" cy="296950"/>
          </a:xfrm>
        </p:grpSpPr>
        <p:sp>
          <p:nvSpPr>
            <p:cNvPr id="11928" name="Google Shape;11928;p6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2" name="Google Shape;11932;p65"/>
          <p:cNvGrpSpPr/>
          <p:nvPr/>
        </p:nvGrpSpPr>
        <p:grpSpPr>
          <a:xfrm>
            <a:off x="6213411" y="1984397"/>
            <a:ext cx="315977" cy="347599"/>
            <a:chOff x="1790525" y="2319150"/>
            <a:chExt cx="267800" cy="294600"/>
          </a:xfrm>
        </p:grpSpPr>
        <p:sp>
          <p:nvSpPr>
            <p:cNvPr id="11933" name="Google Shape;11933;p6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5" name="Google Shape;11935;p65"/>
          <p:cNvSpPr/>
          <p:nvPr/>
        </p:nvSpPr>
        <p:spPr>
          <a:xfrm>
            <a:off x="6196153" y="2424782"/>
            <a:ext cx="350401" cy="35037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6" name="Google Shape;11936;p65"/>
          <p:cNvGrpSpPr/>
          <p:nvPr/>
        </p:nvGrpSpPr>
        <p:grpSpPr>
          <a:xfrm>
            <a:off x="4866386" y="2897963"/>
            <a:ext cx="349457" cy="348542"/>
            <a:chOff x="3599700" y="1954475"/>
            <a:chExt cx="296175" cy="295400"/>
          </a:xfrm>
        </p:grpSpPr>
        <p:sp>
          <p:nvSpPr>
            <p:cNvPr id="11937" name="Google Shape;11937;p6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0" name="Google Shape;11940;p65"/>
          <p:cNvGrpSpPr/>
          <p:nvPr/>
        </p:nvGrpSpPr>
        <p:grpSpPr>
          <a:xfrm>
            <a:off x="4867316" y="3387426"/>
            <a:ext cx="347599" cy="347599"/>
            <a:chOff x="3601275" y="2319150"/>
            <a:chExt cx="294600" cy="294600"/>
          </a:xfrm>
        </p:grpSpPr>
        <p:sp>
          <p:nvSpPr>
            <p:cNvPr id="11941" name="Google Shape;11941;p6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43" name="Google Shape;11943;p65"/>
          <p:cNvSpPr/>
          <p:nvPr/>
        </p:nvSpPr>
        <p:spPr>
          <a:xfrm>
            <a:off x="4866749" y="3836225"/>
            <a:ext cx="348542" cy="348513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4" name="Google Shape;11944;p65"/>
          <p:cNvGrpSpPr/>
          <p:nvPr/>
        </p:nvGrpSpPr>
        <p:grpSpPr>
          <a:xfrm>
            <a:off x="7087019" y="2897521"/>
            <a:ext cx="328071" cy="349427"/>
            <a:chOff x="5421475" y="1945825"/>
            <a:chExt cx="278050" cy="296150"/>
          </a:xfrm>
        </p:grpSpPr>
        <p:sp>
          <p:nvSpPr>
            <p:cNvPr id="11945" name="Google Shape;11945;p6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53" name="Google Shape;11953;p65"/>
          <p:cNvSpPr/>
          <p:nvPr/>
        </p:nvSpPr>
        <p:spPr>
          <a:xfrm>
            <a:off x="7074326" y="3385523"/>
            <a:ext cx="353174" cy="351315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54" name="Google Shape;11954;p65"/>
          <p:cNvGrpSpPr/>
          <p:nvPr/>
        </p:nvGrpSpPr>
        <p:grpSpPr>
          <a:xfrm>
            <a:off x="7075869" y="3898073"/>
            <a:ext cx="350371" cy="224918"/>
            <a:chOff x="5411225" y="2726350"/>
            <a:chExt cx="296950" cy="190625"/>
          </a:xfrm>
        </p:grpSpPr>
        <p:sp>
          <p:nvSpPr>
            <p:cNvPr id="11955" name="Google Shape;11955;p6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65"/>
          <p:cNvGrpSpPr/>
          <p:nvPr/>
        </p:nvGrpSpPr>
        <p:grpSpPr>
          <a:xfrm>
            <a:off x="6185904" y="4287346"/>
            <a:ext cx="351286" cy="326390"/>
            <a:chOff x="6524150" y="1938725"/>
            <a:chExt cx="297725" cy="276625"/>
          </a:xfrm>
        </p:grpSpPr>
        <p:sp>
          <p:nvSpPr>
            <p:cNvPr id="11958" name="Google Shape;11958;p6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2" name="Google Shape;11962;p65"/>
          <p:cNvGrpSpPr/>
          <p:nvPr/>
        </p:nvGrpSpPr>
        <p:grpSpPr>
          <a:xfrm>
            <a:off x="6637536" y="1531966"/>
            <a:ext cx="350401" cy="349457"/>
            <a:chOff x="2141000" y="1954475"/>
            <a:chExt cx="296975" cy="296175"/>
          </a:xfrm>
        </p:grpSpPr>
        <p:sp>
          <p:nvSpPr>
            <p:cNvPr id="11963" name="Google Shape;11963;p6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7" name="Google Shape;11967;p65"/>
          <p:cNvGrpSpPr/>
          <p:nvPr/>
        </p:nvGrpSpPr>
        <p:grpSpPr>
          <a:xfrm>
            <a:off x="6631047" y="1983807"/>
            <a:ext cx="363380" cy="348778"/>
            <a:chOff x="2140225" y="2318650"/>
            <a:chExt cx="307975" cy="295600"/>
          </a:xfrm>
        </p:grpSpPr>
        <p:sp>
          <p:nvSpPr>
            <p:cNvPr id="11968" name="Google Shape;11968;p6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0" name="Google Shape;11970;p65"/>
          <p:cNvGrpSpPr/>
          <p:nvPr/>
        </p:nvGrpSpPr>
        <p:grpSpPr>
          <a:xfrm>
            <a:off x="6636607" y="2425305"/>
            <a:ext cx="352259" cy="349427"/>
            <a:chOff x="2139425" y="2682250"/>
            <a:chExt cx="298550" cy="296150"/>
          </a:xfrm>
        </p:grpSpPr>
        <p:sp>
          <p:nvSpPr>
            <p:cNvPr id="11971" name="Google Shape;11971;p6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5" name="Google Shape;11975;p65"/>
          <p:cNvGrpSpPr/>
          <p:nvPr/>
        </p:nvGrpSpPr>
        <p:grpSpPr>
          <a:xfrm>
            <a:off x="5301219" y="2939791"/>
            <a:ext cx="350401" cy="264888"/>
            <a:chOff x="3962775" y="1990700"/>
            <a:chExt cx="296975" cy="224500"/>
          </a:xfrm>
        </p:grpSpPr>
        <p:sp>
          <p:nvSpPr>
            <p:cNvPr id="11976" name="Google Shape;11976;p6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65"/>
          <p:cNvGrpSpPr/>
          <p:nvPr/>
        </p:nvGrpSpPr>
        <p:grpSpPr>
          <a:xfrm>
            <a:off x="5301691" y="3386497"/>
            <a:ext cx="349457" cy="349457"/>
            <a:chOff x="3963575" y="2317575"/>
            <a:chExt cx="296175" cy="296175"/>
          </a:xfrm>
        </p:grpSpPr>
        <p:sp>
          <p:nvSpPr>
            <p:cNvPr id="11981" name="Google Shape;11981;p6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7" name="Google Shape;11997;p65"/>
          <p:cNvGrpSpPr/>
          <p:nvPr/>
        </p:nvGrpSpPr>
        <p:grpSpPr>
          <a:xfrm>
            <a:off x="5301691" y="3836276"/>
            <a:ext cx="349457" cy="348513"/>
            <a:chOff x="3962775" y="2683025"/>
            <a:chExt cx="296175" cy="295375"/>
          </a:xfrm>
        </p:grpSpPr>
        <p:sp>
          <p:nvSpPr>
            <p:cNvPr id="11998" name="Google Shape;11998;p6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1" name="Google Shape;12001;p65"/>
          <p:cNvSpPr/>
          <p:nvPr/>
        </p:nvSpPr>
        <p:spPr>
          <a:xfrm>
            <a:off x="7513275" y="2897941"/>
            <a:ext cx="354117" cy="348513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2" name="Google Shape;12002;p65"/>
          <p:cNvGrpSpPr/>
          <p:nvPr/>
        </p:nvGrpSpPr>
        <p:grpSpPr>
          <a:xfrm>
            <a:off x="7516228" y="3386968"/>
            <a:ext cx="348513" cy="348513"/>
            <a:chOff x="5775900" y="2308125"/>
            <a:chExt cx="295375" cy="295375"/>
          </a:xfrm>
        </p:grpSpPr>
        <p:sp>
          <p:nvSpPr>
            <p:cNvPr id="12003" name="Google Shape;12003;p6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8" name="Google Shape;12008;p65"/>
          <p:cNvGrpSpPr/>
          <p:nvPr/>
        </p:nvGrpSpPr>
        <p:grpSpPr>
          <a:xfrm>
            <a:off x="7537142" y="3835804"/>
            <a:ext cx="306686" cy="349457"/>
            <a:chOff x="5794025" y="2673575"/>
            <a:chExt cx="259925" cy="296175"/>
          </a:xfrm>
        </p:grpSpPr>
        <p:sp>
          <p:nvSpPr>
            <p:cNvPr id="12009" name="Google Shape;12009;p6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1" name="Google Shape;12011;p65"/>
          <p:cNvSpPr/>
          <p:nvPr/>
        </p:nvSpPr>
        <p:spPr>
          <a:xfrm>
            <a:off x="6637977" y="4306818"/>
            <a:ext cx="349457" cy="348513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015" name="Shape 12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6" name="Google Shape;12016;p66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17" name="Google Shape;12017;p66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18" name="Google Shape;12018;p66"/>
          <p:cNvGrpSpPr/>
          <p:nvPr/>
        </p:nvGrpSpPr>
        <p:grpSpPr>
          <a:xfrm>
            <a:off x="882957" y="1534450"/>
            <a:ext cx="292442" cy="355741"/>
            <a:chOff x="-35830350" y="1912725"/>
            <a:chExt cx="241050" cy="293225"/>
          </a:xfrm>
        </p:grpSpPr>
        <p:sp>
          <p:nvSpPr>
            <p:cNvPr id="12019" name="Google Shape;12019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1" name="Google Shape;12021;p66"/>
          <p:cNvGrpSpPr/>
          <p:nvPr/>
        </p:nvGrpSpPr>
        <p:grpSpPr>
          <a:xfrm>
            <a:off x="851444" y="1994048"/>
            <a:ext cx="355468" cy="353587"/>
            <a:chOff x="-35854750" y="2272675"/>
            <a:chExt cx="293000" cy="291450"/>
          </a:xfrm>
        </p:grpSpPr>
        <p:sp>
          <p:nvSpPr>
            <p:cNvPr id="12022" name="Google Shape;12022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5" name="Google Shape;12025;p66"/>
          <p:cNvGrpSpPr/>
          <p:nvPr/>
        </p:nvGrpSpPr>
        <p:grpSpPr>
          <a:xfrm>
            <a:off x="850958" y="2448634"/>
            <a:ext cx="356438" cy="354558"/>
            <a:chOff x="-35853975" y="2631825"/>
            <a:chExt cx="293800" cy="292250"/>
          </a:xfrm>
        </p:grpSpPr>
        <p:sp>
          <p:nvSpPr>
            <p:cNvPr id="12026" name="Google Shape;12026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66"/>
          <p:cNvGrpSpPr/>
          <p:nvPr/>
        </p:nvGrpSpPr>
        <p:grpSpPr>
          <a:xfrm>
            <a:off x="3089562" y="1535527"/>
            <a:ext cx="353587" cy="353587"/>
            <a:chOff x="-34032200" y="1916675"/>
            <a:chExt cx="291450" cy="291450"/>
          </a:xfrm>
        </p:grpSpPr>
        <p:sp>
          <p:nvSpPr>
            <p:cNvPr id="12032" name="Google Shape;12032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6" name="Google Shape;12036;p66"/>
          <p:cNvSpPr/>
          <p:nvPr/>
        </p:nvSpPr>
        <p:spPr>
          <a:xfrm>
            <a:off x="3086014" y="1992728"/>
            <a:ext cx="354527" cy="356620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7" name="Google Shape;12037;p66"/>
          <p:cNvGrpSpPr/>
          <p:nvPr/>
        </p:nvGrpSpPr>
        <p:grpSpPr>
          <a:xfrm>
            <a:off x="3089092" y="2448634"/>
            <a:ext cx="354527" cy="354558"/>
            <a:chOff x="-34032200" y="2634975"/>
            <a:chExt cx="292225" cy="292250"/>
          </a:xfrm>
        </p:grpSpPr>
        <p:sp>
          <p:nvSpPr>
            <p:cNvPr id="12038" name="Google Shape;12038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1" name="Google Shape;12041;p66"/>
          <p:cNvGrpSpPr/>
          <p:nvPr/>
        </p:nvGrpSpPr>
        <p:grpSpPr>
          <a:xfrm>
            <a:off x="1739487" y="2914882"/>
            <a:ext cx="358379" cy="354527"/>
            <a:chOff x="-32245875" y="1938725"/>
            <a:chExt cx="295400" cy="292225"/>
          </a:xfrm>
        </p:grpSpPr>
        <p:sp>
          <p:nvSpPr>
            <p:cNvPr id="12042" name="Google Shape;12042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5" name="Google Shape;12045;p66"/>
          <p:cNvGrpSpPr/>
          <p:nvPr/>
        </p:nvGrpSpPr>
        <p:grpSpPr>
          <a:xfrm>
            <a:off x="1736150" y="3384280"/>
            <a:ext cx="365052" cy="352162"/>
            <a:chOff x="-32243500" y="2299850"/>
            <a:chExt cx="300900" cy="290275"/>
          </a:xfrm>
        </p:grpSpPr>
        <p:sp>
          <p:nvSpPr>
            <p:cNvPr id="12046" name="Google Shape;12046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8" name="Google Shape;12048;p66"/>
          <p:cNvSpPr/>
          <p:nvPr/>
        </p:nvSpPr>
        <p:spPr>
          <a:xfrm>
            <a:off x="1737541" y="3844649"/>
            <a:ext cx="356438" cy="352617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9" name="Google Shape;12049;p66"/>
          <p:cNvGrpSpPr/>
          <p:nvPr/>
        </p:nvGrpSpPr>
        <p:grpSpPr>
          <a:xfrm>
            <a:off x="1299432" y="1534571"/>
            <a:ext cx="354527" cy="355498"/>
            <a:chOff x="-35495600" y="1912725"/>
            <a:chExt cx="292225" cy="293025"/>
          </a:xfrm>
        </p:grpSpPr>
        <p:sp>
          <p:nvSpPr>
            <p:cNvPr id="12050" name="Google Shape;12050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53" name="Google Shape;12053;p66"/>
          <p:cNvSpPr/>
          <p:nvPr/>
        </p:nvSpPr>
        <p:spPr>
          <a:xfrm>
            <a:off x="1295266" y="1993775"/>
            <a:ext cx="356438" cy="354527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54" name="Google Shape;12054;p66"/>
          <p:cNvGrpSpPr/>
          <p:nvPr/>
        </p:nvGrpSpPr>
        <p:grpSpPr>
          <a:xfrm>
            <a:off x="1299432" y="2449119"/>
            <a:ext cx="354527" cy="353587"/>
            <a:chOff x="-35495600" y="2631825"/>
            <a:chExt cx="292225" cy="291450"/>
          </a:xfrm>
        </p:grpSpPr>
        <p:sp>
          <p:nvSpPr>
            <p:cNvPr id="12055" name="Google Shape;12055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9" name="Google Shape;12059;p66"/>
          <p:cNvGrpSpPr/>
          <p:nvPr/>
        </p:nvGrpSpPr>
        <p:grpSpPr>
          <a:xfrm>
            <a:off x="3537081" y="1535527"/>
            <a:ext cx="353587" cy="353587"/>
            <a:chOff x="-33673825" y="1916675"/>
            <a:chExt cx="291450" cy="291450"/>
          </a:xfrm>
        </p:grpSpPr>
        <p:sp>
          <p:nvSpPr>
            <p:cNvPr id="12060" name="Google Shape;12060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4" name="Google Shape;12064;p66"/>
          <p:cNvGrpSpPr/>
          <p:nvPr/>
        </p:nvGrpSpPr>
        <p:grpSpPr>
          <a:xfrm>
            <a:off x="3534700" y="1993107"/>
            <a:ext cx="358349" cy="355468"/>
            <a:chOff x="-33676975" y="2275050"/>
            <a:chExt cx="295375" cy="293000"/>
          </a:xfrm>
        </p:grpSpPr>
        <p:sp>
          <p:nvSpPr>
            <p:cNvPr id="12065" name="Google Shape;12065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8" name="Google Shape;12068;p66"/>
          <p:cNvGrpSpPr/>
          <p:nvPr/>
        </p:nvGrpSpPr>
        <p:grpSpPr>
          <a:xfrm>
            <a:off x="3537081" y="2448406"/>
            <a:ext cx="353587" cy="355013"/>
            <a:chOff x="-33673825" y="2634975"/>
            <a:chExt cx="291450" cy="292625"/>
          </a:xfrm>
        </p:grpSpPr>
        <p:sp>
          <p:nvSpPr>
            <p:cNvPr id="12069" name="Google Shape;12069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66"/>
          <p:cNvGrpSpPr/>
          <p:nvPr/>
        </p:nvGrpSpPr>
        <p:grpSpPr>
          <a:xfrm>
            <a:off x="2205089" y="2915322"/>
            <a:ext cx="329687" cy="353648"/>
            <a:chOff x="-31874100" y="1939525"/>
            <a:chExt cx="271750" cy="291500"/>
          </a:xfrm>
        </p:grpSpPr>
        <p:sp>
          <p:nvSpPr>
            <p:cNvPr id="12072" name="Google Shape;12072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74" name="Google Shape;12074;p66"/>
          <p:cNvSpPr/>
          <p:nvPr/>
        </p:nvSpPr>
        <p:spPr>
          <a:xfrm>
            <a:off x="2211275" y="3383767"/>
            <a:ext cx="311550" cy="353587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75" name="Google Shape;12075;p66"/>
          <p:cNvGrpSpPr/>
          <p:nvPr/>
        </p:nvGrpSpPr>
        <p:grpSpPr>
          <a:xfrm>
            <a:off x="2186451" y="3844343"/>
            <a:ext cx="366963" cy="352768"/>
            <a:chOff x="-31889075" y="2658950"/>
            <a:chExt cx="302475" cy="290775"/>
          </a:xfrm>
        </p:grpSpPr>
        <p:sp>
          <p:nvSpPr>
            <p:cNvPr id="12076" name="Google Shape;12076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78" name="Google Shape;12078;p66"/>
          <p:cNvSpPr/>
          <p:nvPr/>
        </p:nvSpPr>
        <p:spPr>
          <a:xfrm>
            <a:off x="3974577" y="3383282"/>
            <a:ext cx="356438" cy="35455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79" name="Google Shape;12079;p66"/>
          <p:cNvGrpSpPr/>
          <p:nvPr/>
        </p:nvGrpSpPr>
        <p:grpSpPr>
          <a:xfrm>
            <a:off x="1747421" y="1534571"/>
            <a:ext cx="354527" cy="355498"/>
            <a:chOff x="-35136450" y="1912725"/>
            <a:chExt cx="292225" cy="293025"/>
          </a:xfrm>
        </p:grpSpPr>
        <p:sp>
          <p:nvSpPr>
            <p:cNvPr id="12080" name="Google Shape;12080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3" name="Google Shape;12083;p66"/>
          <p:cNvGrpSpPr/>
          <p:nvPr/>
        </p:nvGrpSpPr>
        <p:grpSpPr>
          <a:xfrm>
            <a:off x="1747891" y="1993790"/>
            <a:ext cx="353587" cy="354103"/>
            <a:chOff x="-35134875" y="2272675"/>
            <a:chExt cx="291450" cy="291875"/>
          </a:xfrm>
        </p:grpSpPr>
        <p:sp>
          <p:nvSpPr>
            <p:cNvPr id="12084" name="Google Shape;12084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8" name="Google Shape;12088;p66"/>
          <p:cNvGrpSpPr/>
          <p:nvPr/>
        </p:nvGrpSpPr>
        <p:grpSpPr>
          <a:xfrm>
            <a:off x="1789458" y="2449119"/>
            <a:ext cx="270453" cy="353587"/>
            <a:chOff x="-35101800" y="2631050"/>
            <a:chExt cx="222925" cy="291450"/>
          </a:xfrm>
        </p:grpSpPr>
        <p:sp>
          <p:nvSpPr>
            <p:cNvPr id="12089" name="Google Shape;12089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93" name="Google Shape;12093;p66"/>
          <p:cNvSpPr/>
          <p:nvPr/>
        </p:nvSpPr>
        <p:spPr>
          <a:xfrm>
            <a:off x="3982155" y="1534859"/>
            <a:ext cx="338270" cy="355255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94" name="Google Shape;12094;p66"/>
          <p:cNvGrpSpPr/>
          <p:nvPr/>
        </p:nvGrpSpPr>
        <p:grpSpPr>
          <a:xfrm>
            <a:off x="3977510" y="1993107"/>
            <a:ext cx="353587" cy="355468"/>
            <a:chOff x="-33314675" y="2275050"/>
            <a:chExt cx="291450" cy="293000"/>
          </a:xfrm>
        </p:grpSpPr>
        <p:sp>
          <p:nvSpPr>
            <p:cNvPr id="12095" name="Google Shape;12095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98" name="Google Shape;12098;p66"/>
          <p:cNvSpPr/>
          <p:nvPr/>
        </p:nvSpPr>
        <p:spPr>
          <a:xfrm>
            <a:off x="3973071" y="2447907"/>
            <a:ext cx="356438" cy="356468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99" name="Google Shape;12099;p66"/>
          <p:cNvGrpSpPr/>
          <p:nvPr/>
        </p:nvGrpSpPr>
        <p:grpSpPr>
          <a:xfrm>
            <a:off x="2639701" y="2915367"/>
            <a:ext cx="353587" cy="353557"/>
            <a:chOff x="-31523625" y="1939525"/>
            <a:chExt cx="291450" cy="291425"/>
          </a:xfrm>
        </p:grpSpPr>
        <p:sp>
          <p:nvSpPr>
            <p:cNvPr id="12100" name="Google Shape;12100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1" name="Google Shape;12111;p66"/>
          <p:cNvGrpSpPr/>
          <p:nvPr/>
        </p:nvGrpSpPr>
        <p:grpSpPr>
          <a:xfrm>
            <a:off x="2638746" y="3383568"/>
            <a:ext cx="355498" cy="353587"/>
            <a:chOff x="-31523625" y="2298675"/>
            <a:chExt cx="293025" cy="291450"/>
          </a:xfrm>
        </p:grpSpPr>
        <p:sp>
          <p:nvSpPr>
            <p:cNvPr id="12112" name="Google Shape;12112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5" name="Google Shape;12115;p66"/>
          <p:cNvSpPr/>
          <p:nvPr/>
        </p:nvSpPr>
        <p:spPr>
          <a:xfrm>
            <a:off x="2633984" y="3842739"/>
            <a:ext cx="359320" cy="356438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6" name="Google Shape;12116;p66"/>
          <p:cNvSpPr/>
          <p:nvPr/>
        </p:nvSpPr>
        <p:spPr>
          <a:xfrm>
            <a:off x="3975533" y="3844164"/>
            <a:ext cx="354527" cy="353587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7" name="Google Shape;12117;p66"/>
          <p:cNvGrpSpPr/>
          <p:nvPr/>
        </p:nvGrpSpPr>
        <p:grpSpPr>
          <a:xfrm>
            <a:off x="2205934" y="1535542"/>
            <a:ext cx="331598" cy="353557"/>
            <a:chOff x="-34767825" y="1914325"/>
            <a:chExt cx="273325" cy="291425"/>
          </a:xfrm>
        </p:grpSpPr>
        <p:sp>
          <p:nvSpPr>
            <p:cNvPr id="12118" name="Google Shape;12118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66"/>
          <p:cNvGrpSpPr/>
          <p:nvPr/>
        </p:nvGrpSpPr>
        <p:grpSpPr>
          <a:xfrm>
            <a:off x="2193513" y="1993092"/>
            <a:ext cx="356438" cy="355498"/>
            <a:chOff x="-34778075" y="2272675"/>
            <a:chExt cx="293800" cy="293025"/>
          </a:xfrm>
        </p:grpSpPr>
        <p:sp>
          <p:nvSpPr>
            <p:cNvPr id="12122" name="Google Shape;12122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66"/>
          <p:cNvGrpSpPr/>
          <p:nvPr/>
        </p:nvGrpSpPr>
        <p:grpSpPr>
          <a:xfrm>
            <a:off x="2194939" y="2449119"/>
            <a:ext cx="353587" cy="353587"/>
            <a:chOff x="-34776500" y="2631825"/>
            <a:chExt cx="291450" cy="291450"/>
          </a:xfrm>
        </p:grpSpPr>
        <p:sp>
          <p:nvSpPr>
            <p:cNvPr id="12126" name="Google Shape;12126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66"/>
          <p:cNvGrpSpPr/>
          <p:nvPr/>
        </p:nvGrpSpPr>
        <p:grpSpPr>
          <a:xfrm>
            <a:off x="853628" y="2912973"/>
            <a:ext cx="354527" cy="358349"/>
            <a:chOff x="-32956300" y="1915900"/>
            <a:chExt cx="292225" cy="295375"/>
          </a:xfrm>
        </p:grpSpPr>
        <p:sp>
          <p:nvSpPr>
            <p:cNvPr id="12130" name="Google Shape;12130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32" name="Google Shape;12132;p66"/>
          <p:cNvSpPr/>
          <p:nvPr/>
        </p:nvSpPr>
        <p:spPr>
          <a:xfrm>
            <a:off x="850648" y="3383782"/>
            <a:ext cx="354527" cy="353557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3" name="Google Shape;12133;p66"/>
          <p:cNvSpPr/>
          <p:nvPr/>
        </p:nvSpPr>
        <p:spPr>
          <a:xfrm>
            <a:off x="850162" y="3843679"/>
            <a:ext cx="355498" cy="35455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34" name="Google Shape;12134;p66"/>
          <p:cNvGrpSpPr/>
          <p:nvPr/>
        </p:nvGrpSpPr>
        <p:grpSpPr>
          <a:xfrm>
            <a:off x="3081101" y="2915367"/>
            <a:ext cx="356438" cy="353557"/>
            <a:chOff x="-31166825" y="1939525"/>
            <a:chExt cx="293800" cy="291425"/>
          </a:xfrm>
        </p:grpSpPr>
        <p:sp>
          <p:nvSpPr>
            <p:cNvPr id="12135" name="Google Shape;12135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6" name="Google Shape;12146;p66"/>
          <p:cNvGrpSpPr/>
          <p:nvPr/>
        </p:nvGrpSpPr>
        <p:grpSpPr>
          <a:xfrm>
            <a:off x="3082057" y="3383295"/>
            <a:ext cx="354527" cy="354133"/>
            <a:chOff x="-31165250" y="2298675"/>
            <a:chExt cx="292225" cy="291900"/>
          </a:xfrm>
        </p:grpSpPr>
        <p:sp>
          <p:nvSpPr>
            <p:cNvPr id="12147" name="Google Shape;12147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0" name="Google Shape;12150;p66"/>
          <p:cNvGrpSpPr/>
          <p:nvPr/>
        </p:nvGrpSpPr>
        <p:grpSpPr>
          <a:xfrm>
            <a:off x="3082542" y="3843949"/>
            <a:ext cx="353557" cy="353557"/>
            <a:chOff x="-31164450" y="2657050"/>
            <a:chExt cx="291425" cy="291425"/>
          </a:xfrm>
        </p:grpSpPr>
        <p:sp>
          <p:nvSpPr>
            <p:cNvPr id="12151" name="Google Shape;12151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55" name="Google Shape;12155;p66"/>
          <p:cNvSpPr/>
          <p:nvPr/>
        </p:nvSpPr>
        <p:spPr>
          <a:xfrm>
            <a:off x="2188967" y="4264670"/>
            <a:ext cx="355498" cy="352617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56" name="Google Shape;12156;p66"/>
          <p:cNvGrpSpPr/>
          <p:nvPr/>
        </p:nvGrpSpPr>
        <p:grpSpPr>
          <a:xfrm>
            <a:off x="2632987" y="1535178"/>
            <a:ext cx="358349" cy="354285"/>
            <a:chOff x="-34421275" y="1912725"/>
            <a:chExt cx="295375" cy="292025"/>
          </a:xfrm>
        </p:grpSpPr>
        <p:sp>
          <p:nvSpPr>
            <p:cNvPr id="12157" name="Google Shape;12157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9" name="Google Shape;12159;p66"/>
          <p:cNvGrpSpPr/>
          <p:nvPr/>
        </p:nvGrpSpPr>
        <p:grpSpPr>
          <a:xfrm>
            <a:off x="2632032" y="1993093"/>
            <a:ext cx="360260" cy="355498"/>
            <a:chOff x="-34418125" y="2271100"/>
            <a:chExt cx="296950" cy="293025"/>
          </a:xfrm>
        </p:grpSpPr>
        <p:sp>
          <p:nvSpPr>
            <p:cNvPr id="12160" name="Google Shape;12160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66"/>
          <p:cNvGrpSpPr/>
          <p:nvPr/>
        </p:nvGrpSpPr>
        <p:grpSpPr>
          <a:xfrm>
            <a:off x="2632987" y="2449119"/>
            <a:ext cx="358349" cy="353587"/>
            <a:chOff x="-34421275" y="2631050"/>
            <a:chExt cx="295375" cy="291450"/>
          </a:xfrm>
        </p:grpSpPr>
        <p:sp>
          <p:nvSpPr>
            <p:cNvPr id="12166" name="Google Shape;12166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70" name="Google Shape;12170;p66"/>
          <p:cNvSpPr/>
          <p:nvPr/>
        </p:nvSpPr>
        <p:spPr>
          <a:xfrm>
            <a:off x="1299154" y="2915050"/>
            <a:ext cx="353587" cy="354527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1" name="Google Shape;12171;p66"/>
          <p:cNvSpPr/>
          <p:nvPr/>
        </p:nvSpPr>
        <p:spPr>
          <a:xfrm>
            <a:off x="1299154" y="3383782"/>
            <a:ext cx="353587" cy="353557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2" name="Google Shape;12172;p66"/>
          <p:cNvSpPr/>
          <p:nvPr/>
        </p:nvSpPr>
        <p:spPr>
          <a:xfrm>
            <a:off x="1290085" y="3843815"/>
            <a:ext cx="371724" cy="354285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73" name="Google Shape;12173;p66"/>
          <p:cNvGrpSpPr/>
          <p:nvPr/>
        </p:nvGrpSpPr>
        <p:grpSpPr>
          <a:xfrm>
            <a:off x="3537620" y="2915837"/>
            <a:ext cx="353587" cy="352617"/>
            <a:chOff x="-30805300" y="1938725"/>
            <a:chExt cx="291450" cy="290650"/>
          </a:xfrm>
        </p:grpSpPr>
        <p:sp>
          <p:nvSpPr>
            <p:cNvPr id="12174" name="Google Shape;12174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6" name="Google Shape;12176;p66"/>
          <p:cNvGrpSpPr/>
          <p:nvPr/>
        </p:nvGrpSpPr>
        <p:grpSpPr>
          <a:xfrm>
            <a:off x="3538105" y="3383765"/>
            <a:ext cx="352617" cy="353193"/>
            <a:chOff x="-30805300" y="2298675"/>
            <a:chExt cx="290650" cy="291125"/>
          </a:xfrm>
        </p:grpSpPr>
        <p:sp>
          <p:nvSpPr>
            <p:cNvPr id="12177" name="Google Shape;12177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1" name="Google Shape;12181;p66"/>
          <p:cNvGrpSpPr/>
          <p:nvPr/>
        </p:nvGrpSpPr>
        <p:grpSpPr>
          <a:xfrm>
            <a:off x="3537635" y="3843949"/>
            <a:ext cx="353557" cy="353557"/>
            <a:chOff x="-30806075" y="2657050"/>
            <a:chExt cx="291425" cy="291425"/>
          </a:xfrm>
        </p:grpSpPr>
        <p:sp>
          <p:nvSpPr>
            <p:cNvPr id="12182" name="Google Shape;12182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5" name="Google Shape;12185;p66"/>
          <p:cNvGrpSpPr/>
          <p:nvPr/>
        </p:nvGrpSpPr>
        <p:grpSpPr>
          <a:xfrm>
            <a:off x="2639681" y="4301756"/>
            <a:ext cx="353557" cy="353557"/>
            <a:chOff x="-30064925" y="2332550"/>
            <a:chExt cx="291425" cy="291425"/>
          </a:xfrm>
        </p:grpSpPr>
        <p:sp>
          <p:nvSpPr>
            <p:cNvPr id="12186" name="Google Shape;12186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9" name="Google Shape;12189;p66"/>
          <p:cNvGrpSpPr/>
          <p:nvPr/>
        </p:nvGrpSpPr>
        <p:grpSpPr>
          <a:xfrm>
            <a:off x="3983068" y="2911256"/>
            <a:ext cx="348855" cy="347879"/>
            <a:chOff x="2821450" y="2957850"/>
            <a:chExt cx="259275" cy="258550"/>
          </a:xfrm>
        </p:grpSpPr>
        <p:sp>
          <p:nvSpPr>
            <p:cNvPr id="12190" name="Google Shape;12190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2193" name="Google Shape;12193;p66"/>
          <p:cNvGrpSpPr/>
          <p:nvPr/>
        </p:nvGrpSpPr>
        <p:grpSpPr>
          <a:xfrm>
            <a:off x="4858100" y="1532274"/>
            <a:ext cx="361090" cy="361090"/>
            <a:chOff x="-57970450" y="1903275"/>
            <a:chExt cx="318225" cy="318225"/>
          </a:xfrm>
        </p:grpSpPr>
        <p:sp>
          <p:nvSpPr>
            <p:cNvPr id="12194" name="Google Shape;12194;p6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8" name="Google Shape;12198;p66"/>
          <p:cNvGrpSpPr/>
          <p:nvPr/>
        </p:nvGrpSpPr>
        <p:grpSpPr>
          <a:xfrm>
            <a:off x="4880000" y="2008231"/>
            <a:ext cx="317290" cy="359303"/>
            <a:chOff x="-57950750" y="2296300"/>
            <a:chExt cx="279625" cy="316650"/>
          </a:xfrm>
        </p:grpSpPr>
        <p:sp>
          <p:nvSpPr>
            <p:cNvPr id="12199" name="Google Shape;12199;p6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3" name="Google Shape;12203;p66"/>
          <p:cNvGrpSpPr/>
          <p:nvPr/>
        </p:nvGrpSpPr>
        <p:grpSpPr>
          <a:xfrm>
            <a:off x="4858214" y="2459907"/>
            <a:ext cx="360863" cy="360211"/>
            <a:chOff x="-57969675" y="2687750"/>
            <a:chExt cx="318025" cy="317450"/>
          </a:xfrm>
        </p:grpSpPr>
        <p:sp>
          <p:nvSpPr>
            <p:cNvPr id="12204" name="Google Shape;12204;p6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8" name="Google Shape;12208;p66"/>
          <p:cNvGrpSpPr/>
          <p:nvPr/>
        </p:nvGrpSpPr>
        <p:grpSpPr>
          <a:xfrm>
            <a:off x="7067397" y="1532274"/>
            <a:ext cx="363785" cy="361090"/>
            <a:chOff x="-56012425" y="1903275"/>
            <a:chExt cx="320600" cy="318225"/>
          </a:xfrm>
        </p:grpSpPr>
        <p:sp>
          <p:nvSpPr>
            <p:cNvPr id="12209" name="Google Shape;12209;p6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1" name="Google Shape;12211;p66"/>
          <p:cNvGrpSpPr/>
          <p:nvPr/>
        </p:nvGrpSpPr>
        <p:grpSpPr>
          <a:xfrm>
            <a:off x="7068290" y="2006443"/>
            <a:ext cx="361998" cy="361998"/>
            <a:chOff x="-56010850" y="2294725"/>
            <a:chExt cx="319025" cy="319025"/>
          </a:xfrm>
        </p:grpSpPr>
        <p:sp>
          <p:nvSpPr>
            <p:cNvPr id="12212" name="Google Shape;12212;p6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6" name="Google Shape;12216;p66"/>
          <p:cNvGrpSpPr/>
          <p:nvPr/>
        </p:nvGrpSpPr>
        <p:grpSpPr>
          <a:xfrm>
            <a:off x="7068305" y="2459027"/>
            <a:ext cx="361969" cy="361090"/>
            <a:chOff x="-56010050" y="2686975"/>
            <a:chExt cx="319000" cy="318225"/>
          </a:xfrm>
        </p:grpSpPr>
        <p:sp>
          <p:nvSpPr>
            <p:cNvPr id="12217" name="Google Shape;12217;p6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1" name="Google Shape;12221;p66"/>
          <p:cNvGrpSpPr/>
          <p:nvPr/>
        </p:nvGrpSpPr>
        <p:grpSpPr>
          <a:xfrm>
            <a:off x="5753801" y="2911936"/>
            <a:ext cx="361998" cy="361090"/>
            <a:chOff x="-54081175" y="1903275"/>
            <a:chExt cx="319025" cy="318225"/>
          </a:xfrm>
        </p:grpSpPr>
        <p:sp>
          <p:nvSpPr>
            <p:cNvPr id="12222" name="Google Shape;12222;p6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4" name="Google Shape;12224;p66"/>
          <p:cNvGrpSpPr/>
          <p:nvPr/>
        </p:nvGrpSpPr>
        <p:grpSpPr>
          <a:xfrm>
            <a:off x="5776154" y="3365399"/>
            <a:ext cx="317290" cy="360211"/>
            <a:chOff x="-54063050" y="2296300"/>
            <a:chExt cx="279625" cy="317450"/>
          </a:xfrm>
        </p:grpSpPr>
        <p:sp>
          <p:nvSpPr>
            <p:cNvPr id="12225" name="Google Shape;12225;p6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9" name="Google Shape;12229;p66"/>
          <p:cNvGrpSpPr/>
          <p:nvPr/>
        </p:nvGrpSpPr>
        <p:grpSpPr>
          <a:xfrm>
            <a:off x="5776154" y="3829461"/>
            <a:ext cx="317290" cy="361033"/>
            <a:chOff x="-54061475" y="2685450"/>
            <a:chExt cx="279625" cy="318175"/>
          </a:xfrm>
        </p:grpSpPr>
        <p:sp>
          <p:nvSpPr>
            <p:cNvPr id="12230" name="Google Shape;12230;p6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4" name="Google Shape;12234;p66"/>
          <p:cNvGrpSpPr/>
          <p:nvPr/>
        </p:nvGrpSpPr>
        <p:grpSpPr>
          <a:xfrm>
            <a:off x="8029690" y="2921780"/>
            <a:ext cx="275278" cy="361969"/>
            <a:chOff x="-52074300" y="1911950"/>
            <a:chExt cx="242600" cy="319000"/>
          </a:xfrm>
        </p:grpSpPr>
        <p:sp>
          <p:nvSpPr>
            <p:cNvPr id="12235" name="Google Shape;12235;p6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9" name="Google Shape;12239;p66"/>
          <p:cNvGrpSpPr/>
          <p:nvPr/>
        </p:nvGrpSpPr>
        <p:grpSpPr>
          <a:xfrm>
            <a:off x="5287689" y="1533182"/>
            <a:ext cx="361998" cy="361090"/>
            <a:chOff x="-57578225" y="1904075"/>
            <a:chExt cx="319025" cy="318225"/>
          </a:xfrm>
        </p:grpSpPr>
        <p:sp>
          <p:nvSpPr>
            <p:cNvPr id="12240" name="Google Shape;12240;p6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4" name="Google Shape;12244;p66"/>
          <p:cNvGrpSpPr/>
          <p:nvPr/>
        </p:nvGrpSpPr>
        <p:grpSpPr>
          <a:xfrm>
            <a:off x="5310042" y="2006443"/>
            <a:ext cx="317290" cy="361090"/>
            <a:chOff x="-57558525" y="2294725"/>
            <a:chExt cx="279625" cy="318225"/>
          </a:xfrm>
        </p:grpSpPr>
        <p:sp>
          <p:nvSpPr>
            <p:cNvPr id="12245" name="Google Shape;12245;p6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0" name="Google Shape;12250;p66"/>
          <p:cNvGrpSpPr/>
          <p:nvPr/>
        </p:nvGrpSpPr>
        <p:grpSpPr>
          <a:xfrm>
            <a:off x="5285901" y="2459027"/>
            <a:ext cx="365572" cy="361969"/>
            <a:chOff x="-57579800" y="2686975"/>
            <a:chExt cx="322175" cy="319000"/>
          </a:xfrm>
        </p:grpSpPr>
        <p:sp>
          <p:nvSpPr>
            <p:cNvPr id="12251" name="Google Shape;12251;p6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3" name="Google Shape;12253;p66"/>
          <p:cNvGrpSpPr/>
          <p:nvPr/>
        </p:nvGrpSpPr>
        <p:grpSpPr>
          <a:xfrm>
            <a:off x="7510682" y="2006443"/>
            <a:ext cx="367359" cy="361090"/>
            <a:chOff x="-55620975" y="2294725"/>
            <a:chExt cx="323750" cy="318225"/>
          </a:xfrm>
        </p:grpSpPr>
        <p:sp>
          <p:nvSpPr>
            <p:cNvPr id="12254" name="Google Shape;12254;p6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0" name="Google Shape;12260;p66"/>
          <p:cNvGrpSpPr/>
          <p:nvPr/>
        </p:nvGrpSpPr>
        <p:grpSpPr>
          <a:xfrm>
            <a:off x="7512923" y="2458942"/>
            <a:ext cx="362877" cy="361175"/>
            <a:chOff x="-55620175" y="2686900"/>
            <a:chExt cx="319800" cy="318300"/>
          </a:xfrm>
        </p:grpSpPr>
        <p:sp>
          <p:nvSpPr>
            <p:cNvPr id="12261" name="Google Shape;12261;p6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5" name="Google Shape;12265;p66"/>
          <p:cNvGrpSpPr/>
          <p:nvPr/>
        </p:nvGrpSpPr>
        <p:grpSpPr>
          <a:xfrm>
            <a:off x="6198887" y="2911936"/>
            <a:ext cx="361969" cy="361090"/>
            <a:chOff x="-53690500" y="1903275"/>
            <a:chExt cx="319000" cy="318225"/>
          </a:xfrm>
        </p:grpSpPr>
        <p:sp>
          <p:nvSpPr>
            <p:cNvPr id="12266" name="Google Shape;12266;p6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0" name="Google Shape;12270;p66"/>
          <p:cNvGrpSpPr/>
          <p:nvPr/>
        </p:nvGrpSpPr>
        <p:grpSpPr>
          <a:xfrm>
            <a:off x="6221226" y="3365399"/>
            <a:ext cx="317290" cy="359303"/>
            <a:chOff x="-53670800" y="2296300"/>
            <a:chExt cx="279625" cy="316650"/>
          </a:xfrm>
        </p:grpSpPr>
        <p:sp>
          <p:nvSpPr>
            <p:cNvPr id="12271" name="Google Shape;12271;p6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5" name="Google Shape;12275;p66"/>
          <p:cNvGrpSpPr/>
          <p:nvPr/>
        </p:nvGrpSpPr>
        <p:grpSpPr>
          <a:xfrm>
            <a:off x="6198887" y="3830738"/>
            <a:ext cx="361969" cy="361544"/>
            <a:chOff x="-53690500" y="2686575"/>
            <a:chExt cx="319000" cy="318625"/>
          </a:xfrm>
        </p:grpSpPr>
        <p:sp>
          <p:nvSpPr>
            <p:cNvPr id="12276" name="Google Shape;12276;p6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0" name="Google Shape;12280;p66"/>
          <p:cNvGrpSpPr/>
          <p:nvPr/>
        </p:nvGrpSpPr>
        <p:grpSpPr>
          <a:xfrm>
            <a:off x="8008669" y="3373598"/>
            <a:ext cx="317319" cy="360948"/>
            <a:chOff x="-52092425" y="2303525"/>
            <a:chExt cx="279650" cy="318100"/>
          </a:xfrm>
        </p:grpSpPr>
        <p:sp>
          <p:nvSpPr>
            <p:cNvPr id="12281" name="Google Shape;12281;p6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6" name="Google Shape;12286;p66"/>
          <p:cNvGrpSpPr/>
          <p:nvPr/>
        </p:nvGrpSpPr>
        <p:grpSpPr>
          <a:xfrm>
            <a:off x="5727728" y="1534061"/>
            <a:ext cx="363756" cy="361090"/>
            <a:chOff x="-57189125" y="1904850"/>
            <a:chExt cx="320575" cy="318225"/>
          </a:xfrm>
        </p:grpSpPr>
        <p:sp>
          <p:nvSpPr>
            <p:cNvPr id="12287" name="Google Shape;12287;p6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2" name="Google Shape;12292;p66"/>
          <p:cNvGrpSpPr/>
          <p:nvPr/>
        </p:nvGrpSpPr>
        <p:grpSpPr>
          <a:xfrm>
            <a:off x="5728621" y="2028797"/>
            <a:ext cx="361969" cy="316411"/>
            <a:chOff x="-57187550" y="2314425"/>
            <a:chExt cx="319000" cy="278850"/>
          </a:xfrm>
        </p:grpSpPr>
        <p:sp>
          <p:nvSpPr>
            <p:cNvPr id="12293" name="Google Shape;12293;p6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6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7" name="Google Shape;12297;p66"/>
          <p:cNvGrpSpPr/>
          <p:nvPr/>
        </p:nvGrpSpPr>
        <p:grpSpPr>
          <a:xfrm>
            <a:off x="5745585" y="2458346"/>
            <a:ext cx="328042" cy="361771"/>
            <a:chOff x="-57172600" y="2686375"/>
            <a:chExt cx="289100" cy="318825"/>
          </a:xfrm>
        </p:grpSpPr>
        <p:sp>
          <p:nvSpPr>
            <p:cNvPr id="12298" name="Google Shape;12298;p6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0" name="Google Shape;12300;p66"/>
          <p:cNvGrpSpPr/>
          <p:nvPr/>
        </p:nvGrpSpPr>
        <p:grpSpPr>
          <a:xfrm>
            <a:off x="7958434" y="1532274"/>
            <a:ext cx="361090" cy="359303"/>
            <a:chOff x="-55225575" y="1903275"/>
            <a:chExt cx="318225" cy="316650"/>
          </a:xfrm>
        </p:grpSpPr>
        <p:sp>
          <p:nvSpPr>
            <p:cNvPr id="12301" name="Google Shape;12301;p6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6" name="Google Shape;12306;p66"/>
          <p:cNvGrpSpPr/>
          <p:nvPr/>
        </p:nvGrpSpPr>
        <p:grpSpPr>
          <a:xfrm>
            <a:off x="7969611" y="2008231"/>
            <a:ext cx="338736" cy="359303"/>
            <a:chOff x="-55217700" y="2296300"/>
            <a:chExt cx="298525" cy="316650"/>
          </a:xfrm>
        </p:grpSpPr>
        <p:sp>
          <p:nvSpPr>
            <p:cNvPr id="12307" name="Google Shape;12307;p6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1" name="Google Shape;12311;p66"/>
          <p:cNvGrpSpPr/>
          <p:nvPr/>
        </p:nvGrpSpPr>
        <p:grpSpPr>
          <a:xfrm>
            <a:off x="7957541" y="2460814"/>
            <a:ext cx="362877" cy="359303"/>
            <a:chOff x="-55229525" y="2688550"/>
            <a:chExt cx="319800" cy="316650"/>
          </a:xfrm>
        </p:grpSpPr>
        <p:sp>
          <p:nvSpPr>
            <p:cNvPr id="12312" name="Google Shape;12312;p6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6" name="Google Shape;12316;p66"/>
          <p:cNvGrpSpPr/>
          <p:nvPr/>
        </p:nvGrpSpPr>
        <p:grpSpPr>
          <a:xfrm>
            <a:off x="6653760" y="2911936"/>
            <a:ext cx="338765" cy="361090"/>
            <a:chOff x="-53288825" y="1903275"/>
            <a:chExt cx="298550" cy="318225"/>
          </a:xfrm>
        </p:grpSpPr>
        <p:sp>
          <p:nvSpPr>
            <p:cNvPr id="12317" name="Google Shape;12317;p6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66"/>
          <p:cNvGrpSpPr/>
          <p:nvPr/>
        </p:nvGrpSpPr>
        <p:grpSpPr>
          <a:xfrm>
            <a:off x="6642143" y="3363612"/>
            <a:ext cx="361998" cy="361090"/>
            <a:chOff x="-53299850" y="2294725"/>
            <a:chExt cx="319025" cy="318225"/>
          </a:xfrm>
        </p:grpSpPr>
        <p:sp>
          <p:nvSpPr>
            <p:cNvPr id="12321" name="Google Shape;12321;p6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3" name="Google Shape;12323;p66"/>
          <p:cNvGrpSpPr/>
          <p:nvPr/>
        </p:nvGrpSpPr>
        <p:grpSpPr>
          <a:xfrm>
            <a:off x="6664936" y="3832071"/>
            <a:ext cx="316411" cy="360211"/>
            <a:chOff x="-53278575" y="2687750"/>
            <a:chExt cx="278850" cy="317450"/>
          </a:xfrm>
        </p:grpSpPr>
        <p:sp>
          <p:nvSpPr>
            <p:cNvPr id="12324" name="Google Shape;12324;p6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8" name="Google Shape;12328;p66"/>
          <p:cNvGrpSpPr/>
          <p:nvPr/>
        </p:nvGrpSpPr>
        <p:grpSpPr>
          <a:xfrm>
            <a:off x="7986330" y="3831759"/>
            <a:ext cx="361998" cy="362310"/>
            <a:chOff x="-52101875" y="2687475"/>
            <a:chExt cx="319025" cy="319300"/>
          </a:xfrm>
        </p:grpSpPr>
        <p:sp>
          <p:nvSpPr>
            <p:cNvPr id="12329" name="Google Shape;12329;p6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66"/>
          <p:cNvGrpSpPr/>
          <p:nvPr/>
        </p:nvGrpSpPr>
        <p:grpSpPr>
          <a:xfrm>
            <a:off x="6201079" y="1533182"/>
            <a:ext cx="317290" cy="361090"/>
            <a:chOff x="-56774050" y="1904075"/>
            <a:chExt cx="279625" cy="318225"/>
          </a:xfrm>
        </p:grpSpPr>
        <p:sp>
          <p:nvSpPr>
            <p:cNvPr id="12334" name="Google Shape;12334;p6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6" name="Google Shape;12336;p66"/>
          <p:cNvGrpSpPr/>
          <p:nvPr/>
        </p:nvGrpSpPr>
        <p:grpSpPr>
          <a:xfrm>
            <a:off x="6201079" y="2006443"/>
            <a:ext cx="317290" cy="361090"/>
            <a:chOff x="-56774850" y="2294725"/>
            <a:chExt cx="279625" cy="318225"/>
          </a:xfrm>
        </p:grpSpPr>
        <p:sp>
          <p:nvSpPr>
            <p:cNvPr id="12337" name="Google Shape;12337;p6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0" name="Google Shape;12340;p66"/>
          <p:cNvGrpSpPr/>
          <p:nvPr/>
        </p:nvGrpSpPr>
        <p:grpSpPr>
          <a:xfrm>
            <a:off x="6222086" y="2459027"/>
            <a:ext cx="275278" cy="360182"/>
            <a:chOff x="-56756725" y="2686975"/>
            <a:chExt cx="242600" cy="317425"/>
          </a:xfrm>
        </p:grpSpPr>
        <p:sp>
          <p:nvSpPr>
            <p:cNvPr id="12341" name="Google Shape;12341;p6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4" name="Google Shape;12344;p66"/>
          <p:cNvGrpSpPr/>
          <p:nvPr/>
        </p:nvGrpSpPr>
        <p:grpSpPr>
          <a:xfrm>
            <a:off x="4870518" y="2911936"/>
            <a:ext cx="337346" cy="361998"/>
            <a:chOff x="-54826975" y="1903275"/>
            <a:chExt cx="297300" cy="319025"/>
          </a:xfrm>
        </p:grpSpPr>
        <p:sp>
          <p:nvSpPr>
            <p:cNvPr id="12345" name="Google Shape;12345;p6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66"/>
          <p:cNvGrpSpPr/>
          <p:nvPr/>
        </p:nvGrpSpPr>
        <p:grpSpPr>
          <a:xfrm>
            <a:off x="4858206" y="3365399"/>
            <a:ext cx="361969" cy="359274"/>
            <a:chOff x="-54836500" y="2296300"/>
            <a:chExt cx="319000" cy="316625"/>
          </a:xfrm>
        </p:grpSpPr>
        <p:sp>
          <p:nvSpPr>
            <p:cNvPr id="12349" name="Google Shape;12349;p6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6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3" name="Google Shape;12353;p66"/>
          <p:cNvGrpSpPr/>
          <p:nvPr/>
        </p:nvGrpSpPr>
        <p:grpSpPr>
          <a:xfrm>
            <a:off x="4879652" y="3832071"/>
            <a:ext cx="319078" cy="361090"/>
            <a:chOff x="-54817600" y="2687750"/>
            <a:chExt cx="281200" cy="318225"/>
          </a:xfrm>
        </p:grpSpPr>
        <p:sp>
          <p:nvSpPr>
            <p:cNvPr id="12354" name="Google Shape;12354;p6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8" name="Google Shape;12358;p66"/>
          <p:cNvGrpSpPr/>
          <p:nvPr/>
        </p:nvGrpSpPr>
        <p:grpSpPr>
          <a:xfrm>
            <a:off x="7110476" y="2911936"/>
            <a:ext cx="317290" cy="359303"/>
            <a:chOff x="-52887125" y="1903275"/>
            <a:chExt cx="279625" cy="316650"/>
          </a:xfrm>
        </p:grpSpPr>
        <p:sp>
          <p:nvSpPr>
            <p:cNvPr id="12359" name="Google Shape;12359;p6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1" name="Google Shape;12361;p66"/>
          <p:cNvGrpSpPr/>
          <p:nvPr/>
        </p:nvGrpSpPr>
        <p:grpSpPr>
          <a:xfrm>
            <a:off x="7089030" y="3362733"/>
            <a:ext cx="360182" cy="361969"/>
            <a:chOff x="-52906025" y="2293950"/>
            <a:chExt cx="317425" cy="319000"/>
          </a:xfrm>
        </p:grpSpPr>
        <p:sp>
          <p:nvSpPr>
            <p:cNvPr id="12362" name="Google Shape;12362;p6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66"/>
          <p:cNvGrpSpPr/>
          <p:nvPr/>
        </p:nvGrpSpPr>
        <p:grpSpPr>
          <a:xfrm>
            <a:off x="7110476" y="3831192"/>
            <a:ext cx="317290" cy="361090"/>
            <a:chOff x="-52887125" y="2686975"/>
            <a:chExt cx="279625" cy="318225"/>
          </a:xfrm>
        </p:grpSpPr>
        <p:sp>
          <p:nvSpPr>
            <p:cNvPr id="12366" name="Google Shape;12366;p6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0" name="Google Shape;12370;p66"/>
          <p:cNvGrpSpPr/>
          <p:nvPr/>
        </p:nvGrpSpPr>
        <p:grpSpPr>
          <a:xfrm>
            <a:off x="6220848" y="4290810"/>
            <a:ext cx="318170" cy="359303"/>
            <a:chOff x="-51722225" y="1915100"/>
            <a:chExt cx="280400" cy="316650"/>
          </a:xfrm>
        </p:grpSpPr>
        <p:sp>
          <p:nvSpPr>
            <p:cNvPr id="12371" name="Google Shape;12371;p6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66"/>
          <p:cNvGrpSpPr/>
          <p:nvPr/>
        </p:nvGrpSpPr>
        <p:grpSpPr>
          <a:xfrm>
            <a:off x="6616678" y="1531508"/>
            <a:ext cx="370905" cy="360976"/>
            <a:chOff x="-56407800" y="1902600"/>
            <a:chExt cx="326875" cy="318125"/>
          </a:xfrm>
        </p:grpSpPr>
        <p:sp>
          <p:nvSpPr>
            <p:cNvPr id="12376" name="Google Shape;12376;p6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9" name="Google Shape;12379;p66"/>
          <p:cNvGrpSpPr/>
          <p:nvPr/>
        </p:nvGrpSpPr>
        <p:grpSpPr>
          <a:xfrm>
            <a:off x="6622479" y="2018074"/>
            <a:ext cx="359303" cy="338736"/>
            <a:chOff x="-56401500" y="2304975"/>
            <a:chExt cx="316650" cy="298525"/>
          </a:xfrm>
        </p:grpSpPr>
        <p:sp>
          <p:nvSpPr>
            <p:cNvPr id="12380" name="Google Shape;12380;p6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4" name="Google Shape;12384;p66"/>
          <p:cNvGrpSpPr/>
          <p:nvPr/>
        </p:nvGrpSpPr>
        <p:grpSpPr>
          <a:xfrm>
            <a:off x="5328863" y="2910149"/>
            <a:ext cx="319985" cy="361090"/>
            <a:chOff x="-54426150" y="1901700"/>
            <a:chExt cx="282000" cy="318225"/>
          </a:xfrm>
        </p:grpSpPr>
        <p:sp>
          <p:nvSpPr>
            <p:cNvPr id="12385" name="Google Shape;12385;p6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9" name="Google Shape;12389;p66"/>
          <p:cNvGrpSpPr/>
          <p:nvPr/>
        </p:nvGrpSpPr>
        <p:grpSpPr>
          <a:xfrm>
            <a:off x="5328863" y="3363612"/>
            <a:ext cx="319985" cy="361998"/>
            <a:chOff x="-54426150" y="2294725"/>
            <a:chExt cx="282000" cy="319025"/>
          </a:xfrm>
        </p:grpSpPr>
        <p:sp>
          <p:nvSpPr>
            <p:cNvPr id="12390" name="Google Shape;12390;p6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5" name="Google Shape;12395;p66"/>
          <p:cNvGrpSpPr/>
          <p:nvPr/>
        </p:nvGrpSpPr>
        <p:grpSpPr>
          <a:xfrm>
            <a:off x="5327076" y="3831192"/>
            <a:ext cx="323560" cy="361969"/>
            <a:chOff x="-54427725" y="2686975"/>
            <a:chExt cx="285150" cy="319000"/>
          </a:xfrm>
        </p:grpSpPr>
        <p:sp>
          <p:nvSpPr>
            <p:cNvPr id="12396" name="Google Shape;12396;p6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1" name="Google Shape;12401;p66"/>
          <p:cNvGrpSpPr/>
          <p:nvPr/>
        </p:nvGrpSpPr>
        <p:grpSpPr>
          <a:xfrm>
            <a:off x="7533634" y="2912163"/>
            <a:ext cx="359303" cy="359984"/>
            <a:chOff x="-52513800" y="1903475"/>
            <a:chExt cx="316650" cy="317250"/>
          </a:xfrm>
        </p:grpSpPr>
        <p:sp>
          <p:nvSpPr>
            <p:cNvPr id="12402" name="Google Shape;12402;p6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4" name="Google Shape;12404;p66"/>
          <p:cNvGrpSpPr/>
          <p:nvPr/>
        </p:nvGrpSpPr>
        <p:grpSpPr>
          <a:xfrm>
            <a:off x="7543464" y="3364520"/>
            <a:ext cx="339644" cy="360182"/>
            <a:chOff x="-52505925" y="2295525"/>
            <a:chExt cx="299325" cy="317425"/>
          </a:xfrm>
        </p:grpSpPr>
        <p:sp>
          <p:nvSpPr>
            <p:cNvPr id="12405" name="Google Shape;12405;p6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9" name="Google Shape;12409;p66"/>
          <p:cNvGrpSpPr/>
          <p:nvPr/>
        </p:nvGrpSpPr>
        <p:grpSpPr>
          <a:xfrm>
            <a:off x="7554641" y="3831192"/>
            <a:ext cx="317290" cy="361090"/>
            <a:chOff x="-52494100" y="2686975"/>
            <a:chExt cx="279625" cy="318225"/>
          </a:xfrm>
        </p:grpSpPr>
        <p:sp>
          <p:nvSpPr>
            <p:cNvPr id="12410" name="Google Shape;12410;p6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4" name="Google Shape;12414;p66"/>
          <p:cNvGrpSpPr/>
          <p:nvPr/>
        </p:nvGrpSpPr>
        <p:grpSpPr>
          <a:xfrm>
            <a:off x="6665412" y="4292135"/>
            <a:ext cx="315503" cy="361090"/>
            <a:chOff x="-51708850" y="2305750"/>
            <a:chExt cx="278050" cy="318225"/>
          </a:xfrm>
        </p:grpSpPr>
        <p:sp>
          <p:nvSpPr>
            <p:cNvPr id="12415" name="Google Shape;12415;p6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8" name="Google Shape;12418;p66"/>
          <p:cNvGrpSpPr/>
          <p:nvPr/>
        </p:nvGrpSpPr>
        <p:grpSpPr>
          <a:xfrm>
            <a:off x="7536807" y="1533922"/>
            <a:ext cx="319089" cy="362073"/>
            <a:chOff x="1044400" y="2917425"/>
            <a:chExt cx="248125" cy="281550"/>
          </a:xfrm>
        </p:grpSpPr>
        <p:sp>
          <p:nvSpPr>
            <p:cNvPr id="12419" name="Google Shape;12419;p6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424" name="Google Shape;12424;p6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425" name="Google Shape;12425;p6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426" name="Google Shape;12426;p6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8" name="Google Shape;12428;p66"/>
          <p:cNvSpPr/>
          <p:nvPr/>
        </p:nvSpPr>
        <p:spPr>
          <a:xfrm>
            <a:off x="6633660" y="2459865"/>
            <a:ext cx="343218" cy="362154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432" name="Shape 12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3" name="Google Shape;12433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34" name="Google Shape;12434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435" name="Google Shape;12435;p67"/>
          <p:cNvGrpSpPr/>
          <p:nvPr/>
        </p:nvGrpSpPr>
        <p:grpSpPr>
          <a:xfrm>
            <a:off x="889109" y="1531603"/>
            <a:ext cx="278288" cy="357036"/>
            <a:chOff x="-50489600" y="1947400"/>
            <a:chExt cx="233150" cy="299125"/>
          </a:xfrm>
        </p:grpSpPr>
        <p:sp>
          <p:nvSpPr>
            <p:cNvPr id="12436" name="Google Shape;12436;p6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8" name="Google Shape;12438;p67"/>
          <p:cNvGrpSpPr/>
          <p:nvPr/>
        </p:nvGrpSpPr>
        <p:grpSpPr>
          <a:xfrm>
            <a:off x="849616" y="1986560"/>
            <a:ext cx="357274" cy="358199"/>
            <a:chOff x="-50523475" y="2316000"/>
            <a:chExt cx="299325" cy="300100"/>
          </a:xfrm>
        </p:grpSpPr>
        <p:sp>
          <p:nvSpPr>
            <p:cNvPr id="12439" name="Google Shape;12439;p6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67"/>
          <p:cNvGrpSpPr/>
          <p:nvPr/>
        </p:nvGrpSpPr>
        <p:grpSpPr>
          <a:xfrm>
            <a:off x="848213" y="2435869"/>
            <a:ext cx="360079" cy="357304"/>
            <a:chOff x="-50524250" y="2686150"/>
            <a:chExt cx="301675" cy="299350"/>
          </a:xfrm>
        </p:grpSpPr>
        <p:sp>
          <p:nvSpPr>
            <p:cNvPr id="12442" name="Google Shape;12442;p6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67"/>
          <p:cNvGrpSpPr/>
          <p:nvPr/>
        </p:nvGrpSpPr>
        <p:grpSpPr>
          <a:xfrm>
            <a:off x="3070976" y="1561682"/>
            <a:ext cx="358199" cy="359154"/>
            <a:chOff x="-48633950" y="1972600"/>
            <a:chExt cx="300100" cy="300900"/>
          </a:xfrm>
        </p:grpSpPr>
        <p:sp>
          <p:nvSpPr>
            <p:cNvPr id="12449" name="Google Shape;12449;p6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1" name="Google Shape;12451;p67"/>
          <p:cNvGrpSpPr/>
          <p:nvPr/>
        </p:nvGrpSpPr>
        <p:grpSpPr>
          <a:xfrm>
            <a:off x="3070499" y="2017593"/>
            <a:ext cx="359154" cy="361004"/>
            <a:chOff x="-48634750" y="2342000"/>
            <a:chExt cx="300900" cy="302450"/>
          </a:xfrm>
        </p:grpSpPr>
        <p:sp>
          <p:nvSpPr>
            <p:cNvPr id="12452" name="Google Shape;12452;p6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0" name="Google Shape;12460;p67"/>
          <p:cNvGrpSpPr/>
          <p:nvPr/>
        </p:nvGrpSpPr>
        <p:grpSpPr>
          <a:xfrm>
            <a:off x="3071439" y="2465977"/>
            <a:ext cx="357274" cy="357274"/>
            <a:chOff x="-48633175" y="2711375"/>
            <a:chExt cx="299325" cy="299325"/>
          </a:xfrm>
        </p:grpSpPr>
        <p:sp>
          <p:nvSpPr>
            <p:cNvPr id="12461" name="Google Shape;12461;p6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3" name="Google Shape;12463;p67"/>
          <p:cNvGrpSpPr/>
          <p:nvPr/>
        </p:nvGrpSpPr>
        <p:grpSpPr>
          <a:xfrm>
            <a:off x="1757928" y="2917929"/>
            <a:ext cx="314006" cy="358229"/>
            <a:chOff x="-46753100" y="1965500"/>
            <a:chExt cx="263075" cy="300125"/>
          </a:xfrm>
        </p:grpSpPr>
        <p:sp>
          <p:nvSpPr>
            <p:cNvPr id="12464" name="Google Shape;12464;p6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6" name="Google Shape;12466;p67"/>
          <p:cNvGrpSpPr/>
          <p:nvPr/>
        </p:nvGrpSpPr>
        <p:grpSpPr>
          <a:xfrm>
            <a:off x="1735354" y="3385142"/>
            <a:ext cx="359154" cy="315916"/>
            <a:chOff x="-46772025" y="2350650"/>
            <a:chExt cx="300900" cy="264675"/>
          </a:xfrm>
        </p:grpSpPr>
        <p:sp>
          <p:nvSpPr>
            <p:cNvPr id="12467" name="Google Shape;12467;p6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9" name="Google Shape;12469;p67"/>
          <p:cNvGrpSpPr/>
          <p:nvPr/>
        </p:nvGrpSpPr>
        <p:grpSpPr>
          <a:xfrm>
            <a:off x="1735354" y="3819420"/>
            <a:ext cx="359154" cy="359154"/>
            <a:chOff x="-46772025" y="2701925"/>
            <a:chExt cx="300900" cy="300900"/>
          </a:xfrm>
        </p:grpSpPr>
        <p:sp>
          <p:nvSpPr>
            <p:cNvPr id="12470" name="Google Shape;12470;p6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2" name="Google Shape;12472;p67"/>
          <p:cNvSpPr/>
          <p:nvPr/>
        </p:nvSpPr>
        <p:spPr>
          <a:xfrm>
            <a:off x="3964861" y="2960111"/>
            <a:ext cx="358199" cy="359154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3" name="Google Shape;12473;p67"/>
          <p:cNvGrpSpPr/>
          <p:nvPr/>
        </p:nvGrpSpPr>
        <p:grpSpPr>
          <a:xfrm>
            <a:off x="1293035" y="1532528"/>
            <a:ext cx="358199" cy="359154"/>
            <a:chOff x="-50154075" y="1948175"/>
            <a:chExt cx="300100" cy="300900"/>
          </a:xfrm>
        </p:grpSpPr>
        <p:sp>
          <p:nvSpPr>
            <p:cNvPr id="12474" name="Google Shape;12474;p6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67"/>
          <p:cNvGrpSpPr/>
          <p:nvPr/>
        </p:nvGrpSpPr>
        <p:grpSpPr>
          <a:xfrm>
            <a:off x="1293035" y="1987485"/>
            <a:ext cx="358199" cy="358229"/>
            <a:chOff x="-50154850" y="2316775"/>
            <a:chExt cx="300100" cy="300125"/>
          </a:xfrm>
        </p:grpSpPr>
        <p:sp>
          <p:nvSpPr>
            <p:cNvPr id="12477" name="Google Shape;12477;p6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9" name="Google Shape;12479;p67"/>
          <p:cNvGrpSpPr/>
          <p:nvPr/>
        </p:nvGrpSpPr>
        <p:grpSpPr>
          <a:xfrm>
            <a:off x="1288813" y="2434496"/>
            <a:ext cx="366644" cy="356558"/>
            <a:chOff x="-50158000" y="2685000"/>
            <a:chExt cx="307175" cy="298725"/>
          </a:xfrm>
        </p:grpSpPr>
        <p:sp>
          <p:nvSpPr>
            <p:cNvPr id="12480" name="Google Shape;12480;p6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2" name="Google Shape;12482;p67"/>
          <p:cNvGrpSpPr/>
          <p:nvPr/>
        </p:nvGrpSpPr>
        <p:grpSpPr>
          <a:xfrm>
            <a:off x="3521599" y="1562607"/>
            <a:ext cx="361004" cy="358229"/>
            <a:chOff x="-48266125" y="1973375"/>
            <a:chExt cx="302450" cy="300125"/>
          </a:xfrm>
        </p:grpSpPr>
        <p:sp>
          <p:nvSpPr>
            <p:cNvPr id="12483" name="Google Shape;12483;p6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67"/>
          <p:cNvGrpSpPr/>
          <p:nvPr/>
        </p:nvGrpSpPr>
        <p:grpSpPr>
          <a:xfrm>
            <a:off x="3548844" y="2018369"/>
            <a:ext cx="306516" cy="358349"/>
            <a:chOff x="-48237000" y="2342650"/>
            <a:chExt cx="256800" cy="300225"/>
          </a:xfrm>
        </p:grpSpPr>
        <p:sp>
          <p:nvSpPr>
            <p:cNvPr id="12490" name="Google Shape;12490;p6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3" name="Google Shape;12493;p67"/>
          <p:cNvGrpSpPr/>
          <p:nvPr/>
        </p:nvGrpSpPr>
        <p:grpSpPr>
          <a:xfrm>
            <a:off x="2180338" y="2918646"/>
            <a:ext cx="361034" cy="355633"/>
            <a:chOff x="-46404975" y="1966100"/>
            <a:chExt cx="302475" cy="297950"/>
          </a:xfrm>
        </p:grpSpPr>
        <p:sp>
          <p:nvSpPr>
            <p:cNvPr id="12494" name="Google Shape;12494;p6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8" name="Google Shape;12498;p67"/>
          <p:cNvGrpSpPr/>
          <p:nvPr/>
        </p:nvGrpSpPr>
        <p:grpSpPr>
          <a:xfrm>
            <a:off x="2181740" y="3364463"/>
            <a:ext cx="358229" cy="358199"/>
            <a:chOff x="-46401050" y="2333325"/>
            <a:chExt cx="300125" cy="300100"/>
          </a:xfrm>
        </p:grpSpPr>
        <p:sp>
          <p:nvSpPr>
            <p:cNvPr id="12499" name="Google Shape;12499;p6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3" name="Google Shape;12503;p67"/>
          <p:cNvSpPr/>
          <p:nvPr/>
        </p:nvSpPr>
        <p:spPr>
          <a:xfrm>
            <a:off x="2183438" y="3820197"/>
            <a:ext cx="360109" cy="359154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4" name="Google Shape;12504;p67"/>
          <p:cNvGrpSpPr/>
          <p:nvPr/>
        </p:nvGrpSpPr>
        <p:grpSpPr>
          <a:xfrm>
            <a:off x="3961830" y="3374818"/>
            <a:ext cx="359154" cy="359124"/>
            <a:chOff x="-44914800" y="2342000"/>
            <a:chExt cx="300900" cy="300875"/>
          </a:xfrm>
        </p:grpSpPr>
        <p:sp>
          <p:nvSpPr>
            <p:cNvPr id="12505" name="Google Shape;12505;p6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8" name="Google Shape;12508;p67"/>
          <p:cNvSpPr/>
          <p:nvPr/>
        </p:nvSpPr>
        <p:spPr>
          <a:xfrm>
            <a:off x="1739586" y="1531714"/>
            <a:ext cx="357274" cy="356797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9" name="Google Shape;12509;p67"/>
          <p:cNvGrpSpPr/>
          <p:nvPr/>
        </p:nvGrpSpPr>
        <p:grpSpPr>
          <a:xfrm>
            <a:off x="1735816" y="1987336"/>
            <a:ext cx="359154" cy="357424"/>
            <a:chOff x="-49786250" y="2316650"/>
            <a:chExt cx="300900" cy="299450"/>
          </a:xfrm>
        </p:grpSpPr>
        <p:sp>
          <p:nvSpPr>
            <p:cNvPr id="12510" name="Google Shape;12510;p6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17" name="Google Shape;12517;p67"/>
          <p:cNvSpPr/>
          <p:nvPr/>
        </p:nvSpPr>
        <p:spPr>
          <a:xfrm>
            <a:off x="1731604" y="2433842"/>
            <a:ext cx="373239" cy="359154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8" name="Google Shape;12518;p67"/>
          <p:cNvSpPr/>
          <p:nvPr/>
        </p:nvSpPr>
        <p:spPr>
          <a:xfrm>
            <a:off x="3971472" y="1563432"/>
            <a:ext cx="359154" cy="358199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19" name="Google Shape;12519;p67"/>
          <p:cNvGrpSpPr/>
          <p:nvPr/>
        </p:nvGrpSpPr>
        <p:grpSpPr>
          <a:xfrm>
            <a:off x="4033144" y="2017593"/>
            <a:ext cx="230365" cy="359124"/>
            <a:chOff x="-47842400" y="2342000"/>
            <a:chExt cx="193000" cy="300875"/>
          </a:xfrm>
        </p:grpSpPr>
        <p:sp>
          <p:nvSpPr>
            <p:cNvPr id="12520" name="Google Shape;12520;p6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3" name="Google Shape;12523;p67"/>
          <p:cNvGrpSpPr/>
          <p:nvPr/>
        </p:nvGrpSpPr>
        <p:grpSpPr>
          <a:xfrm>
            <a:off x="3969212" y="2465052"/>
            <a:ext cx="358229" cy="359154"/>
            <a:chOff x="-47896750" y="2710600"/>
            <a:chExt cx="300125" cy="300900"/>
          </a:xfrm>
        </p:grpSpPr>
        <p:sp>
          <p:nvSpPr>
            <p:cNvPr id="12524" name="Google Shape;12524;p6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8" name="Google Shape;12528;p67"/>
          <p:cNvGrpSpPr/>
          <p:nvPr/>
        </p:nvGrpSpPr>
        <p:grpSpPr>
          <a:xfrm>
            <a:off x="2624852" y="2938609"/>
            <a:ext cx="359154" cy="314991"/>
            <a:chOff x="-46033225" y="1982825"/>
            <a:chExt cx="300900" cy="263900"/>
          </a:xfrm>
        </p:grpSpPr>
        <p:sp>
          <p:nvSpPr>
            <p:cNvPr id="12529" name="Google Shape;12529;p6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2" name="Google Shape;12532;p67"/>
          <p:cNvGrpSpPr/>
          <p:nvPr/>
        </p:nvGrpSpPr>
        <p:grpSpPr>
          <a:xfrm>
            <a:off x="2621569" y="3365866"/>
            <a:ext cx="365719" cy="326151"/>
            <a:chOff x="-46034000" y="2334500"/>
            <a:chExt cx="306400" cy="273250"/>
          </a:xfrm>
        </p:grpSpPr>
        <p:sp>
          <p:nvSpPr>
            <p:cNvPr id="12533" name="Google Shape;12533;p6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6" name="Google Shape;12536;p67"/>
          <p:cNvGrpSpPr/>
          <p:nvPr/>
        </p:nvGrpSpPr>
        <p:grpSpPr>
          <a:xfrm>
            <a:off x="2667627" y="3820255"/>
            <a:ext cx="273603" cy="356439"/>
            <a:chOff x="-45998575" y="2702625"/>
            <a:chExt cx="229225" cy="298625"/>
          </a:xfrm>
        </p:grpSpPr>
        <p:sp>
          <p:nvSpPr>
            <p:cNvPr id="12537" name="Google Shape;12537;p6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6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44" name="Google Shape;12544;p67"/>
          <p:cNvSpPr/>
          <p:nvPr/>
        </p:nvSpPr>
        <p:spPr>
          <a:xfrm>
            <a:off x="3986479" y="3841352"/>
            <a:ext cx="314961" cy="358199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5" name="Google Shape;12545;p67"/>
          <p:cNvSpPr/>
          <p:nvPr/>
        </p:nvSpPr>
        <p:spPr>
          <a:xfrm>
            <a:off x="2183447" y="1541799"/>
            <a:ext cx="360079" cy="336595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6" name="Google Shape;12546;p67"/>
          <p:cNvSpPr/>
          <p:nvPr/>
        </p:nvSpPr>
        <p:spPr>
          <a:xfrm>
            <a:off x="2345143" y="1972337"/>
            <a:ext cx="20709" cy="62097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7" name="Google Shape;12547;p67"/>
          <p:cNvSpPr/>
          <p:nvPr/>
        </p:nvSpPr>
        <p:spPr>
          <a:xfrm>
            <a:off x="2265235" y="1998803"/>
            <a:ext cx="55502" cy="39389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8" name="Google Shape;12548;p67"/>
          <p:cNvSpPr/>
          <p:nvPr/>
        </p:nvSpPr>
        <p:spPr>
          <a:xfrm>
            <a:off x="2393093" y="2000594"/>
            <a:ext cx="51743" cy="38523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49" name="Google Shape;12549;p67"/>
          <p:cNvGrpSpPr/>
          <p:nvPr/>
        </p:nvGrpSpPr>
        <p:grpSpPr>
          <a:xfrm>
            <a:off x="2203197" y="2434019"/>
            <a:ext cx="314961" cy="361034"/>
            <a:chOff x="-49398750" y="2684600"/>
            <a:chExt cx="263875" cy="302475"/>
          </a:xfrm>
        </p:grpSpPr>
        <p:sp>
          <p:nvSpPr>
            <p:cNvPr id="12550" name="Google Shape;12550;p6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67"/>
          <p:cNvGrpSpPr/>
          <p:nvPr/>
        </p:nvGrpSpPr>
        <p:grpSpPr>
          <a:xfrm>
            <a:off x="873121" y="2928284"/>
            <a:ext cx="314006" cy="359154"/>
            <a:chOff x="-47509225" y="1974175"/>
            <a:chExt cx="263075" cy="300900"/>
          </a:xfrm>
        </p:grpSpPr>
        <p:sp>
          <p:nvSpPr>
            <p:cNvPr id="12554" name="Google Shape;12554;p6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9" name="Google Shape;12559;p67"/>
          <p:cNvGrpSpPr/>
          <p:nvPr/>
        </p:nvGrpSpPr>
        <p:grpSpPr>
          <a:xfrm>
            <a:off x="849622" y="3374818"/>
            <a:ext cx="361004" cy="357961"/>
            <a:chOff x="-47529700" y="2342000"/>
            <a:chExt cx="302450" cy="299900"/>
          </a:xfrm>
        </p:grpSpPr>
        <p:sp>
          <p:nvSpPr>
            <p:cNvPr id="12560" name="Google Shape;12560;p6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2" name="Google Shape;12562;p67"/>
          <p:cNvGrpSpPr/>
          <p:nvPr/>
        </p:nvGrpSpPr>
        <p:grpSpPr>
          <a:xfrm>
            <a:off x="851025" y="3873967"/>
            <a:ext cx="358199" cy="272648"/>
            <a:chOff x="-47527350" y="2747625"/>
            <a:chExt cx="300100" cy="228425"/>
          </a:xfrm>
        </p:grpSpPr>
        <p:sp>
          <p:nvSpPr>
            <p:cNvPr id="12563" name="Google Shape;12563;p6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69" name="Google Shape;12569;p67"/>
          <p:cNvSpPr/>
          <p:nvPr/>
        </p:nvSpPr>
        <p:spPr>
          <a:xfrm>
            <a:off x="3077474" y="2915682"/>
            <a:ext cx="356319" cy="36079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0" name="Google Shape;12570;p67"/>
          <p:cNvGrpSpPr/>
          <p:nvPr/>
        </p:nvGrpSpPr>
        <p:grpSpPr>
          <a:xfrm>
            <a:off x="3073924" y="3387022"/>
            <a:ext cx="358229" cy="314961"/>
            <a:chOff x="-45664625" y="2352225"/>
            <a:chExt cx="300125" cy="263875"/>
          </a:xfrm>
        </p:grpSpPr>
        <p:sp>
          <p:nvSpPr>
            <p:cNvPr id="12571" name="Google Shape;12571;p6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8" name="Google Shape;12578;p67"/>
          <p:cNvGrpSpPr/>
          <p:nvPr/>
        </p:nvGrpSpPr>
        <p:grpSpPr>
          <a:xfrm>
            <a:off x="3073103" y="3821001"/>
            <a:ext cx="359870" cy="357573"/>
            <a:chOff x="-45665400" y="2703250"/>
            <a:chExt cx="301500" cy="299575"/>
          </a:xfrm>
        </p:grpSpPr>
        <p:sp>
          <p:nvSpPr>
            <p:cNvPr id="12579" name="Google Shape;12579;p6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3" name="Google Shape;12583;p67"/>
          <p:cNvGrpSpPr/>
          <p:nvPr/>
        </p:nvGrpSpPr>
        <p:grpSpPr>
          <a:xfrm>
            <a:off x="2174760" y="4261937"/>
            <a:ext cx="359154" cy="360109"/>
            <a:chOff x="-44528075" y="1982825"/>
            <a:chExt cx="300900" cy="301700"/>
          </a:xfrm>
        </p:grpSpPr>
        <p:sp>
          <p:nvSpPr>
            <p:cNvPr id="12584" name="Google Shape;12584;p6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6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1" name="Google Shape;12591;p67"/>
          <p:cNvSpPr/>
          <p:nvPr/>
        </p:nvSpPr>
        <p:spPr>
          <a:xfrm>
            <a:off x="2628711" y="1531475"/>
            <a:ext cx="358199" cy="358199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92" name="Google Shape;12592;p67"/>
          <p:cNvGrpSpPr/>
          <p:nvPr/>
        </p:nvGrpSpPr>
        <p:grpSpPr>
          <a:xfrm>
            <a:off x="2625923" y="1987485"/>
            <a:ext cx="358199" cy="358229"/>
            <a:chOff x="-49048250" y="2316775"/>
            <a:chExt cx="300100" cy="300125"/>
          </a:xfrm>
        </p:grpSpPr>
        <p:sp>
          <p:nvSpPr>
            <p:cNvPr id="12593" name="Google Shape;12593;p6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7" name="Google Shape;12597;p67"/>
          <p:cNvSpPr/>
          <p:nvPr/>
        </p:nvSpPr>
        <p:spPr>
          <a:xfrm>
            <a:off x="2627309" y="2435125"/>
            <a:ext cx="361004" cy="357871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98" name="Google Shape;12598;p67"/>
          <p:cNvGrpSpPr/>
          <p:nvPr/>
        </p:nvGrpSpPr>
        <p:grpSpPr>
          <a:xfrm>
            <a:off x="1290494" y="2928284"/>
            <a:ext cx="360109" cy="358199"/>
            <a:chOff x="-47160325" y="1974175"/>
            <a:chExt cx="301700" cy="300100"/>
          </a:xfrm>
        </p:grpSpPr>
        <p:sp>
          <p:nvSpPr>
            <p:cNvPr id="12599" name="Google Shape;12599;p6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1" name="Google Shape;12601;p67"/>
          <p:cNvGrpSpPr/>
          <p:nvPr/>
        </p:nvGrpSpPr>
        <p:grpSpPr>
          <a:xfrm>
            <a:off x="1290971" y="3374818"/>
            <a:ext cx="359154" cy="359124"/>
            <a:chOff x="-47159525" y="2342000"/>
            <a:chExt cx="300900" cy="300875"/>
          </a:xfrm>
        </p:grpSpPr>
        <p:sp>
          <p:nvSpPr>
            <p:cNvPr id="12602" name="Google Shape;12602;p6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7" name="Google Shape;12607;p67"/>
          <p:cNvGrpSpPr/>
          <p:nvPr/>
        </p:nvGrpSpPr>
        <p:grpSpPr>
          <a:xfrm>
            <a:off x="1291448" y="3831654"/>
            <a:ext cx="358199" cy="359154"/>
            <a:chOff x="-47157950" y="2712175"/>
            <a:chExt cx="300100" cy="300900"/>
          </a:xfrm>
        </p:grpSpPr>
        <p:sp>
          <p:nvSpPr>
            <p:cNvPr id="12608" name="Google Shape;12608;p6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15" name="Google Shape;12615;p67"/>
          <p:cNvSpPr/>
          <p:nvPr/>
        </p:nvSpPr>
        <p:spPr>
          <a:xfrm>
            <a:off x="3538211" y="2917800"/>
            <a:ext cx="314961" cy="35727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16" name="Google Shape;12616;p67"/>
          <p:cNvGrpSpPr/>
          <p:nvPr/>
        </p:nvGrpSpPr>
        <p:grpSpPr>
          <a:xfrm>
            <a:off x="3535175" y="3364463"/>
            <a:ext cx="315886" cy="358199"/>
            <a:chOff x="-45278675" y="2333325"/>
            <a:chExt cx="264650" cy="300100"/>
          </a:xfrm>
        </p:grpSpPr>
        <p:sp>
          <p:nvSpPr>
            <p:cNvPr id="12617" name="Google Shape;12617;p6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1" name="Google Shape;12621;p67"/>
          <p:cNvGrpSpPr/>
          <p:nvPr/>
        </p:nvGrpSpPr>
        <p:grpSpPr>
          <a:xfrm>
            <a:off x="3545500" y="3819420"/>
            <a:ext cx="295237" cy="358229"/>
            <a:chOff x="-45270025" y="2701925"/>
            <a:chExt cx="247350" cy="300125"/>
          </a:xfrm>
        </p:grpSpPr>
        <p:sp>
          <p:nvSpPr>
            <p:cNvPr id="12622" name="Google Shape;12622;p6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6" name="Google Shape;12626;p67"/>
          <p:cNvSpPr/>
          <p:nvPr/>
        </p:nvSpPr>
        <p:spPr>
          <a:xfrm>
            <a:off x="2628699" y="4289914"/>
            <a:ext cx="358199" cy="358199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7" name="Google Shape;12627;p67"/>
          <p:cNvGrpSpPr/>
          <p:nvPr/>
        </p:nvGrpSpPr>
        <p:grpSpPr>
          <a:xfrm>
            <a:off x="2209567" y="2078266"/>
            <a:ext cx="307444" cy="260626"/>
            <a:chOff x="1636184" y="2959225"/>
            <a:chExt cx="232666" cy="197250"/>
          </a:xfrm>
        </p:grpSpPr>
        <p:sp>
          <p:nvSpPr>
            <p:cNvPr id="12628" name="Google Shape;12628;p6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631" name="Google Shape;12631;p6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2632" name="Google Shape;12632;p67"/>
          <p:cNvGrpSpPr/>
          <p:nvPr/>
        </p:nvGrpSpPr>
        <p:grpSpPr>
          <a:xfrm>
            <a:off x="3577265" y="2463611"/>
            <a:ext cx="258542" cy="365154"/>
            <a:chOff x="-47300587" y="123275"/>
            <a:chExt cx="190975" cy="269725"/>
          </a:xfrm>
        </p:grpSpPr>
        <p:sp>
          <p:nvSpPr>
            <p:cNvPr id="12633" name="Google Shape;12633;p6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67"/>
          <p:cNvGrpSpPr/>
          <p:nvPr/>
        </p:nvGrpSpPr>
        <p:grpSpPr>
          <a:xfrm>
            <a:off x="4870788" y="1532801"/>
            <a:ext cx="342328" cy="339793"/>
            <a:chOff x="-13966675" y="1639700"/>
            <a:chExt cx="354450" cy="351825"/>
          </a:xfrm>
        </p:grpSpPr>
        <p:sp>
          <p:nvSpPr>
            <p:cNvPr id="12639" name="Google Shape;12639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44" name="Google Shape;12644;p67"/>
          <p:cNvSpPr/>
          <p:nvPr/>
        </p:nvSpPr>
        <p:spPr>
          <a:xfrm>
            <a:off x="4871549" y="193973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5" name="Google Shape;12645;p67"/>
          <p:cNvSpPr/>
          <p:nvPr/>
        </p:nvSpPr>
        <p:spPr>
          <a:xfrm>
            <a:off x="4932020" y="234945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6" name="Google Shape;12646;p67"/>
          <p:cNvGrpSpPr/>
          <p:nvPr/>
        </p:nvGrpSpPr>
        <p:grpSpPr>
          <a:xfrm>
            <a:off x="6667277" y="1532487"/>
            <a:ext cx="340034" cy="340420"/>
            <a:chOff x="-12199250" y="1662675"/>
            <a:chExt cx="352075" cy="352475"/>
          </a:xfrm>
        </p:grpSpPr>
        <p:sp>
          <p:nvSpPr>
            <p:cNvPr id="12647" name="Google Shape;12647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0" name="Google Shape;12650;p67"/>
          <p:cNvGrpSpPr/>
          <p:nvPr/>
        </p:nvGrpSpPr>
        <p:grpSpPr>
          <a:xfrm>
            <a:off x="6666130" y="1939354"/>
            <a:ext cx="342328" cy="342328"/>
            <a:chOff x="-12199250" y="2096250"/>
            <a:chExt cx="354450" cy="354450"/>
          </a:xfrm>
        </p:grpSpPr>
        <p:sp>
          <p:nvSpPr>
            <p:cNvPr id="12651" name="Google Shape;12651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3" name="Google Shape;12653;p67"/>
          <p:cNvGrpSpPr/>
          <p:nvPr/>
        </p:nvGrpSpPr>
        <p:grpSpPr>
          <a:xfrm>
            <a:off x="6667277" y="2348308"/>
            <a:ext cx="340034" cy="341579"/>
            <a:chOff x="-12199250" y="2530225"/>
            <a:chExt cx="352075" cy="353675"/>
          </a:xfrm>
        </p:grpSpPr>
        <p:sp>
          <p:nvSpPr>
            <p:cNvPr id="12654" name="Google Shape;12654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8" name="Google Shape;12658;p67"/>
          <p:cNvSpPr/>
          <p:nvPr/>
        </p:nvSpPr>
        <p:spPr>
          <a:xfrm>
            <a:off x="4871163" y="2779038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9" name="Google Shape;12659;p67"/>
          <p:cNvGrpSpPr/>
          <p:nvPr/>
        </p:nvGrpSpPr>
        <p:grpSpPr>
          <a:xfrm>
            <a:off x="4870788" y="3188088"/>
            <a:ext cx="342328" cy="339310"/>
            <a:chOff x="-10462550" y="2057650"/>
            <a:chExt cx="354450" cy="351325"/>
          </a:xfrm>
        </p:grpSpPr>
        <p:sp>
          <p:nvSpPr>
            <p:cNvPr id="12660" name="Google Shape;12660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62" name="Google Shape;12662;p67"/>
          <p:cNvSpPr/>
          <p:nvPr/>
        </p:nvSpPr>
        <p:spPr>
          <a:xfrm>
            <a:off x="7591624" y="28055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63" name="Google Shape;12663;p67"/>
          <p:cNvGrpSpPr/>
          <p:nvPr/>
        </p:nvGrpSpPr>
        <p:grpSpPr>
          <a:xfrm>
            <a:off x="6649772" y="2779651"/>
            <a:ext cx="375044" cy="340541"/>
            <a:chOff x="-8692750" y="1622100"/>
            <a:chExt cx="388325" cy="352600"/>
          </a:xfrm>
        </p:grpSpPr>
        <p:sp>
          <p:nvSpPr>
            <p:cNvPr id="12664" name="Google Shape;12664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67"/>
          <p:cNvGrpSpPr/>
          <p:nvPr/>
        </p:nvGrpSpPr>
        <p:grpSpPr>
          <a:xfrm>
            <a:off x="5304253" y="1531907"/>
            <a:ext cx="341555" cy="341579"/>
            <a:chOff x="-13529550" y="1639425"/>
            <a:chExt cx="353650" cy="353675"/>
          </a:xfrm>
        </p:grpSpPr>
        <p:sp>
          <p:nvSpPr>
            <p:cNvPr id="12667" name="Google Shape;12667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67"/>
          <p:cNvGrpSpPr/>
          <p:nvPr/>
        </p:nvGrpSpPr>
        <p:grpSpPr>
          <a:xfrm>
            <a:off x="5303106" y="1940489"/>
            <a:ext cx="343849" cy="340058"/>
            <a:chOff x="-13531925" y="2075775"/>
            <a:chExt cx="356025" cy="352100"/>
          </a:xfrm>
        </p:grpSpPr>
        <p:sp>
          <p:nvSpPr>
            <p:cNvPr id="12676" name="Google Shape;12676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8" name="Google Shape;12678;p67"/>
          <p:cNvGrpSpPr/>
          <p:nvPr/>
        </p:nvGrpSpPr>
        <p:grpSpPr>
          <a:xfrm>
            <a:off x="5304627" y="2348694"/>
            <a:ext cx="340807" cy="340807"/>
            <a:chOff x="-13528775" y="2507400"/>
            <a:chExt cx="352875" cy="352875"/>
          </a:xfrm>
        </p:grpSpPr>
        <p:sp>
          <p:nvSpPr>
            <p:cNvPr id="12679" name="Google Shape;12679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82" name="Google Shape;12682;p67"/>
          <p:cNvSpPr/>
          <p:nvPr/>
        </p:nvSpPr>
        <p:spPr>
          <a:xfrm>
            <a:off x="7123388" y="156310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3" name="Google Shape;12683;p67"/>
          <p:cNvSpPr/>
          <p:nvPr/>
        </p:nvSpPr>
        <p:spPr>
          <a:xfrm>
            <a:off x="7123014" y="194020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84" name="Google Shape;12684;p67"/>
          <p:cNvGrpSpPr/>
          <p:nvPr/>
        </p:nvGrpSpPr>
        <p:grpSpPr>
          <a:xfrm>
            <a:off x="7140133" y="2348308"/>
            <a:ext cx="308090" cy="341579"/>
            <a:chOff x="-11747150" y="2530225"/>
            <a:chExt cx="319000" cy="353675"/>
          </a:xfrm>
        </p:grpSpPr>
        <p:sp>
          <p:nvSpPr>
            <p:cNvPr id="12685" name="Google Shape;12685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7" name="Google Shape;12687;p67"/>
          <p:cNvGrpSpPr/>
          <p:nvPr/>
        </p:nvGrpSpPr>
        <p:grpSpPr>
          <a:xfrm>
            <a:off x="5304627" y="2779519"/>
            <a:ext cx="340807" cy="340807"/>
            <a:chOff x="-10027775" y="1622900"/>
            <a:chExt cx="352875" cy="352875"/>
          </a:xfrm>
        </p:grpSpPr>
        <p:sp>
          <p:nvSpPr>
            <p:cNvPr id="12688" name="Google Shape;12688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94" name="Google Shape;12694;p67"/>
          <p:cNvSpPr/>
          <p:nvPr/>
        </p:nvSpPr>
        <p:spPr>
          <a:xfrm>
            <a:off x="5311472" y="3186872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95" name="Google Shape;12695;p67"/>
          <p:cNvGrpSpPr/>
          <p:nvPr/>
        </p:nvGrpSpPr>
        <p:grpSpPr>
          <a:xfrm>
            <a:off x="8031595" y="2805183"/>
            <a:ext cx="322553" cy="342328"/>
            <a:chOff x="-10019125" y="2490075"/>
            <a:chExt cx="333975" cy="354450"/>
          </a:xfrm>
        </p:grpSpPr>
        <p:sp>
          <p:nvSpPr>
            <p:cNvPr id="12696" name="Google Shape;12696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0" name="Google Shape;12700;p67"/>
          <p:cNvGrpSpPr/>
          <p:nvPr/>
        </p:nvGrpSpPr>
        <p:grpSpPr>
          <a:xfrm>
            <a:off x="6661180" y="3186193"/>
            <a:ext cx="352227" cy="343100"/>
            <a:chOff x="-8684100" y="2032450"/>
            <a:chExt cx="364700" cy="355250"/>
          </a:xfrm>
        </p:grpSpPr>
        <p:sp>
          <p:nvSpPr>
            <p:cNvPr id="12701" name="Google Shape;12701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4" name="Google Shape;12704;p67"/>
          <p:cNvSpPr/>
          <p:nvPr/>
        </p:nvSpPr>
        <p:spPr>
          <a:xfrm>
            <a:off x="5773709" y="153229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05" name="Google Shape;12705;p67"/>
          <p:cNvGrpSpPr/>
          <p:nvPr/>
        </p:nvGrpSpPr>
        <p:grpSpPr>
          <a:xfrm>
            <a:off x="5752039" y="1939656"/>
            <a:ext cx="343849" cy="341724"/>
            <a:chOff x="-13095575" y="2073400"/>
            <a:chExt cx="356025" cy="353825"/>
          </a:xfrm>
        </p:grpSpPr>
        <p:sp>
          <p:nvSpPr>
            <p:cNvPr id="12706" name="Google Shape;12706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4" name="Google Shape;12714;p67"/>
          <p:cNvSpPr/>
          <p:nvPr/>
        </p:nvSpPr>
        <p:spPr>
          <a:xfrm>
            <a:off x="5753174" y="234869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5" name="Google Shape;12715;p67"/>
          <p:cNvGrpSpPr/>
          <p:nvPr/>
        </p:nvGrpSpPr>
        <p:grpSpPr>
          <a:xfrm>
            <a:off x="7576787" y="1531485"/>
            <a:ext cx="343100" cy="342424"/>
            <a:chOff x="-11332875" y="1660700"/>
            <a:chExt cx="355250" cy="354550"/>
          </a:xfrm>
        </p:grpSpPr>
        <p:sp>
          <p:nvSpPr>
            <p:cNvPr id="12716" name="Google Shape;12716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20" name="Google Shape;12720;p67"/>
          <p:cNvSpPr/>
          <p:nvPr/>
        </p:nvSpPr>
        <p:spPr>
          <a:xfrm>
            <a:off x="7575652" y="194087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1" name="Google Shape;12721;p67"/>
          <p:cNvSpPr/>
          <p:nvPr/>
        </p:nvSpPr>
        <p:spPr>
          <a:xfrm>
            <a:off x="7576413" y="236960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2" name="Google Shape;12722;p67"/>
          <p:cNvGrpSpPr/>
          <p:nvPr/>
        </p:nvGrpSpPr>
        <p:grpSpPr>
          <a:xfrm>
            <a:off x="5774096" y="2777997"/>
            <a:ext cx="299736" cy="343849"/>
            <a:chOff x="-9570950" y="1622100"/>
            <a:chExt cx="310350" cy="356025"/>
          </a:xfrm>
        </p:grpSpPr>
        <p:sp>
          <p:nvSpPr>
            <p:cNvPr id="12723" name="Google Shape;12723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5" name="Google Shape;12725;p67"/>
          <p:cNvGrpSpPr/>
          <p:nvPr/>
        </p:nvGrpSpPr>
        <p:grpSpPr>
          <a:xfrm>
            <a:off x="5752800" y="3186953"/>
            <a:ext cx="342328" cy="341579"/>
            <a:chOff x="-9594575" y="2056875"/>
            <a:chExt cx="354450" cy="353675"/>
          </a:xfrm>
        </p:grpSpPr>
        <p:sp>
          <p:nvSpPr>
            <p:cNvPr id="12726" name="Google Shape;12726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29" name="Google Shape;12729;p67"/>
          <p:cNvSpPr/>
          <p:nvPr/>
        </p:nvSpPr>
        <p:spPr>
          <a:xfrm>
            <a:off x="7123002" y="3217391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30" name="Google Shape;12730;p67"/>
          <p:cNvGrpSpPr/>
          <p:nvPr/>
        </p:nvGrpSpPr>
        <p:grpSpPr>
          <a:xfrm>
            <a:off x="6208482" y="1532293"/>
            <a:ext cx="342328" cy="340807"/>
            <a:chOff x="-12661600" y="1640225"/>
            <a:chExt cx="354450" cy="352875"/>
          </a:xfrm>
        </p:grpSpPr>
        <p:sp>
          <p:nvSpPr>
            <p:cNvPr id="12731" name="Google Shape;12731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67"/>
          <p:cNvGrpSpPr/>
          <p:nvPr/>
        </p:nvGrpSpPr>
        <p:grpSpPr>
          <a:xfrm>
            <a:off x="6208857" y="1960831"/>
            <a:ext cx="341579" cy="299374"/>
            <a:chOff x="-12660025" y="2096250"/>
            <a:chExt cx="353675" cy="309975"/>
          </a:xfrm>
        </p:grpSpPr>
        <p:sp>
          <p:nvSpPr>
            <p:cNvPr id="12735" name="Google Shape;12735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1" name="Google Shape;12741;p67"/>
          <p:cNvGrpSpPr/>
          <p:nvPr/>
        </p:nvGrpSpPr>
        <p:grpSpPr>
          <a:xfrm>
            <a:off x="6207335" y="2348127"/>
            <a:ext cx="344622" cy="341941"/>
            <a:chOff x="-12663175" y="2506800"/>
            <a:chExt cx="356825" cy="354050"/>
          </a:xfrm>
        </p:grpSpPr>
        <p:sp>
          <p:nvSpPr>
            <p:cNvPr id="12742" name="Google Shape;12742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6" name="Google Shape;12746;p67"/>
          <p:cNvGrpSpPr/>
          <p:nvPr/>
        </p:nvGrpSpPr>
        <p:grpSpPr>
          <a:xfrm>
            <a:off x="8022468" y="1531907"/>
            <a:ext cx="340807" cy="341579"/>
            <a:chOff x="-10896525" y="1663050"/>
            <a:chExt cx="352875" cy="353675"/>
          </a:xfrm>
        </p:grpSpPr>
        <p:sp>
          <p:nvSpPr>
            <p:cNvPr id="12747" name="Google Shape;12747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49" name="Google Shape;12749;p67"/>
          <p:cNvSpPr/>
          <p:nvPr/>
        </p:nvSpPr>
        <p:spPr>
          <a:xfrm>
            <a:off x="8061643" y="193965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50" name="Google Shape;12750;p67"/>
          <p:cNvGrpSpPr/>
          <p:nvPr/>
        </p:nvGrpSpPr>
        <p:grpSpPr>
          <a:xfrm>
            <a:off x="8022082" y="2359342"/>
            <a:ext cx="341579" cy="319511"/>
            <a:chOff x="-10898100" y="2542050"/>
            <a:chExt cx="353675" cy="330825"/>
          </a:xfrm>
        </p:grpSpPr>
        <p:sp>
          <p:nvSpPr>
            <p:cNvPr id="12751" name="Google Shape;12751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7" name="Google Shape;12757;p67"/>
          <p:cNvGrpSpPr/>
          <p:nvPr/>
        </p:nvGrpSpPr>
        <p:grpSpPr>
          <a:xfrm>
            <a:off x="6209617" y="2780207"/>
            <a:ext cx="340058" cy="339430"/>
            <a:chOff x="-9157450" y="1622750"/>
            <a:chExt cx="352100" cy="351450"/>
          </a:xfrm>
        </p:grpSpPr>
        <p:sp>
          <p:nvSpPr>
            <p:cNvPr id="12758" name="Google Shape;12758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0" name="Google Shape;12760;p67"/>
          <p:cNvGrpSpPr/>
          <p:nvPr/>
        </p:nvGrpSpPr>
        <p:grpSpPr>
          <a:xfrm>
            <a:off x="6247658" y="3188474"/>
            <a:ext cx="263977" cy="338537"/>
            <a:chOff x="-9119650" y="2056875"/>
            <a:chExt cx="273325" cy="350525"/>
          </a:xfrm>
        </p:grpSpPr>
        <p:sp>
          <p:nvSpPr>
            <p:cNvPr id="12761" name="Google Shape;12761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3" name="Google Shape;12763;p67"/>
          <p:cNvSpPr/>
          <p:nvPr/>
        </p:nvSpPr>
        <p:spPr>
          <a:xfrm>
            <a:off x="8022842" y="3217399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67"/>
          <p:cNvSpPr/>
          <p:nvPr/>
        </p:nvSpPr>
        <p:spPr>
          <a:xfrm>
            <a:off x="7143562" y="2779147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65" name="Google Shape;12765;p67"/>
          <p:cNvGrpSpPr/>
          <p:nvPr/>
        </p:nvGrpSpPr>
        <p:grpSpPr>
          <a:xfrm>
            <a:off x="7576790" y="3217879"/>
            <a:ext cx="343094" cy="341569"/>
            <a:chOff x="6001575" y="3119050"/>
            <a:chExt cx="315025" cy="313625"/>
          </a:xfrm>
        </p:grpSpPr>
        <p:sp>
          <p:nvSpPr>
            <p:cNvPr id="12766" name="Google Shape;12766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771" name="Shape 12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2" name="Google Shape;12772;p68"/>
          <p:cNvSpPr/>
          <p:nvPr/>
        </p:nvSpPr>
        <p:spPr>
          <a:xfrm>
            <a:off x="901486" y="1688459"/>
            <a:ext cx="361250" cy="473920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3" name="Google Shape;12773;p68"/>
          <p:cNvGrpSpPr/>
          <p:nvPr/>
        </p:nvGrpSpPr>
        <p:grpSpPr>
          <a:xfrm>
            <a:off x="845233" y="2273195"/>
            <a:ext cx="476329" cy="476213"/>
            <a:chOff x="-21298675" y="2414425"/>
            <a:chExt cx="306400" cy="306325"/>
          </a:xfrm>
        </p:grpSpPr>
        <p:sp>
          <p:nvSpPr>
            <p:cNvPr id="12774" name="Google Shape;12774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7" name="Google Shape;12777;p68"/>
          <p:cNvGrpSpPr/>
          <p:nvPr/>
        </p:nvGrpSpPr>
        <p:grpSpPr>
          <a:xfrm>
            <a:off x="844611" y="2865128"/>
            <a:ext cx="477573" cy="445432"/>
            <a:chOff x="-21299475" y="2798025"/>
            <a:chExt cx="307200" cy="286525"/>
          </a:xfrm>
        </p:grpSpPr>
        <p:sp>
          <p:nvSpPr>
            <p:cNvPr id="12778" name="Google Shape;12778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90" name="Google Shape;12790;p68"/>
          <p:cNvSpPr/>
          <p:nvPr/>
        </p:nvSpPr>
        <p:spPr>
          <a:xfrm>
            <a:off x="3766168" y="1689838"/>
            <a:ext cx="472676" cy="47116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1" name="Google Shape;12791;p68"/>
          <p:cNvSpPr/>
          <p:nvPr/>
        </p:nvSpPr>
        <p:spPr>
          <a:xfrm>
            <a:off x="3765566" y="2273932"/>
            <a:ext cx="473881" cy="47512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2" name="Google Shape;12792;p68"/>
          <p:cNvSpPr/>
          <p:nvPr/>
        </p:nvSpPr>
        <p:spPr>
          <a:xfrm>
            <a:off x="3757598" y="2851126"/>
            <a:ext cx="489816" cy="473881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93" name="Google Shape;12793;p68"/>
          <p:cNvGrpSpPr/>
          <p:nvPr/>
        </p:nvGrpSpPr>
        <p:grpSpPr>
          <a:xfrm>
            <a:off x="6713966" y="1688917"/>
            <a:ext cx="413912" cy="472676"/>
            <a:chOff x="-17545650" y="2051350"/>
            <a:chExt cx="266250" cy="304050"/>
          </a:xfrm>
        </p:grpSpPr>
        <p:sp>
          <p:nvSpPr>
            <p:cNvPr id="12794" name="Google Shape;12794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98" name="Google Shape;12798;p68"/>
          <p:cNvSpPr/>
          <p:nvPr/>
        </p:nvSpPr>
        <p:spPr>
          <a:xfrm>
            <a:off x="6682919" y="2273951"/>
            <a:ext cx="473881" cy="475086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99" name="Google Shape;12799;p68"/>
          <p:cNvGrpSpPr/>
          <p:nvPr/>
        </p:nvGrpSpPr>
        <p:grpSpPr>
          <a:xfrm>
            <a:off x="6684584" y="2865574"/>
            <a:ext cx="472676" cy="444538"/>
            <a:chOff x="-17565350" y="2809825"/>
            <a:chExt cx="304050" cy="285950"/>
          </a:xfrm>
        </p:grpSpPr>
        <p:sp>
          <p:nvSpPr>
            <p:cNvPr id="12800" name="Google Shape;12800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5" name="Google Shape;12805;p68"/>
          <p:cNvSpPr/>
          <p:nvPr/>
        </p:nvSpPr>
        <p:spPr>
          <a:xfrm>
            <a:off x="2680515" y="3446569"/>
            <a:ext cx="360006" cy="471471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6" name="Google Shape;12806;p68"/>
          <p:cNvSpPr/>
          <p:nvPr/>
        </p:nvSpPr>
        <p:spPr>
          <a:xfrm>
            <a:off x="1428633" y="1688459"/>
            <a:ext cx="471471" cy="473920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7" name="Google Shape;12807;p68"/>
          <p:cNvSpPr/>
          <p:nvPr/>
        </p:nvSpPr>
        <p:spPr>
          <a:xfrm>
            <a:off x="1428633" y="2274689"/>
            <a:ext cx="471471" cy="473609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8" name="Google Shape;12808;p68"/>
          <p:cNvGrpSpPr/>
          <p:nvPr/>
        </p:nvGrpSpPr>
        <p:grpSpPr>
          <a:xfrm>
            <a:off x="1457493" y="2850904"/>
            <a:ext cx="416283" cy="473881"/>
            <a:chOff x="-20904875" y="2788575"/>
            <a:chExt cx="267775" cy="304825"/>
          </a:xfrm>
        </p:grpSpPr>
        <p:sp>
          <p:nvSpPr>
            <p:cNvPr id="12809" name="Google Shape;12809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1" name="Google Shape;12811;p68"/>
          <p:cNvGrpSpPr/>
          <p:nvPr/>
        </p:nvGrpSpPr>
        <p:grpSpPr>
          <a:xfrm>
            <a:off x="4397908" y="2275564"/>
            <a:ext cx="360045" cy="471471"/>
            <a:chOff x="-19006700" y="2434925"/>
            <a:chExt cx="231600" cy="303275"/>
          </a:xfrm>
        </p:grpSpPr>
        <p:sp>
          <p:nvSpPr>
            <p:cNvPr id="12812" name="Google Shape;12812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16" name="Google Shape;12816;p68"/>
          <p:cNvSpPr/>
          <p:nvPr/>
        </p:nvSpPr>
        <p:spPr>
          <a:xfrm>
            <a:off x="4340441" y="2851728"/>
            <a:ext cx="472676" cy="472676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7" name="Google Shape;12817;p68"/>
          <p:cNvSpPr/>
          <p:nvPr/>
        </p:nvSpPr>
        <p:spPr>
          <a:xfrm>
            <a:off x="7304850" y="1688478"/>
            <a:ext cx="415117" cy="473881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18" name="Google Shape;12818;p68"/>
          <p:cNvGrpSpPr/>
          <p:nvPr/>
        </p:nvGrpSpPr>
        <p:grpSpPr>
          <a:xfrm>
            <a:off x="7276507" y="2289051"/>
            <a:ext cx="473881" cy="444499"/>
            <a:chOff x="-17190425" y="2435725"/>
            <a:chExt cx="304825" cy="285925"/>
          </a:xfrm>
        </p:grpSpPr>
        <p:sp>
          <p:nvSpPr>
            <p:cNvPr id="12819" name="Google Shape;12819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68"/>
          <p:cNvSpPr/>
          <p:nvPr/>
        </p:nvSpPr>
        <p:spPr>
          <a:xfrm>
            <a:off x="7277916" y="2853555"/>
            <a:ext cx="468984" cy="469023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3" name="Google Shape;12823;p68"/>
          <p:cNvGrpSpPr/>
          <p:nvPr/>
        </p:nvGrpSpPr>
        <p:grpSpPr>
          <a:xfrm>
            <a:off x="4931233" y="3444650"/>
            <a:ext cx="476329" cy="475086"/>
            <a:chOff x="-15719925" y="2416825"/>
            <a:chExt cx="306400" cy="305600"/>
          </a:xfrm>
        </p:grpSpPr>
        <p:sp>
          <p:nvSpPr>
            <p:cNvPr id="12824" name="Google Shape;12824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7" name="Google Shape;12827;p68"/>
          <p:cNvSpPr/>
          <p:nvPr/>
        </p:nvSpPr>
        <p:spPr>
          <a:xfrm>
            <a:off x="2017508" y="1687545"/>
            <a:ext cx="477534" cy="475746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8" name="Google Shape;12828;p68"/>
          <p:cNvSpPr/>
          <p:nvPr/>
        </p:nvSpPr>
        <p:spPr>
          <a:xfrm>
            <a:off x="2019335" y="2331824"/>
            <a:ext cx="473881" cy="359346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9" name="Google Shape;12829;p68"/>
          <p:cNvGrpSpPr/>
          <p:nvPr/>
        </p:nvGrpSpPr>
        <p:grpSpPr>
          <a:xfrm>
            <a:off x="2017527" y="2851506"/>
            <a:ext cx="479983" cy="472676"/>
            <a:chOff x="-20550425" y="2789350"/>
            <a:chExt cx="308750" cy="304050"/>
          </a:xfrm>
        </p:grpSpPr>
        <p:sp>
          <p:nvSpPr>
            <p:cNvPr id="12830" name="Google Shape;12830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2" name="Google Shape;12832;p68"/>
          <p:cNvGrpSpPr/>
          <p:nvPr/>
        </p:nvGrpSpPr>
        <p:grpSpPr>
          <a:xfrm>
            <a:off x="4932894" y="1688158"/>
            <a:ext cx="473920" cy="474192"/>
            <a:chOff x="-18666450" y="2059825"/>
            <a:chExt cx="304850" cy="305025"/>
          </a:xfrm>
        </p:grpSpPr>
        <p:sp>
          <p:nvSpPr>
            <p:cNvPr id="12833" name="Google Shape;12833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5" name="Google Shape;12835;p68"/>
          <p:cNvGrpSpPr/>
          <p:nvPr/>
        </p:nvGrpSpPr>
        <p:grpSpPr>
          <a:xfrm>
            <a:off x="4932292" y="2275584"/>
            <a:ext cx="475125" cy="471432"/>
            <a:chOff x="-18668025" y="2435725"/>
            <a:chExt cx="305625" cy="303250"/>
          </a:xfrm>
        </p:grpSpPr>
        <p:sp>
          <p:nvSpPr>
            <p:cNvPr id="12836" name="Google Shape;12836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8" name="Google Shape;12838;p68"/>
          <p:cNvGrpSpPr/>
          <p:nvPr/>
        </p:nvGrpSpPr>
        <p:grpSpPr>
          <a:xfrm>
            <a:off x="4931689" y="2850902"/>
            <a:ext cx="476329" cy="473881"/>
            <a:chOff x="-18668800" y="2807475"/>
            <a:chExt cx="306400" cy="304825"/>
          </a:xfrm>
        </p:grpSpPr>
        <p:sp>
          <p:nvSpPr>
            <p:cNvPr id="12839" name="Google Shape;12839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8" name="Google Shape;12848;p68"/>
          <p:cNvGrpSpPr/>
          <p:nvPr/>
        </p:nvGrpSpPr>
        <p:grpSpPr>
          <a:xfrm>
            <a:off x="7885658" y="1687693"/>
            <a:ext cx="416361" cy="475125"/>
            <a:chOff x="-16798200" y="2050575"/>
            <a:chExt cx="267825" cy="305625"/>
          </a:xfrm>
        </p:grpSpPr>
        <p:sp>
          <p:nvSpPr>
            <p:cNvPr id="12849" name="Google Shape;12849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2" name="Google Shape;12852;p68"/>
          <p:cNvGrpSpPr/>
          <p:nvPr/>
        </p:nvGrpSpPr>
        <p:grpSpPr>
          <a:xfrm>
            <a:off x="7856276" y="2852127"/>
            <a:ext cx="475125" cy="471432"/>
            <a:chOff x="-16817100" y="2801175"/>
            <a:chExt cx="305625" cy="303250"/>
          </a:xfrm>
        </p:grpSpPr>
        <p:sp>
          <p:nvSpPr>
            <p:cNvPr id="12853" name="Google Shape;12853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1" name="Google Shape;12861;p68"/>
          <p:cNvGrpSpPr/>
          <p:nvPr/>
        </p:nvGrpSpPr>
        <p:grpSpPr>
          <a:xfrm>
            <a:off x="7263396" y="3444614"/>
            <a:ext cx="476329" cy="475125"/>
            <a:chOff x="-15717575" y="2786200"/>
            <a:chExt cx="306400" cy="305625"/>
          </a:xfrm>
        </p:grpSpPr>
        <p:sp>
          <p:nvSpPr>
            <p:cNvPr id="12862" name="Google Shape;12862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9" name="Google Shape;12869;p68"/>
          <p:cNvGrpSpPr/>
          <p:nvPr/>
        </p:nvGrpSpPr>
        <p:grpSpPr>
          <a:xfrm>
            <a:off x="2600969" y="1688296"/>
            <a:ext cx="475125" cy="473920"/>
            <a:chOff x="-20173175" y="2038750"/>
            <a:chExt cx="305625" cy="304850"/>
          </a:xfrm>
        </p:grpSpPr>
        <p:sp>
          <p:nvSpPr>
            <p:cNvPr id="12870" name="Google Shape;12870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72" name="Google Shape;12872;p68"/>
          <p:cNvSpPr/>
          <p:nvPr/>
        </p:nvSpPr>
        <p:spPr>
          <a:xfrm>
            <a:off x="2600972" y="2275467"/>
            <a:ext cx="472676" cy="472054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3" name="Google Shape;12873;p68"/>
          <p:cNvGrpSpPr/>
          <p:nvPr/>
        </p:nvGrpSpPr>
        <p:grpSpPr>
          <a:xfrm>
            <a:off x="2602193" y="2850282"/>
            <a:ext cx="472676" cy="475125"/>
            <a:chOff x="-20173175" y="2787775"/>
            <a:chExt cx="304050" cy="305625"/>
          </a:xfrm>
        </p:grpSpPr>
        <p:sp>
          <p:nvSpPr>
            <p:cNvPr id="12874" name="Google Shape;12874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1" name="Google Shape;12881;p68"/>
          <p:cNvGrpSpPr/>
          <p:nvPr/>
        </p:nvGrpSpPr>
        <p:grpSpPr>
          <a:xfrm>
            <a:off x="5527177" y="2275564"/>
            <a:ext cx="473881" cy="471471"/>
            <a:chOff x="-18294675" y="2434925"/>
            <a:chExt cx="304825" cy="303275"/>
          </a:xfrm>
        </p:grpSpPr>
        <p:sp>
          <p:nvSpPr>
            <p:cNvPr id="12882" name="Google Shape;12882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5" name="Google Shape;12885;p68"/>
          <p:cNvGrpSpPr/>
          <p:nvPr/>
        </p:nvGrpSpPr>
        <p:grpSpPr>
          <a:xfrm>
            <a:off x="5583492" y="2852107"/>
            <a:ext cx="361250" cy="471471"/>
            <a:chOff x="-18258450" y="2809825"/>
            <a:chExt cx="232375" cy="303275"/>
          </a:xfrm>
        </p:grpSpPr>
        <p:sp>
          <p:nvSpPr>
            <p:cNvPr id="12886" name="Google Shape;12886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89" name="Google Shape;12889;p68"/>
          <p:cNvSpPr/>
          <p:nvPr/>
        </p:nvSpPr>
        <p:spPr>
          <a:xfrm>
            <a:off x="1456589" y="3444743"/>
            <a:ext cx="471471" cy="47512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0" name="Google Shape;12890;p68"/>
          <p:cNvGrpSpPr/>
          <p:nvPr/>
        </p:nvGrpSpPr>
        <p:grpSpPr>
          <a:xfrm>
            <a:off x="3793692" y="3445233"/>
            <a:ext cx="415117" cy="473920"/>
            <a:chOff x="-16422500" y="2425450"/>
            <a:chExt cx="267025" cy="304850"/>
          </a:xfrm>
        </p:grpSpPr>
        <p:sp>
          <p:nvSpPr>
            <p:cNvPr id="12891" name="Google Shape;12891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4" name="Google Shape;12894;p68"/>
          <p:cNvGrpSpPr/>
          <p:nvPr/>
        </p:nvGrpSpPr>
        <p:grpSpPr>
          <a:xfrm>
            <a:off x="6096453" y="3445838"/>
            <a:ext cx="473920" cy="472676"/>
            <a:chOff x="-16442200" y="2801175"/>
            <a:chExt cx="304850" cy="304050"/>
          </a:xfrm>
        </p:grpSpPr>
        <p:sp>
          <p:nvSpPr>
            <p:cNvPr id="12895" name="Google Shape;12895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8" name="Google Shape;12898;p68"/>
          <p:cNvSpPr/>
          <p:nvPr/>
        </p:nvSpPr>
        <p:spPr>
          <a:xfrm>
            <a:off x="3207661" y="3447191"/>
            <a:ext cx="471432" cy="470228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9" name="Google Shape;12899;p68"/>
          <p:cNvSpPr/>
          <p:nvPr/>
        </p:nvSpPr>
        <p:spPr>
          <a:xfrm>
            <a:off x="3174039" y="1706376"/>
            <a:ext cx="475125" cy="43808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0" name="Google Shape;12900;p68"/>
          <p:cNvGrpSpPr/>
          <p:nvPr/>
        </p:nvGrpSpPr>
        <p:grpSpPr>
          <a:xfrm>
            <a:off x="3172167" y="2276343"/>
            <a:ext cx="481265" cy="469917"/>
            <a:chOff x="-19802200" y="2416025"/>
            <a:chExt cx="309575" cy="302275"/>
          </a:xfrm>
        </p:grpSpPr>
        <p:sp>
          <p:nvSpPr>
            <p:cNvPr id="12901" name="Google Shape;12901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6" name="Google Shape;12906;p68"/>
          <p:cNvGrpSpPr/>
          <p:nvPr/>
        </p:nvGrpSpPr>
        <p:grpSpPr>
          <a:xfrm>
            <a:off x="3175238" y="2851506"/>
            <a:ext cx="475125" cy="472676"/>
            <a:chOff x="-19801400" y="2788575"/>
            <a:chExt cx="305625" cy="304050"/>
          </a:xfrm>
        </p:grpSpPr>
        <p:sp>
          <p:nvSpPr>
            <p:cNvPr id="12907" name="Google Shape;12907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3" name="Google Shape;12913;p68"/>
          <p:cNvGrpSpPr/>
          <p:nvPr/>
        </p:nvGrpSpPr>
        <p:grpSpPr>
          <a:xfrm>
            <a:off x="6130314" y="1688916"/>
            <a:ext cx="422463" cy="472676"/>
            <a:chOff x="-17903225" y="2060800"/>
            <a:chExt cx="271750" cy="304050"/>
          </a:xfrm>
        </p:grpSpPr>
        <p:sp>
          <p:nvSpPr>
            <p:cNvPr id="12914" name="Google Shape;12914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68"/>
          <p:cNvGrpSpPr/>
          <p:nvPr/>
        </p:nvGrpSpPr>
        <p:grpSpPr>
          <a:xfrm>
            <a:off x="6104605" y="2274962"/>
            <a:ext cx="473881" cy="472676"/>
            <a:chOff x="-17918975" y="2435725"/>
            <a:chExt cx="304825" cy="304050"/>
          </a:xfrm>
        </p:grpSpPr>
        <p:sp>
          <p:nvSpPr>
            <p:cNvPr id="12918" name="Google Shape;12918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68"/>
          <p:cNvGrpSpPr/>
          <p:nvPr/>
        </p:nvGrpSpPr>
        <p:grpSpPr>
          <a:xfrm>
            <a:off x="6133365" y="2852729"/>
            <a:ext cx="416361" cy="470228"/>
            <a:chOff x="-17899300" y="2810625"/>
            <a:chExt cx="267825" cy="302475"/>
          </a:xfrm>
        </p:grpSpPr>
        <p:sp>
          <p:nvSpPr>
            <p:cNvPr id="12921" name="Google Shape;12921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4" name="Google Shape;12924;p68"/>
          <p:cNvGrpSpPr/>
          <p:nvPr/>
        </p:nvGrpSpPr>
        <p:grpSpPr>
          <a:xfrm>
            <a:off x="2039218" y="3461166"/>
            <a:ext cx="472676" cy="442089"/>
            <a:chOff x="-16066500" y="2060800"/>
            <a:chExt cx="304050" cy="284375"/>
          </a:xfrm>
        </p:grpSpPr>
        <p:sp>
          <p:nvSpPr>
            <p:cNvPr id="12925" name="Google Shape;12925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30" name="Google Shape;12930;p68"/>
          <p:cNvSpPr/>
          <p:nvPr/>
        </p:nvSpPr>
        <p:spPr>
          <a:xfrm>
            <a:off x="4344952" y="3444762"/>
            <a:ext cx="475125" cy="475086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1" name="Google Shape;12931;p68"/>
          <p:cNvSpPr/>
          <p:nvPr/>
        </p:nvSpPr>
        <p:spPr>
          <a:xfrm>
            <a:off x="6718741" y="3444898"/>
            <a:ext cx="391876" cy="474814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2" name="Google Shape;12932;p68"/>
          <p:cNvSpPr/>
          <p:nvPr/>
        </p:nvSpPr>
        <p:spPr>
          <a:xfrm>
            <a:off x="5513765" y="3446880"/>
            <a:ext cx="475086" cy="470849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3" name="Google Shape;12933;p68"/>
          <p:cNvGrpSpPr/>
          <p:nvPr/>
        </p:nvGrpSpPr>
        <p:grpSpPr>
          <a:xfrm>
            <a:off x="7923925" y="2297751"/>
            <a:ext cx="368362" cy="419314"/>
            <a:chOff x="4995050" y="3245650"/>
            <a:chExt cx="236950" cy="269725"/>
          </a:xfrm>
        </p:grpSpPr>
        <p:sp>
          <p:nvSpPr>
            <p:cNvPr id="12934" name="Google Shape;12934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37" name="Google Shape;12937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2938" name="Google Shape;12938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940" name="Google Shape;12940;p68"/>
          <p:cNvGrpSpPr/>
          <p:nvPr/>
        </p:nvGrpSpPr>
        <p:grpSpPr>
          <a:xfrm>
            <a:off x="5523718" y="1689744"/>
            <a:ext cx="483749" cy="481292"/>
            <a:chOff x="4724650" y="2885700"/>
            <a:chExt cx="270750" cy="269375"/>
          </a:xfrm>
        </p:grpSpPr>
        <p:sp>
          <p:nvSpPr>
            <p:cNvPr id="12941" name="Google Shape;12941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8" name="Google Shape;12948;p68"/>
          <p:cNvGrpSpPr/>
          <p:nvPr/>
        </p:nvGrpSpPr>
        <p:grpSpPr>
          <a:xfrm>
            <a:off x="4390823" y="1683870"/>
            <a:ext cx="389425" cy="467822"/>
            <a:chOff x="4459350" y="2882125"/>
            <a:chExt cx="228375" cy="274350"/>
          </a:xfrm>
        </p:grpSpPr>
        <p:sp>
          <p:nvSpPr>
            <p:cNvPr id="12949" name="Google Shape;12949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954" name="Google Shape;12954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2955" name="Google Shape;12955;p68"/>
          <p:cNvSpPr txBox="1"/>
          <p:nvPr/>
        </p:nvSpPr>
        <p:spPr>
          <a:xfrm>
            <a:off x="1220500" y="1085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Nature Icons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959" name="Shape 12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0" name="Google Shape;1296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61" name="Google Shape;12961;p69"/>
          <p:cNvSpPr/>
          <p:nvPr/>
        </p:nvSpPr>
        <p:spPr>
          <a:xfrm>
            <a:off x="844100" y="1630139"/>
            <a:ext cx="433284" cy="422781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62" name="Google Shape;12962;p69"/>
          <p:cNvGrpSpPr/>
          <p:nvPr/>
        </p:nvGrpSpPr>
        <p:grpSpPr>
          <a:xfrm>
            <a:off x="847082" y="2140412"/>
            <a:ext cx="426462" cy="420796"/>
            <a:chOff x="-6713450" y="2397900"/>
            <a:chExt cx="295375" cy="291450"/>
          </a:xfrm>
        </p:grpSpPr>
        <p:sp>
          <p:nvSpPr>
            <p:cNvPr id="12963" name="Google Shape;12963;p6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65" name="Google Shape;12965;p69"/>
          <p:cNvSpPr/>
          <p:nvPr/>
        </p:nvSpPr>
        <p:spPr>
          <a:xfrm>
            <a:off x="859424" y="2660229"/>
            <a:ext cx="426499" cy="421914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66" name="Google Shape;12966;p69"/>
          <p:cNvGrpSpPr/>
          <p:nvPr/>
        </p:nvGrpSpPr>
        <p:grpSpPr>
          <a:xfrm>
            <a:off x="3551844" y="1631401"/>
            <a:ext cx="423069" cy="420507"/>
            <a:chOff x="-4932650" y="2046625"/>
            <a:chExt cx="293025" cy="291250"/>
          </a:xfrm>
        </p:grpSpPr>
        <p:sp>
          <p:nvSpPr>
            <p:cNvPr id="12967" name="Google Shape;12967;p6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69" name="Google Shape;12969;p69"/>
          <p:cNvSpPr/>
          <p:nvPr/>
        </p:nvSpPr>
        <p:spPr>
          <a:xfrm>
            <a:off x="3553296" y="2140826"/>
            <a:ext cx="420796" cy="419677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70" name="Google Shape;12970;p69"/>
          <p:cNvGrpSpPr/>
          <p:nvPr/>
        </p:nvGrpSpPr>
        <p:grpSpPr>
          <a:xfrm>
            <a:off x="3563775" y="2660957"/>
            <a:ext cx="423069" cy="420796"/>
            <a:chOff x="-4931075" y="2765725"/>
            <a:chExt cx="293025" cy="291450"/>
          </a:xfrm>
        </p:grpSpPr>
        <p:sp>
          <p:nvSpPr>
            <p:cNvPr id="12971" name="Google Shape;12971;p6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3" name="Google Shape;12973;p69"/>
          <p:cNvGrpSpPr/>
          <p:nvPr/>
        </p:nvGrpSpPr>
        <p:grpSpPr>
          <a:xfrm>
            <a:off x="6269343" y="1656289"/>
            <a:ext cx="420796" cy="370732"/>
            <a:chOff x="-3137650" y="2067900"/>
            <a:chExt cx="291450" cy="256775"/>
          </a:xfrm>
        </p:grpSpPr>
        <p:sp>
          <p:nvSpPr>
            <p:cNvPr id="12974" name="Google Shape;12974;p6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69"/>
          <p:cNvGrpSpPr/>
          <p:nvPr/>
        </p:nvGrpSpPr>
        <p:grpSpPr>
          <a:xfrm>
            <a:off x="6269343" y="2139926"/>
            <a:ext cx="420796" cy="421770"/>
            <a:chOff x="-3137650" y="2408950"/>
            <a:chExt cx="291450" cy="292125"/>
          </a:xfrm>
        </p:grpSpPr>
        <p:sp>
          <p:nvSpPr>
            <p:cNvPr id="12978" name="Google Shape;12978;p6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3" name="Google Shape;12983;p69"/>
          <p:cNvGrpSpPr/>
          <p:nvPr/>
        </p:nvGrpSpPr>
        <p:grpSpPr>
          <a:xfrm>
            <a:off x="6281274" y="2685412"/>
            <a:ext cx="420796" cy="371887"/>
            <a:chOff x="-3137650" y="2787000"/>
            <a:chExt cx="291450" cy="257575"/>
          </a:xfrm>
        </p:grpSpPr>
        <p:sp>
          <p:nvSpPr>
            <p:cNvPr id="12984" name="Google Shape;12984;p6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92" name="Google Shape;12992;p69"/>
          <p:cNvSpPr/>
          <p:nvPr/>
        </p:nvSpPr>
        <p:spPr>
          <a:xfrm>
            <a:off x="1359134" y="3294616"/>
            <a:ext cx="420796" cy="295690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3" name="Google Shape;12993;p69"/>
          <p:cNvSpPr/>
          <p:nvPr/>
        </p:nvSpPr>
        <p:spPr>
          <a:xfrm>
            <a:off x="1387926" y="1630482"/>
            <a:ext cx="421914" cy="42209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4" name="Google Shape;12994;p69"/>
          <p:cNvSpPr/>
          <p:nvPr/>
        </p:nvSpPr>
        <p:spPr>
          <a:xfrm>
            <a:off x="1386211" y="2139274"/>
            <a:ext cx="425343" cy="422781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95" name="Google Shape;12995;p69"/>
          <p:cNvGrpSpPr/>
          <p:nvPr/>
        </p:nvGrpSpPr>
        <p:grpSpPr>
          <a:xfrm>
            <a:off x="1399451" y="2660397"/>
            <a:ext cx="421914" cy="421914"/>
            <a:chOff x="-6354300" y="2757075"/>
            <a:chExt cx="292225" cy="292225"/>
          </a:xfrm>
        </p:grpSpPr>
        <p:sp>
          <p:nvSpPr>
            <p:cNvPr id="12996" name="Google Shape;12996;p6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0" name="Google Shape;13000;p69"/>
          <p:cNvGrpSpPr/>
          <p:nvPr/>
        </p:nvGrpSpPr>
        <p:grpSpPr>
          <a:xfrm>
            <a:off x="4093454" y="1629560"/>
            <a:ext cx="424188" cy="424188"/>
            <a:chOff x="-4573475" y="2045850"/>
            <a:chExt cx="293800" cy="293800"/>
          </a:xfrm>
        </p:grpSpPr>
        <p:sp>
          <p:nvSpPr>
            <p:cNvPr id="13001" name="Google Shape;13001;p6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3" name="Google Shape;13003;p69"/>
          <p:cNvGrpSpPr/>
          <p:nvPr/>
        </p:nvGrpSpPr>
        <p:grpSpPr>
          <a:xfrm>
            <a:off x="4092877" y="2138699"/>
            <a:ext cx="425343" cy="424225"/>
            <a:chOff x="-4570325" y="2405775"/>
            <a:chExt cx="294600" cy="293825"/>
          </a:xfrm>
        </p:grpSpPr>
        <p:sp>
          <p:nvSpPr>
            <p:cNvPr id="13004" name="Google Shape;13004;p6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6" name="Google Shape;13006;p69"/>
          <p:cNvGrpSpPr/>
          <p:nvPr/>
        </p:nvGrpSpPr>
        <p:grpSpPr>
          <a:xfrm>
            <a:off x="4105945" y="2659838"/>
            <a:ext cx="423069" cy="423033"/>
            <a:chOff x="-4572700" y="2764950"/>
            <a:chExt cx="293025" cy="293000"/>
          </a:xfrm>
        </p:grpSpPr>
        <p:sp>
          <p:nvSpPr>
            <p:cNvPr id="13007" name="Google Shape;13007;p6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2" name="Google Shape;13012;p69"/>
          <p:cNvGrpSpPr/>
          <p:nvPr/>
        </p:nvGrpSpPr>
        <p:grpSpPr>
          <a:xfrm>
            <a:off x="6824707" y="1631239"/>
            <a:ext cx="414840" cy="420832"/>
            <a:chOff x="-2777700" y="2049775"/>
            <a:chExt cx="287325" cy="291475"/>
          </a:xfrm>
        </p:grpSpPr>
        <p:sp>
          <p:nvSpPr>
            <p:cNvPr id="13013" name="Google Shape;13013;p6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6" name="Google Shape;13016;p69"/>
          <p:cNvGrpSpPr/>
          <p:nvPr/>
        </p:nvGrpSpPr>
        <p:grpSpPr>
          <a:xfrm>
            <a:off x="6821170" y="2140431"/>
            <a:ext cx="421914" cy="420759"/>
            <a:chOff x="-2571737" y="2403625"/>
            <a:chExt cx="292225" cy="291425"/>
          </a:xfrm>
        </p:grpSpPr>
        <p:sp>
          <p:nvSpPr>
            <p:cNvPr id="13017" name="Google Shape;13017;p6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4" name="Google Shape;13024;p69"/>
          <p:cNvGrpSpPr/>
          <p:nvPr/>
        </p:nvGrpSpPr>
        <p:grpSpPr>
          <a:xfrm>
            <a:off x="6821170" y="2661534"/>
            <a:ext cx="421914" cy="419640"/>
            <a:chOff x="-2571737" y="2764550"/>
            <a:chExt cx="292225" cy="290650"/>
          </a:xfrm>
        </p:grpSpPr>
        <p:sp>
          <p:nvSpPr>
            <p:cNvPr id="13025" name="Google Shape;13025;p6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8" name="Google Shape;13028;p69"/>
          <p:cNvGrpSpPr/>
          <p:nvPr/>
        </p:nvGrpSpPr>
        <p:grpSpPr>
          <a:xfrm>
            <a:off x="3020671" y="3230538"/>
            <a:ext cx="421914" cy="423864"/>
            <a:chOff x="-1333975" y="2365850"/>
            <a:chExt cx="292225" cy="293575"/>
          </a:xfrm>
        </p:grpSpPr>
        <p:sp>
          <p:nvSpPr>
            <p:cNvPr id="13029" name="Google Shape;13029;p6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6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7" name="Google Shape;13037;p69"/>
          <p:cNvGrpSpPr/>
          <p:nvPr/>
        </p:nvGrpSpPr>
        <p:grpSpPr>
          <a:xfrm>
            <a:off x="1954146" y="2660397"/>
            <a:ext cx="398020" cy="421914"/>
            <a:chOff x="-5995925" y="2757850"/>
            <a:chExt cx="275675" cy="292225"/>
          </a:xfrm>
        </p:grpSpPr>
        <p:sp>
          <p:nvSpPr>
            <p:cNvPr id="13038" name="Google Shape;13038;p6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7" name="Google Shape;13047;p69"/>
          <p:cNvGrpSpPr/>
          <p:nvPr/>
        </p:nvGrpSpPr>
        <p:grpSpPr>
          <a:xfrm>
            <a:off x="4634433" y="1631816"/>
            <a:ext cx="421951" cy="419677"/>
            <a:chOff x="-4211975" y="2046625"/>
            <a:chExt cx="292250" cy="290675"/>
          </a:xfrm>
        </p:grpSpPr>
        <p:sp>
          <p:nvSpPr>
            <p:cNvPr id="13048" name="Google Shape;13048;p6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0" name="Google Shape;13050;p69"/>
          <p:cNvGrpSpPr/>
          <p:nvPr/>
        </p:nvGrpSpPr>
        <p:grpSpPr>
          <a:xfrm>
            <a:off x="4684479" y="2138699"/>
            <a:ext cx="321859" cy="424225"/>
            <a:chOff x="-4178875" y="2405775"/>
            <a:chExt cx="222925" cy="293825"/>
          </a:xfrm>
        </p:grpSpPr>
        <p:sp>
          <p:nvSpPr>
            <p:cNvPr id="13051" name="Google Shape;13051;p6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4" name="Google Shape;13054;p69"/>
          <p:cNvGrpSpPr/>
          <p:nvPr/>
        </p:nvGrpSpPr>
        <p:grpSpPr>
          <a:xfrm>
            <a:off x="4646942" y="2673483"/>
            <a:ext cx="420796" cy="395746"/>
            <a:chOff x="-4211975" y="2783850"/>
            <a:chExt cx="291450" cy="274100"/>
          </a:xfrm>
        </p:grpSpPr>
        <p:sp>
          <p:nvSpPr>
            <p:cNvPr id="13055" name="Google Shape;13055;p6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58" name="Google Shape;13058;p69"/>
          <p:cNvSpPr/>
          <p:nvPr/>
        </p:nvSpPr>
        <p:spPr>
          <a:xfrm>
            <a:off x="7362836" y="1629995"/>
            <a:ext cx="399175" cy="42306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9" name="Google Shape;13059;p69"/>
          <p:cNvGrpSpPr/>
          <p:nvPr/>
        </p:nvGrpSpPr>
        <p:grpSpPr>
          <a:xfrm>
            <a:off x="7351871" y="2140413"/>
            <a:ext cx="420796" cy="420796"/>
            <a:chOff x="-2419325" y="2408150"/>
            <a:chExt cx="291450" cy="291450"/>
          </a:xfrm>
        </p:grpSpPr>
        <p:sp>
          <p:nvSpPr>
            <p:cNvPr id="13060" name="Google Shape;13060;p6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67" name="Google Shape;13067;p69"/>
          <p:cNvSpPr/>
          <p:nvPr/>
        </p:nvSpPr>
        <p:spPr>
          <a:xfrm>
            <a:off x="7362260" y="2659651"/>
            <a:ext cx="424188" cy="42306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68" name="Google Shape;13068;p69"/>
          <p:cNvGrpSpPr/>
          <p:nvPr/>
        </p:nvGrpSpPr>
        <p:grpSpPr>
          <a:xfrm>
            <a:off x="4673396" y="3231514"/>
            <a:ext cx="420796" cy="421914"/>
            <a:chOff x="-1333200" y="2770450"/>
            <a:chExt cx="291450" cy="292225"/>
          </a:xfrm>
        </p:grpSpPr>
        <p:sp>
          <p:nvSpPr>
            <p:cNvPr id="13069" name="Google Shape;13069;p6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1" name="Google Shape;13071;p69"/>
          <p:cNvGrpSpPr/>
          <p:nvPr/>
        </p:nvGrpSpPr>
        <p:grpSpPr>
          <a:xfrm>
            <a:off x="2470009" y="1631256"/>
            <a:ext cx="423069" cy="420796"/>
            <a:chOff x="-5635200" y="2037975"/>
            <a:chExt cx="293025" cy="291450"/>
          </a:xfrm>
        </p:grpSpPr>
        <p:sp>
          <p:nvSpPr>
            <p:cNvPr id="13072" name="Google Shape;13072;p6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4" name="Google Shape;13074;p69"/>
          <p:cNvGrpSpPr/>
          <p:nvPr/>
        </p:nvGrpSpPr>
        <p:grpSpPr>
          <a:xfrm>
            <a:off x="2468295" y="2140412"/>
            <a:ext cx="426499" cy="420796"/>
            <a:chOff x="-5637575" y="2397900"/>
            <a:chExt cx="295400" cy="291450"/>
          </a:xfrm>
        </p:grpSpPr>
        <p:sp>
          <p:nvSpPr>
            <p:cNvPr id="13075" name="Google Shape;13075;p6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9" name="Google Shape;13079;p69"/>
          <p:cNvGrpSpPr/>
          <p:nvPr/>
        </p:nvGrpSpPr>
        <p:grpSpPr>
          <a:xfrm>
            <a:off x="2481958" y="2660397"/>
            <a:ext cx="423033" cy="421914"/>
            <a:chOff x="-5635975" y="2757075"/>
            <a:chExt cx="293000" cy="292225"/>
          </a:xfrm>
        </p:grpSpPr>
        <p:sp>
          <p:nvSpPr>
            <p:cNvPr id="13080" name="Google Shape;13080;p6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2" name="Google Shape;13082;p69"/>
          <p:cNvGrpSpPr/>
          <p:nvPr/>
        </p:nvGrpSpPr>
        <p:grpSpPr>
          <a:xfrm>
            <a:off x="5165893" y="1631256"/>
            <a:ext cx="423069" cy="420796"/>
            <a:chOff x="-3854375" y="2046625"/>
            <a:chExt cx="293025" cy="291450"/>
          </a:xfrm>
        </p:grpSpPr>
        <p:sp>
          <p:nvSpPr>
            <p:cNvPr id="13083" name="Google Shape;13083;p6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5" name="Google Shape;13085;p69"/>
          <p:cNvGrpSpPr/>
          <p:nvPr/>
        </p:nvGrpSpPr>
        <p:grpSpPr>
          <a:xfrm>
            <a:off x="5164756" y="2138717"/>
            <a:ext cx="425343" cy="424188"/>
            <a:chOff x="-3854375" y="2405000"/>
            <a:chExt cx="294600" cy="293800"/>
          </a:xfrm>
        </p:grpSpPr>
        <p:sp>
          <p:nvSpPr>
            <p:cNvPr id="13086" name="Google Shape;13086;p6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8" name="Google Shape;13088;p69"/>
          <p:cNvGrpSpPr/>
          <p:nvPr/>
        </p:nvGrpSpPr>
        <p:grpSpPr>
          <a:xfrm>
            <a:off x="5178961" y="2659838"/>
            <a:ext cx="420796" cy="423033"/>
            <a:chOff x="-3852025" y="2764950"/>
            <a:chExt cx="291450" cy="293000"/>
          </a:xfrm>
        </p:grpSpPr>
        <p:sp>
          <p:nvSpPr>
            <p:cNvPr id="13089" name="Google Shape;13089;p6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1" name="Google Shape;13091;p69"/>
          <p:cNvSpPr/>
          <p:nvPr/>
        </p:nvSpPr>
        <p:spPr>
          <a:xfrm>
            <a:off x="7900991" y="1681753"/>
            <a:ext cx="421914" cy="319549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2" name="Google Shape;13092;p69"/>
          <p:cNvSpPr/>
          <p:nvPr/>
        </p:nvSpPr>
        <p:spPr>
          <a:xfrm>
            <a:off x="7900991" y="2140284"/>
            <a:ext cx="421914" cy="420759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3" name="Google Shape;13093;p69"/>
          <p:cNvGrpSpPr/>
          <p:nvPr/>
        </p:nvGrpSpPr>
        <p:grpSpPr>
          <a:xfrm>
            <a:off x="7901550" y="2660398"/>
            <a:ext cx="420796" cy="421914"/>
            <a:chOff x="-2060175" y="2768875"/>
            <a:chExt cx="291450" cy="292225"/>
          </a:xfrm>
        </p:grpSpPr>
        <p:sp>
          <p:nvSpPr>
            <p:cNvPr id="13094" name="Google Shape;13094;p6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6" name="Google Shape;13096;p69"/>
          <p:cNvGrpSpPr/>
          <p:nvPr/>
        </p:nvGrpSpPr>
        <p:grpSpPr>
          <a:xfrm>
            <a:off x="1915160" y="3232071"/>
            <a:ext cx="421914" cy="420796"/>
            <a:chOff x="-937025" y="2064750"/>
            <a:chExt cx="292225" cy="291450"/>
          </a:xfrm>
        </p:grpSpPr>
        <p:sp>
          <p:nvSpPr>
            <p:cNvPr id="13097" name="Google Shape;13097;p6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6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0" name="Google Shape;13100;p69"/>
          <p:cNvGrpSpPr/>
          <p:nvPr/>
        </p:nvGrpSpPr>
        <p:grpSpPr>
          <a:xfrm>
            <a:off x="3018323" y="1630697"/>
            <a:ext cx="421951" cy="421914"/>
            <a:chOff x="-5276050" y="2037975"/>
            <a:chExt cx="292250" cy="292225"/>
          </a:xfrm>
        </p:grpSpPr>
        <p:sp>
          <p:nvSpPr>
            <p:cNvPr id="13101" name="Google Shape;13101;p6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04" name="Google Shape;13104;p69"/>
          <p:cNvSpPr/>
          <p:nvPr/>
        </p:nvSpPr>
        <p:spPr>
          <a:xfrm>
            <a:off x="3014690" y="2152917"/>
            <a:ext cx="429891" cy="395493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5" name="Google Shape;13105;p69"/>
          <p:cNvSpPr/>
          <p:nvPr/>
        </p:nvSpPr>
        <p:spPr>
          <a:xfrm>
            <a:off x="3030609" y="2660806"/>
            <a:ext cx="421914" cy="420759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06" name="Google Shape;13106;p69"/>
          <p:cNvGrpSpPr/>
          <p:nvPr/>
        </p:nvGrpSpPr>
        <p:grpSpPr>
          <a:xfrm>
            <a:off x="5777136" y="1631256"/>
            <a:ext cx="324133" cy="420796"/>
            <a:chOff x="-3462150" y="2046625"/>
            <a:chExt cx="224500" cy="291450"/>
          </a:xfrm>
        </p:grpSpPr>
        <p:sp>
          <p:nvSpPr>
            <p:cNvPr id="13107" name="Google Shape;13107;p6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4" name="Google Shape;13114;p69"/>
          <p:cNvGrpSpPr/>
          <p:nvPr/>
        </p:nvGrpSpPr>
        <p:grpSpPr>
          <a:xfrm>
            <a:off x="5752700" y="2139276"/>
            <a:ext cx="373006" cy="423069"/>
            <a:chOff x="-3478675" y="2405775"/>
            <a:chExt cx="258350" cy="293025"/>
          </a:xfrm>
        </p:grpSpPr>
        <p:sp>
          <p:nvSpPr>
            <p:cNvPr id="13115" name="Google Shape;13115;p6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9" name="Google Shape;13119;p69"/>
          <p:cNvGrpSpPr/>
          <p:nvPr/>
        </p:nvGrpSpPr>
        <p:grpSpPr>
          <a:xfrm>
            <a:off x="5815218" y="2660398"/>
            <a:ext cx="271831" cy="421914"/>
            <a:chOff x="-3443250" y="2765725"/>
            <a:chExt cx="188275" cy="292225"/>
          </a:xfrm>
        </p:grpSpPr>
        <p:sp>
          <p:nvSpPr>
            <p:cNvPr id="13120" name="Google Shape;13120;p6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4" name="Google Shape;13124;p69"/>
          <p:cNvGrpSpPr/>
          <p:nvPr/>
        </p:nvGrpSpPr>
        <p:grpSpPr>
          <a:xfrm>
            <a:off x="844114" y="3230934"/>
            <a:ext cx="371887" cy="423069"/>
            <a:chOff x="-1684475" y="2049000"/>
            <a:chExt cx="257575" cy="293025"/>
          </a:xfrm>
        </p:grpSpPr>
        <p:sp>
          <p:nvSpPr>
            <p:cNvPr id="13125" name="Google Shape;13125;p6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29" name="Google Shape;13129;p69"/>
          <p:cNvSpPr/>
          <p:nvPr/>
        </p:nvSpPr>
        <p:spPr>
          <a:xfrm>
            <a:off x="2472295" y="3231775"/>
            <a:ext cx="440106" cy="4213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30" name="Google Shape;13130;p69"/>
          <p:cNvGrpSpPr/>
          <p:nvPr/>
        </p:nvGrpSpPr>
        <p:grpSpPr>
          <a:xfrm>
            <a:off x="4134007" y="3231514"/>
            <a:ext cx="420796" cy="421914"/>
            <a:chOff x="-1700225" y="2768875"/>
            <a:chExt cx="291450" cy="292225"/>
          </a:xfrm>
        </p:grpSpPr>
        <p:sp>
          <p:nvSpPr>
            <p:cNvPr id="13131" name="Google Shape;13131;p6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7" name="Google Shape;13137;p69"/>
          <p:cNvGrpSpPr/>
          <p:nvPr/>
        </p:nvGrpSpPr>
        <p:grpSpPr>
          <a:xfrm>
            <a:off x="3602355" y="3230935"/>
            <a:ext cx="371887" cy="423069"/>
            <a:chOff x="-919700" y="2420750"/>
            <a:chExt cx="257575" cy="293025"/>
          </a:xfrm>
        </p:grpSpPr>
        <p:sp>
          <p:nvSpPr>
            <p:cNvPr id="13138" name="Google Shape;13138;p6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1" name="Google Shape;13141;p69"/>
          <p:cNvGrpSpPr/>
          <p:nvPr/>
        </p:nvGrpSpPr>
        <p:grpSpPr>
          <a:xfrm>
            <a:off x="1937547" y="1645950"/>
            <a:ext cx="409531" cy="410617"/>
            <a:chOff x="6679825" y="2693700"/>
            <a:chExt cx="257875" cy="258575"/>
          </a:xfrm>
        </p:grpSpPr>
        <p:sp>
          <p:nvSpPr>
            <p:cNvPr id="13142" name="Google Shape;13142;p6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4" name="Google Shape;13144;p69"/>
          <p:cNvGrpSpPr/>
          <p:nvPr/>
        </p:nvGrpSpPr>
        <p:grpSpPr>
          <a:xfrm>
            <a:off x="1927121" y="2142110"/>
            <a:ext cx="420531" cy="417262"/>
            <a:chOff x="6790450" y="3119050"/>
            <a:chExt cx="262750" cy="260675"/>
          </a:xfrm>
        </p:grpSpPr>
        <p:sp>
          <p:nvSpPr>
            <p:cNvPr id="13145" name="Google Shape;13145;p6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7" name="Google Shape;13147;p69"/>
          <p:cNvGrpSpPr/>
          <p:nvPr/>
        </p:nvGrpSpPr>
        <p:grpSpPr>
          <a:xfrm>
            <a:off x="6853082" y="3755436"/>
            <a:ext cx="358093" cy="407391"/>
            <a:chOff x="7660859" y="2571753"/>
            <a:chExt cx="366561" cy="417024"/>
          </a:xfrm>
        </p:grpSpPr>
        <p:sp>
          <p:nvSpPr>
            <p:cNvPr id="13148" name="Google Shape;13148;p69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9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9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1" name="Google Shape;13151;p69"/>
          <p:cNvGrpSpPr/>
          <p:nvPr/>
        </p:nvGrpSpPr>
        <p:grpSpPr>
          <a:xfrm>
            <a:off x="4387763" y="3755436"/>
            <a:ext cx="407391" cy="407391"/>
            <a:chOff x="5566722" y="2571753"/>
            <a:chExt cx="417024" cy="417024"/>
          </a:xfrm>
        </p:grpSpPr>
        <p:sp>
          <p:nvSpPr>
            <p:cNvPr id="13152" name="Google Shape;13152;p69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9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4" name="Google Shape;13154;p69"/>
          <p:cNvGrpSpPr/>
          <p:nvPr/>
        </p:nvGrpSpPr>
        <p:grpSpPr>
          <a:xfrm>
            <a:off x="5004096" y="3857692"/>
            <a:ext cx="407381" cy="202880"/>
            <a:chOff x="6090251" y="2676413"/>
            <a:chExt cx="417014" cy="207677"/>
          </a:xfrm>
        </p:grpSpPr>
        <p:sp>
          <p:nvSpPr>
            <p:cNvPr id="13155" name="Google Shape;13155;p69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69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9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9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9" name="Google Shape;13159;p69"/>
          <p:cNvGrpSpPr/>
          <p:nvPr/>
        </p:nvGrpSpPr>
        <p:grpSpPr>
          <a:xfrm>
            <a:off x="6236750" y="3755436"/>
            <a:ext cx="407391" cy="407391"/>
            <a:chOff x="7137330" y="2571753"/>
            <a:chExt cx="417024" cy="417024"/>
          </a:xfrm>
        </p:grpSpPr>
        <p:sp>
          <p:nvSpPr>
            <p:cNvPr id="13160" name="Google Shape;13160;p69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9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9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3" name="Google Shape;13163;p69"/>
          <p:cNvGrpSpPr/>
          <p:nvPr/>
        </p:nvGrpSpPr>
        <p:grpSpPr>
          <a:xfrm>
            <a:off x="5620418" y="3755436"/>
            <a:ext cx="407391" cy="407391"/>
            <a:chOff x="6613801" y="2571753"/>
            <a:chExt cx="417024" cy="417024"/>
          </a:xfrm>
        </p:grpSpPr>
        <p:sp>
          <p:nvSpPr>
            <p:cNvPr id="13164" name="Google Shape;13164;p69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9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9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9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9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9" name="Google Shape;13169;p69"/>
          <p:cNvGrpSpPr/>
          <p:nvPr/>
        </p:nvGrpSpPr>
        <p:grpSpPr>
          <a:xfrm>
            <a:off x="7908242" y="3238780"/>
            <a:ext cx="407411" cy="407411"/>
            <a:chOff x="2964567" y="2571753"/>
            <a:chExt cx="417045" cy="417045"/>
          </a:xfrm>
        </p:grpSpPr>
        <p:sp>
          <p:nvSpPr>
            <p:cNvPr id="13170" name="Google Shape;13170;p69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9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2" name="Google Shape;13172;p69"/>
          <p:cNvGrpSpPr/>
          <p:nvPr/>
        </p:nvGrpSpPr>
        <p:grpSpPr>
          <a:xfrm>
            <a:off x="1922414" y="3815897"/>
            <a:ext cx="407391" cy="286470"/>
            <a:chOff x="3476576" y="2633631"/>
            <a:chExt cx="417024" cy="293244"/>
          </a:xfrm>
        </p:grpSpPr>
        <p:sp>
          <p:nvSpPr>
            <p:cNvPr id="13173" name="Google Shape;13173;p69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9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5" name="Google Shape;13175;p69"/>
          <p:cNvGrpSpPr/>
          <p:nvPr/>
        </p:nvGrpSpPr>
        <p:grpSpPr>
          <a:xfrm>
            <a:off x="2538746" y="3755508"/>
            <a:ext cx="407411" cy="407248"/>
            <a:chOff x="3988564" y="2571836"/>
            <a:chExt cx="417045" cy="416878"/>
          </a:xfrm>
        </p:grpSpPr>
        <p:sp>
          <p:nvSpPr>
            <p:cNvPr id="13176" name="Google Shape;13176;p69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9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8" name="Google Shape;13178;p69"/>
          <p:cNvGrpSpPr/>
          <p:nvPr/>
        </p:nvGrpSpPr>
        <p:grpSpPr>
          <a:xfrm>
            <a:off x="3155099" y="3755436"/>
            <a:ext cx="407391" cy="407391"/>
            <a:chOff x="4500573" y="2571753"/>
            <a:chExt cx="417024" cy="417024"/>
          </a:xfrm>
        </p:grpSpPr>
        <p:sp>
          <p:nvSpPr>
            <p:cNvPr id="13179" name="Google Shape;13179;p69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9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1" name="Google Shape;13181;p69"/>
          <p:cNvGrpSpPr/>
          <p:nvPr/>
        </p:nvGrpSpPr>
        <p:grpSpPr>
          <a:xfrm>
            <a:off x="3771431" y="3755436"/>
            <a:ext cx="407391" cy="407391"/>
            <a:chOff x="5012603" y="2571753"/>
            <a:chExt cx="417024" cy="417024"/>
          </a:xfrm>
        </p:grpSpPr>
        <p:sp>
          <p:nvSpPr>
            <p:cNvPr id="13182" name="Google Shape;13182;p69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9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84" name="Google Shape;13184;p69"/>
          <p:cNvSpPr/>
          <p:nvPr/>
        </p:nvSpPr>
        <p:spPr>
          <a:xfrm>
            <a:off x="5212789" y="3238852"/>
            <a:ext cx="407383" cy="407383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85" name="Google Shape;13185;p69"/>
          <p:cNvGrpSpPr/>
          <p:nvPr/>
        </p:nvGrpSpPr>
        <p:grpSpPr>
          <a:xfrm>
            <a:off x="5733329" y="3238790"/>
            <a:ext cx="407432" cy="407391"/>
            <a:chOff x="812101" y="2571761"/>
            <a:chExt cx="417066" cy="417024"/>
          </a:xfrm>
        </p:grpSpPr>
        <p:sp>
          <p:nvSpPr>
            <p:cNvPr id="13186" name="Google Shape;13186;p69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9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9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69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0" name="Google Shape;13190;p69"/>
          <p:cNvGrpSpPr/>
          <p:nvPr/>
        </p:nvGrpSpPr>
        <p:grpSpPr>
          <a:xfrm>
            <a:off x="6253923" y="3238790"/>
            <a:ext cx="407391" cy="407391"/>
            <a:chOff x="1323129" y="2571761"/>
            <a:chExt cx="417024" cy="417024"/>
          </a:xfrm>
        </p:grpSpPr>
        <p:sp>
          <p:nvSpPr>
            <p:cNvPr id="13191" name="Google Shape;13191;p69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9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9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9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95" name="Google Shape;13195;p69"/>
          <p:cNvSpPr/>
          <p:nvPr/>
        </p:nvSpPr>
        <p:spPr>
          <a:xfrm>
            <a:off x="6827427" y="3275603"/>
            <a:ext cx="409401" cy="333886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96" name="Google Shape;13196;p69"/>
          <p:cNvGrpSpPr/>
          <p:nvPr/>
        </p:nvGrpSpPr>
        <p:grpSpPr>
          <a:xfrm>
            <a:off x="7390398" y="3238843"/>
            <a:ext cx="408023" cy="407411"/>
            <a:chOff x="2344476" y="2571761"/>
            <a:chExt cx="417671" cy="417045"/>
          </a:xfrm>
        </p:grpSpPr>
        <p:sp>
          <p:nvSpPr>
            <p:cNvPr id="13197" name="Google Shape;13197;p69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9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202" name="Shape 13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3" name="Google Shape;13203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urgery Clinical Case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7EBEB"/>
      </a:accent1>
      <a:accent2>
        <a:srgbClr val="F2DADA"/>
      </a:accent2>
      <a:accent3>
        <a:srgbClr val="D9B6B6"/>
      </a:accent3>
      <a:accent4>
        <a:srgbClr val="9EA4FF"/>
      </a:accent4>
      <a:accent5>
        <a:srgbClr val="2634F9"/>
      </a:accent5>
      <a:accent6>
        <a:srgbClr val="1922A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